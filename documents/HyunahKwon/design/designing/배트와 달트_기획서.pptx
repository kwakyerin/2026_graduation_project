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0" r:id="rId16"/>
    <p:sldId id="277" r:id="rId17"/>
    <p:sldId id="279" r:id="rId18"/>
    <p:sldId id="262" r:id="rId19"/>
    <p:sldId id="269" r:id="rId20"/>
    <p:sldId id="274" r:id="rId21"/>
    <p:sldId id="275" r:id="rId22"/>
    <p:sldId id="282" r:id="rId23"/>
    <p:sldId id="276" r:id="rId24"/>
    <p:sldId id="263" r:id="rId25"/>
    <p:sldId id="264" r:id="rId26"/>
    <p:sldId id="270" r:id="rId27"/>
    <p:sldId id="285" r:id="rId28"/>
    <p:sldId id="284" r:id="rId29"/>
    <p:sldId id="283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gameuidatabase.com/index.php?&amp;scrn=71&amp;set=1&amp;plat=1&amp;tag=131&amp;series=106&amp;sort=2&amp;r=4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ca.live/b/fallout76/19323367" TargetMode="External"/><Relationship Id="rId5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10" Type="http://schemas.openxmlformats.org/officeDocument/2006/relationships/hyperlink" Target="https://kor.pngtree.com/so/%EB%A7%88%EC%9A%B0%EC%8A%A4" TargetMode="External"/><Relationship Id="rId4" Type="http://schemas.openxmlformats.org/officeDocument/2006/relationships/hyperlink" Target="https://page.onstove.com/indie/global/view/9597749" TargetMode="External"/><Relationship Id="rId9" Type="http://schemas.openxmlformats.org/officeDocument/2006/relationships/hyperlink" Target="https://creatorjoseph.com/268#google_vignette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/>
          <a:lstStyle/>
          <a:p>
            <a:r>
              <a:rPr lang="ko-KR" altLang="en-US" dirty="0" err="1"/>
              <a:t>배송품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모두 동일한 의미로 사용됨</a:t>
            </a:r>
            <a:r>
              <a:rPr lang="en-US" altLang="ko-KR" dirty="0"/>
              <a:t>, </a:t>
            </a:r>
            <a:r>
              <a:rPr lang="ko-KR" altLang="en-US" dirty="0"/>
              <a:t>플레이어가 배달을 진행해야 하는 아이템</a:t>
            </a:r>
            <a:endParaRPr lang="en-US" altLang="ko-KR" dirty="0"/>
          </a:p>
          <a:p>
            <a:r>
              <a:rPr lang="ko-KR" altLang="en-US" dirty="0"/>
              <a:t>방향전환율</a:t>
            </a:r>
            <a:r>
              <a:rPr lang="en-US" altLang="ko-KR" dirty="0"/>
              <a:t>, </a:t>
            </a:r>
            <a:r>
              <a:rPr lang="ko-KR" altLang="en-US" dirty="0"/>
              <a:t>방향회전율 </a:t>
            </a:r>
            <a:r>
              <a:rPr lang="en-US" altLang="ko-KR" dirty="0"/>
              <a:t>: </a:t>
            </a:r>
            <a:r>
              <a:rPr lang="ko-KR" altLang="en-US" dirty="0"/>
              <a:t>모두 동일한 의미로 사용됨</a:t>
            </a:r>
            <a:r>
              <a:rPr lang="en-US" altLang="ko-KR" dirty="0"/>
              <a:t>, </a:t>
            </a:r>
            <a:r>
              <a:rPr lang="ko-KR" altLang="en-US" dirty="0"/>
              <a:t>플레이어가 회전하는 정도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1[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3[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자료</a:t>
            </a:r>
            <a:r>
              <a:rPr lang="en-US" altLang="ko-KR" sz="1200" dirty="0"/>
              <a:t>2[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  <a:r>
              <a:rPr lang="en-US" altLang="ko-KR" sz="1200" dirty="0"/>
              <a:t>]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 시간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예측 분석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시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8F59C-44FB-521C-E1F3-6DA8A98B20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**</a:t>
            </a:r>
            <a:r>
              <a:rPr lang="ko-KR" altLang="en-US" dirty="0" err="1"/>
              <a:t>파티애니멀즈</a:t>
            </a:r>
            <a:r>
              <a:rPr lang="en-US" altLang="ko-KR" dirty="0"/>
              <a:t>, </a:t>
            </a:r>
            <a:r>
              <a:rPr lang="ko-KR" altLang="en-US" dirty="0" err="1"/>
              <a:t>젤다</a:t>
            </a:r>
            <a:r>
              <a:rPr lang="ko-KR" altLang="en-US" dirty="0"/>
              <a:t> 참고</a:t>
            </a:r>
            <a:r>
              <a:rPr lang="en-US" altLang="ko-KR" dirty="0"/>
              <a:t>, </a:t>
            </a:r>
            <a:r>
              <a:rPr lang="ko-KR" altLang="en-US" dirty="0"/>
              <a:t>크기</a:t>
            </a:r>
            <a:r>
              <a:rPr lang="en-US" altLang="ko-KR" dirty="0"/>
              <a:t>, UX, </a:t>
            </a:r>
            <a:r>
              <a:rPr lang="ko-KR" altLang="en-US" dirty="0"/>
              <a:t>비율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 err="1"/>
              <a:t>테블릿</a:t>
            </a:r>
            <a:r>
              <a:rPr lang="ko-KR" altLang="en-US" dirty="0"/>
              <a:t> </a:t>
            </a:r>
            <a:r>
              <a:rPr lang="en-US" altLang="ko-KR" dirty="0"/>
              <a:t>UI </a:t>
            </a:r>
            <a:r>
              <a:rPr lang="ko-KR" altLang="en-US" dirty="0"/>
              <a:t>차용 시 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화면을 덮을 크기</a:t>
            </a:r>
            <a:r>
              <a:rPr lang="en-US" altLang="ko-KR" dirty="0"/>
              <a:t>, </a:t>
            </a:r>
            <a:r>
              <a:rPr lang="ko-KR" altLang="en-US" dirty="0"/>
              <a:t>투명도는 방식에 따라 필요가 </a:t>
            </a:r>
            <a:r>
              <a:rPr lang="ko-KR" altLang="en-US" dirty="0" err="1"/>
              <a:t>정해짐</a:t>
            </a:r>
            <a:r>
              <a:rPr lang="en-US" altLang="ko-KR" dirty="0"/>
              <a:t>, </a:t>
            </a:r>
            <a:r>
              <a:rPr lang="ko-KR" altLang="en-US" dirty="0"/>
              <a:t>만약 </a:t>
            </a:r>
            <a:r>
              <a:rPr lang="ko-KR" altLang="en-US" dirty="0" err="1"/>
              <a:t>미니맵</a:t>
            </a:r>
            <a:r>
              <a:rPr lang="ko-KR" altLang="en-US" dirty="0"/>
              <a:t> </a:t>
            </a:r>
            <a:r>
              <a:rPr lang="ko-KR" altLang="en-US" dirty="0" err="1"/>
              <a:t>탑뷰로</a:t>
            </a:r>
            <a:r>
              <a:rPr lang="ko-KR" altLang="en-US" dirty="0"/>
              <a:t> 경로를 알려준다면 투명도 필요 없음</a:t>
            </a:r>
            <a:r>
              <a:rPr lang="en-US" altLang="ko-KR" dirty="0"/>
              <a:t>, </a:t>
            </a:r>
            <a:r>
              <a:rPr lang="ko-KR" altLang="en-US" dirty="0"/>
              <a:t>눈 앞의 경로를 알려준다면 투명도 필요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8F28EA2-B6EC-2C56-5371-0EECDFFF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33751F5-E589-0C0E-0160-489D30238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배달게임</a:t>
            </a:r>
          </a:p>
          <a:p>
            <a:pPr lvl="0">
              <a:defRPr/>
            </a:pPr>
            <a:r>
              <a:rPr lang="en-US" altLang="ko-KR" dirty="0"/>
              <a:t>fps</a:t>
            </a:r>
          </a:p>
          <a:p>
            <a:pPr lvl="0">
              <a:defRPr/>
            </a:pPr>
            <a:r>
              <a:rPr lang="ko-KR" altLang="en-US" dirty="0" err="1"/>
              <a:t>동물의숲</a:t>
            </a:r>
            <a:endParaRPr lang="ko-KR" altLang="en-US" dirty="0"/>
          </a:p>
          <a:p>
            <a:pPr lvl="0">
              <a:defRPr/>
            </a:pPr>
            <a:r>
              <a:rPr lang="ko-KR" altLang="en-US" dirty="0"/>
              <a:t>도우미</a:t>
            </a:r>
            <a:r>
              <a:rPr lang="en-US" altLang="ko-KR" dirty="0"/>
              <a:t>ai</a:t>
            </a:r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DDC6CE-B9CF-01BE-5E7A-7BA7BCA714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908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 </a:t>
            </a:r>
            <a:r>
              <a:rPr lang="en-US" altLang="ko-KR" sz="1600" dirty="0"/>
              <a:t>2</a:t>
            </a:r>
            <a:r>
              <a:rPr lang="ko-KR" altLang="en-US" sz="1600" dirty="0"/>
              <a:t>개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이프선셋</a:t>
            </a:r>
            <a:r>
              <a:rPr lang="en-US" altLang="ko-KR" sz="1600" dirty="0"/>
              <a:t>,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>
                <a:hlinkClick r:id="rId5"/>
              </a:rPr>
              <a:t>https://velog.io/@dev_sensational/Unity-3%EC%9D%B8%EC%B9%AD-Back-view-%EC%8A%88%ED%8C%85%EA%B2%8C%EC%9E%84TPS-%ED%94%84%EB%A1%9C%EC%A0%9D%ED%8A%B8-%EC%8B%9C%EC%9E%91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 err="1"/>
              <a:t>핍보이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6"/>
              </a:rPr>
              <a:t>https://arca.live/b/fallout76/19323367</a:t>
            </a:r>
            <a:endParaRPr lang="en-US" altLang="ko-KR" sz="1600" dirty="0"/>
          </a:p>
          <a:p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7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  <a:p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8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9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10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942213C-15BB-62F5-8747-F9E8817F0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950" y="3276398"/>
            <a:ext cx="4908250" cy="275898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시계 </a:t>
            </a:r>
            <a:r>
              <a:rPr lang="en-US" altLang="ko-KR" dirty="0"/>
              <a:t>UI </a:t>
            </a:r>
            <a:r>
              <a:rPr lang="ko-KR" altLang="en-US" dirty="0"/>
              <a:t>차용 시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ko-KR" altLang="en-US" dirty="0"/>
              <a:t>시계는 크기가 </a:t>
            </a:r>
            <a:r>
              <a:rPr lang="ko-KR" altLang="en-US" dirty="0" err="1"/>
              <a:t>커야함</a:t>
            </a:r>
            <a:r>
              <a:rPr lang="en-US" altLang="ko-KR" dirty="0"/>
              <a:t>, </a:t>
            </a:r>
            <a:r>
              <a:rPr lang="ko-KR" altLang="en-US" dirty="0"/>
              <a:t>직관적이고 선명한 색의 이미지</a:t>
            </a:r>
            <a:r>
              <a:rPr lang="en-US" altLang="ko-KR" dirty="0"/>
              <a:t>, </a:t>
            </a:r>
            <a:r>
              <a:rPr lang="ko-KR" altLang="en-US" dirty="0"/>
              <a:t>중앙에는 화살표로 경로의 위치를 확인할 수 있도록 해야함</a:t>
            </a:r>
            <a:endParaRPr lang="en-US" altLang="ko-KR" dirty="0"/>
          </a:p>
          <a:p>
            <a:pPr>
              <a:lnSpc>
                <a:spcPct val="110000"/>
              </a:lnSpc>
            </a:pPr>
            <a:endParaRPr lang="en-US" altLang="ko-KR" dirty="0"/>
          </a:p>
          <a:p>
            <a:pPr>
              <a:lnSpc>
                <a:spcPct val="110000"/>
              </a:lnSpc>
            </a:pPr>
            <a:r>
              <a:rPr lang="ko-KR" altLang="en-US" dirty="0"/>
              <a:t>결과 </a:t>
            </a:r>
            <a:r>
              <a:rPr lang="en-US" altLang="ko-KR" dirty="0"/>
              <a:t>: </a:t>
            </a:r>
            <a:r>
              <a:rPr lang="ko-KR" altLang="en-US" dirty="0"/>
              <a:t>폐기</a:t>
            </a:r>
            <a:endParaRPr lang="en-US" altLang="ko-KR" dirty="0"/>
          </a:p>
          <a:p>
            <a:pPr>
              <a:lnSpc>
                <a:spcPct val="110000"/>
              </a:lnSpc>
            </a:pPr>
            <a:r>
              <a:rPr lang="ko-KR" altLang="en-US" dirty="0"/>
              <a:t>까닭 </a:t>
            </a:r>
            <a:r>
              <a:rPr lang="en-US" altLang="ko-KR" dirty="0"/>
              <a:t>: </a:t>
            </a:r>
            <a:r>
              <a:rPr lang="ko-KR" altLang="en-US" dirty="0"/>
              <a:t>실시간 컨셉과 맞지 않다고 판단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소지 시 손목을 볼 수 없거나 구현이 곤란해짐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751</TotalTime>
  <Words>1466</Words>
  <Application>Microsoft Office PowerPoint</Application>
  <PresentationFormat>와이드스크린</PresentationFormat>
  <Paragraphs>217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</vt:lpstr>
      <vt:lpstr>UI_세부_시간예측분석UI_후보1</vt:lpstr>
      <vt:lpstr>UI_세부_시간예측분석UI_후보2</vt:lpstr>
      <vt:lpstr>컨트롤</vt:lpstr>
      <vt:lpstr>참고문헌 및 출처</vt:lpstr>
      <vt:lpstr>PowerPoint 프레젠테이션</vt:lpstr>
      <vt:lpstr>이미지 자료 출처</vt:lpstr>
      <vt:lpstr>부록</vt:lpstr>
      <vt:lpstr>*********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79</cp:revision>
  <dcterms:created xsi:type="dcterms:W3CDTF">2026-09-16T19:24:55Z</dcterms:created>
  <dcterms:modified xsi:type="dcterms:W3CDTF">2026-09-19T14:59:18Z</dcterms:modified>
</cp:coreProperties>
</file>