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6" r:id="rId16"/>
    <p:sldId id="280" r:id="rId17"/>
    <p:sldId id="277" r:id="rId18"/>
    <p:sldId id="279" r:id="rId19"/>
    <p:sldId id="262" r:id="rId20"/>
    <p:sldId id="269" r:id="rId21"/>
    <p:sldId id="274" r:id="rId22"/>
    <p:sldId id="289" r:id="rId23"/>
    <p:sldId id="291" r:id="rId24"/>
    <p:sldId id="292" r:id="rId25"/>
    <p:sldId id="288" r:id="rId26"/>
    <p:sldId id="290" r:id="rId27"/>
    <p:sldId id="276" r:id="rId28"/>
    <p:sldId id="263" r:id="rId29"/>
    <p:sldId id="270" r:id="rId30"/>
    <p:sldId id="285" r:id="rId31"/>
    <p:sldId id="284" r:id="rId32"/>
    <p:sldId id="287" r:id="rId33"/>
    <p:sldId id="275" r:id="rId34"/>
    <p:sldId id="282" r:id="rId35"/>
    <p:sldId id="283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kor.pngtree.com/so/%EB%A7%88%EC%9A%B0%EC%8A%A4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creatorjoseph.com/268#google_vignette" TargetMode="External"/><Relationship Id="rId5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4" Type="http://schemas.openxmlformats.org/officeDocument/2006/relationships/hyperlink" Target="https://page.onstove.com/indie/global/view/9597749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  <a:endParaRPr lang="ko-KR" altLang="en-US" sz="24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1[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3[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2[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 err="1"/>
              <a:t>배달품</a:t>
            </a:r>
            <a:r>
              <a:rPr lang="ko-KR" altLang="en-US" sz="2400" dirty="0"/>
              <a:t> 품목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일반 품목</a:t>
            </a:r>
            <a:r>
              <a:rPr lang="en-US" altLang="ko-KR" sz="2400" dirty="0"/>
              <a:t>(</a:t>
            </a:r>
            <a:r>
              <a:rPr lang="ko-KR" altLang="en-US" sz="2400" dirty="0"/>
              <a:t>일반</a:t>
            </a:r>
            <a:r>
              <a:rPr lang="en-US" altLang="ko-KR" sz="2400" dirty="0"/>
              <a:t>), </a:t>
            </a:r>
            <a:br>
              <a:rPr lang="en-US" altLang="ko-KR" sz="2400" dirty="0"/>
            </a:br>
            <a:r>
              <a:rPr lang="ko-KR" altLang="en-US" sz="2400" dirty="0"/>
              <a:t>파손 주의</a:t>
            </a:r>
            <a:r>
              <a:rPr lang="en-US" altLang="ko-KR" sz="2400" dirty="0"/>
              <a:t>(</a:t>
            </a:r>
            <a:r>
              <a:rPr lang="ko-KR" altLang="en-US" sz="2400" dirty="0"/>
              <a:t>파손 위험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ko-KR" altLang="en-US" sz="2400" dirty="0"/>
              <a:t>배달 상태 </a:t>
            </a:r>
            <a:r>
              <a:rPr lang="en-US" altLang="ko-KR" sz="2400" dirty="0"/>
              <a:t>: </a:t>
            </a:r>
            <a:r>
              <a:rPr lang="ko-KR" altLang="en-US" sz="2400" dirty="0"/>
              <a:t>배달 중</a:t>
            </a:r>
            <a:r>
              <a:rPr lang="en-US" altLang="ko-KR" sz="2400" dirty="0"/>
              <a:t>, </a:t>
            </a:r>
            <a:r>
              <a:rPr lang="ko-KR" altLang="en-US" sz="2400" dirty="0"/>
              <a:t>시간 안에 배달 완료</a:t>
            </a:r>
            <a:r>
              <a:rPr lang="en-US" altLang="ko-KR" sz="2400" dirty="0"/>
              <a:t>, </a:t>
            </a:r>
            <a:r>
              <a:rPr lang="ko-KR" altLang="en-US" sz="2400" dirty="0"/>
              <a:t>시간 초과 배달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파손됨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 err="1"/>
              <a:t>배달품</a:t>
            </a:r>
            <a:r>
              <a:rPr lang="ko-KR" altLang="en-US" sz="2400" dirty="0"/>
              <a:t> 파손 시 </a:t>
            </a:r>
            <a:r>
              <a:rPr lang="en-US" altLang="ko-KR" sz="2400" dirty="0"/>
              <a:t>: </a:t>
            </a:r>
            <a:r>
              <a:rPr lang="ko-KR" altLang="en-US" sz="2400" dirty="0"/>
              <a:t>기지로 가서 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다시 수령 후 배달 진행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배달 완료 판단 </a:t>
            </a:r>
            <a:r>
              <a:rPr lang="en-US" altLang="ko-KR" sz="2400"/>
              <a:t>: 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2123A0-66B1-1757-7699-7CD55DEA75D2}"/>
              </a:ext>
            </a:extLst>
          </p:cNvPr>
          <p:cNvGrpSpPr/>
          <p:nvPr/>
        </p:nvGrpSpPr>
        <p:grpSpPr>
          <a:xfrm>
            <a:off x="723921" y="2275148"/>
            <a:ext cx="2810730" cy="2307703"/>
            <a:chOff x="1632413" y="2213351"/>
            <a:chExt cx="2810730" cy="2307703"/>
          </a:xfrm>
        </p:grpSpPr>
        <p:sp>
          <p:nvSpPr>
            <p:cNvPr id="8" name="평행 사변형 7">
              <a:extLst>
                <a:ext uri="{FF2B5EF4-FFF2-40B4-BE49-F238E27FC236}">
                  <a16:creationId xmlns:a16="http://schemas.microsoft.com/office/drawing/2014/main" id="{616C5606-4AAE-6A22-54DA-A7106797E964}"/>
                </a:ext>
              </a:extLst>
            </p:cNvPr>
            <p:cNvSpPr/>
            <p:nvPr/>
          </p:nvSpPr>
          <p:spPr>
            <a:xfrm rot="2376313">
              <a:off x="2411724" y="2213351"/>
              <a:ext cx="1573037" cy="1199904"/>
            </a:xfrm>
            <a:prstGeom prst="parallelogram">
              <a:avLst>
                <a:gd name="adj" fmla="val 67194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BACB2F3-73CB-6F8D-3AB4-B8C528CF12D8}"/>
                </a:ext>
              </a:extLst>
            </p:cNvPr>
            <p:cNvSpPr/>
            <p:nvPr/>
          </p:nvSpPr>
          <p:spPr>
            <a:xfrm rot="20603966">
              <a:off x="2565621" y="3140828"/>
              <a:ext cx="1877522" cy="1380226"/>
            </a:xfrm>
            <a:prstGeom prst="parallelogram">
              <a:avLst>
                <a:gd name="adj" fmla="val 32257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82177DF7-3871-7F0A-9FDD-FC4281081397}"/>
                </a:ext>
              </a:extLst>
            </p:cNvPr>
            <p:cNvSpPr/>
            <p:nvPr/>
          </p:nvSpPr>
          <p:spPr>
            <a:xfrm rot="2405282" flipH="1">
              <a:off x="1632413" y="3226043"/>
              <a:ext cx="1683858" cy="1101793"/>
            </a:xfrm>
            <a:prstGeom prst="parallelogram">
              <a:avLst>
                <a:gd name="adj" fmla="val 81105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578414" cy="3135173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18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1700217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85F04314-B338-B655-C5F7-DC99DEBC9CD5}"/>
              </a:ext>
            </a:extLst>
          </p:cNvPr>
          <p:cNvSpPr/>
          <p:nvPr/>
        </p:nvSpPr>
        <p:spPr>
          <a:xfrm>
            <a:off x="1418464" y="21820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  <a:stCxn id="26" idx="1"/>
            <a:endCxn id="26" idx="3"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1321C8AD-E30E-A137-F992-1C29FE31961D}"/>
              </a:ext>
            </a:extLst>
          </p:cNvPr>
          <p:cNvCxnSpPr>
            <a:cxnSpLocks/>
            <a:stCxn id="26" idx="0"/>
            <a:endCxn id="26" idx="2"/>
          </p:cNvCxnSpPr>
          <p:nvPr/>
        </p:nvCxnSpPr>
        <p:spPr>
          <a:xfrm>
            <a:off x="4207671" y="21820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418464" y="4388189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5661" y="4388189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2F4EF8-A9E4-3A65-8B04-62194EA3C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배달 완료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872958-77C8-357E-23FD-8AEBC8BC3B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181CB4-49E7-718D-A60A-053E26013C9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A26AE8-C913-369E-EDE7-5C6E79B71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CA4497-AE89-FFA7-2E8E-F09F3CE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EB1DB6F-BFF3-CAD2-0CFB-460A19E3B43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31764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B03A77-5182-4515-4C32-EF9C1FDE49AA}"/>
              </a:ext>
            </a:extLst>
          </p:cNvPr>
          <p:cNvSpPr/>
          <p:nvPr/>
        </p:nvSpPr>
        <p:spPr>
          <a:xfrm>
            <a:off x="1317823" y="1704596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BD5D49D-B995-1BAB-C615-5C5A15B86A18}"/>
              </a:ext>
            </a:extLst>
          </p:cNvPr>
          <p:cNvCxnSpPr>
            <a:stCxn id="8" idx="1"/>
          </p:cNvCxnSpPr>
          <p:nvPr/>
        </p:nvCxnSpPr>
        <p:spPr>
          <a:xfrm flipV="1">
            <a:off x="1317823" y="3257776"/>
            <a:ext cx="5578413" cy="724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283BF8C-CF53-327F-9233-E6C4DA548F17}"/>
              </a:ext>
            </a:extLst>
          </p:cNvPr>
          <p:cNvCxnSpPr>
            <a:cxnSpLocks/>
            <a:stCxn id="8" idx="0"/>
            <a:endCxn id="8" idx="2"/>
          </p:cNvCxnSpPr>
          <p:nvPr/>
        </p:nvCxnSpPr>
        <p:spPr>
          <a:xfrm>
            <a:off x="4107030" y="1704596"/>
            <a:ext cx="0" cy="31208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434774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4" name="부분 원형 13">
            <a:extLst>
              <a:ext uri="{FF2B5EF4-FFF2-40B4-BE49-F238E27FC236}">
                <a16:creationId xmlns:a16="http://schemas.microsoft.com/office/drawing/2014/main" id="{823C6087-C42C-0B7D-4B75-558A25FE6FD9}"/>
              </a:ext>
            </a:extLst>
          </p:cNvPr>
          <p:cNvSpPr/>
          <p:nvPr/>
        </p:nvSpPr>
        <p:spPr>
          <a:xfrm>
            <a:off x="1366283" y="1744276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1428CB-1648-8C4E-4440-790B11AB5AF0}"/>
              </a:ext>
            </a:extLst>
          </p:cNvPr>
          <p:cNvSpPr/>
          <p:nvPr/>
        </p:nvSpPr>
        <p:spPr>
          <a:xfrm>
            <a:off x="5420358" y="4677918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A4C31DB-0C14-8A1D-0FBA-A79CE79B63F2}"/>
              </a:ext>
            </a:extLst>
          </p:cNvPr>
          <p:cNvSpPr/>
          <p:nvPr/>
        </p:nvSpPr>
        <p:spPr>
          <a:xfrm>
            <a:off x="5420357" y="4548876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갈매기형 수장 16">
            <a:extLst>
              <a:ext uri="{FF2B5EF4-FFF2-40B4-BE49-F238E27FC236}">
                <a16:creationId xmlns:a16="http://schemas.microsoft.com/office/drawing/2014/main" id="{1C600838-F09A-95ED-EEAD-796AD4280FA1}"/>
              </a:ext>
            </a:extLst>
          </p:cNvPr>
          <p:cNvSpPr/>
          <p:nvPr/>
        </p:nvSpPr>
        <p:spPr>
          <a:xfrm rot="17792637">
            <a:off x="3454584" y="5274257"/>
            <a:ext cx="771482" cy="662782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 </a:t>
            </a:r>
            <a:r>
              <a:rPr lang="en-US" altLang="ko-KR" sz="1600" dirty="0"/>
              <a:t>2</a:t>
            </a:r>
            <a:r>
              <a:rPr lang="ko-KR" altLang="en-US" sz="1600" dirty="0"/>
              <a:t>개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이프선셋</a:t>
            </a:r>
            <a:r>
              <a:rPr lang="en-US" altLang="ko-KR" sz="1600" dirty="0"/>
              <a:t>,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https://velog.io/@dev_sensational/Unity-3%EC%9D%B8%EC%B9%AD-Back-view-%EC%8A%88%ED%8C%85%EA%B2%8C%EC%9E%84TPS-%ED%94%84%EB%A1%9C%EC%A0%9D%ED%8A%B8-%EC%8B%9C%EC%9E%91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6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7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ko-KR" altLang="en-US" dirty="0" err="1"/>
              <a:t>파티애니멀즈</a:t>
            </a:r>
            <a:r>
              <a:rPr lang="en-US" altLang="ko-KR" dirty="0"/>
              <a:t>, </a:t>
            </a:r>
            <a:r>
              <a:rPr lang="ko-KR" altLang="en-US" dirty="0" err="1"/>
              <a:t>젤다</a:t>
            </a:r>
            <a:r>
              <a:rPr lang="ko-KR" altLang="en-US" dirty="0"/>
              <a:t> 참고</a:t>
            </a:r>
            <a:r>
              <a:rPr lang="en-US" altLang="ko-KR" dirty="0"/>
              <a:t>, </a:t>
            </a:r>
            <a:r>
              <a:rPr lang="ko-KR" altLang="en-US" dirty="0"/>
              <a:t>크기</a:t>
            </a:r>
            <a:r>
              <a:rPr lang="en-US" altLang="ko-KR" dirty="0"/>
              <a:t>, UX, </a:t>
            </a:r>
            <a:r>
              <a:rPr lang="ko-KR" altLang="en-US" dirty="0"/>
              <a:t>비율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1572</TotalTime>
  <Words>1659</Words>
  <Application>Microsoft Office PowerPoint</Application>
  <PresentationFormat>와이드스크린</PresentationFormat>
  <Paragraphs>274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배달품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 참고</vt:lpstr>
      <vt:lpstr>UI_세부_플레이화면</vt:lpstr>
      <vt:lpstr>UI_세부_배달품 전달 대화</vt:lpstr>
      <vt:lpstr>UI_세부_배달 완료</vt:lpstr>
      <vt:lpstr>UI_세부_경로 안내</vt:lpstr>
      <vt:lpstr>UI_세부_경로 안내</vt:lpstr>
      <vt:lpstr>컨트롤</vt:lpstr>
      <vt:lpstr>참고문헌 및 출처</vt:lpstr>
      <vt:lpstr>이미지 자료 출처</vt:lpstr>
      <vt:lpstr>부록</vt:lpstr>
      <vt:lpstr>*********</vt:lpstr>
      <vt:lpstr>이후 사용 가능</vt:lpstr>
      <vt:lpstr>UI_세부_시간예측분석UI_후보1</vt:lpstr>
      <vt:lpstr>UI_세부_시간예측분석UI_후보2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98</cp:revision>
  <dcterms:created xsi:type="dcterms:W3CDTF">2026-09-16T19:24:55Z</dcterms:created>
  <dcterms:modified xsi:type="dcterms:W3CDTF">2026-09-22T02:01:08Z</dcterms:modified>
</cp:coreProperties>
</file>