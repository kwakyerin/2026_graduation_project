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sldIdLst>
    <p:sldId id="256" r:id="rId3"/>
    <p:sldId id="281" r:id="rId4"/>
    <p:sldId id="257" r:id="rId5"/>
    <p:sldId id="258" r:id="rId6"/>
    <p:sldId id="259" r:id="rId7"/>
    <p:sldId id="261" r:id="rId8"/>
    <p:sldId id="265" r:id="rId9"/>
    <p:sldId id="260" r:id="rId10"/>
    <p:sldId id="271" r:id="rId11"/>
    <p:sldId id="268" r:id="rId12"/>
    <p:sldId id="272" r:id="rId13"/>
    <p:sldId id="273" r:id="rId14"/>
    <p:sldId id="278" r:id="rId15"/>
    <p:sldId id="280" r:id="rId16"/>
    <p:sldId id="277" r:id="rId17"/>
    <p:sldId id="279" r:id="rId18"/>
    <p:sldId id="262" r:id="rId19"/>
    <p:sldId id="269" r:id="rId20"/>
    <p:sldId id="274" r:id="rId21"/>
    <p:sldId id="276" r:id="rId22"/>
    <p:sldId id="263" r:id="rId23"/>
    <p:sldId id="270" r:id="rId24"/>
    <p:sldId id="264" r:id="rId25"/>
    <p:sldId id="285" r:id="rId26"/>
    <p:sldId id="284" r:id="rId27"/>
    <p:sldId id="275" r:id="rId28"/>
    <p:sldId id="282" r:id="rId29"/>
    <p:sldId id="283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8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kor.pngtree.com/so/%EB%A7%88%EC%9A%B0%EC%8A%A4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creatorjoseph.com/268#google_vignette" TargetMode="External"/><Relationship Id="rId5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4" Type="http://schemas.openxmlformats.org/officeDocument/2006/relationships/hyperlink" Target="https://page.onstove.com/indie/global/view/9597749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/>
            </a:br>
            <a:r>
              <a:rPr lang="ko-KR" altLang="en-US" sz="2400"/>
              <a:t>회전하는 </a:t>
            </a:r>
            <a:r>
              <a:rPr lang="ko-KR" altLang="en-US" sz="2400" dirty="0"/>
              <a:t>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  <a:endParaRPr lang="ko-KR" altLang="en-US" sz="2400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8410909"/>
              </p:ext>
            </p:extLst>
          </p:nvPr>
        </p:nvGraphicFramePr>
        <p:xfrm>
          <a:off x="838200" y="1825625"/>
          <a:ext cx="10515600" cy="38472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745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918142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 안내를 능동적으로 판단하고 주위의 적들과 변하는 생태계를 견제하며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1[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3[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2[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생물들을 통틀어 부르는 말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숲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/>
          </a:p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CC0537B-2D9C-E857-41CC-0A210225D3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6815969" y="2999054"/>
            <a:ext cx="213825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32" idx="1"/>
          </p:cNvCxnSpPr>
          <p:nvPr/>
        </p:nvCxnSpPr>
        <p:spPr>
          <a:xfrm>
            <a:off x="5952226" y="3097413"/>
            <a:ext cx="863743" cy="2273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>
            <a:off x="8954219" y="3324739"/>
            <a:ext cx="435645" cy="11777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 시간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예측 분석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시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8F59C-44FB-521C-E1F3-6DA8A98B20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**</a:t>
            </a:r>
            <a:r>
              <a:rPr lang="ko-KR" altLang="en-US" dirty="0" err="1"/>
              <a:t>파티애니멀즈</a:t>
            </a:r>
            <a:r>
              <a:rPr lang="en-US" altLang="ko-KR" dirty="0"/>
              <a:t>, </a:t>
            </a:r>
            <a:r>
              <a:rPr lang="ko-KR" altLang="en-US" dirty="0" err="1"/>
              <a:t>젤다</a:t>
            </a:r>
            <a:r>
              <a:rPr lang="ko-KR" altLang="en-US" dirty="0"/>
              <a:t> 참고</a:t>
            </a:r>
            <a:r>
              <a:rPr lang="en-US" altLang="ko-KR" dirty="0"/>
              <a:t>, </a:t>
            </a:r>
            <a:r>
              <a:rPr lang="ko-KR" altLang="en-US" dirty="0"/>
              <a:t>크기</a:t>
            </a:r>
            <a:r>
              <a:rPr lang="en-US" altLang="ko-KR" dirty="0"/>
              <a:t>, UX, </a:t>
            </a:r>
            <a:r>
              <a:rPr lang="ko-KR" altLang="en-US" dirty="0"/>
              <a:t>비율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206594" y="3893389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248650" y="3957638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7" name="내용 개체 틀 46">
            <a:extLst>
              <a:ext uri="{FF2B5EF4-FFF2-40B4-BE49-F238E27FC236}">
                <a16:creationId xmlns:a16="http://schemas.microsoft.com/office/drawing/2014/main" id="{61E8C7A1-E3C6-696C-EA1C-AC3FC83E9A7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65430189"/>
              </p:ext>
            </p:extLst>
          </p:nvPr>
        </p:nvGraphicFramePr>
        <p:xfrm>
          <a:off x="999461" y="4359709"/>
          <a:ext cx="4235101" cy="20431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652">
                  <a:extLst>
                    <a:ext uri="{9D8B030D-6E8A-4147-A177-3AD203B41FA5}">
                      <a16:colId xmlns:a16="http://schemas.microsoft.com/office/drawing/2014/main" val="1309999356"/>
                    </a:ext>
                  </a:extLst>
                </a:gridCol>
                <a:gridCol w="2506449">
                  <a:extLst>
                    <a:ext uri="{9D8B030D-6E8A-4147-A177-3AD203B41FA5}">
                      <a16:colId xmlns:a16="http://schemas.microsoft.com/office/drawing/2014/main" val="4288692516"/>
                    </a:ext>
                  </a:extLst>
                </a:gridCol>
              </a:tblGrid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7644082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91689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들기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79258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 움직임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5204424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</a:t>
                      </a: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5978254"/>
                  </a:ext>
                </a:extLst>
              </a:tr>
              <a:tr h="3667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**</a:t>
                      </a:r>
                      <a:r>
                        <a:rPr lang="ko-KR" altLang="en-US" sz="1600" dirty="0">
                          <a:solidFill>
                            <a:schemeClr val="accent3"/>
                          </a:solidFill>
                        </a:rPr>
                        <a:t>총 조준</a:t>
                      </a:r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??</a:t>
                      </a:r>
                      <a:endParaRPr lang="ko-KR" altLang="en-US" sz="1600" dirty="0">
                        <a:solidFill>
                          <a:schemeClr val="accent3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389162"/>
                  </a:ext>
                </a:extLst>
              </a:tr>
            </a:tbl>
          </a:graphicData>
        </a:graphic>
      </p:graphicFrame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8768426" y="4177627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 </a:t>
            </a:r>
            <a:r>
              <a:rPr lang="en-US" altLang="ko-KR" sz="1600" dirty="0"/>
              <a:t>2</a:t>
            </a:r>
            <a:r>
              <a:rPr lang="ko-KR" altLang="en-US" sz="1600" dirty="0"/>
              <a:t>개</a:t>
            </a:r>
            <a:r>
              <a:rPr lang="en-US" altLang="ko-KR" sz="1600" dirty="0"/>
              <a:t>,</a:t>
            </a:r>
            <a:r>
              <a:rPr lang="ko-KR" altLang="en-US" sz="1600" dirty="0" err="1"/>
              <a:t>이프선셋</a:t>
            </a:r>
            <a:r>
              <a:rPr lang="en-US" altLang="ko-KR" sz="1600" dirty="0"/>
              <a:t>,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>
                <a:hlinkClick r:id="rId5"/>
              </a:rPr>
              <a:t>https://velog.io/@dev_sensational/Unity-3%EC%9D%B8%EC%B9%AD-Back-view-%EC%8A%88%ED%8C%85%EA%B2%8C%EC%9E%84TPS-%ED%94%84%EB%A1%9C%EC%A0%9D%ED%8A%B8-%EC%8B%9C%EC%9E%91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6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7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8F28EA2-B6EC-2C56-5371-0EECDFFF0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33751F5-E589-0C0E-0160-489D30238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배달게임</a:t>
            </a:r>
          </a:p>
          <a:p>
            <a:pPr lvl="0">
              <a:defRPr/>
            </a:pPr>
            <a:r>
              <a:rPr lang="en-US" altLang="ko-KR" dirty="0"/>
              <a:t>fps</a:t>
            </a:r>
          </a:p>
          <a:p>
            <a:pPr lvl="0">
              <a:defRPr/>
            </a:pPr>
            <a:r>
              <a:rPr lang="ko-KR" altLang="en-US" dirty="0" err="1"/>
              <a:t>동물의숲</a:t>
            </a:r>
            <a:endParaRPr lang="ko-KR" altLang="en-US" dirty="0"/>
          </a:p>
          <a:p>
            <a:pPr lvl="0">
              <a:defRPr/>
            </a:pPr>
            <a:r>
              <a:rPr lang="ko-KR" altLang="en-US" dirty="0"/>
              <a:t>도우미</a:t>
            </a:r>
            <a:r>
              <a:rPr lang="en-US" altLang="ko-KR" dirty="0"/>
              <a:t>ai</a:t>
            </a:r>
          </a:p>
          <a:p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DDC6CE-B9CF-01BE-5E7A-7BA7BCA714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9089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DE68E-C719-1ACF-9826-B291D554D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DE472-1214-16BA-71F1-766245EA7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/>
          </a:bodyPr>
          <a:lstStyle/>
          <a:p>
            <a:r>
              <a:rPr lang="en-US" altLang="ko-KR" dirty="0"/>
              <a:t>*********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9C683-C725-7210-ABF7-877B5B0FCC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905555"/>
            <a:ext cx="5181600" cy="1271408"/>
          </a:xfrm>
        </p:spPr>
        <p:txBody>
          <a:bodyPr>
            <a:normAutofit/>
          </a:bodyPr>
          <a:lstStyle/>
          <a:p>
            <a:r>
              <a:rPr lang="en-US" altLang="ko-KR" dirty="0"/>
              <a:t>? </a:t>
            </a:r>
            <a:r>
              <a:rPr lang="ko-KR" altLang="en-US" dirty="0"/>
              <a:t>어떤 느낌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584383-40AF-56A3-6982-0581FD8FAE2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8CC5F9-B0BB-DA99-2ECA-D46F7BC55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2BDE3-9CB6-BFB2-575E-45C33E9A7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250EA01-64C0-D50C-89E7-38DCDF819C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942213C-15BB-62F5-8747-F9E8817F0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950" y="3276398"/>
            <a:ext cx="4908250" cy="275898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B13DB8EA-95D8-90E1-DF6A-B9B0FA23E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896" y="1020800"/>
            <a:ext cx="4904862" cy="2758985"/>
          </a:xfrm>
          <a:prstGeom prst="rect">
            <a:avLst/>
          </a:prstGeom>
        </p:spPr>
      </p:pic>
      <p:pic>
        <p:nvPicPr>
          <p:cNvPr id="22" name="그림 21" descr="4">
            <a:extLst>
              <a:ext uri="{FF2B5EF4-FFF2-40B4-BE49-F238E27FC236}">
                <a16:creationId xmlns:a16="http://schemas.microsoft.com/office/drawing/2014/main" id="{904EB6A6-D9F2-1BFC-4313-8113377B9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950" y="729216"/>
            <a:ext cx="4654911" cy="261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3141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762</TotalTime>
  <Words>1523</Words>
  <Application>Microsoft Office PowerPoint</Application>
  <PresentationFormat>와이드스크린</PresentationFormat>
  <Paragraphs>228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28</vt:i4>
      </vt:variant>
    </vt:vector>
  </HeadingPairs>
  <TitlesOfParts>
    <vt:vector size="32" baseType="lpstr">
      <vt:lpstr>맑은 고딕</vt:lpstr>
      <vt:lpstr>Arial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정보</vt:lpstr>
      <vt:lpstr>기획 목표</vt:lpstr>
      <vt:lpstr>게임 플로우</vt:lpstr>
      <vt:lpstr>컨텐츠</vt:lpstr>
      <vt:lpstr>스토리</vt:lpstr>
      <vt:lpstr>플레이어블 캐릭터</vt:lpstr>
      <vt:lpstr>NPC_반응 생물</vt:lpstr>
      <vt:lpstr>NPC_주민</vt:lpstr>
      <vt:lpstr>맵</vt:lpstr>
      <vt:lpstr>상호작용_지형</vt:lpstr>
      <vt:lpstr>상호작용_배달품_예시</vt:lpstr>
      <vt:lpstr>상호작용_생물</vt:lpstr>
      <vt:lpstr>시스템</vt:lpstr>
      <vt:lpstr>UI_플로우</vt:lpstr>
      <vt:lpstr>UI_세부_플레이화면</vt:lpstr>
      <vt:lpstr>컨트롤</vt:lpstr>
      <vt:lpstr>참고문헌 및 출처</vt:lpstr>
      <vt:lpstr>이미지 자료 출처</vt:lpstr>
      <vt:lpstr>PowerPoint 프레젠테이션</vt:lpstr>
      <vt:lpstr>부록</vt:lpstr>
      <vt:lpstr>*********</vt:lpstr>
      <vt:lpstr>UI_세부_시간예측분석UI_후보1</vt:lpstr>
      <vt:lpstr>UI_세부_시간예측분석UI_후보2</vt:lpstr>
      <vt:lpstr>UI_세부_시간예측분석UI_후보3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84</cp:revision>
  <dcterms:created xsi:type="dcterms:W3CDTF">2026-09-16T19:24:55Z</dcterms:created>
  <dcterms:modified xsi:type="dcterms:W3CDTF">2026-09-21T12:28:14Z</dcterms:modified>
</cp:coreProperties>
</file>