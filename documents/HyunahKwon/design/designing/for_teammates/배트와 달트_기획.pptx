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94"/>
  </p:notesMasterIdLst>
  <p:sldIdLst>
    <p:sldId id="256" r:id="rId3"/>
    <p:sldId id="281" r:id="rId4"/>
    <p:sldId id="257" r:id="rId5"/>
    <p:sldId id="258" r:id="rId6"/>
    <p:sldId id="315" r:id="rId7"/>
    <p:sldId id="348" r:id="rId8"/>
    <p:sldId id="292" r:id="rId9"/>
    <p:sldId id="259" r:id="rId10"/>
    <p:sldId id="261" r:id="rId11"/>
    <p:sldId id="347" r:id="rId12"/>
    <p:sldId id="314" r:id="rId13"/>
    <p:sldId id="265" r:id="rId14"/>
    <p:sldId id="260" r:id="rId15"/>
    <p:sldId id="271" r:id="rId16"/>
    <p:sldId id="268" r:id="rId17"/>
    <p:sldId id="272" r:id="rId18"/>
    <p:sldId id="273" r:id="rId19"/>
    <p:sldId id="328" r:id="rId20"/>
    <p:sldId id="303" r:id="rId21"/>
    <p:sldId id="335" r:id="rId22"/>
    <p:sldId id="336" r:id="rId23"/>
    <p:sldId id="337" r:id="rId24"/>
    <p:sldId id="338" r:id="rId25"/>
    <p:sldId id="339" r:id="rId26"/>
    <p:sldId id="340" r:id="rId27"/>
    <p:sldId id="331" r:id="rId28"/>
    <p:sldId id="344" r:id="rId29"/>
    <p:sldId id="351" r:id="rId30"/>
    <p:sldId id="353" r:id="rId31"/>
    <p:sldId id="354" r:id="rId32"/>
    <p:sldId id="355" r:id="rId33"/>
    <p:sldId id="356" r:id="rId34"/>
    <p:sldId id="357" r:id="rId35"/>
    <p:sldId id="359" r:id="rId36"/>
    <p:sldId id="360" r:id="rId37"/>
    <p:sldId id="361" r:id="rId38"/>
    <p:sldId id="358" r:id="rId39"/>
    <p:sldId id="363" r:id="rId40"/>
    <p:sldId id="352" r:id="rId41"/>
    <p:sldId id="364" r:id="rId42"/>
    <p:sldId id="366" r:id="rId43"/>
    <p:sldId id="367" r:id="rId44"/>
    <p:sldId id="368" r:id="rId45"/>
    <p:sldId id="365" r:id="rId46"/>
    <p:sldId id="346" r:id="rId47"/>
    <p:sldId id="341" r:id="rId48"/>
    <p:sldId id="345" r:id="rId49"/>
    <p:sldId id="333" r:id="rId50"/>
    <p:sldId id="334" r:id="rId51"/>
    <p:sldId id="350" r:id="rId52"/>
    <p:sldId id="278" r:id="rId53"/>
    <p:sldId id="296" r:id="rId54"/>
    <p:sldId id="286" r:id="rId55"/>
    <p:sldId id="277" r:id="rId56"/>
    <p:sldId id="297" r:id="rId57"/>
    <p:sldId id="279" r:id="rId58"/>
    <p:sldId id="262" r:id="rId59"/>
    <p:sldId id="318" r:id="rId60"/>
    <p:sldId id="321" r:id="rId61"/>
    <p:sldId id="323" r:id="rId62"/>
    <p:sldId id="322" r:id="rId63"/>
    <p:sldId id="319" r:id="rId64"/>
    <p:sldId id="320" r:id="rId65"/>
    <p:sldId id="324" r:id="rId66"/>
    <p:sldId id="325" r:id="rId67"/>
    <p:sldId id="326" r:id="rId68"/>
    <p:sldId id="269" r:id="rId69"/>
    <p:sldId id="274" r:id="rId70"/>
    <p:sldId id="289" r:id="rId71"/>
    <p:sldId id="294" r:id="rId72"/>
    <p:sldId id="291" r:id="rId73"/>
    <p:sldId id="288" r:id="rId74"/>
    <p:sldId id="290" r:id="rId75"/>
    <p:sldId id="276" r:id="rId76"/>
    <p:sldId id="263" r:id="rId77"/>
    <p:sldId id="270" r:id="rId78"/>
    <p:sldId id="316" r:id="rId79"/>
    <p:sldId id="285" r:id="rId80"/>
    <p:sldId id="295" r:id="rId81"/>
    <p:sldId id="275" r:id="rId82"/>
    <p:sldId id="282" r:id="rId83"/>
    <p:sldId id="283" r:id="rId84"/>
    <p:sldId id="317" r:id="rId85"/>
    <p:sldId id="311" r:id="rId86"/>
    <p:sldId id="307" r:id="rId87"/>
    <p:sldId id="310" r:id="rId88"/>
    <p:sldId id="306" r:id="rId89"/>
    <p:sldId id="349" r:id="rId90"/>
    <p:sldId id="312" r:id="rId91"/>
    <p:sldId id="313" r:id="rId92"/>
    <p:sldId id="327" r:id="rId9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www.youtube.com/watch?v=W7tYP_bk52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20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jp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14FEA-2BAE-4A67-10A3-E542E536E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레퍼런스 게임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C24DBF-662A-10CD-4B33-B13DA5CFA9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8CD9DB-C9F8-E616-785A-4C61685AF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936296"/>
            <a:ext cx="5181600" cy="5240667"/>
          </a:xfrm>
        </p:spPr>
        <p:txBody>
          <a:bodyPr anchor="ctr">
            <a:normAutofit/>
          </a:bodyPr>
          <a:lstStyle/>
          <a:p>
            <a:r>
              <a:rPr lang="en-US" altLang="ko-KR" sz="2400" dirty="0"/>
              <a:t>Totally Reliable Delivery Service : </a:t>
            </a:r>
            <a:r>
              <a:rPr lang="ko-KR" altLang="en-US" sz="2400" dirty="0"/>
              <a:t>액션 </a:t>
            </a:r>
            <a:r>
              <a:rPr lang="ko-KR" altLang="en-US" sz="2400" dirty="0" err="1"/>
              <a:t>샌드박스</a:t>
            </a:r>
            <a:r>
              <a:rPr lang="ko-KR" altLang="en-US" sz="2400" dirty="0"/>
              <a:t> 배달 시뮬레이션</a:t>
            </a:r>
            <a:br>
              <a:rPr lang="en-US" altLang="ko-KR" sz="2400" dirty="0"/>
            </a:br>
            <a:r>
              <a:rPr lang="en-US" altLang="ko-KR" sz="2400" dirty="0">
                <a:hlinkClick r:id="rId2"/>
              </a:rPr>
              <a:t>https://www.youtube.com/watch?v=W7tYP_bk524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배트와 </a:t>
            </a:r>
            <a:r>
              <a:rPr lang="ko-KR" altLang="en-US" sz="2400" dirty="0" err="1"/>
              <a:t>달트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>
                <a:solidFill>
                  <a:srgbClr val="000000"/>
                </a:solidFill>
              </a:rPr>
              <a:t>2인 협동 FPS 배달 시뮬레이션 게임</a:t>
            </a: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15194C-6759-B946-29C2-C73F2C36A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22B28-F603-B91C-81B9-A746EA9C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C7C0465-07A6-94AE-04C3-C1BC93E537F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내용 개체 틀 9">
            <a:extLst>
              <a:ext uri="{FF2B5EF4-FFF2-40B4-BE49-F238E27FC236}">
                <a16:creationId xmlns:a16="http://schemas.microsoft.com/office/drawing/2014/main" id="{B36D1811-93FA-6FFB-CFEC-71FB59848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041881"/>
            <a:ext cx="5179418" cy="29273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2598712-1817-DD02-09E1-A57F8355DD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 b="11613"/>
          <a:stretch>
            <a:fillRect/>
          </a:stretch>
        </p:blipFill>
        <p:spPr>
          <a:xfrm>
            <a:off x="838200" y="936296"/>
            <a:ext cx="5179418" cy="25717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3D9FE4A-30EB-61B6-CA25-DD041506270B}"/>
              </a:ext>
            </a:extLst>
          </p:cNvPr>
          <p:cNvSpPr txBox="1"/>
          <p:nvPr/>
        </p:nvSpPr>
        <p:spPr>
          <a:xfrm>
            <a:off x="838200" y="596923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1]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8763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3C037-1491-908D-F241-83F115DB2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기획 목표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9F44B67-E220-97D4-6090-3A94F89C74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BB991C4A-F06D-D336-3047-55A8D51C3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A76E-4E1F-4BA4-BF9D-7211A8136442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42163C-C71D-FB69-29E1-C0C81DBD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25CA42-39AE-A749-9C0A-5884B112E946}"/>
              </a:ext>
            </a:extLst>
          </p:cNvPr>
          <p:cNvSpPr txBox="1"/>
          <p:nvPr/>
        </p:nvSpPr>
        <p:spPr>
          <a:xfrm>
            <a:off x="1288211" y="2298793"/>
            <a:ext cx="958107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 err="1"/>
              <a:t>플레이어들끼리의</a:t>
            </a:r>
            <a:r>
              <a:rPr lang="ko-KR" altLang="en-US" dirty="0"/>
              <a:t> 의견 충돌로 인한 정체 시간 증가</a:t>
            </a:r>
            <a:r>
              <a:rPr lang="en-US" altLang="ko-KR" dirty="0"/>
              <a:t>. </a:t>
            </a:r>
            <a:r>
              <a:rPr lang="ko-KR" altLang="en-US" dirty="0"/>
              <a:t>운반하는 화물에 따른 다양한 </a:t>
            </a:r>
            <a:br>
              <a:rPr lang="en-US" altLang="ko-KR" dirty="0"/>
            </a:br>
            <a:r>
              <a:rPr lang="ko-KR" altLang="en-US" dirty="0"/>
              <a:t>생태계 변화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DABE34-7BF5-3136-A48A-24B581AEDEEB}"/>
              </a:ext>
            </a:extLst>
          </p:cNvPr>
          <p:cNvSpPr/>
          <p:nvPr/>
        </p:nvSpPr>
        <p:spPr>
          <a:xfrm>
            <a:off x="8574655" y="1621913"/>
            <a:ext cx="2490159" cy="6511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다양한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 경험</a:t>
            </a:r>
          </a:p>
        </p:txBody>
      </p:sp>
      <p:sp>
        <p:nvSpPr>
          <p:cNvPr id="13" name="화살표: 오각형 12">
            <a:extLst>
              <a:ext uri="{FF2B5EF4-FFF2-40B4-BE49-F238E27FC236}">
                <a16:creationId xmlns:a16="http://schemas.microsoft.com/office/drawing/2014/main" id="{D3403B95-89C2-82A8-FD37-0EF9F27FA077}"/>
              </a:ext>
            </a:extLst>
          </p:cNvPr>
          <p:cNvSpPr/>
          <p:nvPr/>
        </p:nvSpPr>
        <p:spPr>
          <a:xfrm>
            <a:off x="1178942" y="1616481"/>
            <a:ext cx="7775277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여러 돌발 상황과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플레이어의 자율적 판단으로 인해 변화하는 상황 경험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72E0F8-70B8-EFB8-EADE-52A677A5E9F5}"/>
              </a:ext>
            </a:extLst>
          </p:cNvPr>
          <p:cNvSpPr/>
          <p:nvPr/>
        </p:nvSpPr>
        <p:spPr>
          <a:xfrm>
            <a:off x="9724844" y="3867864"/>
            <a:ext cx="1431986" cy="6566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r>
              <a:rPr lang="ko-KR" altLang="en-US" dirty="0">
                <a:solidFill>
                  <a:sysClr val="windowText" lastClr="000000"/>
                </a:solidFill>
              </a:rPr>
              <a:t>인 협동</a:t>
            </a: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EC12173A-AF8F-32E0-41BC-969E485F69DD}"/>
              </a:ext>
            </a:extLst>
          </p:cNvPr>
          <p:cNvSpPr/>
          <p:nvPr/>
        </p:nvSpPr>
        <p:spPr>
          <a:xfrm>
            <a:off x="1178942" y="3867864"/>
            <a:ext cx="8919713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 경험에 변수는 생기면서 </a:t>
            </a:r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r>
              <a:rPr lang="ko-KR" altLang="en-US" dirty="0">
                <a:solidFill>
                  <a:sysClr val="windowText" lastClr="000000"/>
                </a:solidFill>
              </a:rPr>
              <a:t>인 이상보다 비용이 적고 과하게 쉬운 난이도 방지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220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2A43F26-7E85-527E-E873-7E8A1744D98D}"/>
              </a:ext>
            </a:extLst>
          </p:cNvPr>
          <p:cNvSpPr/>
          <p:nvPr/>
        </p:nvSpPr>
        <p:spPr>
          <a:xfrm>
            <a:off x="3000281" y="119259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DCB7E2B-302B-1095-1E63-D0EB5DF359BA}"/>
              </a:ext>
            </a:extLst>
          </p:cNvPr>
          <p:cNvSpPr/>
          <p:nvPr/>
        </p:nvSpPr>
        <p:spPr>
          <a:xfrm>
            <a:off x="5058644" y="119465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0F079DB-81A2-7359-BE8C-B6972E90FA78}"/>
              </a:ext>
            </a:extLst>
          </p:cNvPr>
          <p:cNvSpPr/>
          <p:nvPr/>
        </p:nvSpPr>
        <p:spPr>
          <a:xfrm>
            <a:off x="7222362" y="123918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427902-5ED1-DE85-D51D-F01DF0CF48BC}"/>
              </a:ext>
            </a:extLst>
          </p:cNvPr>
          <p:cNvSpPr/>
          <p:nvPr/>
        </p:nvSpPr>
        <p:spPr>
          <a:xfrm>
            <a:off x="3016714" y="2713827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5EAF61D-490B-0C78-6114-18FE409F8C52}"/>
              </a:ext>
            </a:extLst>
          </p:cNvPr>
          <p:cNvSpPr/>
          <p:nvPr/>
        </p:nvSpPr>
        <p:spPr>
          <a:xfrm>
            <a:off x="5070147" y="2446772"/>
            <a:ext cx="2074261" cy="76555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E1C1CD3-2F11-8AF6-A8BC-D04508B6ABD7}"/>
              </a:ext>
            </a:extLst>
          </p:cNvPr>
          <p:cNvSpPr/>
          <p:nvPr/>
        </p:nvSpPr>
        <p:spPr>
          <a:xfrm>
            <a:off x="5070147" y="331364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2AF4398-E396-BC5A-D0B7-9BAD8333CF4D}"/>
              </a:ext>
            </a:extLst>
          </p:cNvPr>
          <p:cNvSpPr/>
          <p:nvPr/>
        </p:nvSpPr>
        <p:spPr>
          <a:xfrm>
            <a:off x="6952795" y="5001937"/>
            <a:ext cx="1460848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57" name="화살표 12">
            <a:extLst>
              <a:ext uri="{FF2B5EF4-FFF2-40B4-BE49-F238E27FC236}">
                <a16:creationId xmlns:a16="http://schemas.microsoft.com/office/drawing/2014/main" id="{49581783-2D23-1F6D-D814-1CD518F762D9}"/>
              </a:ext>
            </a:extLst>
          </p:cNvPr>
          <p:cNvCxnSpPr>
            <a:cxnSpLocks/>
            <a:stCxn id="48" idx="3"/>
            <a:endCxn id="50" idx="1"/>
          </p:cNvCxnSpPr>
          <p:nvPr/>
        </p:nvCxnSpPr>
        <p:spPr>
          <a:xfrm flipV="1">
            <a:off x="4871834" y="169936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화살표 13">
            <a:extLst>
              <a:ext uri="{FF2B5EF4-FFF2-40B4-BE49-F238E27FC236}">
                <a16:creationId xmlns:a16="http://schemas.microsoft.com/office/drawing/2014/main" id="{ABA195AC-2AF5-0231-F2D6-9A80837AFBB0}"/>
              </a:ext>
            </a:extLst>
          </p:cNvPr>
          <p:cNvCxnSpPr>
            <a:cxnSpLocks/>
            <a:stCxn id="51" idx="3"/>
            <a:endCxn id="63" idx="1"/>
          </p:cNvCxnSpPr>
          <p:nvPr/>
        </p:nvCxnSpPr>
        <p:spPr>
          <a:xfrm>
            <a:off x="9008670" y="1699366"/>
            <a:ext cx="151019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화살표 14">
            <a:extLst>
              <a:ext uri="{FF2B5EF4-FFF2-40B4-BE49-F238E27FC236}">
                <a16:creationId xmlns:a16="http://schemas.microsoft.com/office/drawing/2014/main" id="{B53A19B9-C06F-005D-5907-62D26446F9FB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>
            <a:off x="6876889" y="1699366"/>
            <a:ext cx="3454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32687D46-B68C-39EB-6243-86BB3E5DECEC}"/>
              </a:ext>
            </a:extLst>
          </p:cNvPr>
          <p:cNvCxnSpPr>
            <a:cxnSpLocks/>
            <a:stCxn id="54" idx="3"/>
            <a:endCxn id="77" idx="1"/>
          </p:cNvCxnSpPr>
          <p:nvPr/>
        </p:nvCxnSpPr>
        <p:spPr>
          <a:xfrm>
            <a:off x="7144408" y="2829547"/>
            <a:ext cx="777462" cy="27644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20">
            <a:extLst>
              <a:ext uri="{FF2B5EF4-FFF2-40B4-BE49-F238E27FC236}">
                <a16:creationId xmlns:a16="http://schemas.microsoft.com/office/drawing/2014/main" id="{1FF513BD-B6A6-D513-BF80-39FE51DCB2CC}"/>
              </a:ext>
            </a:extLst>
          </p:cNvPr>
          <p:cNvCxnSpPr>
            <a:cxnSpLocks/>
            <a:stCxn id="55" idx="3"/>
            <a:endCxn id="77" idx="1"/>
          </p:cNvCxnSpPr>
          <p:nvPr/>
        </p:nvCxnSpPr>
        <p:spPr>
          <a:xfrm flipV="1">
            <a:off x="7144408" y="3105989"/>
            <a:ext cx="777462" cy="5767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3C3BDE8-E559-D2D6-BE19-A6C26E829FF3}"/>
              </a:ext>
            </a:extLst>
          </p:cNvPr>
          <p:cNvSpPr/>
          <p:nvPr/>
        </p:nvSpPr>
        <p:spPr>
          <a:xfrm>
            <a:off x="6952795" y="4249942"/>
            <a:ext cx="1460849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6C5171D-26A0-D93F-3338-693E2770816A}"/>
              </a:ext>
            </a:extLst>
          </p:cNvPr>
          <p:cNvSpPr/>
          <p:nvPr/>
        </p:nvSpPr>
        <p:spPr>
          <a:xfrm>
            <a:off x="9159689" y="124329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64" name="화살표 12">
            <a:extLst>
              <a:ext uri="{FF2B5EF4-FFF2-40B4-BE49-F238E27FC236}">
                <a16:creationId xmlns:a16="http://schemas.microsoft.com/office/drawing/2014/main" id="{E2D7AE2A-4544-35A7-BBC0-B2D09E49A8EC}"/>
              </a:ext>
            </a:extLst>
          </p:cNvPr>
          <p:cNvCxnSpPr>
            <a:cxnSpLocks/>
            <a:stCxn id="73" idx="3"/>
            <a:endCxn id="48" idx="1"/>
          </p:cNvCxnSpPr>
          <p:nvPr/>
        </p:nvCxnSpPr>
        <p:spPr>
          <a:xfrm>
            <a:off x="2601100" y="1694733"/>
            <a:ext cx="399181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양쪽 화살표 연결선 20">
            <a:extLst>
              <a:ext uri="{FF2B5EF4-FFF2-40B4-BE49-F238E27FC236}">
                <a16:creationId xmlns:a16="http://schemas.microsoft.com/office/drawing/2014/main" id="{504757E3-AFE2-78FD-2139-C953D057C39F}"/>
              </a:ext>
            </a:extLst>
          </p:cNvPr>
          <p:cNvCxnSpPr>
            <a:cxnSpLocks/>
            <a:stCxn id="63" idx="3"/>
            <a:endCxn id="53" idx="1"/>
          </p:cNvCxnSpPr>
          <p:nvPr/>
        </p:nvCxnSpPr>
        <p:spPr>
          <a:xfrm flipH="1">
            <a:off x="3016714" y="1703481"/>
            <a:ext cx="8234223" cy="1447941"/>
          </a:xfrm>
          <a:prstGeom prst="bentConnector5">
            <a:avLst>
              <a:gd name="adj1" fmla="val -2776"/>
              <a:gd name="adj2" fmla="val 44425"/>
              <a:gd name="adj3" fmla="val 102776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AC26B622-1F1B-5527-2FB2-1152F170730A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 flipV="1">
            <a:off x="4704288" y="2829547"/>
            <a:ext cx="365859" cy="32187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BDA0360D-B838-10E4-CC42-AAD81A95623B}"/>
              </a:ext>
            </a:extLst>
          </p:cNvPr>
          <p:cNvCxnSpPr>
            <a:cxnSpLocks/>
            <a:stCxn id="53" idx="3"/>
            <a:endCxn id="55" idx="1"/>
          </p:cNvCxnSpPr>
          <p:nvPr/>
        </p:nvCxnSpPr>
        <p:spPr>
          <a:xfrm>
            <a:off x="4704288" y="3151422"/>
            <a:ext cx="365859" cy="5313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20">
            <a:extLst>
              <a:ext uri="{FF2B5EF4-FFF2-40B4-BE49-F238E27FC236}">
                <a16:creationId xmlns:a16="http://schemas.microsoft.com/office/drawing/2014/main" id="{193A8B79-9F34-01EF-B823-2A9AE70B34DB}"/>
              </a:ext>
            </a:extLst>
          </p:cNvPr>
          <p:cNvCxnSpPr>
            <a:cxnSpLocks/>
            <a:stCxn id="76" idx="3"/>
            <a:endCxn id="62" idx="1"/>
          </p:cNvCxnSpPr>
          <p:nvPr/>
        </p:nvCxnSpPr>
        <p:spPr>
          <a:xfrm flipV="1">
            <a:off x="6708194" y="4598474"/>
            <a:ext cx="244601" cy="31888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20">
            <a:extLst>
              <a:ext uri="{FF2B5EF4-FFF2-40B4-BE49-F238E27FC236}">
                <a16:creationId xmlns:a16="http://schemas.microsoft.com/office/drawing/2014/main" id="{35F0BE94-7C3B-3BCA-CE9A-618769C812AE}"/>
              </a:ext>
            </a:extLst>
          </p:cNvPr>
          <p:cNvCxnSpPr>
            <a:cxnSpLocks/>
            <a:stCxn id="76" idx="3"/>
            <a:endCxn id="56" idx="1"/>
          </p:cNvCxnSpPr>
          <p:nvPr/>
        </p:nvCxnSpPr>
        <p:spPr>
          <a:xfrm>
            <a:off x="6708194" y="4917363"/>
            <a:ext cx="244601" cy="43310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20">
            <a:extLst>
              <a:ext uri="{FF2B5EF4-FFF2-40B4-BE49-F238E27FC236}">
                <a16:creationId xmlns:a16="http://schemas.microsoft.com/office/drawing/2014/main" id="{2B5D69D3-5F6A-F93B-9AAC-F061F5F307C0}"/>
              </a:ext>
            </a:extLst>
          </p:cNvPr>
          <p:cNvCxnSpPr>
            <a:cxnSpLocks/>
            <a:stCxn id="77" idx="3"/>
            <a:endCxn id="76" idx="1"/>
          </p:cNvCxnSpPr>
          <p:nvPr/>
        </p:nvCxnSpPr>
        <p:spPr>
          <a:xfrm flipH="1">
            <a:off x="4604040" y="3105989"/>
            <a:ext cx="5267280" cy="1811374"/>
          </a:xfrm>
          <a:prstGeom prst="bentConnector5">
            <a:avLst>
              <a:gd name="adj1" fmla="val -4340"/>
              <a:gd name="adj2" fmla="val 57459"/>
              <a:gd name="adj3" fmla="val 10434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화살표 14">
            <a:extLst>
              <a:ext uri="{FF2B5EF4-FFF2-40B4-BE49-F238E27FC236}">
                <a16:creationId xmlns:a16="http://schemas.microsoft.com/office/drawing/2014/main" id="{685F7A65-2B5B-ADAC-5524-856BAF5BADCD}"/>
              </a:ext>
            </a:extLst>
          </p:cNvPr>
          <p:cNvCxnSpPr>
            <a:cxnSpLocks/>
            <a:stCxn id="62" idx="3"/>
            <a:endCxn id="74" idx="1"/>
          </p:cNvCxnSpPr>
          <p:nvPr/>
        </p:nvCxnSpPr>
        <p:spPr>
          <a:xfrm flipV="1">
            <a:off x="8413644" y="4597353"/>
            <a:ext cx="354406" cy="11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화살표 14">
            <a:extLst>
              <a:ext uri="{FF2B5EF4-FFF2-40B4-BE49-F238E27FC236}">
                <a16:creationId xmlns:a16="http://schemas.microsoft.com/office/drawing/2014/main" id="{339C6C28-2183-82CA-B690-CA2FF2595E9E}"/>
              </a:ext>
            </a:extLst>
          </p:cNvPr>
          <p:cNvCxnSpPr>
            <a:cxnSpLocks/>
            <a:stCxn id="56" idx="3"/>
            <a:endCxn id="75" idx="1"/>
          </p:cNvCxnSpPr>
          <p:nvPr/>
        </p:nvCxnSpPr>
        <p:spPr>
          <a:xfrm flipV="1">
            <a:off x="8413643" y="5350468"/>
            <a:ext cx="354407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25CABB06-C122-98BB-6EC7-ECF005EEB2FE}"/>
              </a:ext>
            </a:extLst>
          </p:cNvPr>
          <p:cNvSpPr/>
          <p:nvPr/>
        </p:nvSpPr>
        <p:spPr>
          <a:xfrm>
            <a:off x="1070825" y="119465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98284248-5349-E270-8C29-A57FD7A619B3}"/>
              </a:ext>
            </a:extLst>
          </p:cNvPr>
          <p:cNvSpPr/>
          <p:nvPr/>
        </p:nvSpPr>
        <p:spPr>
          <a:xfrm>
            <a:off x="8768050" y="4249942"/>
            <a:ext cx="1501630" cy="6948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C55D3BA-B158-EDCF-D89F-46AF99E24321}"/>
              </a:ext>
            </a:extLst>
          </p:cNvPr>
          <p:cNvSpPr/>
          <p:nvPr/>
        </p:nvSpPr>
        <p:spPr>
          <a:xfrm>
            <a:off x="8768050" y="5001936"/>
            <a:ext cx="1501630" cy="6970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8C368F76-B0B6-D9F8-6209-604D1206DD37}"/>
              </a:ext>
            </a:extLst>
          </p:cNvPr>
          <p:cNvSpPr/>
          <p:nvPr/>
        </p:nvSpPr>
        <p:spPr>
          <a:xfrm>
            <a:off x="4604040" y="4534397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77" name="순서도: 천공 테이프 76">
            <a:extLst>
              <a:ext uri="{FF2B5EF4-FFF2-40B4-BE49-F238E27FC236}">
                <a16:creationId xmlns:a16="http://schemas.microsoft.com/office/drawing/2014/main" id="{5C16ACC8-EF03-BF04-314A-43BC99397619}"/>
              </a:ext>
            </a:extLst>
          </p:cNvPr>
          <p:cNvSpPr/>
          <p:nvPr/>
        </p:nvSpPr>
        <p:spPr>
          <a:xfrm>
            <a:off x="7921870" y="2613838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3FB375C4-26F0-7086-BBDD-D3E88ABB2A50}"/>
              </a:ext>
            </a:extLst>
          </p:cNvPr>
          <p:cNvSpPr/>
          <p:nvPr/>
        </p:nvSpPr>
        <p:spPr>
          <a:xfrm>
            <a:off x="1008987" y="3903260"/>
            <a:ext cx="1714353" cy="676714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80" name="순서도: 천공 테이프 79">
            <a:extLst>
              <a:ext uri="{FF2B5EF4-FFF2-40B4-BE49-F238E27FC236}">
                <a16:creationId xmlns:a16="http://schemas.microsoft.com/office/drawing/2014/main" id="{EF1EBEEA-B83B-F63D-1E65-6216ACBFB02F}"/>
              </a:ext>
            </a:extLst>
          </p:cNvPr>
          <p:cNvSpPr/>
          <p:nvPr/>
        </p:nvSpPr>
        <p:spPr>
          <a:xfrm>
            <a:off x="1008987" y="4623034"/>
            <a:ext cx="1764061" cy="767740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B96115F6-D56F-0DE4-9DE5-F18BD832BFBC}"/>
              </a:ext>
            </a:extLst>
          </p:cNvPr>
          <p:cNvSpPr/>
          <p:nvPr/>
        </p:nvSpPr>
        <p:spPr>
          <a:xfrm>
            <a:off x="902897" y="3867709"/>
            <a:ext cx="1943819" cy="1550765"/>
          </a:xfrm>
          <a:prstGeom prst="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  <a:br>
              <a:rPr lang="en-US" altLang="ko-KR" sz="2400" dirty="0"/>
            </a:b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en-US" sz="2400" dirty="0">
                <a:sym typeface="Wingdings" panose="05000000000000000000" pitchFamily="2" charset="2"/>
              </a:rPr>
              <a:t>동료 플레이어의 상호작용 시 </a:t>
            </a:r>
            <a:r>
              <a:rPr lang="en-US" altLang="ko-KR" sz="2400" dirty="0">
                <a:sym typeface="Wingdings" panose="05000000000000000000" pitchFamily="2" charset="2"/>
              </a:rPr>
              <a:t>: </a:t>
            </a:r>
            <a:r>
              <a:rPr lang="ko-KR" altLang="en-US" sz="2400" dirty="0">
                <a:sym typeface="Wingdings" panose="05000000000000000000" pitchFamily="2" charset="2"/>
              </a:rPr>
              <a:t>즉시 부활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pic>
        <p:nvPicPr>
          <p:cNvPr id="2" name="내용 개체 틀 17">
            <a:extLst>
              <a:ext uri="{FF2B5EF4-FFF2-40B4-BE49-F238E27FC236}">
                <a16:creationId xmlns:a16="http://schemas.microsoft.com/office/drawing/2014/main" id="{927CEB0A-3158-A23C-6FE6-A38C79C68AC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616"/>
          <a:stretch>
            <a:fillRect/>
          </a:stretch>
        </p:blipFill>
        <p:spPr>
          <a:xfrm>
            <a:off x="1481172" y="1359505"/>
            <a:ext cx="3802913" cy="319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내용 개체 틀 9" descr="콘도르 단색으로 채워진">
            <a:extLst>
              <a:ext uri="{FF2B5EF4-FFF2-40B4-BE49-F238E27FC236}">
                <a16:creationId xmlns:a16="http://schemas.microsoft.com/office/drawing/2014/main" id="{2D68B087-C28C-8471-4889-08AB5019E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1173" y="2299772"/>
            <a:ext cx="1137254" cy="1137254"/>
          </a:xfrm>
          <a:prstGeom prst="rect">
            <a:avLst/>
          </a:prstGeom>
        </p:spPr>
      </p:pic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076AFA3B-ADC6-3ADE-56C0-BC5DCD7DE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3046" y="2293678"/>
            <a:ext cx="1135322" cy="1135322"/>
          </a:xfrm>
          <a:prstGeom prst="rect">
            <a:avLst/>
          </a:prstGeom>
        </p:spPr>
      </p:pic>
      <p:pic>
        <p:nvPicPr>
          <p:cNvPr id="10" name="그래픽 9" descr="늑대 단색으로 채워진">
            <a:extLst>
              <a:ext uri="{FF2B5EF4-FFF2-40B4-BE49-F238E27FC236}">
                <a16:creationId xmlns:a16="http://schemas.microsoft.com/office/drawing/2014/main" id="{00952808-C56B-6AA4-BFC1-9D7882CE48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0354" y="3731399"/>
            <a:ext cx="1137253" cy="1137253"/>
          </a:xfrm>
          <a:prstGeom prst="rect">
            <a:avLst/>
          </a:prstGeom>
        </p:spPr>
      </p:pic>
      <p:pic>
        <p:nvPicPr>
          <p:cNvPr id="12" name="그래픽 11" descr="참새 단색으로 채워진">
            <a:extLst>
              <a:ext uri="{FF2B5EF4-FFF2-40B4-BE49-F238E27FC236}">
                <a16:creationId xmlns:a16="http://schemas.microsoft.com/office/drawing/2014/main" id="{66ADEBC4-E888-254F-0812-BE25DB5547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3046" y="3733330"/>
            <a:ext cx="1135322" cy="113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156CE2-8B5E-7A7F-4862-3B27227A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연구주제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EFADC5-12B2-EC84-7249-EE36AA825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1B5D0-BC24-6D59-6CA0-83CED52F4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A39CC6-1073-FA53-35AA-DCE6E546B2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trike="sngStrike" dirty="0"/>
              <a:t>목적지</a:t>
            </a:r>
            <a:r>
              <a:rPr lang="en-US" altLang="ko-KR" strike="sngStrike" dirty="0"/>
              <a:t>, </a:t>
            </a:r>
            <a:r>
              <a:rPr lang="ko-KR" altLang="en-US" strike="sngStrike" dirty="0"/>
              <a:t>플레이어의 현재 지점 확인 </a:t>
            </a:r>
            <a:r>
              <a:rPr lang="en-US" altLang="ko-KR" strike="sngStrike" dirty="0"/>
              <a:t>: </a:t>
            </a:r>
            <a:br>
              <a:rPr lang="en-US" altLang="ko-KR" strike="sngStrike" dirty="0"/>
            </a:br>
            <a:r>
              <a:rPr lang="en-US" altLang="ko-KR" strike="sngStrike" dirty="0">
                <a:sym typeface="Wingdings" panose="05000000000000000000" pitchFamily="2" charset="2"/>
              </a:rPr>
              <a:t> </a:t>
            </a:r>
            <a:r>
              <a:rPr lang="ko-KR" altLang="en-US" strike="sngStrike" dirty="0">
                <a:sym typeface="Wingdings" panose="05000000000000000000" pitchFamily="2" charset="2"/>
              </a:rPr>
              <a:t>플레이어의 현재 지점은 화물을 든 플레이어 기준</a:t>
            </a:r>
            <a:br>
              <a:rPr lang="en-US" altLang="ko-KR" strike="sngStrike" dirty="0">
                <a:sym typeface="Wingdings" panose="05000000000000000000" pitchFamily="2" charset="2"/>
              </a:rPr>
            </a:br>
            <a:r>
              <a:rPr lang="en-US" altLang="ko-KR" strike="sngStrike" dirty="0">
                <a:sym typeface="Wingdings" panose="05000000000000000000" pitchFamily="2" charset="2"/>
              </a:rPr>
              <a:t> </a:t>
            </a:r>
            <a:r>
              <a:rPr lang="ko-KR" altLang="en-US" strike="sngStrike" dirty="0">
                <a:sym typeface="Wingdings" panose="05000000000000000000" pitchFamily="2" charset="2"/>
              </a:rPr>
              <a:t>목적지까지의 후보 경로 확인</a:t>
            </a:r>
            <a:r>
              <a:rPr lang="en-US" altLang="ko-KR" strike="sngStrike" dirty="0">
                <a:sym typeface="Wingdings" panose="05000000000000000000" pitchFamily="2" charset="2"/>
              </a:rPr>
              <a:t>, </a:t>
            </a:r>
            <a:r>
              <a:rPr lang="ko-KR" altLang="en-US" strike="sngStrike" dirty="0">
                <a:sym typeface="Wingdings" panose="05000000000000000000" pitchFamily="2" charset="2"/>
              </a:rPr>
              <a:t>후보경로의 </a:t>
            </a:r>
            <a:r>
              <a:rPr lang="en-US" altLang="ko-KR" strike="sngStrike" dirty="0">
                <a:sym typeface="Wingdings" panose="05000000000000000000" pitchFamily="2" charset="2"/>
              </a:rPr>
              <a:t>“</a:t>
            </a:r>
            <a:r>
              <a:rPr lang="ko-KR" altLang="en-US" strike="sngStrike" dirty="0">
                <a:sym typeface="Wingdings" panose="05000000000000000000" pitchFamily="2" charset="2"/>
              </a:rPr>
              <a:t>단계</a:t>
            </a:r>
            <a:r>
              <a:rPr lang="en-US" altLang="ko-KR" strike="sngStrike" dirty="0">
                <a:sym typeface="Wingdings" panose="05000000000000000000" pitchFamily="2" charset="2"/>
              </a:rPr>
              <a:t>” </a:t>
            </a:r>
            <a:r>
              <a:rPr lang="ko-KR" altLang="en-US" strike="sngStrike" dirty="0">
                <a:sym typeface="Wingdings" panose="05000000000000000000" pitchFamily="2" charset="2"/>
              </a:rPr>
              <a:t>확인</a:t>
            </a:r>
            <a:br>
              <a:rPr lang="en-US" altLang="ko-KR" strike="sngStrike" dirty="0">
                <a:sym typeface="Wingdings" panose="05000000000000000000" pitchFamily="2" charset="2"/>
              </a:rPr>
            </a:br>
            <a:r>
              <a:rPr lang="en-US" altLang="ko-KR" strike="sngStrike" dirty="0">
                <a:sym typeface="Wingdings" panose="05000000000000000000" pitchFamily="2" charset="2"/>
              </a:rPr>
              <a:t>(</a:t>
            </a:r>
            <a:r>
              <a:rPr lang="ko-KR" altLang="en-US" strike="sngStrike" dirty="0">
                <a:sym typeface="Wingdings" panose="05000000000000000000" pitchFamily="2" charset="2"/>
              </a:rPr>
              <a:t>단계 </a:t>
            </a:r>
            <a:r>
              <a:rPr lang="en-US" altLang="ko-KR" strike="sngStrike" dirty="0">
                <a:sym typeface="Wingdings" panose="05000000000000000000" pitchFamily="2" charset="2"/>
              </a:rPr>
              <a:t>: </a:t>
            </a:r>
            <a:r>
              <a:rPr lang="ko-KR" altLang="en-US" strike="sngStrike" dirty="0">
                <a:sym typeface="Wingdings" panose="05000000000000000000" pitchFamily="2" charset="2"/>
              </a:rPr>
              <a:t>현재 위치에서 특정 지형까지 도달하는 것을 하나의 단계로 본다</a:t>
            </a:r>
            <a:r>
              <a:rPr lang="en-US" altLang="ko-KR" strike="sngStrike" dirty="0">
                <a:sym typeface="Wingdings" panose="05000000000000000000" pitchFamily="2" charset="2"/>
              </a:rPr>
              <a:t>. </a:t>
            </a:r>
            <a:r>
              <a:rPr lang="ko-KR" altLang="en-US" strike="sngStrike" dirty="0">
                <a:sym typeface="Wingdings" panose="05000000000000000000" pitchFamily="2" charset="2"/>
              </a:rPr>
              <a:t>주로 목적지까지의 경로는 두개의 단계가 존재함</a:t>
            </a:r>
            <a:r>
              <a:rPr lang="en-US" altLang="ko-KR" strike="sngStrike">
                <a:sym typeface="Wingdings" panose="05000000000000000000" pitchFamily="2" charset="2"/>
              </a:rPr>
              <a:t>)</a:t>
            </a:r>
            <a:endParaRPr lang="ko-KR" altLang="en-US" strike="sngStrike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8764A9-8650-4F80-15D3-E66BDB53BA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trike="sngStrike" dirty="0"/>
              <a:t>하나의 단계마다 각 경로별로 직선거리</a:t>
            </a:r>
            <a:r>
              <a:rPr lang="en-US" altLang="ko-KR" strike="sngStrike" dirty="0"/>
              <a:t>(</a:t>
            </a:r>
            <a:r>
              <a:rPr lang="ko-KR" altLang="en-US" strike="sngStrike" dirty="0"/>
              <a:t>혹은 </a:t>
            </a:r>
            <a:r>
              <a:rPr lang="en-US" altLang="ko-KR" strike="sngStrike" dirty="0"/>
              <a:t>A*)</a:t>
            </a:r>
            <a:r>
              <a:rPr lang="ko-KR" altLang="en-US" strike="sngStrike" dirty="0"/>
              <a:t>로 최단경로를 확인</a:t>
            </a:r>
            <a:br>
              <a:rPr lang="en-US" altLang="ko-KR" strike="sngStrike" dirty="0"/>
            </a:br>
            <a:r>
              <a:rPr lang="en-US" altLang="ko-KR" strike="sngStrike" dirty="0">
                <a:sym typeface="Wingdings" panose="05000000000000000000" pitchFamily="2" charset="2"/>
              </a:rPr>
              <a:t> </a:t>
            </a:r>
            <a:r>
              <a:rPr lang="ko-KR" altLang="en-US" strike="sngStrike" dirty="0">
                <a:sym typeface="Wingdings" panose="05000000000000000000" pitchFamily="2" charset="2"/>
              </a:rPr>
              <a:t>플레이어의 평균속도로 해당 최단 거리 돌파 시간 예측</a:t>
            </a:r>
            <a:endParaRPr lang="ko-KR" altLang="en-US" strike="sngStrike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A4C4E5-A097-0430-AA85-62CB89A26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91F97-45C5-870F-F2A0-F0CB9A9AA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AC477B-02FE-1905-E2AD-E4CC44117E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DDB45F-D778-43F5-475D-7877C0D46B8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4B267-D9C9-8BBC-9940-CFC5CCA5F27E}"/>
              </a:ext>
            </a:extLst>
          </p:cNvPr>
          <p:cNvSpPr txBox="1"/>
          <p:nvPr/>
        </p:nvSpPr>
        <p:spPr>
          <a:xfrm>
            <a:off x="6265155" y="1061725"/>
            <a:ext cx="5760068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목적지와 플레이어 확인은 뼈대가 되는 시간 계산을 위함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0C0786-340F-D172-5D80-CF20AA973819}"/>
              </a:ext>
            </a:extLst>
          </p:cNvPr>
          <p:cNvSpPr/>
          <p:nvPr/>
        </p:nvSpPr>
        <p:spPr>
          <a:xfrm>
            <a:off x="3658142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1661213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BB99C-E732-6051-F210-7A450E38A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3E084A-82E1-8AC6-8039-0499D3EB3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 </a:t>
            </a:r>
            <a:r>
              <a:rPr lang="en-US" altLang="ko-KR" dirty="0">
                <a:sym typeface="Wingdings" panose="05000000000000000000" pitchFamily="2" charset="2"/>
              </a:rPr>
              <a:t>:</a:t>
            </a:r>
            <a:r>
              <a:rPr lang="ko-KR" altLang="en-US" dirty="0">
                <a:sym typeface="Wingdings" panose="05000000000000000000" pitchFamily="2" charset="2"/>
              </a:rPr>
              <a:t>현재 화물을 든 플레이어의 위치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목적지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배송 최종 목적지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시작점과 목적지 파악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3434AA-2623-31F3-FCDD-FD51914375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5DEE0B-CD46-E691-04D3-722FE254A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146B3-90B8-0F79-6246-A6A51F91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64C29B5-1ED6-A0BD-7371-F9959553CB9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CC4029-EDD2-9C20-B397-825D9EE280E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025159-7486-5EDD-8225-2D90777F793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1CBA4-4245-F1C4-91C7-DC19EB895CF1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목적지와 시작점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99F6EA1-C651-AEB3-F9AA-CB4A2D2B9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7C7D3A5-EAFC-E16B-8366-6EB8193C63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DA56646-84B9-2351-90CB-012F94E0D22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7796DA6-4B2D-25E4-2247-91751EECA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D319213-F7E2-0799-DCF9-F69753372D53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63DC2245-7B4B-16EE-44E3-57C14B4BDD8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6A5F5A-1E12-5DDC-33DA-0F0ADA30B55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EDCC4BC-5649-FAE4-6BB1-AF98481910AC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487B0D-A5CA-3BA3-4560-56EC3E124B7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11E04D-7221-8CAB-9578-AA0AABD2601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CFEA4A3-FEBA-F5AD-C7B2-57D2EB2D859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592AE4F-9416-032B-DCFA-08A263FD9B4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B1F3113-0FDC-4736-8909-0A0D7F2D0B3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E4652176-66F2-6762-C7A9-C928548C0D66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133EEF2-63FB-7349-C535-935539CB4396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58CDE335-AF17-CA44-34C2-E0AB5A499205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ACD18B3-13A5-007B-A5D4-C74E8DB0A680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05BCE90-F4F0-1150-FC53-2F7572AFF0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65F745F-62C6-46EB-3125-A4041E18201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01E097C-711B-F3D4-A3EC-D5B5D7828E8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F802981-9C40-92EE-6BE1-301303B66EF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F0CF78C-3A6A-E3D3-4E2C-915747A2DC2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27467D3-DF21-42A4-0AF5-3A6B6C00D352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D356D1C-113F-9D9B-695E-D6DE274A6FAD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F9F96D3-093A-9496-3B64-1EE1AA1BFE19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83983C6-FD9B-7028-C3BE-5F898B5D920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AD2ABCE-AC86-6339-A25C-A180ADD62B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EB7955CF-8492-1550-B465-2BDD10243913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6966C265-6444-5893-731B-1882B0B3082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3CE6A471-B5CD-7106-10DF-8FDC4BFFA59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9F33366D-D222-DED2-D198-3AD4A6444E7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971F644-5571-BCC8-70F7-45EB4A55C80A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437C87D-39CC-E56B-6315-145C6544162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D294E90-5CCC-D9D1-FBF3-A27B1C1C625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CA805603-B5F5-98A5-A8BD-F0631120F5C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05CACBC-714A-B8A2-2FBA-9598019823E1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715EE81-3690-ED9B-C730-70D89519671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CE7F874-B789-4B41-A65B-F6E5BFC5DED2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3471AA-03A6-37EF-07F6-60CDD9DDD22C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3FEA1EC-E01F-E789-3351-E0CC79AB9DD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72394134-4A05-413D-E0BE-EF80C9E09DB0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CF43AB3C-79BD-6343-E15F-6FB933437CF0}"/>
              </a:ext>
            </a:extLst>
          </p:cNvPr>
          <p:cNvSpPr/>
          <p:nvPr/>
        </p:nvSpPr>
        <p:spPr>
          <a:xfrm>
            <a:off x="6570453" y="5364493"/>
            <a:ext cx="1074023" cy="94346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86C5D02-A5F9-B4E6-8070-E89C519DECC7}"/>
              </a:ext>
            </a:extLst>
          </p:cNvPr>
          <p:cNvSpPr/>
          <p:nvPr/>
        </p:nvSpPr>
        <p:spPr>
          <a:xfrm>
            <a:off x="9186630" y="1806964"/>
            <a:ext cx="650423" cy="67943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3026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3A749-0B56-4E51-F7C3-F90E4484F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89FCC-A4C2-B894-0773-10A3171D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E606E-B4EC-0C4E-1712-C74B20E06F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시작점부터 목적지까지 사이에 있는 거칠 수 있는 모든 지형 확인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499FE9-4E2C-2EF8-22D8-A1611A7077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AA41D9-68F8-BCAB-39C2-6DEA53C01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E238E4-928D-D106-9124-1EB801F2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6CBB2F0-908D-9331-1A17-ACE2804516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F249DD5-FB83-CC28-1A4A-E786172DC3F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9AF60D-2325-67A8-36FC-76A25A24D7C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3E1B76-029A-08F0-9CE9-6F66C9838BE2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DD725AB-6CEA-307B-2936-79FF035D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05B68F2-706C-D993-7B62-515D23F0F3A9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26A4060-1670-27FD-683E-2E46C0BEED4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26DA1C-217A-2930-37D2-19A5A5261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0FCADE7-9616-618F-2F64-2F0DCECA9F5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F98C9FD-85E6-F7DC-500B-F3195F0DFB1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487B971-E312-5376-76E8-8FA8FFB3DA41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EACE50F-9C47-F42C-6DA5-192DC4862D46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EB97E7-6A3B-9C00-EF09-FEF18EA6F4D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DE7758-F056-3CBC-F448-F7436B124DF8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0AABFFC1-5481-170A-E092-2C11D3AE911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918F562-779B-EFE3-3D75-AA9BC7E9804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8D83DEBF-CF4A-4D51-95E8-0D88A2EB3CC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A7D9E034-9ADE-B137-A816-AD71B9CC7E15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E3AE266-5F4E-6ADF-DCFA-99268D03205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7B63B66-E79D-94FB-8786-0E6139C73A57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D9F59B76-3F76-718A-1778-E8ACFDA0FB2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93BD0CD-2D18-F064-B615-08493B8CFCA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E5DCFC0-FEE7-C163-06C6-30BBE8253D6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835EE6BA-A9F2-0E36-E1E4-F5E721ECC72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EEFECD8-441E-E68C-67A6-34B34791909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ED7F72A-E708-911C-3C00-219476E5259F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CBCDA8C-9CF7-371A-8290-AA55B52E976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03A9107-AF63-309E-4C95-471772EA96A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43ABDFC-6612-1000-AD39-D48D7854C76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340080D-951E-47D5-91A3-90ED6F0A9AA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4361D825-DD82-C842-909B-10B8DAEA6E3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E6466FB-211F-E270-069B-C79AFBA02E6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B154407-5621-B372-08D7-331E2F6B119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25ED3AEB-7BB4-88C1-99DA-A26D1B8F985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C07C53BC-5939-AFD7-D37E-3AA43E11D77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5FFCCD1-932C-9DCB-706B-64880D2240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F88F4AD-0163-C3DB-4EFE-09F2A40B78E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703D539-4ED4-8CD1-D3D3-A0287A64175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48EB8BA-EE15-CFCB-F1F3-23DCE75709CE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A9422F8-C9CA-ADE5-D751-E4B77B1C4C1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E1E434E-38C3-11C6-8EE5-C6822DB3047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CFD0D91-4272-2B56-6EAF-673F1B329B5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BDCFB2-49E8-44D6-9893-3B1C37CCAA66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8FC97B0-495D-6EA6-C18D-200039B54DD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25BF0B5-0B0F-3AD0-EC45-BF6A497D4A4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6DDFA7C-560F-2259-B5FB-35D521ADD0F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14D2282-061F-4DE9-1C07-371CEE1299B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98F03FCE-9D01-7EEE-7B8E-DF82454979DF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3E2C031-7E68-B9FB-EDA9-F6AF3E3B31F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BD22279-28C9-EDFC-7E0E-634776F4352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542F48D4-98C2-253B-2EA3-E4D7007423D8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655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8CC26-FAD8-0C85-0C36-04134EB86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DF6F84-41BC-EA1C-A524-A02192833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4765D8-ECBC-1EF3-41D6-F715C81AA8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인접한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시작점에서 각 후보로 가는 경로 확인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91AD49-ABB0-EEDE-6958-EEEF4BF64F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60C24E-646E-66F2-9246-F488911BB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460855-343F-E625-152C-E61E86A98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A12594B-98D9-5E00-7F71-1327DA1EE6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DD419A4-CC73-9EFD-9A4B-AF2F33AE6EDB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1E062D-74AF-69C6-D4CF-D95EE6EB29FE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8E2AF-4F88-9A4E-EE39-764CAD428E3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지형 후보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EC31615-7C1F-7F60-D17D-1CCD7E3A3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6C8C81E-5D4F-9FEF-5CD6-A59295BB142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8C0FF1F-840B-7477-25E1-71FC7A5A3142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1DDA74F-0F57-AB5B-0278-D3EE4E3B4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9C1B6572-29C0-A9A5-38AF-FD2A2230600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EB494B5-44ED-9147-2374-FF256282AB2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AAC3DBD-4FED-AF40-0B4B-CF76673A8A4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A7385F5-C20A-2A6B-FB9A-4801621001B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37CBD-09EE-15CE-6C3C-B8C710480580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B6A737-B05A-808F-187C-DC8FF642FF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05E4BD2-CF0D-A427-296C-A5D28644747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CB62529-19B4-32D3-063B-532B94AC348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E615F021-4008-C44B-37DE-9F2B985C408E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6F403C75-87A4-394A-7C77-DE7B84DA4C1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3A73F93-000A-86A0-F5AF-114482C675A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597F94-DD3C-EA84-ADA2-D3B1605A49B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FB14314-1762-1F2F-6AEA-CCA4997A36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771D7E6-99A3-E23A-50BC-EB731C2DED9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97915B8-30A9-AB1A-54B4-9ED88B3513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A759800-A93A-8D63-DADA-45F3E26B4FCA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02CC131-53D0-3A54-B031-5B0E72899365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D83A95D-1982-C7CD-9D19-C2FCCCC3E967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81EB716-FA09-65EF-94BD-96663AC1ABD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66344AE-1C0F-8295-5796-59A9CDF949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26EA1CA-1962-B54F-9A5E-552220A473A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53739F2C-C673-6DC5-32E9-4B878D110121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5CB2B8F-51F5-C283-7476-4AE40130500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1B4E0917-D7C5-FF15-EC64-C74354A6715A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0E670B4-02F5-5EAE-B528-5CC4FF1C185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4886ECA-2EB9-9DA8-7A6C-8EF5745D413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6AE8ECA-9947-2499-B112-0B7EDA94F6D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AADC34B3-AF77-3A96-BAE9-E9E26D2753C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92AD69B-2ED2-A79A-CEC1-614954BEAEB1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3EE6E27-719C-3DF1-8107-A7A402CD9CD3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D10CD22-16AA-AF5D-5F79-1B3D5814AD10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BF6B9AB-9CAA-4485-925A-5C00457B401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DC7401-DA03-F9C6-AC53-BEDE7C683D6A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F23FBD8-0173-B0D9-1EB8-F8D071BC404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8D677A6-92D4-7FD1-7347-61B6D415D195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D9FB6BD-FFBD-140A-0442-9E61A4434E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F53E5E1-789C-EB8C-AD13-FB593913F4F4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C798DE6-0CE8-2DAA-6090-879FF298C569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58C5170-A11A-A565-3BA3-3DE1DE98072B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EEBBD41-6FD1-A4DC-9BB4-CFBC0FCCC5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7B29E6B-D920-D528-1765-4B69E7AF078E}"/>
              </a:ext>
            </a:extLst>
          </p:cNvPr>
          <p:cNvCxnSpPr>
            <a:cxnSpLocks/>
            <a:stCxn id="12" idx="4"/>
          </p:cNvCxnSpPr>
          <p:nvPr/>
        </p:nvCxnSpPr>
        <p:spPr>
          <a:xfrm flipH="1">
            <a:off x="7263442" y="4130467"/>
            <a:ext cx="708617" cy="147756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D0E411D-407B-7E37-7DAE-6B9B4C8303E7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131259" y="4374634"/>
            <a:ext cx="132183" cy="123339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7823474-2B76-E4CE-7E33-5FBECE717116}"/>
              </a:ext>
            </a:extLst>
          </p:cNvPr>
          <p:cNvCxnSpPr>
            <a:cxnSpLocks/>
            <a:stCxn id="66" idx="3"/>
          </p:cNvCxnSpPr>
          <p:nvPr/>
        </p:nvCxnSpPr>
        <p:spPr>
          <a:xfrm flipH="1">
            <a:off x="7223185" y="4576223"/>
            <a:ext cx="1902806" cy="103180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8774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3186-C8AC-30EC-A21D-EE546431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25037-5D93-46DB-2DC6-094069F8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2A8F0D-B54B-B632-8870-ED431EE06F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22253E-2E86-6CAD-F387-2E76C8E408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1B0366-1C1F-1986-3841-369454CED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05EB35-DDF6-6365-3E22-5CEC664DE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A67DC7B-1A7A-1F0E-2264-B9714E19FE1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1A68464-682C-EF4A-8136-BCDA70E1B806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25FDDE-D276-D8F9-E1CB-59FBC05F0B7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1CA2F-8991-7351-DA36-6DC4E5D3F87C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0537A1F-D812-8CD8-8A48-472808D7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59EDE567-C684-5150-4923-3FA8657FD6EE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6224C5F-9C14-1315-3C1C-76937354F92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88AACC-5310-E4E5-3720-EA965E29F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A86490D-2DA4-486D-AB05-399A76F4F32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E6E26BA-E4C6-2602-9612-96623E938EA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7ABC01A-ED70-5628-9A11-1F219B386A0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B89502-53A1-71EB-6E99-EF4A4F272A84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9318D0-E775-5A7F-482F-D44B7E7B970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7926DC-D2D6-0699-6B02-C22340AAED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9AE68DA-7A2D-C7A7-7599-B4BE760CEF64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B7EE230-A14F-1139-E754-A4A3CFBA60A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1B53CB9-2F5F-7895-C512-19BB08D79D9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F562B94-1323-E912-3BE2-556DEE05388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97D5DBC-7820-471D-7B03-EBE1CA221BB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0EE9EDBC-A905-E83C-49D5-22A0E1C057B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73C1250-6DAA-1966-4B7D-F363E562E695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14C3B64-8163-7DE2-4556-8C030F2FDA3B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8677196-6B33-2755-9ACD-783ED149B67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BE80483-C440-FEDE-2A89-D6892DF3C821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AC1AC8F-C1BE-279E-B4E5-2A82AACF821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131C52F-DF64-27AA-9FA1-01860DD4A48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84C30B6-F16E-E5D1-858F-E2A2A8476F6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D91D320-2B76-A27F-7BF9-0BC66B71154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653B984-4445-AC3A-A9D2-22ECACB606C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5ABC4F1-3198-C436-D0D6-CEBD2F9CD61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80C7356-0E21-38D4-1587-7C92E8D4951C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A47F975-C5A0-E3C1-1BFD-5C4BA110EC8C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B0ABEA6E-8CBA-900A-2EFA-C02E7E66054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B149E3F-8E0C-D587-A16B-B7EF653E9840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97A9105-21A2-5F9F-FB90-6D9044AF702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7502F3A-17CC-82C6-D542-337600A5AAB3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4CBC1DF1-8292-6069-B241-B194AD1700C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78B3C48-B777-1AC7-BD6A-47A1A238F8B0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D9ED1AE-F937-4C13-6826-6B75629B03A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DE64575-22F5-434B-3FC8-09AC0CA5822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B8AE49-9504-77D7-0C2E-46F0984369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C09FAEF-F5A7-695A-A65A-6B4ECC0FB61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ADEFEA9-CF18-EABC-5BF4-E98F3A93E46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F24AC35-0932-5C7C-FC61-E64933B831A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8EBD475-A49A-5F67-43C0-B9528122C149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0BB1E61-CDC6-C393-F5E2-49C02BF4F23D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B63A203-342D-F05E-40B6-1816E3665E68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CF9D43D5-9BF5-88C7-3ACA-21E7FC50118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EEFBD428-84F9-AACA-2EAD-0110AB7A5C76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6787AD-ECC4-8EE8-CAC8-477C06C595E5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E1863E7-9A55-67A0-BE40-365A94E455FE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06209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C454-FC13-663D-05BD-895C1DC6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A21ED3-CB1E-EA09-1E59-C5F9E3A1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BE9454-38AE-DAC1-9A39-84AE8B1C77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3D5A40-CA34-58E5-062F-9875ED4792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8A6880-D34D-147A-59B9-ED01F3106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BF088D-F884-6813-45AE-2BD569CB0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13E490-42E8-4180-17EA-A86A3E4E82A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B3024A5-0040-7EC7-EFDD-6F70CC478B55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36B199-ECB9-0033-27D5-7119EA92D13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7A7149-DFE2-A18C-0EB1-554E9FE4582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4466FBE-B2F1-004F-2DDC-49CF69043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03ACE96A-04A6-C0AB-9FFB-EB1BA4B8F7C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D3A345-75C7-7417-78E6-26B1686206D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5D15F31-679D-ACE5-6BA7-BDA9DB36F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48F5B16-4BB2-9BE3-D4E6-61338E04A4A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C1E463-2CB7-7AEA-CF2A-AA0BA4D193B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0D610FD-750F-49B3-6D19-79596F5C0A1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C134809-816E-AEDF-A2C0-9702B0E42C30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C6EA00-2D96-F923-C242-4B51BB0153B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BB9816-1C82-1863-F43B-36F48570A6B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47077B40-AF89-EDC0-CF77-1DDE23284627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D239A68-2736-5D81-3BF0-01FD5EE1A58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CB00A7C-D478-2380-ACCD-8592575D44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055C25D6-5F7A-9FC8-5F8C-3C2B86CAC609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80D70352-4468-AD2D-5B00-749DBD6F64FE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E120FD9F-7319-0B41-9745-B66E5BF6F58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3B43AD6-1BDD-48A9-9D50-B76658F6C5D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46345DA-BB4A-F0B5-1B64-DEC9F8B07CA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F7D2C90-5984-2682-A081-54E5D6BAFD1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7D1D6887-A73B-21E2-08C2-01F6CBDDDC49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37FF652-D7E4-C7BE-3EA1-C413B824D088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E690412-4E8E-EAE0-45DD-5F1F1AAF61C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4C020DA-73A5-A851-61E0-B74984259B4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AAB0974-E56E-49DF-EAA3-0561482134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9942F5E-65E5-6404-FD74-BBF21425AE4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0494C5-1540-26F3-42AD-7731F9BA6BB2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70AFE8B-6382-9CEF-9220-281B1EAAA8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0362DB6-A4A2-DDF2-3FF3-B76D7202767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E7A1468-C72C-1D74-9D3D-F3AB238DE8C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328393-C313-A8DF-6988-0FFC6883DCE9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87C5867F-63F1-734A-801D-862C1A26C753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8DABCAC-A53E-15FA-BFFB-5AC7DA4F4FF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E60867B-126A-C6D2-F31F-A3CBD52BB568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8E967BD9-CE39-A079-CF08-246E41C78FA9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9CED1B3-65EE-A233-00E6-CC6DD1FB9297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6009973-FC40-08BB-BFC3-A36DF27B626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9FEA7DF-6E47-88C3-732E-428D2506216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C294C8E-6897-43C2-3A4C-F22CE703BD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3F80FED5-B40E-E712-6A97-0DDADF46DBF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05271FF6-78F8-0B34-0F1B-F60F434D6A60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AE3B88A-50F3-020A-615C-43FACD5596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EA33B9-C4CA-F2B2-452E-CBA4FA6BB993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F5D412A9-7EC4-0348-E1A1-DFE9AA4F8F2D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2BCD070-E74E-D70C-6E7E-1CA8BA5DE38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BD6B54-8920-AA69-1C9B-F167C63E89AC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14D0C5E-EE3C-1A1D-9ADE-E397C0734DEA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037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F194E-C76E-C62D-334A-6AB1EB8C7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FB812-D38B-2C6B-0572-3240FE866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BEC88-CE80-7177-3FD2-227BBA67D7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A22462-75F9-BD79-D2FE-D2CEE6EC99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FE02B7-5197-731B-0265-BA9C4E8C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1B87B5-1A51-00C6-CB6E-E27C58F6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A0BD96-CC9E-7698-24B8-7C5B165284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24E370-D1F5-C755-9F4E-C3F6613B2DC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457E4-4D71-2D07-5FFC-911228304A6F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4054A7-10AE-CBB7-88F3-A157B5EFA17A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32FBB3A-167C-AF57-2FE8-B42FFAB43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2D48962E-9AA3-F180-E061-453D49C708FD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C5C84E-08D5-A496-1EC1-5E8F39E709B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E95EE8-C18F-E2BC-7A14-DB3777C41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834E013-919E-C0BE-2689-8D16226C68A9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C23713-6C44-B349-D84D-8DA12D33D1B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273360D-DDF7-0CC4-0AD7-C76F753EE5B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ED8ED8B-7A64-AB09-D122-317D127BCF7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4BBDFA-E05F-2C65-DFE1-52E0089B2E81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7ACD36-583F-2EE9-263B-BB884EBF58F5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59FE062-1E6B-62D0-97A2-17EF493B1BC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A25E87E-B988-1E40-F63B-D8DEE2FBA27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D5915B2-62DA-7175-B758-3E896110BECA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47F724AC-CE34-20E4-FAC7-BEC7757F88A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A4D1529-08F9-9456-6393-9A9710D7FE0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24E9E9-069E-A8B0-314B-71FBDAE6A29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24C93AE1-B8ED-B4E2-78E6-60693EC24353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6BD5F96-9D77-927F-69DC-B749B192CD9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F31BCB-DB3F-BBA9-969C-27216D3B01A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EA261AED-570A-FD61-FBF1-B4A0353F3EE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B024CF3-DB2A-9E95-DF8E-99DB14C5EC2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ED11C73-36E5-B190-D039-6DE808DA49C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893D357-DB15-4BE0-1321-71D8881C904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575D946A-9BC3-82B2-91DB-F696DD096B5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6A9E0804-F8A2-9319-37C6-70682C30E670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A77319B-44B5-1DA4-71E5-CCCC5B55BA5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DB37AE0-6FE4-A349-438E-2EFAE7E0F39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4F8F7E8-0BD5-54ED-A230-D73FA8D56BB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0C3B2C9-9625-293B-8E77-18CA7BFC30A8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151C2BC-0AB3-0BF7-D6DA-22924CC9A1B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771CD72-FF9A-0B97-244E-EF4B2691881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653009E-C65E-CE16-E7AC-1BFA618199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89C77BC-53ED-65D2-4A1F-2A385F15CB5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66F53A4D-DF0F-6781-9B0F-20153B8EA13A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65B3C34-63FD-B137-A5FB-E266C45788D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8A1F8D1-7821-39C6-48F5-277FF3F0E23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96CDED1-BA49-E32B-F4FE-17F506B036D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C6848009-7CF2-2D5B-68A2-6327B876A81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4447C8E-41A3-6ACC-B749-623F6C197FE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85242887-E357-9FA5-3996-E7E8A888AFD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6FC167FE-D214-B0D0-CA28-D57BB766B68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8C77445-24FF-D6C8-3992-20BA5B3DC01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F6D1F64-53BB-4BDF-BDBF-9BBA31C78742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029FB5B6-B978-1C13-74C6-0CDA063DACAD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E894979-2E12-13A6-EAD2-FED475FD1A9E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907E81C-B75C-EF29-A3ED-DEACA9BD6259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53670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54726-3183-5198-16E8-FC8D8290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96225-B482-257C-82F5-DB0BD291E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64800-0747-5AE7-E032-FBBD101933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4362A0-336E-8BC2-98FC-88A99431E1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E4FB99-5A59-D5AC-A825-E5F6BD5B9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A218E-520F-FAEE-9C31-1C1C29B1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FAB785C-A87C-236C-195D-C6A8A66DD15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9F5D830-16C3-8357-C4D3-676DCCC41703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30084E-47B8-CC26-6976-4C03C911258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25FBC0-8BD1-A5BB-39C3-72FFF704A799}"/>
              </a:ext>
            </a:extLst>
          </p:cNvPr>
          <p:cNvSpPr txBox="1"/>
          <p:nvPr/>
        </p:nvSpPr>
        <p:spPr>
          <a:xfrm>
            <a:off x="4551962" y="1226572"/>
            <a:ext cx="696717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791A4F9-EC1F-8FED-84B6-DB6BB276E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BB086FB-9E59-0C89-1024-DC6E716FE91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3DB9F55-3F95-8086-C944-3A43DE3C6725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2FAC5C9-7546-BD33-B135-2E3CC9C2A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5EEBC68-AA4F-F871-FD6C-34A168B882E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24C8160-0564-34BF-8619-3FC44D798AB0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EDDEC4F-18F6-FD42-719F-741F4B3E09F5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3AE43DC-0C8B-A141-ED96-25AA0796415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E4BA9B-ABCA-B82C-D016-700FED0006D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5EDFCC-B195-933A-B532-E8F72E69952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16A3A49-FADA-8894-FDD9-E583AC26FD5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A8500EE-1BD6-25E6-3CFF-E83638CD18C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A2E6EF99-0075-C68F-6383-040D3E37133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B93102A9-1BC6-5D58-3FFB-F4888E452A87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927E54E-C1DE-CC9E-6642-520D4E1E3D1A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2C36E2F-6920-E665-467E-2B8B7FB79DF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FE52FFE7-B953-B83E-403A-77AB15039D5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426723-3AB4-DB7F-C4D8-3B46FFA7DFE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5A3416-7D45-3FF3-957C-7A23643D89B4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7A577F2-3895-E97C-EE3D-5B9235C78D1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2AA4BC0-64C3-4C7C-6C53-4F0C202FADB7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6C72505-E00B-C91B-9955-8850F03D818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9E6BFCC-A181-2E81-1FB6-9F9642EFBE0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D33F528-42C3-E010-3CC2-6F56B981F9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6E615D2-4813-05FC-F1B3-4AD35F5AD85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D8BB713-B5F1-24F4-6FB9-A251E946027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A1D5548-71C6-FD51-5829-7C8B5343AB22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B269C79E-4DBD-ED7D-809D-FB7777D962E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BD3EE5C-A428-4266-15C8-5A2D1D722CEF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45028B3E-9EF5-BBED-8C37-CF2126A304F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FF3973-9DEE-DD42-4231-5C4CB9053906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8E81A9A-FB00-389F-AE7A-1F2E747CCC1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EDF16A7-AC8A-9DCA-F65D-FB573A3CACE3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0DA2E2D5-BB86-997F-F7A3-C8190A22BD4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32777-EEAC-976C-7476-A12E95EF864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FB1350E-721D-82DF-E4E2-AC7546EF858C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90152DB7-D6D1-9FBA-77F9-14D68A08E13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8E6C356-F0C5-71F0-4405-3CD0509A440E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88F5F69-A4C8-7A03-4EBF-85FCEBE4901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59B73B5-4515-6505-8CC2-EB1446FA9DD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81DC432-C470-7A3D-3362-C534B07FCC4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8AC3A69-4B4D-FB8C-7088-799E676D13C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2483E2E-096A-9454-2024-365B4B5E735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E16EEB0-01B6-BEB8-5788-9B098D7F442A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456924-758D-0832-7C3F-E2850501BBEA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8003338" y="2165545"/>
            <a:ext cx="1363480" cy="21749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5DCE7CE-E107-B8CA-EA63-72E1536AAE90}"/>
              </a:ext>
            </a:extLst>
          </p:cNvPr>
          <p:cNvCxnSpPr>
            <a:cxnSpLocks/>
            <a:endCxn id="48" idx="0"/>
          </p:cNvCxnSpPr>
          <p:nvPr/>
        </p:nvCxnSpPr>
        <p:spPr>
          <a:xfrm flipH="1">
            <a:off x="8367623" y="2321755"/>
            <a:ext cx="975184" cy="45971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63FC1F9-06F6-A38A-E234-12A7A52B21FE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7972059" y="2800301"/>
            <a:ext cx="386788" cy="6939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953902E-41BD-BBDC-6DAD-ACC94F2E938E}"/>
              </a:ext>
            </a:extLst>
          </p:cNvPr>
          <p:cNvCxnSpPr>
            <a:cxnSpLocks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3C6DB62-FCD6-CEF3-6AC1-D8E2B4BBCC63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9647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B8A61-8B9E-74A8-01CA-83B9589BE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90C5FF-CC85-657D-D6D4-D96C9CD8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FCB74B-CBEA-B206-F1F1-486ED1D258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7F6C85-0B02-1FBD-7EB1-401A494CFC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A81E1F-B620-ED37-B3B3-6CC6F8736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ADAA99-223D-E77A-C074-EF3969E64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AF8D284-EB51-90EE-2471-F7183799F1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696CC2-F6C6-9FF8-B238-5953BDCAF6A7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6706D-12ED-C3BC-E842-2F3A55756BD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203FC-4B5B-E4E6-9D74-8BAAC534BB2F}"/>
              </a:ext>
            </a:extLst>
          </p:cNvPr>
          <p:cNvSpPr txBox="1"/>
          <p:nvPr/>
        </p:nvSpPr>
        <p:spPr>
          <a:xfrm>
            <a:off x="4551962" y="1226572"/>
            <a:ext cx="707571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E6586EE-1DB9-CA8E-5E14-D9252E626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597EFBF-F1F9-616A-3941-035358E247B3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0A6C78B-44EA-E4A2-9A3E-00F18C06AB4D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FDAEE73-DD92-E330-0656-7748863C4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A324E4F-E085-733B-96C1-77A5ACB717E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5524F14-AF68-0ECE-E951-684F326FB604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AD94AAD-B147-70D3-BE3F-FE4F9CC92BE8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49B6B16-A496-E2A8-3B52-CF1C0CA92B5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03387-3ACB-6243-7D01-4F108E53D78B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B313CE-72CA-DF95-F700-29FC8162A2D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4876ED8-39D7-0C2F-D5A1-2124BD3689F3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0AF3827-64BE-F5F3-AD9D-65EF753908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06FA8D7-AAA1-F12C-7C80-48F2C690FEB3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291FA3C4-63D3-7EFE-BE62-1FD299D32D6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6BCEF80-21A5-8FAD-5576-FC1345832E3C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1ACB243-A153-4D9B-8412-AA185625587B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C3CF470-3E1E-2C81-DBDA-25A2D38B94E6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BC6CF76-F77B-790B-15B4-805A5335B39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D81A6F3-CA84-9570-2242-3B6CBE5EEAA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AF53A3BE-9AAC-B0BB-A051-7D042D6A65D8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BA5FDD9-6B1F-FB04-3CC2-5B772EB0147B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F50E72-AEA7-6C3A-56BF-8AC49E8D9A52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1E84BAC-C18D-F5D1-F380-493D7ECD51D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E281590-3A6B-E13C-868F-18BE0D7A67A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6AFCAA4-D973-09F5-84EF-44788996D3D3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A360D-33CB-8416-37C9-42A5027643B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F37D7CA-42F2-B956-9F79-BD2F2C371A59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DDBF2AF-DB0E-0ECF-02BE-71DA9D4A74F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006D7B3-6AFD-CB39-E152-2BB3DD5DAF0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1FEE33-B7BF-08F0-F885-E1F35CA728D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7FB2FF58-C5A3-4802-187A-EFAF35D10E08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7A698AF-6189-AC22-3F63-BDCBAADE3D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D5AC21A1-76EF-5F74-13AF-B99D16FAA18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3D3A5D73-21D0-26B9-6ECB-94766768A1E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E75798C-C1C1-C797-151A-1C2DFE1750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3A3C22-14FE-83E0-F3EB-F8D18BC70FD2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5413AD2-2EE7-0022-18B6-50131DBB58C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D01811A-4F40-19F5-5288-FC225F8953B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047F196-BC6D-FF5E-15CC-2E7521A9615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BA87479-A808-08A8-91E3-34F1BF4FFC0A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957633F8-26E9-960B-DC84-670C06C7FB75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0198B23-1541-3FA0-9C79-8C53D5880FD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C6DA1BA-B811-14A2-2F5F-04702F5E579B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3AB3F8C-385E-25D1-3B82-B8B2D8788DAC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4874D8F-A260-8FD3-EC03-0EBD2D2B2ABF}"/>
              </a:ext>
            </a:extLst>
          </p:cNvPr>
          <p:cNvCxnSpPr>
            <a:cxnSpLocks/>
          </p:cNvCxnSpPr>
          <p:nvPr/>
        </p:nvCxnSpPr>
        <p:spPr>
          <a:xfrm flipV="1">
            <a:off x="8051113" y="2183930"/>
            <a:ext cx="1302762" cy="595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41667A5-EF07-EDAB-7968-BAF793EAA322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9000438" y="2321755"/>
            <a:ext cx="503978" cy="68702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DFEE84F-8544-5EE9-443F-3A3B1B3536ED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0DB28F15-15FC-30DB-1BF6-5A12B7F21BAD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212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ADB7-6325-E824-A587-CEC532706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E4208-E2A0-2045-8358-7C5539DF7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B92852-3422-987B-B7C7-CE40219653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19F62F-D062-AE54-FCCC-4F77CB385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AAA780-487A-D1CA-22E9-F3745C0D6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52F28E-E6C5-462A-2C04-093567B03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A6EC386-39DE-6A3D-7D93-A63E9972A5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ADEC3EC-410F-B751-E8E9-A721BFD9AD6A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1380D3-668B-E3D5-4679-4C188B564C33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E6EF3D-5BCC-1C35-A0E2-2A09B8A2CAE7}"/>
              </a:ext>
            </a:extLst>
          </p:cNvPr>
          <p:cNvSpPr txBox="1"/>
          <p:nvPr/>
        </p:nvSpPr>
        <p:spPr>
          <a:xfrm>
            <a:off x="4551961" y="1226572"/>
            <a:ext cx="7220219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7A58EAF-E79A-5D45-651E-12D049861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6C0DACDE-F9E9-2DE8-0E81-486757EA990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912DB1-2F90-66FA-1887-93B6F584A71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A712DE1-AB77-E2D4-8BB5-EB218C5FF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2D8BF42E-3548-0BAB-3036-4AA21F83239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FF40DFF8-1848-AB7E-D0EC-E071432045A2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51B6E8B1-36E9-5F90-CC2E-4518F85FAC7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7EDB0B6-852F-A782-BF44-3F3A5BF86C52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581885-A414-A479-D668-0563AE063AC3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EEE7E-0F45-0179-918C-2AFE9A0752A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109E1B0F-52EF-5448-50A3-1F4856C984D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ED57F8BA-514F-46F7-92FF-F1A94197B41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AD8FB4B-6A85-CD99-DB79-F1D327A2D4D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0C1401B-EE15-5D78-6919-403E367A687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1842124C-C80E-F25A-B20A-CEACDB46703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11A21FCB-37F5-D9DF-C84B-1C61DCC5E4C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B598D6C3-840B-AEA5-0DC4-104A0B7B180D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3F0729B-AD9D-5E75-463A-79583F827B5D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52A7D40-09CD-31FF-2DA9-98F10E757BB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059498D-4E56-42F2-8EF6-1D69138C916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ED3E60CB-A0B1-3C02-7322-DFE370A1FEE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2847DAB-D8DD-76CF-E8FB-75662E68FA6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FE7D96-3E11-513B-4DF0-D25201DBD59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363E1DAA-5F68-7856-E058-BD0368EEAB7A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F574AA-4925-C325-F2E6-1527A8D486F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853334D-67F2-5A2D-8C83-7BB7F06BF007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B9FACEB-B76C-6674-B98D-69E3FF1F3B36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326EB35-AF2F-0B1D-57B2-4A8E52E72A48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1332578-EB19-572F-07BD-1E888C657A86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C215891-6E67-A793-4167-F6298E0FED4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A999B578-FDFE-C400-DD2F-369B477D4C3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C8294395-7E75-4816-3160-644B9534602B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059A41-DC1C-2442-57DC-090862EABBD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CDD79901-603D-7125-A03F-5E9A3D9F5F8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3A05F83-4718-0B51-CD7A-7109A8721CC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72397F3-E28E-A531-B4AE-15F4902D6D3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F9847E6-7CC3-3957-396C-3954EA3A7AF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4F1EA07-7B6B-05D6-472C-3E598F82EE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696E6AF-0F4E-A321-D395-4196F528E0CE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041B22A-556E-1A30-E666-9D8E97563B95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AC497413-EFFC-F866-456B-FFBE47B871B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C395A5F-584C-31B3-4E02-9D33297922F4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BAFF5B6-184D-FD00-E8D0-75EBA416CE0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0A64DFC-BE8E-682F-A0F7-0128C518746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2FF1300-1DB4-1F7F-2CBF-12F506143781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8948298" y="2321755"/>
            <a:ext cx="556118" cy="73782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1EF3E6F-4891-6405-9A75-029133217EF5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9504416" y="2321755"/>
            <a:ext cx="585972" cy="45671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EECC0ED-CB51-1786-A792-8255FBDC1694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4FF485F2-8063-FF81-0AAB-0ABF04839600}"/>
              </a:ext>
            </a:extLst>
          </p:cNvPr>
          <p:cNvCxnSpPr>
            <a:cxnSpLocks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3469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5BA8B-D5F5-3C4A-51D0-2868D2562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D39449-DDA1-9699-ABCB-423B26CCF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F7EF7-5FA7-6618-6488-AB0934B94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되었음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E79EE7-3094-8095-9CD5-7A9A390587A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6C9A6A-9FAD-DFA8-77F7-8863DE6D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31B531-B310-3361-2A37-0A2B297E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F39E0DB-A136-313E-CE97-2A1621D28C6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72388-B740-BCBB-24EF-A35E5E4439F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AACA98-0356-AB71-ABAF-57D3BD025F77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5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6EA3F7-F4AB-2641-7381-A51EA808C7D6}"/>
              </a:ext>
            </a:extLst>
          </p:cNvPr>
          <p:cNvSpPr txBox="1"/>
          <p:nvPr/>
        </p:nvSpPr>
        <p:spPr>
          <a:xfrm>
            <a:off x="4551961" y="1226572"/>
            <a:ext cx="6880913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F26AEFB-4737-F8AE-8FD7-34345E47D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94AE74F-E144-7811-C9B8-5D1C707BFBB4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4E4A6FA-B6B3-19BB-70BA-8620CF71DF9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970BCCA-7542-FC26-6AE4-DF214246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1942C267-FB9E-9D6A-C22A-9B3B6D0ACCF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CB5DD43-85EB-256D-F5AD-462B8A90555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A2EA481B-F957-CCA0-F2BA-397CC18F2462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BB58943-E825-EE82-1F52-1E446955DE5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2C4660-7F30-F98F-3550-445AB0CA1B39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BD946-4A58-CE06-D6DF-3E0E7C2DFDB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F95CFA2E-6BE5-C592-5BA1-F95F39279F6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00809CE-329F-CA20-83F8-138B0B351F0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41B2ED58-FFE7-0148-6764-554A5567578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EAE28DB-262D-7986-C906-DF651165C5BE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62D2FB2D-F9FA-152C-D792-F12311FB1BA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0DEB961-F009-F491-1F45-E4289AE3319D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E0A918AE-C454-4A0A-23D3-D9C0550F307C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B225C03-0C57-4887-C71E-47C73B1D2E2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2DB3553-4A74-D41C-63D2-2DE7A60DEC3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B22191BA-316B-6278-6129-BFD8957242DE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3662C67-01E9-8594-C34F-BB556775DBA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89107D3-6345-4F28-02FC-42DB5D6D7AF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293012C-1EA8-6032-E0C2-31762393550C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E1800B4-CF7C-04E9-28D8-2DCD879EA2C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39D2F1A-1D53-A4F7-9E06-E5DD5C010BC2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B167408-F5D4-CB53-C5B8-AC7E601F8705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A91F986-7716-8062-0522-B8970788751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A8EDD72-853D-3AF6-711F-8B6E1BEA035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2FD3A-5BC3-2005-80BD-4DB1572F8F23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71239D1-7604-9FD4-FD1E-FF3A61D69DBD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EDA8E86-5F86-E512-78B1-736FB738689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8B0F4B3-AE94-71A1-BE68-60AD75792CF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EB065D5-F4FA-37A9-7F7B-D08D01274BA4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A6527CA8-C892-A647-1C90-42FA513F8A85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58A3C06-B7DB-522B-04A2-BD02AFAD7B3A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1DFB2D1-2721-71F9-8BD5-76727DD0E026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13888C-CD6E-E79D-D42D-ACD3AE1C86C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C5ACE01-7A18-C0E7-CE60-35FA7F85A1D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7F999D1-F797-D811-4222-D179FCBB3F22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7B8FD3A-6672-C3A8-AB85-FD70911A43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5189231A-B75E-49EB-ED64-BFB81BE7049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75AE6BBA-37BB-B287-5465-537D2577BF06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03FB713-7D9A-4CC5-6207-2FD2179D0033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9518648F-1E47-2C53-DD17-122914FE903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811ACC3-6720-4BE0-8188-85CA871E01DC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51AC89C-0AED-A343-C325-139CD63C135A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57F93F98-3DBC-88B7-FB71-88B07F1A2BD2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76E8C1CF-053E-DCC0-0EF5-8B40863A393D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632FAF25-C763-F224-0614-C643D1070C7B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03746E4-8DBD-F765-8476-B3C4BF3EA876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타원 67">
            <a:extLst>
              <a:ext uri="{FF2B5EF4-FFF2-40B4-BE49-F238E27FC236}">
                <a16:creationId xmlns:a16="http://schemas.microsoft.com/office/drawing/2014/main" id="{255F24B0-ED47-0A54-F22D-92A5045BB1B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4ECF589-4A9C-9C2E-752C-9D5434EEC34B}"/>
              </a:ext>
            </a:extLst>
          </p:cNvPr>
          <p:cNvSpPr/>
          <p:nvPr/>
        </p:nvSpPr>
        <p:spPr>
          <a:xfrm>
            <a:off x="7641979" y="3557351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7CA849F-E642-049D-62ED-6BE58E53B05B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C1ADBE0-E310-4EF5-C2F0-BEC707CD2F08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94622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159A-1C47-CB5C-2F9C-F64CC3521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CBE41-F275-9482-0B01-724B09AE0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1A1B95-2F7B-5903-7B6F-66EE656EEB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되었으므로 </a:t>
            </a:r>
            <a:r>
              <a:rPr lang="en-US" altLang="ko-KR" dirty="0"/>
              <a:t>1</a:t>
            </a:r>
            <a:r>
              <a:rPr lang="ko-KR" altLang="en-US" dirty="0"/>
              <a:t>차 후보 지형들로 가는 경로의 거리 계산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692D79F-1666-677A-7BB8-DA303254F7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209B88-C8F1-98BB-77BD-705E62CE3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B22206-025D-4DF5-E20A-6FFE52EC7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0EEDB-F875-6266-6B17-F5E339CAE4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79139B-68FD-038A-7425-0581355483F9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47A95-A16C-93D7-24D2-38E4FDCE627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6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EAA3CD-E96F-44E7-898D-C7A6037B3BAB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지형들까지의 거리 계산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6E0968F-FD6A-98DA-218C-46F851C6A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CCADFAF-FEA0-70AE-6C35-D1891751B5D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13B2386-7020-6E45-CA4D-B72B8A34BAB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EEFD891-E7F8-6CBE-F6AF-D33DC6E9E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1AC52BE-8553-23E7-8CD5-1188AB45CD9F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3EC8679-F05D-FB0F-D435-2EF2BBD6CA9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384ECFD-D246-F716-E07A-AE717A892F90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2CD6563-248A-6EA7-814D-EEBEE10FD42D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9E49B8-B9A7-7EB7-99D1-2D05053D19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83FA86-E8AD-F2A9-A2C4-D56D7C78C09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B219C77-D862-11AF-35D8-DC5DB2E58032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B892E5F-8F4D-83C0-8A19-00A6B1AA3187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5FED362-52A4-3DBA-6EC6-0F8B65874E0F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3EC703E1-D9CE-6593-F7F7-E134347DAE42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2290A4CE-4E5D-1DF2-8EE4-A56D7FBBD6E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6578388-006F-4ADB-E922-43256865077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F338A67-9B49-A4B4-0915-C271D8ED9A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6E1F753-9938-A6B5-92CD-8155566FF21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214F016-8B4B-F71D-E6B9-E42AEA46D7D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4DCCEE2-ADA6-F114-F72E-184F07592ECF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5F2A50D-0259-C996-B816-40E17997D9E0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C3AAEBE-1D64-7CEA-C3D0-D5963A7E787E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499F7A5-2D3B-28E4-BFF5-6443E44E4789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31FF77B-7C7C-7526-083B-8AA268440F5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C71AC95-99B7-FCAC-44E3-FD6E3F207487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71B315B-F835-2886-74D0-EF1CCFF22F8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BAB8D4B-B8BD-D555-90F8-482FCBEFCE2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B4297F7-EC9A-FCC1-301E-53F1C3678D19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51DD1-1E48-8AAA-0116-6AEB52D75B2B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AD553CE-CD7A-E383-B0DD-7C557B270EE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06B2F678-2B8F-1FB6-5C4F-FC90C67026C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9A24CEA4-BC28-4282-94A3-12B30F6437F0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B07222D-989C-E695-560D-BDC8CA4A46A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68D5FA0-CA0F-259D-080E-3589483A4934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36A3AD9-64E3-8E5B-6764-081A3B8490E4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07ABEDDC-5E65-0A25-2075-059C92AB1FB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D3EDA57-FD49-DDC3-8EC3-20E837A544CF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08058FB-D289-C723-FF1E-CEDABDCF4A2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DF1F780-3D11-C375-3D76-84DCA7A412AA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9FAC0928-2373-47E3-E71A-870DF9E59CD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303F3797-EFA1-B3D4-717B-04913DD20E83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E41E284-AC93-97D8-03E6-056B5BBB016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BE135FB-F184-B879-F382-738D8CAF28F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AEC31506-BD02-E735-AEC2-FFF20999EF2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141FA40-6A79-46B0-FE67-D25FE1D801DD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8B02F9C-BDB8-527A-CA5A-CDDE0C9F3DE6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93EC4AAA-A7ED-B48A-DAF2-41539A3680E3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9740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CE111-6705-4007-26E9-3A4B743BF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1BF214-3D1B-5F52-1AC8-B18874374B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C896C8-D44A-3386-C100-1907D909B0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F099E2-C7BD-5736-7DD2-EE893653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4A1A1-1C60-6231-C803-B60243CB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F9F550A-982D-2461-E63B-6C23FF702E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3574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6D982-C818-CD38-F986-D3A1CEBB6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C6DAC7-7457-2AB2-FF97-EDB156B4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9B86D5-FA44-F0CE-9626-B6E29A2CBA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후보들의 지형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이동속도 감소 등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8AF903-5EA8-8BA4-E998-5089766468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B52D70-B204-08E1-81C9-68FE2619E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DDE34E-30CF-6C28-68DE-1110B3030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EE70CC8-3B48-DEFD-CE7C-300146158BD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980C68D-52F1-A77C-B873-ADF351BB3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706940F-FC31-F070-71A6-0A1970FCC94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891E042-2D00-0D27-9FF6-4825BA2A42B8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E5D41B4-766D-681A-5928-AEA025E06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0566CAB-E9C9-29A9-1714-02FA620E005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CA98AE04-9FE9-B7FC-B432-6C564A173659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6CC3672-BA1B-A4AF-5036-D4E29283966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BAB686-6320-3673-89C3-5BCC938B426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BD8BB6-6DC0-B8F6-5C13-9F66C03AE40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39A618-CC51-4A2D-827F-1FF745F22C7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FE77EF0-78C7-5F8F-8A4C-913318CDC29B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7BA5C13-3D3A-39AE-47D3-975D259F7619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275519D-01EE-AC18-8DC8-60B945ADF0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F3F1EFE1-DAE4-A02F-173F-267FF69E56B3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99B1C66C-CCFE-AE27-68C6-8342EAB65FD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5C9655C-272E-303E-A37C-191685D9DA84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0874D38-FE4B-038F-7968-D96BBDD572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D08EA1F-50AE-4519-88FA-44CC95A7498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3B7E8C0-1068-099E-1D18-5009A2D350A0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94E71CB9-463C-9C78-2183-AFA3D1361722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733FDC5-AE0A-599F-2855-F468AFF6D13A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854E19-1623-5FD4-1DC7-F8E756EC2DD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7F5515-8709-8710-B5DA-3B6125FBCAB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2C20228-8EAB-E8FC-59AE-6A4B20F35D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013DF07-18E3-434E-0E9A-21E97CEA891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05FF4725-A75B-C6B0-0648-98F45E9BA034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C07C2DA-B23D-BD1E-B6A9-A1E24062D5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CE43F6F-1869-B7E4-09DC-D2AC4D00A830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9D4D3E1-85BA-218F-0AF5-5A54B40C7A4C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A85057-1C7B-EBA8-63CA-BAC9B1CD265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5C6CDE8-F29C-423A-4F89-199C1B65DF6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D688479-1659-ACFD-A69A-571C39C5EC6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9E893CC-FE49-1F81-0F3B-7AB0424BE20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4461DEDF-F3CF-46FA-4103-5B74C5B8B2C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B5F494BC-4501-DA5E-44B6-5440AB05E448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2E9A13F-4C18-3EBD-2E39-96618A42F384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AD319BB-40D6-4FBA-E6E5-D44EEB5EAA9E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E6C89FE-321C-9889-65EC-6C409276126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8C6C1DA-37EE-9CCA-7981-007E1373E4C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31D4974F-699B-FE12-4C3E-6D2022EFF02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E330CC1-3BC0-63FB-0FEE-2D1404D5F84F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618AE51-1E04-A8AE-ABF8-78BECC690D90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BAB518E-2572-67BE-7D3E-BD8A733CFA8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CA9BE03-6792-CEFC-DC2E-83F52640F5AC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B4C259C-2B52-643E-BF0F-BA4DB67021E5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83EAE8-6413-7891-D4D3-DB19DC8C3497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CDD543F0-5E5C-C633-5C56-14C399DA9AAF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CAB007-36E6-82FF-15DE-6272E36C5515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DBDE9E-CD9D-4BDC-8227-133B13FA78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ECEEC7-5ABE-D2F4-498D-2AD965C17A00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후보들의 지형 특징 확인</a:t>
            </a:r>
          </a:p>
        </p:txBody>
      </p:sp>
    </p:spTree>
    <p:extLst>
      <p:ext uri="{BB962C8B-B14F-4D97-AF65-F5344CB8AC3E}">
        <p14:creationId xmlns:p14="http://schemas.microsoft.com/office/powerpoint/2010/main" val="15600894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B9086-E7A3-CC00-40BD-52CA46CCA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F6F37B-4964-47C5-D4EC-0358E4B2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193283-AA39-7848-8F5F-DE2067A8CF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후보에서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경로의 길이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특징이 있다면 반영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없다면 </a:t>
            </a:r>
            <a:r>
              <a:rPr lang="ko-KR" altLang="en-US" dirty="0" err="1">
                <a:sym typeface="Wingdings" panose="05000000000000000000" pitchFamily="2" charset="2"/>
              </a:rPr>
              <a:t>미반영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 </a:t>
            </a:r>
            <a:r>
              <a:rPr lang="ko-KR" altLang="en-US" u="sng" dirty="0">
                <a:sym typeface="Wingdings" panose="05000000000000000000" pitchFamily="2" charset="2"/>
              </a:rPr>
              <a:t>각 경로를 이용하는 시간 계산</a:t>
            </a:r>
            <a:endParaRPr lang="ko-KR" altLang="en-US" u="sng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CD84E3-A814-6A50-ADA4-4A0CF21BB6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C17538-C7DC-BDAD-7096-FBB7E5801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596E0C-CFE1-BE0B-F459-637D12F6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AEB5F4-CC7F-6875-E95E-402C45FFE94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7AC99FB-F15A-3D19-175B-4CC74806B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E6A46F13-0F64-76B1-8712-FE9D9A40BE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933DCAA-ACDB-EC05-04E2-0B725D27428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57F9412-024F-F52F-FEC7-D7330A1AD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DBBC5FF3-2A88-9098-6268-B82AC480DEDB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B2F5810F-ED92-548D-7612-67BD4121D81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47663A1F-3E87-DA54-E37B-09D2E7259CFA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3294F0-0BA0-B204-130D-496CBD93DC4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F4412E-43C9-85C2-8013-9CE7EC5B6D48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2787A6-660F-FD50-815A-B4A5DD8DE20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3C01D7E-2E99-9132-7790-754357FBC7F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9924099-CB4D-2BC0-509C-D7B6FEAE0B1A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54DA74FA-590E-DB4B-895F-56057B99D789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D906CD5-B1D9-9C28-195A-66EEADA6EA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4CC3D4DA-1B77-9FE0-E1DC-2F59FCAF65D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E71597D-03B7-964C-AB0A-85E1C6B8472E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55CBB863-A774-8C20-9784-0CFE102EF618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0E61E9F-5370-F6B7-4778-004467F91ED3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D4AB95-09FB-08BC-DFE7-23828424395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609AF4E5-0E57-A87A-1177-9B211485079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6C1EF34-632D-0D01-0197-29900BC002C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10ABAC0-1C6B-810B-1DC4-B547B5990F9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41909A4-6317-0C65-2EDB-F3F4FFCB84A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988A384-2D2B-0F02-7D5E-D7BE893F01B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2566B5D-E9BE-3325-7702-4303718E4A36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1BCDA3A-7483-63C4-18CF-92E58A99AAC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0982D31-69E6-B7FF-CD37-CD5E848DA7E7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A055E82-C99E-05F9-0A02-5F0FCDA0941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BB28C63-D56A-5896-99E0-C721DB68ABE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4955E90-AA9D-D524-9C9D-DDBA216E9A03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1551AB4-E88A-DABD-CC8B-5CF5007D614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CFA58AB-5561-D836-D8AA-32C46F1CB1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58157A4A-518B-AF07-9591-FC86CBF08AE7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57E54176-5714-188A-6EC0-DE6ACA4C7B2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02A876E8-E4B3-575E-EA37-BD82F4EA853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2F2FA1-5517-386F-B9D7-3127645AF66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997F11D-346A-C5E9-DC17-579469DDD968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CE515FD-0110-748C-AAE7-9164CCC2E0A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36D7623-2C50-B6EC-B742-91B016B3C989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1EEFCACC-4AFC-032D-1810-6AA20DE9283D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B0595302-E56D-427D-B5AE-7114CE42E71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91B1401-68CB-5772-8B3F-5E79A6360F8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85DE755-507F-5B39-45F8-118E74F45E6C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F6A8BDC-6840-8AB0-BF37-6FB207F5B3EE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EEAB5AD-4EE3-B2A0-C4AD-31C173869349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526A2A-0DDD-7372-2ED9-E378BCF845D0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B26640-52DA-1B58-A270-2F42FBF4A1B0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663ED7-33C5-5629-801B-2D78E164126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strike="sngStrike" dirty="0"/>
              <a:t>= 2</a:t>
            </a:r>
            <a:r>
              <a:rPr lang="ko-KR" altLang="en-US" sz="2400" strike="sngStrike" dirty="0"/>
              <a:t>차 후보까지 가는 경로 검사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CB204AE-5B71-E6DC-4CE9-492B27A7B1E4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958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C3CC-ED64-B68F-8527-67275879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AAC52-0072-2702-16B6-1CF7DCF06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E97C50-17C8-1952-1CEE-13FE9EE482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B0824D-9C28-B6CA-C382-FB1F727304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00D7F2-E196-5362-571C-D11B2FA99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4BA3F2-8AD6-2096-3A8D-C2AAD7F06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4D9BD9-A18E-5969-57A7-7D6DA8CD47F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0408746-061D-4152-F21C-823979FA5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1758B48-E9E1-D928-0DA4-8248E688062A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604FE04-B8D5-3904-3723-245F3A0AE19F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306CE2-B7E7-32E8-D3D6-83573B11E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C00131D-2FAF-3174-43C6-1715671B336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7AF20555-4E5C-9C3C-1D92-61FE3EFCDA8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E5EB13-8135-63EF-5B19-B1BD2A42AA4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E1DAB201-CF28-AAE4-C1E9-D21B69247F6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264EB-9F3E-F18B-CDB1-AD20459907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447A6E-F112-48A3-C388-BF0B0EA532C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8353E59-878F-E8D7-BA39-237DF954CFE1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D3CFB39-F306-9D97-85CF-83218E3E33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6098B34-A721-AB9F-FBBF-64BB952373B8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AB945C6-21D3-9279-63BE-5553DD4B7D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73AB8609-E044-F6D9-F7A5-98F4D97DFD0F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FB0F087-D1FB-7B80-6D77-484DA1E2981F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C74BED3D-D392-CC3A-D213-53ED62F56D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83C3062-76BF-0999-949B-50FF608BDC7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D32BF5-C6CB-6C42-BD8C-5D7A6CFFF3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2E1FB88-6260-3D8E-817D-620F09C1636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A286C22-4E34-BF93-3C85-60EC69CA85A1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231B2E7-F7E7-2B0D-C0B2-76DF2715A533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2096F22-05BA-3345-2EA1-0C0EB54FA72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DBC2211-505A-0D58-FAE3-5D0A02971F01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D0A04C8-6060-93F0-C98E-412B671EF5A5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E1332-EB89-EAA2-4157-145EDBE7164B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6F57E1BA-FF29-0CA7-B4FF-7B571342D74B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891A76D-4BF8-52A9-F95F-EDA079FB450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11484BD-81A3-86A2-BCDB-B175CD9A5E5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826493-316A-0189-FC08-C0EE2A747A64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6E14BE-CB32-C690-E596-099ED49A37D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FEAE309-DBBB-03F5-9A48-AD6D68BC609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6FE64D-AA2D-87D3-9676-559DF2DE4FDC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F8F1D3-B660-DD79-318B-4F4686080362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343D6609-2333-8AF8-B429-2B1B2D03AF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196E456-AADB-2CF1-CF68-A4172A64CDE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98BB342-4829-D0F8-3AD3-E137BA2C74A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5FD5FE2-BCD3-70C2-9167-E22B1D8710C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038223-FE2C-37F9-73D3-9C981287F72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AEF6CAF2-371A-900F-1551-6C0506761DD1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E54A74DA-0795-8D50-EFDB-4017C4C6F9A6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2C68BC7C-247A-02C3-2767-87AA5429BA51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FCD374-D947-E3CE-E2F5-7C54FBE38370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C0A16FE-5B80-31CA-26D2-89E580E953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8581CE2D-D7B1-7576-5321-CF70DDF5B3BA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3598A90-72B2-E1BB-4FC9-B97EC1303427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A2F9C5-BC27-D5E2-986A-0FE5D484FC2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72F11B3-E0A6-EAD1-7A75-8D02682CC714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strike="sngStrike" dirty="0"/>
              <a:t>= 2</a:t>
            </a:r>
            <a:r>
              <a:rPr lang="ko-KR" altLang="en-US" sz="2400" strike="sngStrike" dirty="0"/>
              <a:t>차 후보까지 가는 경로 검사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BCC9CE0-23EF-D919-B5C8-A51054658409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4F3876E-8922-EDA6-BD44-7922638B4C30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50030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F5EA4-9340-0053-FCC6-DB413F19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555B7F-842B-5DD8-5E2A-4BBB5ACD8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B3EA95-FE8C-2AEB-C540-524D835265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0C0C7F4-1304-9013-9F63-248E1C9EAB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AA49679-F5D1-E70E-DD3A-5EBAAFF39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74E319-4C60-3781-94E8-18955019C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966FD00-16CD-4F3C-C672-417EE439A0B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B0769AB-B2F4-EC79-A1AC-FD7F9A67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95FCFABE-EEF2-99B8-D722-A4078C3355B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E15A508-94C0-D1EE-7A21-40C31A85DA3A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4F9006D-854C-6C7E-9F6B-B84111AA4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8A6F79B3-8308-9FD4-BA7D-066AA090B53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6E73E05-1AD9-4430-1A6B-D66EDBD3984C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0A473022-8594-1B2A-A61F-7C10E59A162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65112DC-73C7-ACAF-650D-E97D5F934C4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91F763-90D1-206A-B58A-AB81C23BA23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B10D45-48C0-6F01-DB38-400AC804317A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DCDEABD1-071C-C621-8E05-A9D5C8AF993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F5B8DDE9-0F37-3EB3-0188-AF9E58D5FAA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14AECB0E-2846-66C6-8360-51A200344BB4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9470A124-F79E-3CE9-948F-BE92FBCFDA2C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5CD888DF-EB38-DFF6-106A-90F422AEA69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9530E0F-D029-9957-EDC5-0D6B4DBBBEA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4928AE4-7E0A-D41C-CEDD-8627E51939DA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6932D95-CE94-5146-C746-36F7BC20B29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64980CD-9B2D-C771-2708-23F9F3710CF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D075BC86-E26D-2B02-944A-01F177CDB15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77A4DD6-EA69-FAA8-7184-BDB7AD3D58E2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FA0AD4-ED2B-E357-E6E2-BE61C057000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F3094BB-543D-1B95-84EA-1244D1F3D1A1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24508CD-627B-9C4B-2681-797B122F22F7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ACF38B36-77C5-D982-25CB-4A74D285D0A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CC9E121-E8E6-97F5-6AD3-A15DE2DAC428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0300762-1497-BE33-2465-93661F1988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ED6A24D-69DC-FDB2-09C5-76DB9CF2684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D9C40DA0-1471-5E3A-7840-EA1D189645A0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05C5B1DB-D5FF-E299-1F58-94C4D9488C61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D9C4D51-3F18-70D6-775E-A97A13264BF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A7648DD-8623-8D82-201F-42BD3101E49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CB14CD16-E87E-2943-8B56-29E390714EC0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00CAF6-BEBD-9E19-43F4-7A7C08EA7F1B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6D44312-AFCB-B33A-BC59-504B2E0FB67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9288BDE-6633-0201-8406-9C67901D28A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E7FD796-6F22-D1A8-4F44-F6E7ACF8888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D9BDD84-8A97-9771-8B80-6092C948375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66E1BD1-7993-1C4A-FF27-4AE359C09B28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F30E0079-02F2-01DB-88CD-10FF0956B33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D09AC257-9D79-F748-E456-220CEEEBCCA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67BE516-D06A-4C74-ADFD-92FC0EAC0B8F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B23E5A4-F76E-8A5D-A15C-A336786362E5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E21E83B-E772-135F-44BA-FC3354B15B60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261D22-DD0C-5CF5-3C09-E2CBAE1FA64F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6D04EBC-631E-CD75-373B-50251A0AC9B1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F46146-803E-6109-0993-AE97796464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9A3162-8D62-ED3C-9CED-9A1891A5AF5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strike="sngStrike" dirty="0"/>
              <a:t>= 2</a:t>
            </a:r>
            <a:r>
              <a:rPr lang="ko-KR" altLang="en-US" sz="2400" strike="sngStrike" dirty="0"/>
              <a:t>차 후보까지 가는 경로 검사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B8D7A5A-E1B1-9F86-904E-35296A562E85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CBE49F77-6958-151C-A218-A4C643EDACD9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1082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AF947-B33F-DC45-1562-73FD24BA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08820F-48FA-3686-18BC-A471485AC3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3A506D0-E064-DD3F-E146-D9D48405FEA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999316-3823-CD60-F1E1-F32285A60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E13E16-F2DC-00EC-FAB1-D8846A90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8E451E-E9FA-2DA2-4194-836E95A52F4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3005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F73D-77D9-BB81-27E1-AF5783AA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7A296-464A-87A0-7183-26851BE3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단계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C5365C-A461-6219-C868-920B13805B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615291"/>
            <a:ext cx="5181600" cy="2561672"/>
          </a:xfrm>
        </p:spPr>
        <p:txBody>
          <a:bodyPr/>
          <a:lstStyle/>
          <a:p>
            <a:r>
              <a:rPr lang="ko-KR" altLang="en-US" dirty="0"/>
              <a:t>붉은 선과 파란 선 </a:t>
            </a:r>
            <a:r>
              <a:rPr lang="en-US" altLang="ko-KR" dirty="0"/>
              <a:t>: </a:t>
            </a:r>
            <a:r>
              <a:rPr lang="ko-KR" altLang="en-US" dirty="0"/>
              <a:t>목적지까지 도달하기 위한 두 단계의 경로</a:t>
            </a:r>
            <a:endParaRPr lang="en-US" altLang="ko-KR" dirty="0"/>
          </a:p>
          <a:p>
            <a:r>
              <a:rPr lang="ko-KR" altLang="en-US" dirty="0"/>
              <a:t>붉은 선 </a:t>
            </a:r>
            <a:r>
              <a:rPr lang="en-US" altLang="ko-KR" dirty="0"/>
              <a:t>: 1</a:t>
            </a:r>
            <a:r>
              <a:rPr lang="ko-KR" altLang="en-US" dirty="0"/>
              <a:t>단계</a:t>
            </a:r>
            <a:endParaRPr lang="en-US" altLang="ko-KR" dirty="0"/>
          </a:p>
          <a:p>
            <a:r>
              <a:rPr lang="ko-KR" altLang="en-US" dirty="0"/>
              <a:t>파란 선 </a:t>
            </a:r>
            <a:r>
              <a:rPr lang="en-US" altLang="ko-KR" dirty="0"/>
              <a:t>: 2</a:t>
            </a:r>
            <a:r>
              <a:rPr lang="ko-KR" altLang="en-US" dirty="0"/>
              <a:t>단계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1E40BD-0B0D-B9E1-7679-E0656F40B3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362C7C-8A12-862A-36C1-9775FC9E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5693-1891-2EB0-2FBB-E96CAE21F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08AFA02-6A11-2364-9586-09062B7CF3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B18EC6-6C05-C2FA-61D2-662A6570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1EC05DE0-1A92-AB97-7667-B027CD35278C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A586D92-963B-BF45-973A-A33212680C7B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A46A21-8FEF-25B8-FB6F-E581755AF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1D6A2EB-0BB1-42F7-464D-84342FF43B0C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CBE1810F-A37F-2124-DC25-34560CF84718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0CDE323D-E8C9-4941-BE4E-77EFD26F94AC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F8421CB-52A9-790B-B34E-F9801B08395F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3DE973-6E11-C2B8-EB2A-F60A996592E0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9CF0AB-B4E8-5C52-3C85-08BA744F9925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A37C917-DD2B-750E-A83E-4B7280865B2E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AA18BA2-7BA1-45E8-CA44-3CE184B5B11E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EBD4E203-0580-180F-4AC8-D1580AB823D2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8FEE689-221E-73A6-38DC-3E963FF8D59C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FC6B376D-5F8E-5CC1-D2D8-CA334ABDB9E4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97C09418-3D85-812F-862C-B258A4743006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EB53826E-F246-2326-9E58-1F896B1F2A27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14DA28-1B8E-9190-FDB9-CED43BF6F5C3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DEBBC67-8642-2570-64F6-073EC8600EDB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F855F616-0408-2D92-0E39-38AA430C60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465B7CC-2ED8-E8C6-537B-18A9D93BE865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5889A05-4CF0-1997-4432-BA80CA6CEC15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C1841E7-652C-EB2F-7C7C-749CB04AD5CF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E2BC12B-8A20-C1EC-958D-D54B55954434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E47D6ED-E1B7-7F4C-C0E0-46824435AEEA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793BEEA-4770-50DC-766A-B1413547760E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DA79603-78E4-48C3-0326-428AFA39990F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667F1F3-DF23-D227-A0C2-9C7EB8C8DEFB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2CF8CA1-6B32-8F5E-8E6D-E2EBE5AFFB25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5AAB57F9-E799-F356-9252-EC8AB213B7C7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1AD77126-DDAC-F383-5D77-AA78D82B84E8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C3E4706-E35B-3372-EE6B-D15F170ABD82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A615A6F3-D537-C52F-82ED-DD40568DD7AF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5AD4A311-CE04-106F-2593-A71359925795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24E93E9C-33AE-8884-750C-1A010D6FA055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00AAFE5-E797-66A7-6517-C3A3F39BE3D0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B3B8652-1970-07A6-2E46-B170AA75277D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DAB96E8-F6A2-2942-1F35-BDB7FA361F82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9978331-15E9-C4A8-E066-61996D3E5D8F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F033F676-3A19-9721-C328-B9E9332B98EC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00AE08BB-FB12-3745-5BB8-741A7A141293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223F228-8AEC-BDCB-0E67-9E012CF4B9AA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C167B5C-9B23-B176-267F-59288B965FD3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D1B3E95A-1D65-1F20-8680-96AE6BA2110F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29F7E14-3C47-28F6-9B6C-1D0C38B1E19F}"/>
              </a:ext>
            </a:extLst>
          </p:cNvPr>
          <p:cNvCxnSpPr>
            <a:cxnSpLocks/>
          </p:cNvCxnSpPr>
          <p:nvPr/>
        </p:nvCxnSpPr>
        <p:spPr>
          <a:xfrm flipH="1">
            <a:off x="1013524" y="1920240"/>
            <a:ext cx="862737" cy="132247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CABDD49-C736-2DD7-CA5D-8541E0464966}"/>
              </a:ext>
            </a:extLst>
          </p:cNvPr>
          <p:cNvCxnSpPr>
            <a:cxnSpLocks/>
          </p:cNvCxnSpPr>
          <p:nvPr/>
        </p:nvCxnSpPr>
        <p:spPr>
          <a:xfrm flipH="1">
            <a:off x="2747523" y="2111999"/>
            <a:ext cx="464278" cy="756318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B6CC23B-C70F-FA20-1E74-3B297EFA80B5}"/>
              </a:ext>
            </a:extLst>
          </p:cNvPr>
          <p:cNvCxnSpPr>
            <a:cxnSpLocks/>
          </p:cNvCxnSpPr>
          <p:nvPr/>
        </p:nvCxnSpPr>
        <p:spPr>
          <a:xfrm flipV="1">
            <a:off x="3868253" y="2001328"/>
            <a:ext cx="523320" cy="791372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310AA06-DE97-F669-7F92-FA379522B65D}"/>
              </a:ext>
            </a:extLst>
          </p:cNvPr>
          <p:cNvSpPr txBox="1"/>
          <p:nvPr/>
        </p:nvSpPr>
        <p:spPr>
          <a:xfrm>
            <a:off x="2027631" y="2226586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=</a:t>
            </a:r>
            <a:endParaRPr lang="ko-KR" altLang="en-US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CBA2A-A354-BD8E-1748-84EA1EC64BC2}"/>
              </a:ext>
            </a:extLst>
          </p:cNvPr>
          <p:cNvSpPr txBox="1"/>
          <p:nvPr/>
        </p:nvSpPr>
        <p:spPr>
          <a:xfrm>
            <a:off x="3240635" y="2153899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+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6269294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경로에 따라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반응할 생물 목록 리스트업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차적으로 생물의 반응 수치와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수치를 계산해 반응성이 더 높은 생물을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거리에 기반해 반응가능한 생물이 얼마나 떨어져 있는지에 따라 반응 확률 증감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72E71-EABD-3446-D2E6-90344B9563DC}"/>
              </a:ext>
            </a:extLst>
          </p:cNvPr>
          <p:cNvSpPr txBox="1"/>
          <p:nvPr/>
        </p:nvSpPr>
        <p:spPr>
          <a:xfrm>
            <a:off x="3714438" y="113424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C7F7C-B045-DA5F-807F-1C2DB795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2B85D6-5A37-C27C-9653-E2D84BA6E7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화물의 자극 확산 정도</a:t>
            </a:r>
            <a:r>
              <a:rPr lang="en-US" altLang="ko-KR" dirty="0"/>
              <a:t>, </a:t>
            </a:r>
            <a:r>
              <a:rPr lang="ko-KR" altLang="en-US" dirty="0"/>
              <a:t>자극에 반응할 생물</a:t>
            </a:r>
            <a:r>
              <a:rPr lang="en-US" altLang="ko-KR" dirty="0"/>
              <a:t>, </a:t>
            </a:r>
            <a:r>
              <a:rPr lang="ko-KR" altLang="en-US" dirty="0"/>
              <a:t>생물의 예측 경로</a:t>
            </a:r>
            <a:r>
              <a:rPr lang="en-US" altLang="ko-KR" dirty="0"/>
              <a:t>, </a:t>
            </a:r>
            <a:r>
              <a:rPr lang="ko-KR" altLang="en-US" dirty="0"/>
              <a:t>생물의 예측 경로에 따라 반응의 종류와 정도 예측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위험도 계산에 반영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8619A7-0AD5-75B1-5F94-936A7D80C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D27793-2C22-C5D5-6D5A-167729F7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4C7544-DF7B-50EB-9616-8A11E654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333AA4-432E-B0AF-AE60-DF3AAC8D70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97D801-CB28-EB2F-E923-A7E820CB269E}"/>
              </a:ext>
            </a:extLst>
          </p:cNvPr>
          <p:cNvSpPr/>
          <p:nvPr/>
        </p:nvSpPr>
        <p:spPr>
          <a:xfrm>
            <a:off x="821987" y="842169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9A839E-AA3E-EFE9-A9DB-6B6E1952643A}"/>
              </a:ext>
            </a:extLst>
          </p:cNvPr>
          <p:cNvSpPr txBox="1"/>
          <p:nvPr/>
        </p:nvSpPr>
        <p:spPr>
          <a:xfrm>
            <a:off x="3429000" y="985930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생물의 행동은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2975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FEE0B90-AE46-8E03-CDB7-D3EBD0C9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27DE23F-3B66-69B1-8866-3A49610D2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ECE88E-77FF-C4F3-7D7B-981CF8E87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CAF19A-8317-D855-8001-DCA3A9489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6700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4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60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61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2175061-8717-5126-E2F8-A4E704A8E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059428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냄새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Smelly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62A930E-8CC2-6012-2583-50CD6146A08C}"/>
              </a:ext>
            </a:extLst>
          </p:cNvPr>
          <p:cNvSpPr/>
          <p:nvPr/>
        </p:nvSpPr>
        <p:spPr>
          <a:xfrm>
            <a:off x="509655" y="1196719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E03BDDF-CB04-CDC5-5414-43CCC85D5432}"/>
              </a:ext>
            </a:extLst>
          </p:cNvPr>
          <p:cNvSpPr/>
          <p:nvPr/>
        </p:nvSpPr>
        <p:spPr>
          <a:xfrm>
            <a:off x="10344825" y="3217763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85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55B9E-719C-75A8-8038-6DB706B5A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전체 경로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24BDA-4CE2-33FA-C9C0-0201072879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F5795B-337A-6FAC-9D7F-FFA570CC7A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최종 배달지에서 </a:t>
            </a:r>
            <a:br>
              <a:rPr lang="en-US" altLang="ko-KR" dirty="0"/>
            </a:br>
            <a:r>
              <a:rPr lang="ko-KR" altLang="en-US" dirty="0"/>
              <a:t>산을 넘을 수 있는 물품을 </a:t>
            </a:r>
            <a:br>
              <a:rPr lang="en-US" altLang="ko-KR" dirty="0"/>
            </a:br>
            <a:r>
              <a:rPr lang="ko-KR" altLang="en-US" dirty="0"/>
              <a:t>보상으로 받은 후 본거지로 </a:t>
            </a:r>
            <a:br>
              <a:rPr lang="en-US" altLang="ko-KR" dirty="0"/>
            </a:br>
            <a:r>
              <a:rPr lang="ko-KR" altLang="en-US" dirty="0"/>
              <a:t>귀환 가능하도록 </a:t>
            </a:r>
            <a:br>
              <a:rPr lang="en-US" altLang="ko-KR" dirty="0"/>
            </a:br>
            <a:r>
              <a:rPr lang="ko-KR" altLang="en-US" dirty="0" err="1"/>
              <a:t>맵의</a:t>
            </a:r>
            <a:r>
              <a:rPr lang="ko-KR" altLang="en-US" dirty="0"/>
              <a:t> 구조를 기획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4707A4-A264-BBB7-7A6D-3BE9D6CA1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2026-10-27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60B6A9-409D-E85D-15B1-6A0039ACE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8B0718A-6E1F-5CFA-E632-C607BB381A4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8F034F5-A629-CE50-34C6-DBEBF8CB5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3" name="사각형: 잘린 대각선 방향 모서리 12">
            <a:extLst>
              <a:ext uri="{FF2B5EF4-FFF2-40B4-BE49-F238E27FC236}">
                <a16:creationId xmlns:a16="http://schemas.microsoft.com/office/drawing/2014/main" id="{386E55AC-8BE0-24AC-1276-58352606C79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E01204D-C348-D474-8F52-BB88484B9682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B4948F3-986D-BA10-60F9-522F765F8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573BDAF9-8E10-5E2D-A500-97CDB18866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2A7EC1D-5701-3ADC-9B43-A89199A0D3E1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1B900FB-8835-9265-969A-1D5AACB442F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23A857-60D8-5B71-665C-798E8D0357F1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3148BA-9936-FF32-75E1-3CEF7BA201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F277CB-1DA7-3604-3EAC-A5005FECAA2C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41" name="평행 사변형 40">
            <a:extLst>
              <a:ext uri="{FF2B5EF4-FFF2-40B4-BE49-F238E27FC236}">
                <a16:creationId xmlns:a16="http://schemas.microsoft.com/office/drawing/2014/main" id="{000C7BB0-37FB-EAFF-36A6-38CA40294C18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3" name="십자형 42">
            <a:extLst>
              <a:ext uri="{FF2B5EF4-FFF2-40B4-BE49-F238E27FC236}">
                <a16:creationId xmlns:a16="http://schemas.microsoft.com/office/drawing/2014/main" id="{C753C0D2-C1CD-34A2-0B3C-E8ED3EECE55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5" name="이등변 삼각형 44">
            <a:extLst>
              <a:ext uri="{FF2B5EF4-FFF2-40B4-BE49-F238E27FC236}">
                <a16:creationId xmlns:a16="http://schemas.microsoft.com/office/drawing/2014/main" id="{6664B951-5462-89CA-53D2-633439870DA9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49" name="이등변 삼각형 48">
            <a:extLst>
              <a:ext uri="{FF2B5EF4-FFF2-40B4-BE49-F238E27FC236}">
                <a16:creationId xmlns:a16="http://schemas.microsoft.com/office/drawing/2014/main" id="{F1914C1E-3F8B-133B-4103-8FAB8EB0BF1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BC8FA6D5-D4CC-97DE-C794-62763A92375F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3" name="이등변 삼각형 52">
            <a:extLst>
              <a:ext uri="{FF2B5EF4-FFF2-40B4-BE49-F238E27FC236}">
                <a16:creationId xmlns:a16="http://schemas.microsoft.com/office/drawing/2014/main" id="{483F43AD-3F5C-CD0F-80A3-0BDC104733BB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5" name="십자형 54">
            <a:extLst>
              <a:ext uri="{FF2B5EF4-FFF2-40B4-BE49-F238E27FC236}">
                <a16:creationId xmlns:a16="http://schemas.microsoft.com/office/drawing/2014/main" id="{A2473AC5-87C9-DF7A-28F9-98F73D9B41F0}"/>
              </a:ext>
            </a:extLst>
          </p:cNvPr>
          <p:cNvSpPr/>
          <p:nvPr/>
        </p:nvSpPr>
        <p:spPr>
          <a:xfrm>
            <a:off x="2642224" y="4112030"/>
            <a:ext cx="561073" cy="438586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24D53E14-A20E-F398-F9A4-6B4CF3265F89}"/>
              </a:ext>
            </a:extLst>
          </p:cNvPr>
          <p:cNvCxnSpPr>
            <a:cxnSpLocks/>
            <a:stCxn id="43" idx="0"/>
            <a:endCxn id="27" idx="0"/>
          </p:cNvCxnSpPr>
          <p:nvPr/>
        </p:nvCxnSpPr>
        <p:spPr>
          <a:xfrm rot="5400000" flipH="1" flipV="1">
            <a:off x="2367728" y="2721801"/>
            <a:ext cx="1874409" cy="3114189"/>
          </a:xfrm>
          <a:prstGeom prst="curvedConnector3">
            <a:avLst>
              <a:gd name="adj1" fmla="val 137355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연결선: 구부러짐 69">
            <a:extLst>
              <a:ext uri="{FF2B5EF4-FFF2-40B4-BE49-F238E27FC236}">
                <a16:creationId xmlns:a16="http://schemas.microsoft.com/office/drawing/2014/main" id="{BC636D52-D538-C01B-CBAB-0B34EA143BC3}"/>
              </a:ext>
            </a:extLst>
          </p:cNvPr>
          <p:cNvCxnSpPr>
            <a:cxnSpLocks/>
            <a:endCxn id="49" idx="5"/>
          </p:cNvCxnSpPr>
          <p:nvPr/>
        </p:nvCxnSpPr>
        <p:spPr>
          <a:xfrm rot="5400000">
            <a:off x="3843586" y="4382949"/>
            <a:ext cx="2051862" cy="313616"/>
          </a:xfrm>
          <a:prstGeom prst="curvedConnector2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구부러짐 76">
            <a:extLst>
              <a:ext uri="{FF2B5EF4-FFF2-40B4-BE49-F238E27FC236}">
                <a16:creationId xmlns:a16="http://schemas.microsoft.com/office/drawing/2014/main" id="{6D0EDE59-CC85-ABCF-233B-AC1EAB297EB9}"/>
              </a:ext>
            </a:extLst>
          </p:cNvPr>
          <p:cNvCxnSpPr>
            <a:cxnSpLocks/>
            <a:endCxn id="43" idx="3"/>
          </p:cNvCxnSpPr>
          <p:nvPr/>
        </p:nvCxnSpPr>
        <p:spPr>
          <a:xfrm rot="10800000">
            <a:off x="2209801" y="5511374"/>
            <a:ext cx="2285025" cy="149564"/>
          </a:xfrm>
          <a:prstGeom prst="curvedConnector3">
            <a:avLst>
              <a:gd name="adj1" fmla="val 5000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013246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10/27/2026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5509</TotalTime>
  <Words>5338</Words>
  <Application>Microsoft Office PowerPoint</Application>
  <PresentationFormat>와이드스크린</PresentationFormat>
  <Paragraphs>1285</Paragraphs>
  <Slides>91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91</vt:i4>
      </vt:variant>
    </vt:vector>
  </HeadingPairs>
  <TitlesOfParts>
    <vt:vector size="96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레퍼런스 게임</vt:lpstr>
      <vt:lpstr>도우미 AI 참고 프리뷰</vt:lpstr>
      <vt:lpstr>게임 정보</vt:lpstr>
      <vt:lpstr>기획 목표</vt:lpstr>
      <vt:lpstr>메인 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연구주제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아키텍쳐 세부</vt:lpstr>
      <vt:lpstr>PowerPoint 프레젠테이션</vt:lpstr>
      <vt:lpstr>경로 단계 설명</vt:lpstr>
      <vt:lpstr>아키텍쳐 세부</vt:lpstr>
      <vt:lpstr>아키텍쳐 세부</vt:lpstr>
      <vt:lpstr>경로 후보 생성 예시</vt:lpstr>
      <vt:lpstr>경로 후보 생성 예시</vt:lpstr>
      <vt:lpstr>맵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맵 전체 경로 흐름</vt:lpstr>
      <vt:lpstr>데이터 테이블_NPC,플레이어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214</cp:revision>
  <dcterms:created xsi:type="dcterms:W3CDTF">2026-09-16T19:24:55Z</dcterms:created>
  <dcterms:modified xsi:type="dcterms:W3CDTF">2026-10-27T15:08:35Z</dcterms:modified>
</cp:coreProperties>
</file>