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89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273" r:id="rId19"/>
    <p:sldId id="328" r:id="rId20"/>
    <p:sldId id="303" r:id="rId21"/>
    <p:sldId id="335" r:id="rId22"/>
    <p:sldId id="336" r:id="rId23"/>
    <p:sldId id="337" r:id="rId24"/>
    <p:sldId id="338" r:id="rId25"/>
    <p:sldId id="339" r:id="rId26"/>
    <p:sldId id="340" r:id="rId27"/>
    <p:sldId id="331" r:id="rId28"/>
    <p:sldId id="344" r:id="rId29"/>
    <p:sldId id="351" r:id="rId30"/>
    <p:sldId id="353" r:id="rId31"/>
    <p:sldId id="354" r:id="rId32"/>
    <p:sldId id="355" r:id="rId33"/>
    <p:sldId id="356" r:id="rId34"/>
    <p:sldId id="357" r:id="rId35"/>
    <p:sldId id="359" r:id="rId36"/>
    <p:sldId id="360" r:id="rId37"/>
    <p:sldId id="361" r:id="rId38"/>
    <p:sldId id="358" r:id="rId39"/>
    <p:sldId id="352" r:id="rId40"/>
    <p:sldId id="343" r:id="rId41"/>
    <p:sldId id="346" r:id="rId42"/>
    <p:sldId id="341" r:id="rId43"/>
    <p:sldId id="345" r:id="rId44"/>
    <p:sldId id="333" r:id="rId45"/>
    <p:sldId id="334" r:id="rId46"/>
    <p:sldId id="350" r:id="rId47"/>
    <p:sldId id="278" r:id="rId48"/>
    <p:sldId id="296" r:id="rId49"/>
    <p:sldId id="286" r:id="rId50"/>
    <p:sldId id="277" r:id="rId51"/>
    <p:sldId id="297" r:id="rId52"/>
    <p:sldId id="279" r:id="rId53"/>
    <p:sldId id="262" r:id="rId54"/>
    <p:sldId id="318" r:id="rId55"/>
    <p:sldId id="321" r:id="rId56"/>
    <p:sldId id="323" r:id="rId57"/>
    <p:sldId id="322" r:id="rId58"/>
    <p:sldId id="319" r:id="rId59"/>
    <p:sldId id="320" r:id="rId60"/>
    <p:sldId id="324" r:id="rId61"/>
    <p:sldId id="325" r:id="rId62"/>
    <p:sldId id="326" r:id="rId63"/>
    <p:sldId id="269" r:id="rId64"/>
    <p:sldId id="274" r:id="rId65"/>
    <p:sldId id="289" r:id="rId66"/>
    <p:sldId id="294" r:id="rId67"/>
    <p:sldId id="291" r:id="rId68"/>
    <p:sldId id="288" r:id="rId69"/>
    <p:sldId id="290" r:id="rId70"/>
    <p:sldId id="276" r:id="rId71"/>
    <p:sldId id="263" r:id="rId72"/>
    <p:sldId id="270" r:id="rId73"/>
    <p:sldId id="316" r:id="rId74"/>
    <p:sldId id="285" r:id="rId75"/>
    <p:sldId id="295" r:id="rId76"/>
    <p:sldId id="275" r:id="rId77"/>
    <p:sldId id="282" r:id="rId78"/>
    <p:sldId id="283" r:id="rId79"/>
    <p:sldId id="317" r:id="rId80"/>
    <p:sldId id="311" r:id="rId81"/>
    <p:sldId id="307" r:id="rId82"/>
    <p:sldId id="310" r:id="rId83"/>
    <p:sldId id="306" r:id="rId84"/>
    <p:sldId id="349" r:id="rId85"/>
    <p:sldId id="312" r:id="rId86"/>
    <p:sldId id="313" r:id="rId87"/>
    <p:sldId id="327" r:id="rId8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</a:t>
            </a:r>
            <a:r>
              <a:rPr lang="en-US" altLang="ko-KR" dirty="0"/>
              <a:t>, </a:t>
            </a:r>
            <a:r>
              <a:rPr lang="ko-KR" altLang="en-US" dirty="0"/>
              <a:t>플레이어의 현재 지점 확인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후보경로의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단계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하나의 단계마다 각 경로별로 직선거리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en-US" altLang="ko-KR" dirty="0"/>
              <a:t>A*)</a:t>
            </a:r>
            <a:r>
              <a:rPr lang="ko-KR" altLang="en-US" dirty="0"/>
              <a:t>로 최단경로를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D419A4-CC73-9EFD-9A4B-AF2F33AE6EDB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1A68464-682C-EF4A-8136-BCDA70E1B806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30FF502-9E0F-3374-2CC9-0B7FA1B7B2C2}"/>
              </a:ext>
            </a:extLst>
          </p:cNvPr>
          <p:cNvCxnSpPr>
            <a:cxnSpLocks/>
            <a:endCxn id="10" idx="7"/>
          </p:cNvCxnSpPr>
          <p:nvPr/>
        </p:nvCxnSpPr>
        <p:spPr>
          <a:xfrm flipH="1">
            <a:off x="7459754" y="3373546"/>
            <a:ext cx="1053669" cy="28318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3024A5-0040-7EC7-EFDD-6F70CC478B55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24E370-D1F5-C755-9F4E-C3F6613B2DC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F5D830-16C3-8357-C4D3-676DCCC41703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C7F8B66-10D9-792B-C8AE-46ABAD17E2F7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929E72E-E45F-EE6D-6961-D26CB578E15F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878245" y="2321755"/>
            <a:ext cx="626171" cy="75587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F4A67AFB-4AE1-971D-27FA-520A37276E07}"/>
              </a:ext>
            </a:extLst>
          </p:cNvPr>
          <p:cNvCxnSpPr>
            <a:cxnSpLocks/>
          </p:cNvCxnSpPr>
          <p:nvPr/>
        </p:nvCxnSpPr>
        <p:spPr>
          <a:xfrm flipH="1">
            <a:off x="7459754" y="3373546"/>
            <a:ext cx="1053669" cy="283182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696CC2-F6C6-9FF8-B238-5953BDCAF6A7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ADEC3EC-410F-B751-E8E9-A721BFD9AD6A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72388-B740-BCBB-24EF-A35E5E4439F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928E7D4-44F7-C728-CD33-19D236ABF650}"/>
              </a:ext>
            </a:extLst>
          </p:cNvPr>
          <p:cNvCxnSpPr>
            <a:cxnSpLocks/>
            <a:endCxn id="68" idx="7"/>
          </p:cNvCxnSpPr>
          <p:nvPr/>
        </p:nvCxnSpPr>
        <p:spPr>
          <a:xfrm flipH="1">
            <a:off x="7459754" y="3373546"/>
            <a:ext cx="1053669" cy="28318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CE111-6705-4007-26E9-3A4B743B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BF214-3D1B-5F52-1AC8-B18874374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C896C8-D44A-3386-C100-1907D909B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099E2-C7BD-5736-7DD2-EE893653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4A1A1-1C60-6231-C803-B60243CB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F9F550A-982D-2461-E63B-6C23FF702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357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666EA-AC06-8D5D-EACB-9F388E6AA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475C2-94FF-F406-3C70-A8C064634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 이동속도 감소 정도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감소한다면 그것을 반영한 플레이어의 속도로 계산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변화가 없다면 원래 플레이어 평균 속도로 계산 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6D473C-7F9F-A1CC-E57C-C6769AB45C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A6E4FB-A35E-173C-F791-FE172B42C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FD5D2-1F1C-FD9D-2BE4-C03A9BFF9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0504B7-0A05-4A68-8944-D2A54DE300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3ACE84-3274-1954-0DF0-293197CCC3BE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6DCF7-4D8D-7015-DAB4-993AA6985664}"/>
              </a:ext>
            </a:extLst>
          </p:cNvPr>
          <p:cNvSpPr txBox="1"/>
          <p:nvPr/>
        </p:nvSpPr>
        <p:spPr>
          <a:xfrm>
            <a:off x="3502324" y="1181934"/>
            <a:ext cx="404291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플레이어의 속도에 반영하기 위함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DAA8F3C-5C83-873A-C045-6CBB08E6F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2E73CC8B-CA9E-951E-0846-57200BC8BA5D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4FFF0C2-55FF-0017-77D6-A6D4FE66949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81D2847-90A9-1D96-C68A-9D256AA58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58587AB-3976-9C0C-9F52-7EE67BBBD829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7BFCA420-61B5-5A5D-E3A7-616EECBAE2C7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BC3E2B5-6EA0-4AF5-E83A-C10D02E9E9AA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C48EA9-DB4E-E1F1-BEBB-1BE80EFDCEF9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E263F0-A4EF-FCF2-F0D5-C9B81A01331D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8C2C67-EB8E-DFE3-C2C6-21B09FC5890F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C19EF7CB-9FE5-2D29-26F1-6305C7D053D3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1" name="이등변 삼각형 20">
            <a:extLst>
              <a:ext uri="{FF2B5EF4-FFF2-40B4-BE49-F238E27FC236}">
                <a16:creationId xmlns:a16="http://schemas.microsoft.com/office/drawing/2014/main" id="{2A5462C1-5E92-D688-C08B-EC07D526BC7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812E4CC9-BDBB-3AE7-0BB9-7B8C88F34FA6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FC167366-EEA0-6E75-2744-8A8A548C79C4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이등변 삼각형 23">
            <a:extLst>
              <a:ext uri="{FF2B5EF4-FFF2-40B4-BE49-F238E27FC236}">
                <a16:creationId xmlns:a16="http://schemas.microsoft.com/office/drawing/2014/main" id="{BAE957AC-758C-EFC6-A3EA-0BC449ECAE89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5" name="평행 사변형 24">
            <a:extLst>
              <a:ext uri="{FF2B5EF4-FFF2-40B4-BE49-F238E27FC236}">
                <a16:creationId xmlns:a16="http://schemas.microsoft.com/office/drawing/2014/main" id="{B065E48E-667A-B9F3-C731-BA26993FC287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26" name="십자형 25">
            <a:extLst>
              <a:ext uri="{FF2B5EF4-FFF2-40B4-BE49-F238E27FC236}">
                <a16:creationId xmlns:a16="http://schemas.microsoft.com/office/drawing/2014/main" id="{292E08A6-21DE-6E5A-48BA-EFF81CC80196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CE12395-E7CE-D373-6A29-CAC7355FE8CA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ADE1C56-970A-A323-7C14-4185013EE265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더하기 기호 28">
            <a:extLst>
              <a:ext uri="{FF2B5EF4-FFF2-40B4-BE49-F238E27FC236}">
                <a16:creationId xmlns:a16="http://schemas.microsoft.com/office/drawing/2014/main" id="{E763A999-DA95-ED61-02FC-A7CA3585AA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F867312D-CEBD-0073-AF0C-B808F86BBF3A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A7B6CA7-C6B9-CFE1-AE6B-B5407F98C34A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15E1590-7C68-34C2-AEB0-2ECB55F160EC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472F1831-7031-B9A2-092C-10194E68DFD6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54500D1-4E16-A81D-0C0D-03EC27EF0152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7E0CFA4-5228-929F-C1D9-4B602D4FD0E7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FCD0F58-9ED8-44C1-E449-FE1A6CA92E7C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DA92CBD-DD9E-1BD9-C099-5968F79681A1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556125B2-0789-EA59-29D5-B26DF1627BC1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5C5139D-9F5F-B88D-C33E-582C4CB75E4D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B4E18FD7-339F-C351-C619-9287BC9E9CEC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B65CDFB-EDB7-C539-4BFC-F70669214A2D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77B7EB91-311F-55BE-4976-6FB3919F1789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3C862C62-4AF7-6B50-3414-6F116A1F7AE6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C914E687-0E6F-42F3-5688-A5C1D9223152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FC354E9-7F50-58C8-55FE-C6E9A262907A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493D20A-7182-3CB2-9FE0-68B198A4226E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6DA3E48-8D6D-368D-392D-ECDC4EC1BBFD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6C6D9CA-EB3F-3BFE-92EF-AF4F813BB28D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더하기 기호 48">
            <a:extLst>
              <a:ext uri="{FF2B5EF4-FFF2-40B4-BE49-F238E27FC236}">
                <a16:creationId xmlns:a16="http://schemas.microsoft.com/office/drawing/2014/main" id="{447C3D90-541E-52DF-1457-600FDAEE93BA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십자형 49">
            <a:extLst>
              <a:ext uri="{FF2B5EF4-FFF2-40B4-BE49-F238E27FC236}">
                <a16:creationId xmlns:a16="http://schemas.microsoft.com/office/drawing/2014/main" id="{5CF58DBC-6663-0B0A-CE7B-1A9D8E19C72D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9D2AAA2E-1E3F-566D-0DDB-CA810202D2AF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A7B4E60-1919-093A-549B-4AB9A01E73B5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DAAF9F6A-0242-5BAA-5F01-A1354E5AEB8F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025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3714438" y="113424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98593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생물의 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5489</TotalTime>
  <Words>5068</Words>
  <Application>Microsoft Office PowerPoint</Application>
  <PresentationFormat>와이드스크린</PresentationFormat>
  <Paragraphs>1194</Paragraphs>
  <Slides>86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86</vt:i4>
      </vt:variant>
    </vt:vector>
  </HeadingPairs>
  <TitlesOfParts>
    <vt:vector size="91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경로 단계 설명</vt:lpstr>
      <vt:lpstr>아키텍쳐 세부</vt:lpstr>
      <vt:lpstr>아키텍쳐 세부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209</cp:revision>
  <dcterms:created xsi:type="dcterms:W3CDTF">2026-09-16T19:24:55Z</dcterms:created>
  <dcterms:modified xsi:type="dcterms:W3CDTF">2026-10-27T14:47:58Z</dcterms:modified>
</cp:coreProperties>
</file>