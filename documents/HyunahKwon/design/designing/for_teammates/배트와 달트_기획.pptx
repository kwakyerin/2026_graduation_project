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76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4" r:id="rId11"/>
    <p:sldId id="265" r:id="rId12"/>
    <p:sldId id="260" r:id="rId13"/>
    <p:sldId id="271" r:id="rId14"/>
    <p:sldId id="268" r:id="rId15"/>
    <p:sldId id="272" r:id="rId16"/>
    <p:sldId id="273" r:id="rId17"/>
    <p:sldId id="328" r:id="rId18"/>
    <p:sldId id="303" r:id="rId19"/>
    <p:sldId id="335" r:id="rId20"/>
    <p:sldId id="336" r:id="rId21"/>
    <p:sldId id="337" r:id="rId22"/>
    <p:sldId id="338" r:id="rId23"/>
    <p:sldId id="339" r:id="rId24"/>
    <p:sldId id="340" r:id="rId25"/>
    <p:sldId id="331" r:id="rId26"/>
    <p:sldId id="343" r:id="rId27"/>
    <p:sldId id="344" r:id="rId28"/>
    <p:sldId id="346" r:id="rId29"/>
    <p:sldId id="341" r:id="rId30"/>
    <p:sldId id="345" r:id="rId31"/>
    <p:sldId id="333" r:id="rId32"/>
    <p:sldId id="334" r:id="rId33"/>
    <p:sldId id="329" r:id="rId34"/>
    <p:sldId id="330" r:id="rId35"/>
    <p:sldId id="278" r:id="rId36"/>
    <p:sldId id="296" r:id="rId37"/>
    <p:sldId id="286" r:id="rId38"/>
    <p:sldId id="277" r:id="rId39"/>
    <p:sldId id="297" r:id="rId40"/>
    <p:sldId id="279" r:id="rId41"/>
    <p:sldId id="262" r:id="rId42"/>
    <p:sldId id="318" r:id="rId43"/>
    <p:sldId id="321" r:id="rId44"/>
    <p:sldId id="323" r:id="rId45"/>
    <p:sldId id="322" r:id="rId46"/>
    <p:sldId id="319" r:id="rId47"/>
    <p:sldId id="320" r:id="rId48"/>
    <p:sldId id="324" r:id="rId49"/>
    <p:sldId id="325" r:id="rId50"/>
    <p:sldId id="326" r:id="rId51"/>
    <p:sldId id="269" r:id="rId52"/>
    <p:sldId id="274" r:id="rId53"/>
    <p:sldId id="289" r:id="rId54"/>
    <p:sldId id="294" r:id="rId55"/>
    <p:sldId id="291" r:id="rId56"/>
    <p:sldId id="288" r:id="rId57"/>
    <p:sldId id="290" r:id="rId58"/>
    <p:sldId id="276" r:id="rId59"/>
    <p:sldId id="263" r:id="rId60"/>
    <p:sldId id="270" r:id="rId61"/>
    <p:sldId id="316" r:id="rId62"/>
    <p:sldId id="285" r:id="rId63"/>
    <p:sldId id="295" r:id="rId64"/>
    <p:sldId id="275" r:id="rId65"/>
    <p:sldId id="282" r:id="rId66"/>
    <p:sldId id="283" r:id="rId67"/>
    <p:sldId id="317" r:id="rId68"/>
    <p:sldId id="311" r:id="rId69"/>
    <p:sldId id="307" r:id="rId70"/>
    <p:sldId id="310" r:id="rId71"/>
    <p:sldId id="306" r:id="rId72"/>
    <p:sldId id="312" r:id="rId73"/>
    <p:sldId id="313" r:id="rId74"/>
    <p:sldId id="327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6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9C3114-7318-D812-D761-B57737B97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23BB7-D3A6-6F42-6190-7660815588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B1D5CC-C984-5F46-C8D8-A611F93CC9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F135E8-4459-E63A-5867-98D1E13A2C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666EA-AC06-8D5D-EACB-9F388E6AA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475C2-94FF-F406-3C70-A8C064634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 이동속도 감소 정도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감소한다면 그것을 반영한 플레이어의 속도로 계산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변화가 없다면 원래 플레이어 평균 속도로 계산 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6D473C-7F9F-A1CC-E57C-C6769AB45C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A6E4FB-A35E-173C-F791-FE172B42C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FD5D2-1F1C-FD9D-2BE4-C03A9BFF9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0504B7-0A05-4A68-8944-D2A54DE300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3ACE84-3274-1954-0DF0-293197CCC3BE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6DCF7-4D8D-7015-DAB4-993AA6985664}"/>
              </a:ext>
            </a:extLst>
          </p:cNvPr>
          <p:cNvSpPr txBox="1"/>
          <p:nvPr/>
        </p:nvSpPr>
        <p:spPr>
          <a:xfrm>
            <a:off x="3502324" y="1181934"/>
            <a:ext cx="404291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플레이어의 속도에 반영하기 위함</a:t>
            </a:r>
          </a:p>
        </p:txBody>
      </p:sp>
    </p:spTree>
    <p:extLst>
      <p:ext uri="{BB962C8B-B14F-4D97-AF65-F5344CB8AC3E}">
        <p14:creationId xmlns:p14="http://schemas.microsoft.com/office/powerpoint/2010/main" val="627025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</a:t>
            </a:r>
            <a:r>
              <a:rPr lang="en-US" altLang="ko-KR" dirty="0"/>
              <a:t>, </a:t>
            </a:r>
            <a:r>
              <a:rPr lang="ko-KR" altLang="en-US" dirty="0"/>
              <a:t>플레이어의 현재 지점 확인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후보경로의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단계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하나의 단계마다 각 경로별로 직선거리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en-US" altLang="ko-KR" dirty="0"/>
              <a:t>A*)</a:t>
            </a:r>
            <a:r>
              <a:rPr lang="ko-KR" altLang="en-US" dirty="0"/>
              <a:t>로 최단경로를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3714438" y="113424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847431"/>
            <a:ext cx="40429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</a:t>
            </a:r>
            <a:r>
              <a:rPr lang="en-US" altLang="ko-KR"/>
              <a:t>dml</a:t>
            </a:r>
            <a:r>
              <a:rPr lang="ko-KR" altLang="en-US"/>
              <a:t> </a:t>
            </a:r>
            <a:r>
              <a:rPr lang="ko-KR" altLang="en-US" dirty="0"/>
              <a:t>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E5812-4458-8C9C-2E21-103C7CABD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CEBB8-3238-08EC-AEB6-9E621FAF6C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677CF7-AFF6-EC47-B7AD-768E22F282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A3E18-838A-04AD-F7F3-122A0F204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11C6A8-7C97-CBF3-C839-2C6E74E88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67471ED-1EFA-28CD-E06B-86BE55937F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58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5A785F-2D00-4136-DAAE-E5CB6B50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911B3-C0FB-B14A-43EF-F389962183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80F196-FA83-457A-F943-06D0FCB5B0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9B32B2-8557-2D00-062F-79A7C915D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AEA4B1-FBF2-9A14-9E71-46B2931A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6236F43-CA5A-589F-4791-3D95743F470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8956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5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356682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5071</TotalTime>
  <Words>4383</Words>
  <Application>Microsoft Office PowerPoint</Application>
  <PresentationFormat>와이드스크린</PresentationFormat>
  <Paragraphs>913</Paragraphs>
  <Slides>73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73</vt:i4>
      </vt:variant>
    </vt:vector>
  </HeadingPairs>
  <TitlesOfParts>
    <vt:vector size="78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PowerPoint 프레젠테이션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PowerPoint 프레젠테이션</vt:lpstr>
      <vt:lpstr>PowerPoint 프레젠테이션</vt:lpstr>
      <vt:lpstr>경로 단계 설명</vt:lpstr>
      <vt:lpstr>PowerPoint 프레젠테이션</vt:lpstr>
      <vt:lpstr>PowerPoint 프레젠테이션</vt:lpstr>
      <vt:lpstr>경로 후보 생성 예시</vt:lpstr>
      <vt:lpstr>경로 후보 생성 예시</vt:lpstr>
      <vt:lpstr>PowerPoint 프레젠테이션</vt:lpstr>
      <vt:lpstr>PowerPoint 프레젠테이션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201</cp:revision>
  <dcterms:created xsi:type="dcterms:W3CDTF">2026-09-16T19:24:55Z</dcterms:created>
  <dcterms:modified xsi:type="dcterms:W3CDTF">2026-10-19T09:52:16Z</dcterms:modified>
</cp:coreProperties>
</file>