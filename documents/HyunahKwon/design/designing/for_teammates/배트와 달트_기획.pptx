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97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273" r:id="rId19"/>
    <p:sldId id="328" r:id="rId20"/>
    <p:sldId id="303" r:id="rId21"/>
    <p:sldId id="335" r:id="rId22"/>
    <p:sldId id="336" r:id="rId23"/>
    <p:sldId id="337" r:id="rId24"/>
    <p:sldId id="338" r:id="rId25"/>
    <p:sldId id="339" r:id="rId26"/>
    <p:sldId id="340" r:id="rId27"/>
    <p:sldId id="331" r:id="rId28"/>
    <p:sldId id="344" r:id="rId29"/>
    <p:sldId id="351" r:id="rId30"/>
    <p:sldId id="353" r:id="rId31"/>
    <p:sldId id="354" r:id="rId32"/>
    <p:sldId id="355" r:id="rId33"/>
    <p:sldId id="356" r:id="rId34"/>
    <p:sldId id="357" r:id="rId35"/>
    <p:sldId id="359" r:id="rId36"/>
    <p:sldId id="360" r:id="rId37"/>
    <p:sldId id="361" r:id="rId38"/>
    <p:sldId id="358" r:id="rId39"/>
    <p:sldId id="363" r:id="rId40"/>
    <p:sldId id="352" r:id="rId41"/>
    <p:sldId id="364" r:id="rId42"/>
    <p:sldId id="366" r:id="rId43"/>
    <p:sldId id="367" r:id="rId44"/>
    <p:sldId id="368" r:id="rId45"/>
    <p:sldId id="369" r:id="rId46"/>
    <p:sldId id="370" r:id="rId47"/>
    <p:sldId id="365" r:id="rId48"/>
    <p:sldId id="341" r:id="rId49"/>
    <p:sldId id="371" r:id="rId50"/>
    <p:sldId id="345" r:id="rId51"/>
    <p:sldId id="333" r:id="rId52"/>
    <p:sldId id="334" r:id="rId53"/>
    <p:sldId id="350" r:id="rId54"/>
    <p:sldId id="278" r:id="rId55"/>
    <p:sldId id="296" r:id="rId56"/>
    <p:sldId id="286" r:id="rId57"/>
    <p:sldId id="277" r:id="rId58"/>
    <p:sldId id="297" r:id="rId59"/>
    <p:sldId id="279" r:id="rId60"/>
    <p:sldId id="262" r:id="rId61"/>
    <p:sldId id="318" r:id="rId62"/>
    <p:sldId id="321" r:id="rId63"/>
    <p:sldId id="323" r:id="rId64"/>
    <p:sldId id="322" r:id="rId65"/>
    <p:sldId id="319" r:id="rId66"/>
    <p:sldId id="320" r:id="rId67"/>
    <p:sldId id="324" r:id="rId68"/>
    <p:sldId id="325" r:id="rId69"/>
    <p:sldId id="326" r:id="rId70"/>
    <p:sldId id="269" r:id="rId71"/>
    <p:sldId id="274" r:id="rId72"/>
    <p:sldId id="289" r:id="rId73"/>
    <p:sldId id="294" r:id="rId74"/>
    <p:sldId id="291" r:id="rId75"/>
    <p:sldId id="288" r:id="rId76"/>
    <p:sldId id="290" r:id="rId77"/>
    <p:sldId id="276" r:id="rId78"/>
    <p:sldId id="263" r:id="rId79"/>
    <p:sldId id="270" r:id="rId80"/>
    <p:sldId id="316" r:id="rId81"/>
    <p:sldId id="285" r:id="rId82"/>
    <p:sldId id="295" r:id="rId83"/>
    <p:sldId id="275" r:id="rId84"/>
    <p:sldId id="282" r:id="rId85"/>
    <p:sldId id="283" r:id="rId86"/>
    <p:sldId id="317" r:id="rId87"/>
    <p:sldId id="311" r:id="rId88"/>
    <p:sldId id="307" r:id="rId89"/>
    <p:sldId id="310" r:id="rId90"/>
    <p:sldId id="306" r:id="rId91"/>
    <p:sldId id="349" r:id="rId92"/>
    <p:sldId id="312" r:id="rId93"/>
    <p:sldId id="313" r:id="rId94"/>
    <p:sldId id="327" r:id="rId95"/>
    <p:sldId id="346" r:id="rId9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presProps" Target="presProps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trike="sngStrike" dirty="0"/>
              <a:t>목적지</a:t>
            </a:r>
            <a:r>
              <a:rPr lang="en-US" altLang="ko-KR" strike="sngStrike" dirty="0"/>
              <a:t>, </a:t>
            </a:r>
            <a:r>
              <a:rPr lang="ko-KR" altLang="en-US" strike="sngStrike" dirty="0"/>
              <a:t>플레이어의 현재 지점 확인 </a:t>
            </a:r>
            <a:r>
              <a:rPr lang="en-US" altLang="ko-KR" strike="sngStrike" dirty="0"/>
              <a:t>: 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strike="sngStrike" dirty="0">
                <a:sym typeface="Wingdings" panose="05000000000000000000" pitchFamily="2" charset="2"/>
              </a:rPr>
              <a:t>, </a:t>
            </a:r>
            <a:r>
              <a:rPr lang="ko-KR" altLang="en-US" strike="sngStrike" dirty="0">
                <a:sym typeface="Wingdings" panose="05000000000000000000" pitchFamily="2" charset="2"/>
              </a:rPr>
              <a:t>후보경로의 </a:t>
            </a:r>
            <a:r>
              <a:rPr lang="en-US" altLang="ko-KR" strike="sngStrike" dirty="0">
                <a:sym typeface="Wingdings" panose="05000000000000000000" pitchFamily="2" charset="2"/>
              </a:rPr>
              <a:t>“</a:t>
            </a:r>
            <a:r>
              <a:rPr lang="ko-KR" altLang="en-US" strike="sngStrike" dirty="0">
                <a:sym typeface="Wingdings" panose="05000000000000000000" pitchFamily="2" charset="2"/>
              </a:rPr>
              <a:t>단계</a:t>
            </a:r>
            <a:r>
              <a:rPr lang="en-US" altLang="ko-KR" strike="sngStrike" dirty="0">
                <a:sym typeface="Wingdings" panose="05000000000000000000" pitchFamily="2" charset="2"/>
              </a:rPr>
              <a:t>” </a:t>
            </a:r>
            <a:r>
              <a:rPr lang="ko-KR" altLang="en-US" strike="sngStrike" dirty="0">
                <a:sym typeface="Wingdings" panose="05000000000000000000" pitchFamily="2" charset="2"/>
              </a:rPr>
              <a:t>확인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(</a:t>
            </a:r>
            <a:r>
              <a:rPr lang="ko-KR" altLang="en-US" strike="sngStrike" dirty="0">
                <a:sym typeface="Wingdings" panose="05000000000000000000" pitchFamily="2" charset="2"/>
              </a:rPr>
              <a:t>단계 </a:t>
            </a:r>
            <a:r>
              <a:rPr lang="en-US" altLang="ko-KR" strike="sngStrike" dirty="0">
                <a:sym typeface="Wingdings" panose="05000000000000000000" pitchFamily="2" charset="2"/>
              </a:rPr>
              <a:t>: </a:t>
            </a:r>
            <a:r>
              <a:rPr lang="ko-KR" altLang="en-US" strike="sngStrike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strike="sngStrike" dirty="0">
                <a:sym typeface="Wingdings" panose="05000000000000000000" pitchFamily="2" charset="2"/>
              </a:rPr>
              <a:t>. </a:t>
            </a:r>
            <a:r>
              <a:rPr lang="ko-KR" altLang="en-US" strike="sngStrike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strike="sngStrike">
                <a:sym typeface="Wingdings" panose="05000000000000000000" pitchFamily="2" charset="2"/>
              </a:rPr>
              <a:t>)</a:t>
            </a:r>
            <a:endParaRPr lang="ko-KR" altLang="en-US" strike="sngStrike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trike="sngStrike" dirty="0"/>
              <a:t>하나의 단계마다 각 경로별로 직선거리</a:t>
            </a:r>
            <a:r>
              <a:rPr lang="en-US" altLang="ko-KR" strike="sngStrike" dirty="0"/>
              <a:t>(</a:t>
            </a:r>
            <a:r>
              <a:rPr lang="ko-KR" altLang="en-US" strike="sngStrike" dirty="0"/>
              <a:t>혹은 </a:t>
            </a:r>
            <a:r>
              <a:rPr lang="en-US" altLang="ko-KR" strike="sngStrike" dirty="0"/>
              <a:t>A*)</a:t>
            </a:r>
            <a:r>
              <a:rPr lang="ko-KR" altLang="en-US" strike="sngStrike" dirty="0"/>
              <a:t>로 최단경로를 확인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strike="sngStrike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D419A4-CC73-9EFD-9A4B-AF2F33AE6EDB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/2 액자 12">
            <a:extLst>
              <a:ext uri="{FF2B5EF4-FFF2-40B4-BE49-F238E27FC236}">
                <a16:creationId xmlns:a16="http://schemas.microsoft.com/office/drawing/2014/main" id="{8C658EB3-98BF-EC8A-B4D4-4A5C78212459}"/>
              </a:ext>
            </a:extLst>
          </p:cNvPr>
          <p:cNvSpPr/>
          <p:nvPr/>
        </p:nvSpPr>
        <p:spPr>
          <a:xfrm rot="4366437">
            <a:off x="7823091" y="4123423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9077DE89-05C8-3F20-CFD8-022F98BFC88F}"/>
              </a:ext>
            </a:extLst>
          </p:cNvPr>
          <p:cNvSpPr/>
          <p:nvPr/>
        </p:nvSpPr>
        <p:spPr>
          <a:xfrm rot="6352122">
            <a:off x="8855388" y="4551870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1/2 액자 61">
            <a:extLst>
              <a:ext uri="{FF2B5EF4-FFF2-40B4-BE49-F238E27FC236}">
                <a16:creationId xmlns:a16="http://schemas.microsoft.com/office/drawing/2014/main" id="{6B2A70B3-B963-233B-D8D0-BBC9307A789F}"/>
              </a:ext>
            </a:extLst>
          </p:cNvPr>
          <p:cNvSpPr/>
          <p:nvPr/>
        </p:nvSpPr>
        <p:spPr>
          <a:xfrm rot="2382494">
            <a:off x="7043836" y="440809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1A68464-682C-EF4A-8136-BCDA70E1B806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1/2 액자 57">
            <a:extLst>
              <a:ext uri="{FF2B5EF4-FFF2-40B4-BE49-F238E27FC236}">
                <a16:creationId xmlns:a16="http://schemas.microsoft.com/office/drawing/2014/main" id="{C5235F4C-FB92-33C9-62B9-11BF948249FB}"/>
              </a:ext>
            </a:extLst>
          </p:cNvPr>
          <p:cNvSpPr/>
          <p:nvPr/>
        </p:nvSpPr>
        <p:spPr>
          <a:xfrm rot="7598955">
            <a:off x="7478031" y="378986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1/2 액자 59">
            <a:extLst>
              <a:ext uri="{FF2B5EF4-FFF2-40B4-BE49-F238E27FC236}">
                <a16:creationId xmlns:a16="http://schemas.microsoft.com/office/drawing/2014/main" id="{0F8971C4-4559-D4E6-8D07-BAFABFBC10D7}"/>
              </a:ext>
            </a:extLst>
          </p:cNvPr>
          <p:cNvSpPr/>
          <p:nvPr/>
        </p:nvSpPr>
        <p:spPr>
          <a:xfrm rot="4892587">
            <a:off x="7331380" y="2734567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3024A5-0040-7EC7-EFDD-6F70CC478B55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CB4395CC-AA06-FA4B-1D19-5EED5143E237}"/>
              </a:ext>
            </a:extLst>
          </p:cNvPr>
          <p:cNvSpPr/>
          <p:nvPr/>
        </p:nvSpPr>
        <p:spPr>
          <a:xfrm rot="6897182">
            <a:off x="8248664" y="3571328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8D4CCB81-E683-B7A8-2690-4634BEB8682C}"/>
              </a:ext>
            </a:extLst>
          </p:cNvPr>
          <p:cNvSpPr/>
          <p:nvPr/>
        </p:nvSpPr>
        <p:spPr>
          <a:xfrm rot="1991478">
            <a:off x="7449276" y="277194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24E370-D1F5-C755-9F4E-C3F6613B2DC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968E27F4-B3D2-5F82-C059-32E7A8842CFA}"/>
              </a:ext>
            </a:extLst>
          </p:cNvPr>
          <p:cNvSpPr/>
          <p:nvPr/>
        </p:nvSpPr>
        <p:spPr>
          <a:xfrm rot="1791649">
            <a:off x="9002035" y="3853126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1/2 액자 57">
            <a:extLst>
              <a:ext uri="{FF2B5EF4-FFF2-40B4-BE49-F238E27FC236}">
                <a16:creationId xmlns:a16="http://schemas.microsoft.com/office/drawing/2014/main" id="{CF71016A-374E-2817-5B59-5BD1B761703F}"/>
              </a:ext>
            </a:extLst>
          </p:cNvPr>
          <p:cNvSpPr/>
          <p:nvPr/>
        </p:nvSpPr>
        <p:spPr>
          <a:xfrm rot="4714509">
            <a:off x="9801407" y="3531071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F5D830-16C3-8357-C4D3-676DCCC41703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696CC2-F6C6-9FF8-B238-5953BDCAF6A7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ADEC3EC-410F-B751-E8E9-A721BFD9AD6A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되었음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72388-B740-BCBB-24EF-A35E5E4439F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1" y="1226572"/>
            <a:ext cx="6880913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159A-1C47-CB5C-2F9C-F64CC35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CBE41-F275-9482-0B01-724B09AE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A1B95-2F7B-5903-7B6F-66EE656EEB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되었으므로 </a:t>
            </a:r>
            <a:r>
              <a:rPr lang="en-US" altLang="ko-KR" dirty="0"/>
              <a:t>1</a:t>
            </a:r>
            <a:r>
              <a:rPr lang="ko-KR" altLang="en-US" dirty="0"/>
              <a:t>차 후보 지형들로 가는 경로의 거리 계산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92D79F-1666-677A-7BB8-DA303254F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209B88-C8F1-98BB-77BD-705E62CE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B22206-025D-4DF5-E20A-6FFE52EC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0EEDB-F875-6266-6B17-F5E339CAE4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79139B-68FD-038A-7425-0581355483F9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47A95-A16C-93D7-24D2-38E4FDCE627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6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AA3CD-E96F-44E7-898D-C7A6037B3BAB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지형들까지의 거리 계산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E0968F-FD6A-98DA-218C-46F851C6A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CCADFAF-FEA0-70AE-6C35-D1891751B5D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13B2386-7020-6E45-CA4D-B72B8A34BAB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EFD891-E7F8-6CBE-F6AF-D33DC6E9E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1AC52BE-8553-23E7-8CD5-1188AB45CD9F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EC8679-F05D-FB0F-D435-2EF2BBD6CA9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384ECFD-D246-F716-E07A-AE717A892F9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2CD6563-248A-6EA7-814D-EEBEE10FD42D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9E49B8-B9A7-7EB7-99D1-2D05053D19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83FA86-E8AD-F2A9-A2C4-D56D7C78C09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B219C77-D862-11AF-35D8-DC5DB2E58032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B892E5F-8F4D-83C0-8A19-00A6B1AA3187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5FED362-52A4-3DBA-6EC6-0F8B65874E0F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EC703E1-D9CE-6593-F7F7-E134347DAE42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2290A4CE-4E5D-1DF2-8EE4-A56D7FBBD6E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6578388-006F-4ADB-E922-43256865077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F338A67-9B49-A4B4-0915-C271D8ED9A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6E1F753-9938-A6B5-92CD-8155566FF21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14F016-8B4B-F71D-E6B9-E42AEA46D7D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4DCCEE2-ADA6-F114-F72E-184F07592ECF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5F2A50D-0259-C996-B816-40E17997D9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3AAEBE-1D64-7CEA-C3D0-D5963A7E787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99F7A5-2D3B-28E4-BFF5-6443E44E4789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1FF77B-7C7C-7526-083B-8AA268440F5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C71AC95-99B7-FCAC-44E3-FD6E3F207487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71B315B-F835-2886-74D0-EF1CCFF22F8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BAB8D4B-B8BD-D555-90F8-482FCBEFCE2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B4297F7-EC9A-FCC1-301E-53F1C3678D1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51DD1-1E48-8AAA-0116-6AEB52D75B2B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AD553CE-CD7A-E383-B0DD-7C557B270EE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06B2F678-2B8F-1FB6-5C4F-FC90C67026C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9A24CEA4-BC28-4282-94A3-12B30F6437F0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B07222D-989C-E695-560D-BDC8CA4A46A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68D5FA0-CA0F-259D-080E-3589483A493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36A3AD9-64E3-8E5B-6764-081A3B8490E4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7ABEDDC-5E65-0A25-2075-059C92AB1FB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D3EDA57-FD49-DDC3-8EC3-20E837A544C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08058FB-D289-C723-FF1E-CEDABDCF4A2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DF1F780-3D11-C375-3D76-84DCA7A412AA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9FAC0928-2373-47E3-E71A-870DF9E59CD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303F3797-EFA1-B3D4-717B-04913DD20E83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41E284-AC93-97D8-03E6-056B5BBB016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E135FB-F184-B879-F382-738D8CAF28F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AEC31506-BD02-E735-AEC2-FFF20999EF2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141FA40-6A79-46B0-FE67-D25FE1D801DD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8B02F9C-BDB8-527A-CA5A-CDDE0C9F3DE6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93EC4AAA-A7ED-B48A-DAF2-41539A3680E3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974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CE111-6705-4007-26E9-3A4B743B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BF214-3D1B-5F52-1AC8-B18874374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C896C8-D44A-3386-C100-1907D909B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099E2-C7BD-5736-7DD2-EE893653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4A1A1-1C60-6231-C803-B60243CB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F9F550A-982D-2461-E63B-6C23FF702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3574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982-C818-CD38-F986-D3A1CEBB6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6DAC7-7457-2AB2-FF97-EDB156B4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9B86D5-FA44-F0CE-9626-B6E29A2CBA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후보들의 지형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이동속도 감소 등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8AF903-5EA8-8BA4-E998-5089766468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B52D70-B204-08E1-81C9-68FE2619E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DE34E-30CF-6C28-68DE-1110B303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EE70CC8-3B48-DEFD-CE7C-300146158B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980C68D-52F1-A77C-B873-ADF351BB3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706940F-FC31-F070-71A6-0A1970FCC94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891E042-2D00-0D27-9FF6-4825BA2A42B8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E5D41B4-766D-681A-5928-AEA025E0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0566CAB-E9C9-29A9-1714-02FA620E005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A98AE04-9FE9-B7FC-B432-6C564A173659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6CC3672-BA1B-A4AF-5036-D4E29283966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BAB686-6320-3673-89C3-5BCC938B426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BD8BB6-6DC0-B8F6-5C13-9F66C03AE40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39A618-CC51-4A2D-827F-1FF745F22C7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FE77EF0-78C7-5F8F-8A4C-913318CDC29B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7BA5C13-3D3A-39AE-47D3-975D259F761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75519D-01EE-AC18-8DC8-60B945ADF0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F3F1EFE1-DAE4-A02F-173F-267FF69E56B3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99B1C66C-CCFE-AE27-68C6-8342EAB65FD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5C9655C-272E-303E-A37C-191685D9DA84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0874D38-FE4B-038F-7968-D96BBDD572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D08EA1F-50AE-4519-88FA-44CC95A7498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7E8C0-1068-099E-1D18-5009A2D350A0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94E71CB9-463C-9C78-2183-AFA3D1361722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733FDC5-AE0A-599F-2855-F468AFF6D13A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854E19-1623-5FD4-1DC7-F8E756EC2DD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7F5515-8709-8710-B5DA-3B6125FBCAB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2C20228-8EAB-E8FC-59AE-6A4B20F35D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013DF07-18E3-434E-0E9A-21E97CEA891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05FF4725-A75B-C6B0-0648-98F45E9BA034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C07C2DA-B23D-BD1E-B6A9-A1E24062D5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CE43F6F-1869-B7E4-09DC-D2AC4D00A83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9D4D3E1-85BA-218F-0AF5-5A54B40C7A4C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A85057-1C7B-EBA8-63CA-BAC9B1CD265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5C6CDE8-F29C-423A-4F89-199C1B65DF6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D688479-1659-ACFD-A69A-571C39C5EC6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9E893CC-FE49-1F81-0F3B-7AB0424BE20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461DEDF-F3CF-46FA-4103-5B74C5B8B2C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B5F494BC-4501-DA5E-44B6-5440AB05E448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E9A13F-4C18-3EBD-2E39-96618A42F384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AD319BB-40D6-4FBA-E6E5-D44EEB5EAA9E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E6C89FE-321C-9889-65EC-6C409276126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8C6C1DA-37EE-9CCA-7981-007E1373E4C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31D4974F-699B-FE12-4C3E-6D2022EFF02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E330CC1-3BC0-63FB-0FEE-2D1404D5F84F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618AE51-1E04-A8AE-ABF8-78BECC690D90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BAB518E-2572-67BE-7D3E-BD8A733CFA8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CA9BE03-6792-CEFC-DC2E-83F52640F5AC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B4C259C-2B52-643E-BF0F-BA4DB67021E5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83EAE8-6413-7891-D4D3-DB19DC8C3497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DD543F0-5E5C-C633-5C56-14C399DA9AAF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AB007-36E6-82FF-15DE-6272E36C5515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BDE9E-CD9D-4BDC-8227-133B13FA78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ECEEC7-5ABE-D2F4-498D-2AD965C17A00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후보들의 지형 특징 확인</a:t>
            </a:r>
          </a:p>
        </p:txBody>
      </p:sp>
    </p:spTree>
    <p:extLst>
      <p:ext uri="{BB962C8B-B14F-4D97-AF65-F5344CB8AC3E}">
        <p14:creationId xmlns:p14="http://schemas.microsoft.com/office/powerpoint/2010/main" val="15600894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9086-E7A3-CC00-40BD-52CA46CC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F37B-4964-47C5-D4EC-0358E4B2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93283-AA39-7848-8F5F-DE2067A8C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후보에서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경로의 길이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특징이 있다면 반영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없다면 </a:t>
            </a:r>
            <a:r>
              <a:rPr lang="ko-KR" altLang="en-US" dirty="0" err="1">
                <a:sym typeface="Wingdings" panose="05000000000000000000" pitchFamily="2" charset="2"/>
              </a:rPr>
              <a:t>미반영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( </a:t>
            </a:r>
            <a:r>
              <a:rPr lang="ko-KR" altLang="en-US" dirty="0">
                <a:sym typeface="Wingdings" panose="05000000000000000000" pitchFamily="2" charset="2"/>
              </a:rPr>
              <a:t>다음 단계인 </a:t>
            </a:r>
            <a:r>
              <a:rPr lang="ko-KR" altLang="en-US" u="sng" dirty="0">
                <a:sym typeface="Wingdings" panose="05000000000000000000" pitchFamily="2" charset="2"/>
              </a:rPr>
              <a:t>각 경로를 이용하는 시간 계산에 반영 예정</a:t>
            </a:r>
            <a:r>
              <a:rPr lang="en-US" altLang="ko-KR" u="sng" dirty="0">
                <a:sym typeface="Wingdings" panose="05000000000000000000" pitchFamily="2" charset="2"/>
              </a:rPr>
              <a:t>)</a:t>
            </a:r>
            <a:endParaRPr lang="ko-KR" altLang="en-US" u="sng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CD84E3-A814-6A50-ADA4-4A0CF21BB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C17538-C7DC-BDAD-7096-FBB7E580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596E0C-CFE1-BE0B-F459-637D12F6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AEB5F4-CC7F-6875-E95E-402C45FFE94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7AC99FB-F15A-3D19-175B-4CC74806B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E6A46F13-0F64-76B1-8712-FE9D9A40BE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933DCAA-ACDB-EC05-04E2-0B725D27428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57F9412-024F-F52F-FEC7-D7330A1AD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DBBC5FF3-2A88-9098-6268-B82AC480DEDB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B2F5810F-ED92-548D-7612-67BD4121D81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663A1F-3E87-DA54-E37B-09D2E7259CFA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3294F0-0BA0-B204-130D-496CBD93DC4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F4412E-43C9-85C2-8013-9CE7EC5B6D48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787A6-660F-FD50-815A-B4A5DD8DE20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3C01D7E-2E99-9132-7790-754357FBC7F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9924099-CB4D-2BC0-509C-D7B6FEAE0B1A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4DA74FA-590E-DB4B-895F-56057B99D789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D906CD5-B1D9-9C28-195A-66EEADA6EA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4CC3D4DA-1B77-9FE0-E1DC-2F59FCAF65D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E71597D-03B7-964C-AB0A-85E1C6B8472E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55CBB863-A774-8C20-9784-0CFE102EF618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0E61E9F-5370-F6B7-4778-004467F91ED3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D4AB95-09FB-08BC-DFE7-23828424395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609AF4E5-0E57-A87A-1177-9B211485079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6C1EF34-632D-0D01-0197-29900BC002C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10ABAC0-1C6B-810B-1DC4-B547B5990F9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41909A4-6317-0C65-2EDB-F3F4FFCB84A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988A384-2D2B-0F02-7D5E-D7BE893F01B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2566B5D-E9BE-3325-7702-4303718E4A3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1BCDA3A-7483-63C4-18CF-92E58A99AAC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982D31-69E6-B7FF-CD37-CD5E848DA7E7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55E82-C99E-05F9-0A02-5F0FCDA0941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BB28C63-D56A-5896-99E0-C721DB68ABE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4955E90-AA9D-D524-9C9D-DDBA216E9A03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1551AB4-E88A-DABD-CC8B-5CF5007D614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CFA58AB-5561-D836-D8AA-32C46F1CB1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58157A4A-518B-AF07-9591-FC86CBF08AE7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57E54176-5714-188A-6EC0-DE6ACA4C7B2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2A876E8-E4B3-575E-EA37-BD82F4EA853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2F2FA1-5517-386F-B9D7-3127645AF6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97F11D-346A-C5E9-DC17-579469DDD968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CE515FD-0110-748C-AAE7-9164CCC2E0A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36D7623-2C50-B6EC-B742-91B016B3C989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1EEFCACC-4AFC-032D-1810-6AA20DE9283D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0595302-E56D-427D-B5AE-7114CE42E71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91B1401-68CB-5772-8B3F-5E79A6360F8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85DE755-507F-5B39-45F8-118E74F45E6C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F6A8BDC-6840-8AB0-BF37-6FB207F5B3EE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EEAB5AD-4EE3-B2A0-C4AD-31C173869349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26A2A-0DDD-7372-2ED9-E378BCF845D0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B26640-52DA-1B58-A270-2F42FBF4A1B0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63ED7-33C5-5629-801B-2D78E164126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특징 반영 여부 저장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B204AE-5B71-E6DC-4CE9-492B27A7B1E4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958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C3CC-ED64-B68F-8527-67275879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AAC52-0072-2702-16B6-1CF7DCF0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E97C50-17C8-1952-1CEE-13FE9EE482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B0824D-9C28-B6CA-C382-FB1F727304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00D7F2-E196-5362-571C-D11B2FA9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4BA3F2-8AD6-2096-3A8D-C2AAD7F06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4D9BD9-A18E-5969-57A7-7D6DA8CD47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0408746-061D-4152-F21C-823979FA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1758B48-E9E1-D928-0DA4-8248E688062A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604FE04-B8D5-3904-3723-245F3A0AE19F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306CE2-B7E7-32E8-D3D6-83573B11E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C00131D-2FAF-3174-43C6-1715671B336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7AF20555-4E5C-9C3C-1D92-61FE3EFCDA8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E5EB13-8135-63EF-5B19-B1BD2A42AA4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1DAB201-CF28-AAE4-C1E9-D21B69247F6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264EB-9F3E-F18B-CDB1-AD20459907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447A6E-F112-48A3-C388-BF0B0EA532C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8353E59-878F-E8D7-BA39-237DF954CFE1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D3CFB39-F306-9D97-85CF-83218E3E33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6098B34-A721-AB9F-FBBF-64BB952373B8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AB945C6-21D3-9279-63BE-5553DD4B7D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73AB8609-E044-F6D9-F7A5-98F4D97DFD0F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FB0F087-D1FB-7B80-6D77-484DA1E2981F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C74BED3D-D392-CC3A-D213-53ED62F56D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C3062-76BF-0999-949B-50FF608BDC7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D32BF5-C6CB-6C42-BD8C-5D7A6CFFF3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2E1FB88-6260-3D8E-817D-620F09C1636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286C22-4E34-BF93-3C85-60EC69CA85A1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231B2E7-F7E7-2B0D-C0B2-76DF2715A533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2096F22-05BA-3345-2EA1-0C0EB54FA72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DBC2211-505A-0D58-FAE3-5D0A02971F01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D0A04C8-6060-93F0-C98E-412B671EF5A5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E1332-EB89-EAA2-4157-145EDBE7164B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F57E1BA-FF29-0CA7-B4FF-7B571342D74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891A76D-4BF8-52A9-F95F-EDA079FB450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11484BD-81A3-86A2-BCDB-B175CD9A5E5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826493-316A-0189-FC08-C0EE2A747A64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6E14BE-CB32-C690-E596-099ED49A37D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FEAE309-DBBB-03F5-9A48-AD6D68BC609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6FE64D-AA2D-87D3-9676-559DF2DE4FDC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F8F1D3-B660-DD79-318B-4F4686080362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343D6609-2333-8AF8-B429-2B1B2D03AF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196E456-AADB-2CF1-CF68-A4172A64CDE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98BB342-4829-D0F8-3AD3-E137BA2C74A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5FD5FE2-BCD3-70C2-9167-E22B1D8710C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038223-FE2C-37F9-73D3-9C981287F72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AEF6CAF2-371A-900F-1551-6C0506761DD1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E54A74DA-0795-8D50-EFDB-4017C4C6F9A6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C68BC7C-247A-02C3-2767-87AA5429BA5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FCD374-D947-E3CE-E2F5-7C54FBE3837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C0A16FE-5B80-31CA-26D2-89E580E953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8581CE2D-D7B1-7576-5321-CF70DDF5B3BA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3598A90-72B2-E1BB-4FC9-B97EC1303427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A2F9C5-BC27-D5E2-986A-0FE5D484FC2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2F11B3-E0A6-EAD1-7A75-8D02682CC71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BCC9CE0-23EF-D919-B5C8-A51054658409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62187-1515-D443-0537-468ED4AA8C6D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/2 액자 15">
            <a:extLst>
              <a:ext uri="{FF2B5EF4-FFF2-40B4-BE49-F238E27FC236}">
                <a16:creationId xmlns:a16="http://schemas.microsoft.com/office/drawing/2014/main" id="{55FAFCCA-992D-88A8-238D-E72C00DD3BE2}"/>
              </a:ext>
            </a:extLst>
          </p:cNvPr>
          <p:cNvSpPr/>
          <p:nvPr/>
        </p:nvSpPr>
        <p:spPr>
          <a:xfrm rot="2734196">
            <a:off x="7081213" y="4917060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03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F5EA4-9340-0053-FCC6-DB413F19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55B7F-842B-5DD8-5E2A-4BBB5ACD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B3EA95-FE8C-2AEB-C540-524D835265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C0C7F4-1304-9013-9F63-248E1C9EAB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49679-F5D1-E70E-DD3A-5EBAAFF39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4E319-4C60-3781-94E8-18955019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966FD00-16CD-4F3C-C672-417EE439A0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B0769AB-B2F4-EC79-A1AC-FD7F9A67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95FCFABE-EEF2-99B8-D722-A4078C3355B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E15A508-94C0-D1EE-7A21-40C31A85DA3A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4F9006D-854C-6C7E-9F6B-B84111AA4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8A6F79B3-8308-9FD4-BA7D-066AA090B53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6E73E05-1AD9-4430-1A6B-D66EDBD3984C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A473022-8594-1B2A-A61F-7C10E59A162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65112DC-73C7-ACAF-650D-E97D5F934C4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91F763-90D1-206A-B58A-AB81C23BA23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10D45-48C0-6F01-DB38-400AC80431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DCDEABD1-071C-C621-8E05-A9D5C8AF993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F5B8DDE9-0F37-3EB3-0188-AF9E58D5FAA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AECB0E-2846-66C6-8360-51A200344BB4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9470A124-F79E-3CE9-948F-BE92FBCFDA2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5CD888DF-EB38-DFF6-106A-90F422AEA69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9530E0F-D029-9957-EDC5-0D6B4DBBBEA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4928AE4-7E0A-D41C-CEDD-8627E51939DA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932D95-CE94-5146-C746-36F7BC20B29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64980CD-9B2D-C771-2708-23F9F3710CF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075BC86-E26D-2B02-944A-01F177CDB15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77A4DD6-EA69-FAA8-7184-BDB7AD3D58E2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FA0AD4-ED2B-E357-E6E2-BE61C057000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F3094BB-543D-1B95-84EA-1244D1F3D1A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24508CD-627B-9C4B-2681-797B122F22F7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CF38B36-77C5-D982-25CB-4A74D285D0A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CC9E121-E8E6-97F5-6AD3-A15DE2DAC428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0300762-1497-BE33-2465-93661F1988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ED6A24D-69DC-FDB2-09C5-76DB9CF2684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D9C40DA0-1471-5E3A-7840-EA1D189645A0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05C5B1DB-D5FF-E299-1F58-94C4D9488C61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D9C4D51-3F18-70D6-775E-A97A13264BF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A7648DD-8623-8D82-201F-42BD3101E49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CB14CD16-E87E-2943-8B56-29E390714EC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00CAF6-BEBD-9E19-43F4-7A7C08EA7F1B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6D44312-AFCB-B33A-BC59-504B2E0FB67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9288BDE-6633-0201-8406-9C67901D28A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E7FD796-6F22-D1A8-4F44-F6E7ACF888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D9BDD84-8A97-9771-8B80-6092C948375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66E1BD1-7993-1C4A-FF27-4AE359C09B28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F30E0079-02F2-01DB-88CD-10FF0956B33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D09AC257-9D79-F748-E456-220CEEEBCCA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7BE516-D06A-4C74-ADFD-92FC0EAC0B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B23E5A4-F76E-8A5D-A15C-A336786362E5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21E83B-E772-135F-44BA-FC3354B15B60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261D22-DD0C-5CF5-3C09-E2CBAE1FA64F}"/>
              </a:ext>
            </a:extLst>
          </p:cNvPr>
          <p:cNvCxnSpPr>
            <a:cxnSpLocks/>
          </p:cNvCxnSpPr>
          <p:nvPr/>
        </p:nvCxnSpPr>
        <p:spPr>
          <a:xfrm flipV="1">
            <a:off x="7791604" y="3051567"/>
            <a:ext cx="0" cy="157991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6D04EBC-631E-CD75-373B-50251A0AC9B1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46146-803E-6109-0993-AE97796464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A3162-8D62-ED3C-9CED-9A1891A5AF5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B8D7A5A-E1B1-9F86-904E-35296A562E85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7865258" y="3966165"/>
            <a:ext cx="427602" cy="665317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277CE6-480D-0EE5-3E0C-3A0C87CF6BC7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1/2 액자 59">
            <a:extLst>
              <a:ext uri="{FF2B5EF4-FFF2-40B4-BE49-F238E27FC236}">
                <a16:creationId xmlns:a16="http://schemas.microsoft.com/office/drawing/2014/main" id="{0CA0669F-64C2-0B89-BCED-83D6E67CD6E5}"/>
              </a:ext>
            </a:extLst>
          </p:cNvPr>
          <p:cNvSpPr/>
          <p:nvPr/>
        </p:nvSpPr>
        <p:spPr>
          <a:xfrm rot="4692680">
            <a:off x="7679316" y="465826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08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DCEFC-7DF4-FA88-41C6-2BCA7D38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AF6FE-A570-CBDB-F41A-A34C13241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7C851A-4EE9-118B-EAD6-EED1232C77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861A4E-257D-8CE2-749A-7D457CA512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CE3B6D-DA11-ECA9-8E8D-A8A6920A7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9D1A27-FCCB-C364-4120-999E310B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D4ADD2A-9C45-CDFD-B425-F718A2A44C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A18A77C-C52D-701A-226D-DF6717B9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2087912-452D-3898-4963-7D02753C2748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81E4E41-C144-85C8-DEC0-09F97DAC65C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3B0F0B0-BB74-1BB0-8067-FFD98F057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A9E899A-A3CE-E0E3-8077-7BF8903B46C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8D143F-5DDD-48ED-B73B-C0D5B0290A0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6F3B9EF-59D8-79AF-4222-BDD2A76B657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3484CA1-C0D1-1ED4-CEA0-A4642B9AA2F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96063-CADD-7A98-0277-E06D0AD9753D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810756-4167-01F5-186A-876218C11991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12916A8-9E47-9DB9-0AD9-AEE1F9FDED9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E02572C-1220-5117-3027-5B11443A629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4D6FB7D-0C1D-4300-932C-304A51DC435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97CF8F1-07A3-523B-76B2-B6225369093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816F922-E890-6C2A-066B-CACA7D9339D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B187BF-3043-7B9E-FF86-B5960BF1004C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4B419B0-CE43-2D69-7157-1B8F46E26E9E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D1FF6A-B354-B99F-961D-99A654250C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5937236-5EB9-ADE0-6940-0EF50316E3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C1B9708-DA66-1C1D-91CA-FBE0FCF9A2E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452B015-56EE-1C2B-0168-F3061B3C2C43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FD0FD9B-77A0-E628-0763-C1047B0D6CE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F19F1-0C38-CD2D-C359-088585E5149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A3A8C78-5A1D-A907-F090-70A210789AA5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745C3BA-697C-6290-C9CE-C4A7D3C9C28E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4940574C-C6AD-9C53-FA95-E6F39B0F2EB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4507838-8E3F-4D35-10B2-3B06414340C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BF8B6AF-F06E-1577-2FB2-7788A0F3FA5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823304EC-072C-3D39-92EE-96F10C7E7935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1647CAB-4A05-0FF1-997F-269393040FC8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699E7D34-9134-CD1A-C825-D02FE95077F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9E613E-D945-4557-27D4-2F4F4CBCCE9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3BA4BBC-6469-6101-AE25-43C758A5499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A58D59E-8C7E-0763-CBAE-3E87F6CB0BBC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DB028EF8-B791-5874-4627-3791639B0D1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390573C-3F7E-9D81-D73E-5179BA6AC50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BE92478-D801-CDCA-F25E-0AFFED70F31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799E6A-AD8F-C3BB-BD05-57D6696C05A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56F8D0-E9E1-D196-AE86-C6630BF0C8B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82CAC3F-E6C6-CE25-A222-5209E7F13F1F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EA3F563-3B87-1915-4D29-48BF6DD88D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BDAE817-03B6-1D7A-3BCE-7A87A1CCC4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8DA9737-178D-52B7-EC7C-BEC48B2BF187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DB885A7-CF84-744C-9407-83CC85A29A09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CBF8E32-F029-6D5F-C905-35CE6D7D9234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4D1722-5711-0BAD-21A0-FE62340766D9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3E2FEC-38B0-5BE6-1B91-C3B93EBD3F2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070586-9A82-AFAF-AB07-BD5841F548E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24D7A0F-41F5-A560-7B7E-60ADF62E5C79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D0044B-EA20-26C8-E4F5-5A3D585808CB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1/2 액자 64">
            <a:extLst>
              <a:ext uri="{FF2B5EF4-FFF2-40B4-BE49-F238E27FC236}">
                <a16:creationId xmlns:a16="http://schemas.microsoft.com/office/drawing/2014/main" id="{F7E46868-8D8A-BDC9-7769-A69485EE7394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36838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90B-0D57-40BB-19E5-158D5EBC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FE3CFE-C510-6664-5ACE-D75EB304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489F-4B58-7C25-5492-C57A0E46B3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 예상 시간 저장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&gt; 1</a:t>
            </a:r>
            <a:r>
              <a:rPr lang="ko-KR" altLang="en-US" dirty="0">
                <a:sym typeface="Wingdings" panose="05000000000000000000" pitchFamily="2" charset="2"/>
              </a:rPr>
              <a:t>차 후보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거리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 속도만 요소로 사용됨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E234C8-0CE8-DBAB-D5C5-DCFC05BAE9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B8B73F-805B-0CCF-07D0-16F50DED7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A9BCB4-619E-C881-0CBE-9243EAB5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413D8E3-F298-7B8A-630F-62B900F902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48FDAA-06A5-6CF0-AF6F-EB33982B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C0627E7-9928-EE7F-96B7-B59C376D20D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623BBA4-F4E3-5C60-FA0C-B69063E7C9E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2F22DA6-4CB8-135B-155E-D6D67E8A1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8A97FBC-EFCE-1418-BCDE-C5E5F980012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80CEAF8-7E28-64D2-A644-9484A703B77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B6875C4-8FB7-B6E0-E5D6-A9C31373A33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397AED1-E862-F135-9E0B-A919D49616A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F18E85-81B5-84F4-73AB-904E04B9706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5E0D1-EBEB-4768-0589-916B79CE6FF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7412129-5E6E-CB41-5B2A-18F13F5794BA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3D8BC9B-C5C2-1BB0-7128-651A794576B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B75BC1FA-324F-605D-082B-77DA26F6F04B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C03B2492-5EEB-52FA-5CDD-0BE2BA5F41A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A2D9E9CE-2200-EAC9-5CBD-7D124FE8424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BE9EF42B-FAEE-C514-8EF7-B9497B5875C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1920560-E286-B3F8-A8BB-3F0262F0031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312EFE-4D38-C363-0106-3CF28AA3545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5182A69-7A9F-D669-9CCD-EBBBD83CE4D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F13E6650-7815-D1AF-CF5D-320CB1B0306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3D8A2F1-3032-D12C-ECC0-54386FF38574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A40DE27-0860-2BD5-4F2C-AF45E6BCE3E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B8559A8D-7226-A780-6594-9614C5F2A828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FAE45A5-BF9E-DCF0-B01B-917F424C86B2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B5A9F6-262A-99B2-296B-607DD73F3C1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78D06BB-B65C-2AE1-425C-DA4AD936AA8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318BBFD-A978-906E-FCF9-97BFF20AC12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F6071EA-3EE8-40AB-2AB1-82B12072017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5CCC40E-F6D7-40F9-5155-9BA7235DBE31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55E015D2-692D-AA99-6543-381B75F1820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72AF870-E5A2-29A9-01A9-83E9E6CF77B4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232E4D9C-106E-695B-F480-1CEA8633FA3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3CE9AD29-E90A-7AE4-5ED8-3F88F6F5DC9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6A91D14-4144-DBAC-C552-8607B30A449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37A43D6-A3B0-AC3D-7600-577A7A16CDF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6502E24-8A6A-1E37-16D2-67D4A4302623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E1E2C93-F136-014A-D9DA-DBFBEDD466C7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2386C5D-F854-3AB3-7F5D-DE8B8476FB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AF61772-0278-370E-BC17-CA5E8CA60AD3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7609CE78-81F3-10E7-EB16-B807DF7B3E0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062AE966-A97D-E0AC-CFF6-C7144BF5FBFD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D485F44-08B6-34F9-8137-4A041678E9D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807685F-90DA-8796-68CF-0F914449FA0F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E14DD2CB-F701-EB39-BF86-DC638DC7290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2680515-B970-1AA3-33DD-3D1DD5D70936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43FA508-F895-8F9C-CDAB-360481206F1A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EFDF7D-2A0A-D99F-B757-47C670FA89B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4C7EE6A-2F10-BA63-3EA2-BAD0C1AC37C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>
                <a:sym typeface="Wingdings" panose="05000000000000000000" pitchFamily="2" charset="2"/>
              </a:rPr>
              <a:t>각 경로 예상 시간 저장</a:t>
            </a:r>
            <a:endParaRPr lang="ko-KR" altLang="en-US" sz="2400" dirty="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03828CB-808C-30BA-8D06-A4F63FBD3D40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8C642B-D102-4507-C00B-B9F32316BE90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/2 액자 8">
            <a:extLst>
              <a:ext uri="{FF2B5EF4-FFF2-40B4-BE49-F238E27FC236}">
                <a16:creationId xmlns:a16="http://schemas.microsoft.com/office/drawing/2014/main" id="{78BB9BEB-083A-CA48-A337-9C220C130961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6255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F947-B33F-DC45-1562-73FD24BA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08820F-48FA-3686-18BC-A471485AC3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A506D0-E064-DD3F-E146-D9D48405FE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999316-3823-CD60-F1E1-F32285A60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13E16-F2DC-00EC-FAB1-D8846A90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8E451E-E9FA-2DA2-4194-836E95A52F4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74D1A14-74EF-7AB4-B966-D0EAB93BD357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300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진행상황을 봐서 </a:t>
            </a:r>
            <a:r>
              <a:rPr lang="ko-KR" altLang="en-US" dirty="0" err="1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기획수정고려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)</a:t>
            </a:r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8355450" y="1066099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8ABC2-395B-7FAA-4ED7-35F8FE04F9E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528E1-E537-9640-3B58-2A06B456397E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파손 가능성 확인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C41A5-531A-2315-BFA8-0426D0B5C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CC079-98C2-8058-FC4F-2B88F0B70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26BFE-C368-D35F-3E96-D38F52392C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4C2397-EFDE-437E-3AC9-F03A54458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02C161-217A-A816-B8E6-71FADDEC6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9296B-989A-5FCE-8E33-B83C24E2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7F2E1A2-BB7C-F588-1D28-5CEACFA580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0224BA-D9C5-615B-AEB9-166369EA464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5201C4-F348-6894-513F-2C600BAA7006}"/>
              </a:ext>
            </a:extLst>
          </p:cNvPr>
          <p:cNvSpPr txBox="1"/>
          <p:nvPr/>
        </p:nvSpPr>
        <p:spPr>
          <a:xfrm>
            <a:off x="8355450" y="1066099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293818-67FD-8920-375E-F758CB1C0238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6F3DFC-3307-E6F3-D272-B0E86868F97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자극 </a:t>
            </a:r>
            <a:r>
              <a:rPr lang="ko-KR" altLang="en-US" sz="2400" dirty="0" err="1">
                <a:sym typeface="Wingdings" panose="05000000000000000000" pitchFamily="2" charset="2"/>
              </a:rPr>
              <a:t>스탯</a:t>
            </a:r>
            <a:r>
              <a:rPr lang="ko-KR" altLang="en-US" sz="2400" dirty="0">
                <a:sym typeface="Wingdings" panose="05000000000000000000" pitchFamily="2" charset="2"/>
              </a:rPr>
              <a:t> 확인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9933919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98593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생물의 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5524</TotalTime>
  <Words>5557</Words>
  <Application>Microsoft Office PowerPoint</Application>
  <PresentationFormat>와이드스크린</PresentationFormat>
  <Paragraphs>1339</Paragraphs>
  <Slides>94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94</vt:i4>
      </vt:variant>
    </vt:vector>
  </HeadingPairs>
  <TitlesOfParts>
    <vt:vector size="99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  <vt:lpstr>경로 단계 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221</cp:revision>
  <dcterms:created xsi:type="dcterms:W3CDTF">2026-09-16T19:24:55Z</dcterms:created>
  <dcterms:modified xsi:type="dcterms:W3CDTF">2026-10-28T04:46:33Z</dcterms:modified>
</cp:coreProperties>
</file>