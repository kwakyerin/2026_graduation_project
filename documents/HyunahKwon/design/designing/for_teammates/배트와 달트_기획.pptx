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102"/>
  </p:notesMasterIdLst>
  <p:sldIdLst>
    <p:sldId id="256" r:id="rId3"/>
    <p:sldId id="281" r:id="rId4"/>
    <p:sldId id="257" r:id="rId5"/>
    <p:sldId id="258" r:id="rId6"/>
    <p:sldId id="315" r:id="rId7"/>
    <p:sldId id="348" r:id="rId8"/>
    <p:sldId id="292" r:id="rId9"/>
    <p:sldId id="259" r:id="rId10"/>
    <p:sldId id="261" r:id="rId11"/>
    <p:sldId id="347" r:id="rId12"/>
    <p:sldId id="314" r:id="rId13"/>
    <p:sldId id="265" r:id="rId14"/>
    <p:sldId id="260" r:id="rId15"/>
    <p:sldId id="271" r:id="rId16"/>
    <p:sldId id="268" r:id="rId17"/>
    <p:sldId id="272" r:id="rId18"/>
    <p:sldId id="379" r:id="rId19"/>
    <p:sldId id="383" r:id="rId20"/>
    <p:sldId id="273" r:id="rId21"/>
    <p:sldId id="328" r:id="rId22"/>
    <p:sldId id="303" r:id="rId23"/>
    <p:sldId id="335" r:id="rId24"/>
    <p:sldId id="336" r:id="rId25"/>
    <p:sldId id="337" r:id="rId26"/>
    <p:sldId id="338" r:id="rId27"/>
    <p:sldId id="339" r:id="rId28"/>
    <p:sldId id="340" r:id="rId29"/>
    <p:sldId id="331" r:id="rId30"/>
    <p:sldId id="351" r:id="rId31"/>
    <p:sldId id="353" r:id="rId32"/>
    <p:sldId id="354" r:id="rId33"/>
    <p:sldId id="355" r:id="rId34"/>
    <p:sldId id="356" r:id="rId35"/>
    <p:sldId id="357" r:id="rId36"/>
    <p:sldId id="359" r:id="rId37"/>
    <p:sldId id="360" r:id="rId38"/>
    <p:sldId id="361" r:id="rId39"/>
    <p:sldId id="358" r:id="rId40"/>
    <p:sldId id="363" r:id="rId41"/>
    <p:sldId id="364" r:id="rId42"/>
    <p:sldId id="366" r:id="rId43"/>
    <p:sldId id="367" r:id="rId44"/>
    <p:sldId id="368" r:id="rId45"/>
    <p:sldId id="369" r:id="rId46"/>
    <p:sldId id="370" r:id="rId47"/>
    <p:sldId id="365" r:id="rId48"/>
    <p:sldId id="341" r:id="rId49"/>
    <p:sldId id="371" r:id="rId50"/>
    <p:sldId id="377" r:id="rId51"/>
    <p:sldId id="372" r:id="rId52"/>
    <p:sldId id="345" r:id="rId53"/>
    <p:sldId id="374" r:id="rId54"/>
    <p:sldId id="375" r:id="rId55"/>
    <p:sldId id="378" r:id="rId56"/>
    <p:sldId id="333" r:id="rId57"/>
    <p:sldId id="334" r:id="rId58"/>
    <p:sldId id="350" r:id="rId59"/>
    <p:sldId id="278" r:id="rId60"/>
    <p:sldId id="296" r:id="rId61"/>
    <p:sldId id="286" r:id="rId62"/>
    <p:sldId id="277" r:id="rId63"/>
    <p:sldId id="297" r:id="rId64"/>
    <p:sldId id="279" r:id="rId65"/>
    <p:sldId id="262" r:id="rId66"/>
    <p:sldId id="318" r:id="rId67"/>
    <p:sldId id="321" r:id="rId68"/>
    <p:sldId id="323" r:id="rId69"/>
    <p:sldId id="322" r:id="rId70"/>
    <p:sldId id="319" r:id="rId71"/>
    <p:sldId id="320" r:id="rId72"/>
    <p:sldId id="324" r:id="rId73"/>
    <p:sldId id="325" r:id="rId74"/>
    <p:sldId id="326" r:id="rId75"/>
    <p:sldId id="269" r:id="rId76"/>
    <p:sldId id="274" r:id="rId77"/>
    <p:sldId id="289" r:id="rId78"/>
    <p:sldId id="294" r:id="rId79"/>
    <p:sldId id="291" r:id="rId80"/>
    <p:sldId id="288" r:id="rId81"/>
    <p:sldId id="290" r:id="rId82"/>
    <p:sldId id="276" r:id="rId83"/>
    <p:sldId id="263" r:id="rId84"/>
    <p:sldId id="270" r:id="rId85"/>
    <p:sldId id="316" r:id="rId86"/>
    <p:sldId id="285" r:id="rId87"/>
    <p:sldId id="295" r:id="rId88"/>
    <p:sldId id="275" r:id="rId89"/>
    <p:sldId id="282" r:id="rId90"/>
    <p:sldId id="283" r:id="rId91"/>
    <p:sldId id="317" r:id="rId92"/>
    <p:sldId id="311" r:id="rId93"/>
    <p:sldId id="307" r:id="rId94"/>
    <p:sldId id="310" r:id="rId95"/>
    <p:sldId id="306" r:id="rId96"/>
    <p:sldId id="349" r:id="rId97"/>
    <p:sldId id="312" r:id="rId98"/>
    <p:sldId id="313" r:id="rId99"/>
    <p:sldId id="327" r:id="rId100"/>
    <p:sldId id="346" r:id="rId10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39" autoAdjust="0"/>
    <p:restoredTop sz="94660"/>
  </p:normalViewPr>
  <p:slideViewPr>
    <p:cSldViewPr snapToGrid="0">
      <p:cViewPr>
        <p:scale>
          <a:sx n="50" d="100"/>
          <a:sy n="50" d="100"/>
        </p:scale>
        <p:origin x="1857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viewProps" Target="view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https://www.youtube.com/watch?v=W7tYP_bk52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20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jp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DDF45EB-BCD9-B51E-5347-DA67ABA1AEB7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AI, </a:t>
            </a:r>
            <a:r>
              <a:rPr lang="ko-KR" altLang="en-US" sz="2400" dirty="0"/>
              <a:t>경로 안내 </a:t>
            </a:r>
            <a:r>
              <a:rPr lang="en-US" altLang="ko-KR" sz="2400" dirty="0"/>
              <a:t>AI : </a:t>
            </a:r>
            <a:r>
              <a:rPr lang="ko-KR" altLang="en-US" sz="2400" dirty="0"/>
              <a:t>둘은 동일한 의미</a:t>
            </a:r>
            <a:r>
              <a:rPr lang="en-US" altLang="ko-KR" sz="2400" dirty="0"/>
              <a:t>. </a:t>
            </a:r>
            <a:r>
              <a:rPr lang="ko-KR" altLang="en-US" sz="2400" dirty="0"/>
              <a:t>경로를 보여주고 배달 예상</a:t>
            </a:r>
            <a:br>
              <a:rPr lang="en-US" altLang="ko-KR" sz="2400" dirty="0"/>
            </a:br>
            <a:r>
              <a:rPr lang="ko-KR" altLang="en-US" sz="2400" dirty="0"/>
              <a:t>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  <a:endParaRPr lang="en-US" altLang="ko-KR" sz="2400" dirty="0"/>
          </a:p>
          <a:p>
            <a:r>
              <a:rPr lang="en-US" altLang="ko-KR" sz="2400" dirty="0"/>
              <a:t>ETA : </a:t>
            </a:r>
            <a:r>
              <a:rPr lang="ko-KR" altLang="en-US" sz="2400" dirty="0"/>
              <a:t>경로 예측 시간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배달과정에서 만나는 여러 변수들로 발생하는 시간 지연을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안내를 보고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플레이어들끼리 상의하며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14FEA-2BAE-4A67-10A3-E542E536E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레퍼런스 게임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C24DBF-662A-10CD-4B33-B13DA5CFA9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8CD9DB-C9F8-E616-785A-4C61685AF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936296"/>
            <a:ext cx="5181600" cy="5240667"/>
          </a:xfrm>
        </p:spPr>
        <p:txBody>
          <a:bodyPr anchor="ctr">
            <a:normAutofit/>
          </a:bodyPr>
          <a:lstStyle/>
          <a:p>
            <a:r>
              <a:rPr lang="en-US" altLang="ko-KR" sz="2400" dirty="0"/>
              <a:t>Totally Reliable Delivery Service : </a:t>
            </a:r>
            <a:r>
              <a:rPr lang="ko-KR" altLang="en-US" sz="2400" dirty="0"/>
              <a:t>액션 </a:t>
            </a:r>
            <a:r>
              <a:rPr lang="ko-KR" altLang="en-US" sz="2400" dirty="0" err="1"/>
              <a:t>샌드박스</a:t>
            </a:r>
            <a:r>
              <a:rPr lang="ko-KR" altLang="en-US" sz="2400" dirty="0"/>
              <a:t> 배달 시뮬레이션</a:t>
            </a:r>
            <a:br>
              <a:rPr lang="en-US" altLang="ko-KR" sz="2400" dirty="0"/>
            </a:br>
            <a:r>
              <a:rPr lang="en-US" altLang="ko-KR" sz="2400" dirty="0">
                <a:hlinkClick r:id="rId2"/>
              </a:rPr>
              <a:t>https://www.youtube.com/watch?v=W7tYP_bk524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배트와 </a:t>
            </a:r>
            <a:r>
              <a:rPr lang="ko-KR" altLang="en-US" sz="2400" dirty="0" err="1"/>
              <a:t>달트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>
                <a:solidFill>
                  <a:srgbClr val="000000"/>
                </a:solidFill>
              </a:rPr>
              <a:t>2인 협동 FPS 배달 시뮬레이션 게임</a:t>
            </a:r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15194C-6759-B946-29C2-C73F2C36A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22B28-F603-B91C-81B9-A746EA9C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C7C0465-07A6-94AE-04C3-C1BC93E537F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내용 개체 틀 9">
            <a:extLst>
              <a:ext uri="{FF2B5EF4-FFF2-40B4-BE49-F238E27FC236}">
                <a16:creationId xmlns:a16="http://schemas.microsoft.com/office/drawing/2014/main" id="{B36D1811-93FA-6FFB-CFEC-71FB59848A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041881"/>
            <a:ext cx="5179418" cy="29273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2598712-1817-DD02-09E1-A57F8355DD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 b="11613"/>
          <a:stretch>
            <a:fillRect/>
          </a:stretch>
        </p:blipFill>
        <p:spPr>
          <a:xfrm>
            <a:off x="838200" y="936296"/>
            <a:ext cx="5179418" cy="25717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3D9FE4A-30EB-61B6-CA25-DD041506270B}"/>
              </a:ext>
            </a:extLst>
          </p:cNvPr>
          <p:cNvSpPr txBox="1"/>
          <p:nvPr/>
        </p:nvSpPr>
        <p:spPr>
          <a:xfrm>
            <a:off x="838200" y="596923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1]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88763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2344946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시뮬레이션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</a:t>
            </a:r>
            <a:r>
              <a:rPr lang="ko-KR" altLang="en-US" dirty="0"/>
              <a:t>측</a:t>
            </a:r>
            <a:r>
              <a:rPr lang="ko-KR" altLang="ko-KR" dirty="0"/>
              <a:t> 시간 정보를 </a:t>
            </a:r>
            <a:br>
              <a:rPr lang="en-US" altLang="ko-KR" dirty="0"/>
            </a:br>
            <a:r>
              <a:rPr lang="ko-KR" altLang="ko-KR" dirty="0"/>
              <a:t>바탕으로 플레이어의</a:t>
            </a:r>
            <a:br>
              <a:rPr lang="en-US" altLang="ko-KR" dirty="0"/>
            </a:br>
            <a:r>
              <a:rPr lang="ko-KR" altLang="en-US" dirty="0"/>
              <a:t>자율적 판단</a:t>
            </a:r>
            <a:r>
              <a:rPr lang="ko-KR" altLang="ko-KR" dirty="0"/>
              <a:t>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3C037-1491-908D-F241-83F115DB2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기획 목표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9F44B67-E220-97D4-6090-3A94F89C74C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BB991C4A-F06D-D336-3047-55A8D51C3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A76E-4E1F-4BA4-BF9D-7211A8136442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42163C-C71D-FB69-29E1-C0C81DBD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25CA42-39AE-A749-9C0A-5884B112E946}"/>
              </a:ext>
            </a:extLst>
          </p:cNvPr>
          <p:cNvSpPr txBox="1"/>
          <p:nvPr/>
        </p:nvSpPr>
        <p:spPr>
          <a:xfrm>
            <a:off x="1288211" y="2298793"/>
            <a:ext cx="958107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 err="1"/>
              <a:t>플레이어들끼리의</a:t>
            </a:r>
            <a:r>
              <a:rPr lang="ko-KR" altLang="en-US" dirty="0"/>
              <a:t> 의견 충돌로 인한 정체 시간 증가</a:t>
            </a:r>
            <a:r>
              <a:rPr lang="en-US" altLang="ko-KR" dirty="0"/>
              <a:t>. </a:t>
            </a:r>
            <a:r>
              <a:rPr lang="ko-KR" altLang="en-US" dirty="0"/>
              <a:t>운반하는 화물에 따른 다양한 </a:t>
            </a:r>
            <a:br>
              <a:rPr lang="en-US" altLang="ko-KR" dirty="0"/>
            </a:br>
            <a:r>
              <a:rPr lang="ko-KR" altLang="en-US" dirty="0"/>
              <a:t>생태계 변화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DABE34-7BF5-3136-A48A-24B581AEDEEB}"/>
              </a:ext>
            </a:extLst>
          </p:cNvPr>
          <p:cNvSpPr/>
          <p:nvPr/>
        </p:nvSpPr>
        <p:spPr>
          <a:xfrm>
            <a:off x="8574655" y="1621913"/>
            <a:ext cx="2490159" cy="6511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다양한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 경험</a:t>
            </a:r>
          </a:p>
        </p:txBody>
      </p:sp>
      <p:sp>
        <p:nvSpPr>
          <p:cNvPr id="13" name="화살표: 오각형 12">
            <a:extLst>
              <a:ext uri="{FF2B5EF4-FFF2-40B4-BE49-F238E27FC236}">
                <a16:creationId xmlns:a16="http://schemas.microsoft.com/office/drawing/2014/main" id="{D3403B95-89C2-82A8-FD37-0EF9F27FA077}"/>
              </a:ext>
            </a:extLst>
          </p:cNvPr>
          <p:cNvSpPr/>
          <p:nvPr/>
        </p:nvSpPr>
        <p:spPr>
          <a:xfrm>
            <a:off x="1178942" y="1616481"/>
            <a:ext cx="7775277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여러 돌발 상황과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플레이어의 자율적 판단으로 인해 변화하는 상황 경험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72E0F8-70B8-EFB8-EADE-52A677A5E9F5}"/>
              </a:ext>
            </a:extLst>
          </p:cNvPr>
          <p:cNvSpPr/>
          <p:nvPr/>
        </p:nvSpPr>
        <p:spPr>
          <a:xfrm>
            <a:off x="9724844" y="3867864"/>
            <a:ext cx="1431986" cy="6566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r>
              <a:rPr lang="ko-KR" altLang="en-US" dirty="0">
                <a:solidFill>
                  <a:sysClr val="windowText" lastClr="000000"/>
                </a:solidFill>
              </a:rPr>
              <a:t>인 협동</a:t>
            </a:r>
          </a:p>
        </p:txBody>
      </p:sp>
      <p:sp>
        <p:nvSpPr>
          <p:cNvPr id="17" name="화살표: 오각형 16">
            <a:extLst>
              <a:ext uri="{FF2B5EF4-FFF2-40B4-BE49-F238E27FC236}">
                <a16:creationId xmlns:a16="http://schemas.microsoft.com/office/drawing/2014/main" id="{EC12173A-AF8F-32E0-41BC-969E485F69DD}"/>
              </a:ext>
            </a:extLst>
          </p:cNvPr>
          <p:cNvSpPr/>
          <p:nvPr/>
        </p:nvSpPr>
        <p:spPr>
          <a:xfrm>
            <a:off x="1178942" y="3867864"/>
            <a:ext cx="8919713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 경험에 변수는 생기면서 </a:t>
            </a:r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r>
              <a:rPr lang="ko-KR" altLang="en-US" dirty="0">
                <a:solidFill>
                  <a:sysClr val="windowText" lastClr="000000"/>
                </a:solidFill>
              </a:rPr>
              <a:t>인 이상보다 비용이 적고 과하게 쉬운 난이도 방지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220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2A43F26-7E85-527E-E873-7E8A1744D98D}"/>
              </a:ext>
            </a:extLst>
          </p:cNvPr>
          <p:cNvSpPr/>
          <p:nvPr/>
        </p:nvSpPr>
        <p:spPr>
          <a:xfrm>
            <a:off x="3000281" y="119259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DCB7E2B-302B-1095-1E63-D0EB5DF359BA}"/>
              </a:ext>
            </a:extLst>
          </p:cNvPr>
          <p:cNvSpPr/>
          <p:nvPr/>
        </p:nvSpPr>
        <p:spPr>
          <a:xfrm>
            <a:off x="5058644" y="119465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0F079DB-81A2-7359-BE8C-B6972E90FA78}"/>
              </a:ext>
            </a:extLst>
          </p:cNvPr>
          <p:cNvSpPr/>
          <p:nvPr/>
        </p:nvSpPr>
        <p:spPr>
          <a:xfrm>
            <a:off x="7222362" y="123918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6427902-5ED1-DE85-D51D-F01DF0CF48BC}"/>
              </a:ext>
            </a:extLst>
          </p:cNvPr>
          <p:cNvSpPr/>
          <p:nvPr/>
        </p:nvSpPr>
        <p:spPr>
          <a:xfrm>
            <a:off x="3016714" y="2713827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5EAF61D-490B-0C78-6114-18FE409F8C52}"/>
              </a:ext>
            </a:extLst>
          </p:cNvPr>
          <p:cNvSpPr/>
          <p:nvPr/>
        </p:nvSpPr>
        <p:spPr>
          <a:xfrm>
            <a:off x="5070147" y="2446772"/>
            <a:ext cx="2074261" cy="76555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E1C1CD3-2F11-8AF6-A8BC-D04508B6ABD7}"/>
              </a:ext>
            </a:extLst>
          </p:cNvPr>
          <p:cNvSpPr/>
          <p:nvPr/>
        </p:nvSpPr>
        <p:spPr>
          <a:xfrm>
            <a:off x="5070147" y="331364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2AF4398-E396-BC5A-D0B7-9BAD8333CF4D}"/>
              </a:ext>
            </a:extLst>
          </p:cNvPr>
          <p:cNvSpPr/>
          <p:nvPr/>
        </p:nvSpPr>
        <p:spPr>
          <a:xfrm>
            <a:off x="6952795" y="5001937"/>
            <a:ext cx="1460848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57" name="화살표 12">
            <a:extLst>
              <a:ext uri="{FF2B5EF4-FFF2-40B4-BE49-F238E27FC236}">
                <a16:creationId xmlns:a16="http://schemas.microsoft.com/office/drawing/2014/main" id="{49581783-2D23-1F6D-D814-1CD518F762D9}"/>
              </a:ext>
            </a:extLst>
          </p:cNvPr>
          <p:cNvCxnSpPr>
            <a:cxnSpLocks/>
            <a:stCxn id="48" idx="3"/>
            <a:endCxn id="50" idx="1"/>
          </p:cNvCxnSpPr>
          <p:nvPr/>
        </p:nvCxnSpPr>
        <p:spPr>
          <a:xfrm flipV="1">
            <a:off x="4871834" y="169936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화살표 13">
            <a:extLst>
              <a:ext uri="{FF2B5EF4-FFF2-40B4-BE49-F238E27FC236}">
                <a16:creationId xmlns:a16="http://schemas.microsoft.com/office/drawing/2014/main" id="{ABA195AC-2AF5-0231-F2D6-9A80837AFBB0}"/>
              </a:ext>
            </a:extLst>
          </p:cNvPr>
          <p:cNvCxnSpPr>
            <a:cxnSpLocks/>
            <a:stCxn id="51" idx="3"/>
            <a:endCxn id="63" idx="1"/>
          </p:cNvCxnSpPr>
          <p:nvPr/>
        </p:nvCxnSpPr>
        <p:spPr>
          <a:xfrm>
            <a:off x="9008670" y="1699366"/>
            <a:ext cx="151019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화살표 14">
            <a:extLst>
              <a:ext uri="{FF2B5EF4-FFF2-40B4-BE49-F238E27FC236}">
                <a16:creationId xmlns:a16="http://schemas.microsoft.com/office/drawing/2014/main" id="{B53A19B9-C06F-005D-5907-62D26446F9FB}"/>
              </a:ext>
            </a:extLst>
          </p:cNvPr>
          <p:cNvCxnSpPr>
            <a:cxnSpLocks/>
            <a:stCxn id="50" idx="3"/>
            <a:endCxn id="51" idx="1"/>
          </p:cNvCxnSpPr>
          <p:nvPr/>
        </p:nvCxnSpPr>
        <p:spPr>
          <a:xfrm>
            <a:off x="6876889" y="1699366"/>
            <a:ext cx="3454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32687D46-B68C-39EB-6243-86BB3E5DECEC}"/>
              </a:ext>
            </a:extLst>
          </p:cNvPr>
          <p:cNvCxnSpPr>
            <a:cxnSpLocks/>
            <a:stCxn id="54" idx="3"/>
            <a:endCxn id="77" idx="1"/>
          </p:cNvCxnSpPr>
          <p:nvPr/>
        </p:nvCxnSpPr>
        <p:spPr>
          <a:xfrm>
            <a:off x="7144408" y="2829547"/>
            <a:ext cx="777462" cy="27644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20">
            <a:extLst>
              <a:ext uri="{FF2B5EF4-FFF2-40B4-BE49-F238E27FC236}">
                <a16:creationId xmlns:a16="http://schemas.microsoft.com/office/drawing/2014/main" id="{1FF513BD-B6A6-D513-BF80-39FE51DCB2CC}"/>
              </a:ext>
            </a:extLst>
          </p:cNvPr>
          <p:cNvCxnSpPr>
            <a:cxnSpLocks/>
            <a:stCxn id="55" idx="3"/>
            <a:endCxn id="77" idx="1"/>
          </p:cNvCxnSpPr>
          <p:nvPr/>
        </p:nvCxnSpPr>
        <p:spPr>
          <a:xfrm flipV="1">
            <a:off x="7144408" y="3105989"/>
            <a:ext cx="777462" cy="5767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33C3BDE8-E559-D2D6-BE19-A6C26E829FF3}"/>
              </a:ext>
            </a:extLst>
          </p:cNvPr>
          <p:cNvSpPr/>
          <p:nvPr/>
        </p:nvSpPr>
        <p:spPr>
          <a:xfrm>
            <a:off x="6952795" y="4249942"/>
            <a:ext cx="1460849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6C5171D-26A0-D93F-3338-693E2770816A}"/>
              </a:ext>
            </a:extLst>
          </p:cNvPr>
          <p:cNvSpPr/>
          <p:nvPr/>
        </p:nvSpPr>
        <p:spPr>
          <a:xfrm>
            <a:off x="9159689" y="124329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64" name="화살표 12">
            <a:extLst>
              <a:ext uri="{FF2B5EF4-FFF2-40B4-BE49-F238E27FC236}">
                <a16:creationId xmlns:a16="http://schemas.microsoft.com/office/drawing/2014/main" id="{E2D7AE2A-4544-35A7-BBC0-B2D09E49A8EC}"/>
              </a:ext>
            </a:extLst>
          </p:cNvPr>
          <p:cNvCxnSpPr>
            <a:cxnSpLocks/>
            <a:stCxn id="73" idx="3"/>
            <a:endCxn id="48" idx="1"/>
          </p:cNvCxnSpPr>
          <p:nvPr/>
        </p:nvCxnSpPr>
        <p:spPr>
          <a:xfrm>
            <a:off x="2601100" y="1694733"/>
            <a:ext cx="399181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꺾인 양쪽 화살표 연결선 20">
            <a:extLst>
              <a:ext uri="{FF2B5EF4-FFF2-40B4-BE49-F238E27FC236}">
                <a16:creationId xmlns:a16="http://schemas.microsoft.com/office/drawing/2014/main" id="{504757E3-AFE2-78FD-2139-C953D057C39F}"/>
              </a:ext>
            </a:extLst>
          </p:cNvPr>
          <p:cNvCxnSpPr>
            <a:cxnSpLocks/>
            <a:stCxn id="63" idx="3"/>
            <a:endCxn id="53" idx="1"/>
          </p:cNvCxnSpPr>
          <p:nvPr/>
        </p:nvCxnSpPr>
        <p:spPr>
          <a:xfrm flipH="1">
            <a:off x="3016714" y="1703481"/>
            <a:ext cx="8234223" cy="1447941"/>
          </a:xfrm>
          <a:prstGeom prst="bentConnector5">
            <a:avLst>
              <a:gd name="adj1" fmla="val -2776"/>
              <a:gd name="adj2" fmla="val 44425"/>
              <a:gd name="adj3" fmla="val 102776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AC26B622-1F1B-5527-2FB2-1152F170730A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 flipV="1">
            <a:off x="4704288" y="2829547"/>
            <a:ext cx="365859" cy="32187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BDA0360D-B838-10E4-CC42-AAD81A95623B}"/>
              </a:ext>
            </a:extLst>
          </p:cNvPr>
          <p:cNvCxnSpPr>
            <a:cxnSpLocks/>
            <a:stCxn id="53" idx="3"/>
            <a:endCxn id="55" idx="1"/>
          </p:cNvCxnSpPr>
          <p:nvPr/>
        </p:nvCxnSpPr>
        <p:spPr>
          <a:xfrm>
            <a:off x="4704288" y="3151422"/>
            <a:ext cx="365859" cy="5313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20">
            <a:extLst>
              <a:ext uri="{FF2B5EF4-FFF2-40B4-BE49-F238E27FC236}">
                <a16:creationId xmlns:a16="http://schemas.microsoft.com/office/drawing/2014/main" id="{193A8B79-9F34-01EF-B823-2A9AE70B34DB}"/>
              </a:ext>
            </a:extLst>
          </p:cNvPr>
          <p:cNvCxnSpPr>
            <a:cxnSpLocks/>
            <a:stCxn id="76" idx="3"/>
            <a:endCxn id="62" idx="1"/>
          </p:cNvCxnSpPr>
          <p:nvPr/>
        </p:nvCxnSpPr>
        <p:spPr>
          <a:xfrm flipV="1">
            <a:off x="6708194" y="4598474"/>
            <a:ext cx="244601" cy="31888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20">
            <a:extLst>
              <a:ext uri="{FF2B5EF4-FFF2-40B4-BE49-F238E27FC236}">
                <a16:creationId xmlns:a16="http://schemas.microsoft.com/office/drawing/2014/main" id="{35F0BE94-7C3B-3BCA-CE9A-618769C812AE}"/>
              </a:ext>
            </a:extLst>
          </p:cNvPr>
          <p:cNvCxnSpPr>
            <a:cxnSpLocks/>
            <a:stCxn id="76" idx="3"/>
            <a:endCxn id="56" idx="1"/>
          </p:cNvCxnSpPr>
          <p:nvPr/>
        </p:nvCxnSpPr>
        <p:spPr>
          <a:xfrm>
            <a:off x="6708194" y="4917363"/>
            <a:ext cx="244601" cy="43310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20">
            <a:extLst>
              <a:ext uri="{FF2B5EF4-FFF2-40B4-BE49-F238E27FC236}">
                <a16:creationId xmlns:a16="http://schemas.microsoft.com/office/drawing/2014/main" id="{2B5D69D3-5F6A-F93B-9AAC-F061F5F307C0}"/>
              </a:ext>
            </a:extLst>
          </p:cNvPr>
          <p:cNvCxnSpPr>
            <a:cxnSpLocks/>
            <a:stCxn id="77" idx="3"/>
            <a:endCxn id="76" idx="1"/>
          </p:cNvCxnSpPr>
          <p:nvPr/>
        </p:nvCxnSpPr>
        <p:spPr>
          <a:xfrm flipH="1">
            <a:off x="4604040" y="3105989"/>
            <a:ext cx="5267280" cy="1811374"/>
          </a:xfrm>
          <a:prstGeom prst="bentConnector5">
            <a:avLst>
              <a:gd name="adj1" fmla="val -4340"/>
              <a:gd name="adj2" fmla="val 57459"/>
              <a:gd name="adj3" fmla="val 10434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화살표 14">
            <a:extLst>
              <a:ext uri="{FF2B5EF4-FFF2-40B4-BE49-F238E27FC236}">
                <a16:creationId xmlns:a16="http://schemas.microsoft.com/office/drawing/2014/main" id="{685F7A65-2B5B-ADAC-5524-856BAF5BADCD}"/>
              </a:ext>
            </a:extLst>
          </p:cNvPr>
          <p:cNvCxnSpPr>
            <a:cxnSpLocks/>
            <a:stCxn id="62" idx="3"/>
            <a:endCxn id="74" idx="1"/>
          </p:cNvCxnSpPr>
          <p:nvPr/>
        </p:nvCxnSpPr>
        <p:spPr>
          <a:xfrm flipV="1">
            <a:off x="8413644" y="4597353"/>
            <a:ext cx="354406" cy="112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화살표 14">
            <a:extLst>
              <a:ext uri="{FF2B5EF4-FFF2-40B4-BE49-F238E27FC236}">
                <a16:creationId xmlns:a16="http://schemas.microsoft.com/office/drawing/2014/main" id="{339C6C28-2183-82CA-B690-CA2FF2595E9E}"/>
              </a:ext>
            </a:extLst>
          </p:cNvPr>
          <p:cNvCxnSpPr>
            <a:cxnSpLocks/>
            <a:stCxn id="56" idx="3"/>
            <a:endCxn id="75" idx="1"/>
          </p:cNvCxnSpPr>
          <p:nvPr/>
        </p:nvCxnSpPr>
        <p:spPr>
          <a:xfrm flipV="1">
            <a:off x="8413643" y="5350468"/>
            <a:ext cx="354407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25CABB06-C122-98BB-6EC7-ECF005EEB2FE}"/>
              </a:ext>
            </a:extLst>
          </p:cNvPr>
          <p:cNvSpPr/>
          <p:nvPr/>
        </p:nvSpPr>
        <p:spPr>
          <a:xfrm>
            <a:off x="1070825" y="119465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98284248-5349-E270-8C29-A57FD7A619B3}"/>
              </a:ext>
            </a:extLst>
          </p:cNvPr>
          <p:cNvSpPr/>
          <p:nvPr/>
        </p:nvSpPr>
        <p:spPr>
          <a:xfrm>
            <a:off x="8768050" y="4249942"/>
            <a:ext cx="1501630" cy="6948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0C55D3BA-B158-EDCF-D89F-46AF99E24321}"/>
              </a:ext>
            </a:extLst>
          </p:cNvPr>
          <p:cNvSpPr/>
          <p:nvPr/>
        </p:nvSpPr>
        <p:spPr>
          <a:xfrm>
            <a:off x="8768050" y="5001936"/>
            <a:ext cx="1501630" cy="6970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8C368F76-B0B6-D9F8-6209-604D1206DD37}"/>
              </a:ext>
            </a:extLst>
          </p:cNvPr>
          <p:cNvSpPr/>
          <p:nvPr/>
        </p:nvSpPr>
        <p:spPr>
          <a:xfrm>
            <a:off x="4604040" y="4534397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77" name="순서도: 천공 테이프 76">
            <a:extLst>
              <a:ext uri="{FF2B5EF4-FFF2-40B4-BE49-F238E27FC236}">
                <a16:creationId xmlns:a16="http://schemas.microsoft.com/office/drawing/2014/main" id="{5C16ACC8-EF03-BF04-314A-43BC99397619}"/>
              </a:ext>
            </a:extLst>
          </p:cNvPr>
          <p:cNvSpPr/>
          <p:nvPr/>
        </p:nvSpPr>
        <p:spPr>
          <a:xfrm>
            <a:off x="7921870" y="2613838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3FB375C4-26F0-7086-BBDD-D3E88ABB2A50}"/>
              </a:ext>
            </a:extLst>
          </p:cNvPr>
          <p:cNvSpPr/>
          <p:nvPr/>
        </p:nvSpPr>
        <p:spPr>
          <a:xfrm>
            <a:off x="1008987" y="3903260"/>
            <a:ext cx="1714353" cy="676714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80" name="순서도: 천공 테이프 79">
            <a:extLst>
              <a:ext uri="{FF2B5EF4-FFF2-40B4-BE49-F238E27FC236}">
                <a16:creationId xmlns:a16="http://schemas.microsoft.com/office/drawing/2014/main" id="{EF1EBEEA-B83B-F63D-1E65-6216ACBFB02F}"/>
              </a:ext>
            </a:extLst>
          </p:cNvPr>
          <p:cNvSpPr/>
          <p:nvPr/>
        </p:nvSpPr>
        <p:spPr>
          <a:xfrm>
            <a:off x="1008987" y="4623034"/>
            <a:ext cx="1764061" cy="767740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B96115F6-D56F-0DE4-9DE5-F18BD832BFBC}"/>
              </a:ext>
            </a:extLst>
          </p:cNvPr>
          <p:cNvSpPr/>
          <p:nvPr/>
        </p:nvSpPr>
        <p:spPr>
          <a:xfrm>
            <a:off x="902897" y="3867709"/>
            <a:ext cx="1943819" cy="1550765"/>
          </a:xfrm>
          <a:prstGeom prst="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주의해야 할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  <a:br>
              <a:rPr lang="en-US" altLang="ko-KR" sz="2400" dirty="0"/>
            </a:b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ko-KR" altLang="en-US" sz="2400" dirty="0">
                <a:sym typeface="Wingdings" panose="05000000000000000000" pitchFamily="2" charset="2"/>
              </a:rPr>
              <a:t>동료 플레이어의 상호작용 시 </a:t>
            </a:r>
            <a:r>
              <a:rPr lang="en-US" altLang="ko-KR" sz="2400" dirty="0">
                <a:sym typeface="Wingdings" panose="05000000000000000000" pitchFamily="2" charset="2"/>
              </a:rPr>
              <a:t>: </a:t>
            </a:r>
            <a:r>
              <a:rPr lang="ko-KR" altLang="en-US" sz="2400" dirty="0">
                <a:sym typeface="Wingdings" panose="05000000000000000000" pitchFamily="2" charset="2"/>
              </a:rPr>
              <a:t>즉시 부활</a:t>
            </a:r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pic>
        <p:nvPicPr>
          <p:cNvPr id="2" name="내용 개체 틀 17">
            <a:extLst>
              <a:ext uri="{FF2B5EF4-FFF2-40B4-BE49-F238E27FC236}">
                <a16:creationId xmlns:a16="http://schemas.microsoft.com/office/drawing/2014/main" id="{927CEB0A-3158-A23C-6FE6-A38C79C68AC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616"/>
          <a:stretch>
            <a:fillRect/>
          </a:stretch>
        </p:blipFill>
        <p:spPr>
          <a:xfrm>
            <a:off x="1481172" y="1359505"/>
            <a:ext cx="3802913" cy="319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내용 개체 틀 9" descr="콘도르 단색으로 채워진">
            <a:extLst>
              <a:ext uri="{FF2B5EF4-FFF2-40B4-BE49-F238E27FC236}">
                <a16:creationId xmlns:a16="http://schemas.microsoft.com/office/drawing/2014/main" id="{2D68B087-C28C-8471-4889-08AB5019E9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1173" y="2299772"/>
            <a:ext cx="1137254" cy="1137254"/>
          </a:xfrm>
          <a:prstGeom prst="rect">
            <a:avLst/>
          </a:prstGeom>
        </p:spPr>
      </p:pic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076AFA3B-ADC6-3ADE-56C0-BC5DCD7DE7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43046" y="2293678"/>
            <a:ext cx="1135322" cy="1135322"/>
          </a:xfrm>
          <a:prstGeom prst="rect">
            <a:avLst/>
          </a:prstGeom>
        </p:spPr>
      </p:pic>
      <p:pic>
        <p:nvPicPr>
          <p:cNvPr id="10" name="그래픽 9" descr="늑대 단색으로 채워진">
            <a:extLst>
              <a:ext uri="{FF2B5EF4-FFF2-40B4-BE49-F238E27FC236}">
                <a16:creationId xmlns:a16="http://schemas.microsoft.com/office/drawing/2014/main" id="{00952808-C56B-6AA4-BFC1-9D7882CE48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0354" y="3731399"/>
            <a:ext cx="1137253" cy="1137253"/>
          </a:xfrm>
          <a:prstGeom prst="rect">
            <a:avLst/>
          </a:prstGeom>
        </p:spPr>
      </p:pic>
      <p:pic>
        <p:nvPicPr>
          <p:cNvPr id="12" name="그래픽 11" descr="참새 단색으로 채워진">
            <a:extLst>
              <a:ext uri="{FF2B5EF4-FFF2-40B4-BE49-F238E27FC236}">
                <a16:creationId xmlns:a16="http://schemas.microsoft.com/office/drawing/2014/main" id="{66ADEBC4-E888-254F-0812-BE25DB5547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43046" y="3733330"/>
            <a:ext cx="1135322" cy="1135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840C68-09CE-77E0-D1E5-BF6339E0C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2142AD-DE67-223A-F13F-8331AC77B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EB2396E-43C5-B27C-8AE6-8A05F1DAAC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28FFB76-62DF-D0FC-C809-44084B25D59F}"/>
              </a:ext>
            </a:extLst>
          </p:cNvPr>
          <p:cNvSpPr/>
          <p:nvPr/>
        </p:nvSpPr>
        <p:spPr>
          <a:xfrm>
            <a:off x="304516" y="3014882"/>
            <a:ext cx="1218778" cy="714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7DBDE9B8-1DC5-CAD4-1404-3241730164E5}"/>
              </a:ext>
            </a:extLst>
          </p:cNvPr>
          <p:cNvCxnSpPr>
            <a:cxnSpLocks/>
            <a:stCxn id="207" idx="2"/>
            <a:endCxn id="11" idx="0"/>
          </p:cNvCxnSpPr>
          <p:nvPr/>
        </p:nvCxnSpPr>
        <p:spPr>
          <a:xfrm rot="16200000" flipH="1">
            <a:off x="-331420" y="1769557"/>
            <a:ext cx="206532" cy="228411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551B9B7-36E5-2CF3-7A29-FD69CF63B5C3}"/>
              </a:ext>
            </a:extLst>
          </p:cNvPr>
          <p:cNvSpPr/>
          <p:nvPr/>
        </p:nvSpPr>
        <p:spPr>
          <a:xfrm>
            <a:off x="-2341873" y="996922"/>
            <a:ext cx="1218778" cy="714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주체 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행동</a:t>
            </a: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9BABC278-6DF5-E2B3-9CB9-05007ABADCB4}"/>
              </a:ext>
            </a:extLst>
          </p:cNvPr>
          <p:cNvCxnSpPr>
            <a:cxnSpLocks/>
            <a:stCxn id="11" idx="3"/>
            <a:endCxn id="211" idx="1"/>
          </p:cNvCxnSpPr>
          <p:nvPr/>
        </p:nvCxnSpPr>
        <p:spPr>
          <a:xfrm flipV="1">
            <a:off x="1523294" y="2984462"/>
            <a:ext cx="941246" cy="387608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993CB5D-398E-4FCA-BFAB-0A7C65043326}"/>
              </a:ext>
            </a:extLst>
          </p:cNvPr>
          <p:cNvSpPr/>
          <p:nvPr/>
        </p:nvSpPr>
        <p:spPr>
          <a:xfrm>
            <a:off x="17433933" y="2839457"/>
            <a:ext cx="1218779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ysClr val="windowText" lastClr="000000"/>
                </a:solidFill>
              </a:rPr>
              <a:t>달래준다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[3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분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]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BC8C885-F500-AD9C-5B84-7839F2B79ECF}"/>
              </a:ext>
            </a:extLst>
          </p:cNvPr>
          <p:cNvSpPr/>
          <p:nvPr/>
        </p:nvSpPr>
        <p:spPr>
          <a:xfrm>
            <a:off x="17433933" y="2142870"/>
            <a:ext cx="1218779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포기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[1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분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]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BC98F323-36EE-D5FF-41CD-C4E1F657C6A8}"/>
              </a:ext>
            </a:extLst>
          </p:cNvPr>
          <p:cNvSpPr/>
          <p:nvPr/>
        </p:nvSpPr>
        <p:spPr>
          <a:xfrm>
            <a:off x="18652712" y="4410371"/>
            <a:ext cx="1218779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마트 관찰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[1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분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]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899DBEA1-2E70-83B1-B7AD-6BDB56415EDB}"/>
              </a:ext>
            </a:extLst>
          </p:cNvPr>
          <p:cNvSpPr/>
          <p:nvPr/>
        </p:nvSpPr>
        <p:spPr>
          <a:xfrm>
            <a:off x="18652712" y="3713784"/>
            <a:ext cx="1218779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rgbClr val="C00000"/>
                </a:solidFill>
              </a:rPr>
              <a:t>딸 목격</a:t>
            </a:r>
            <a:br>
              <a:rPr lang="en-US" altLang="ko-KR" sz="1600" dirty="0">
                <a:solidFill>
                  <a:srgbClr val="C00000"/>
                </a:solidFill>
              </a:rPr>
            </a:br>
            <a:r>
              <a:rPr lang="ko-KR" altLang="en-US" sz="1600" dirty="0">
                <a:solidFill>
                  <a:srgbClr val="C00000"/>
                </a:solidFill>
              </a:rPr>
              <a:t>질문</a:t>
            </a:r>
            <a:r>
              <a:rPr lang="en-US" altLang="ko-KR" sz="1600" dirty="0">
                <a:solidFill>
                  <a:srgbClr val="C00000"/>
                </a:solidFill>
              </a:rPr>
              <a:t>[1</a:t>
            </a:r>
            <a:r>
              <a:rPr lang="ko-KR" altLang="en-US" sz="1600" dirty="0">
                <a:solidFill>
                  <a:srgbClr val="C00000"/>
                </a:solidFill>
              </a:rPr>
              <a:t>분</a:t>
            </a:r>
            <a:r>
              <a:rPr lang="en-US" altLang="ko-KR" sz="1600" dirty="0">
                <a:solidFill>
                  <a:srgbClr val="C00000"/>
                </a:solidFill>
              </a:rPr>
              <a:t>]</a:t>
            </a:r>
            <a:endParaRPr lang="ko-KR" altLang="en-US" sz="1600" dirty="0">
              <a:solidFill>
                <a:srgbClr val="C00000"/>
              </a:solidFill>
            </a:endParaRP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B219D95D-0F80-1D9F-3346-33920E847981}"/>
              </a:ext>
            </a:extLst>
          </p:cNvPr>
          <p:cNvSpPr/>
          <p:nvPr/>
        </p:nvSpPr>
        <p:spPr>
          <a:xfrm>
            <a:off x="21046576" y="5089843"/>
            <a:ext cx="1218779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괜찮다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[1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분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]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1E9BB041-AEAA-2FD6-16F2-8CA74ECCEFAE}"/>
              </a:ext>
            </a:extLst>
          </p:cNvPr>
          <p:cNvSpPr/>
          <p:nvPr/>
        </p:nvSpPr>
        <p:spPr>
          <a:xfrm>
            <a:off x="21046576" y="4393256"/>
            <a:ext cx="1218779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긍정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[1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분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]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1A44418D-FAC3-B8FA-EF01-E47BEB41B7A6}"/>
              </a:ext>
            </a:extLst>
          </p:cNvPr>
          <p:cNvCxnSpPr>
            <a:stCxn id="87" idx="3"/>
            <a:endCxn id="88" idx="1"/>
          </p:cNvCxnSpPr>
          <p:nvPr/>
        </p:nvCxnSpPr>
        <p:spPr>
          <a:xfrm>
            <a:off x="19871491" y="4070972"/>
            <a:ext cx="1175085" cy="137605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562BE5B2-E24C-CCE2-5B9B-7FF12FD6CDEB}"/>
              </a:ext>
            </a:extLst>
          </p:cNvPr>
          <p:cNvCxnSpPr>
            <a:stCxn id="87" idx="3"/>
            <a:endCxn id="89" idx="1"/>
          </p:cNvCxnSpPr>
          <p:nvPr/>
        </p:nvCxnSpPr>
        <p:spPr>
          <a:xfrm>
            <a:off x="19871491" y="4070972"/>
            <a:ext cx="1175085" cy="67947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구부러짐 93">
            <a:extLst>
              <a:ext uri="{FF2B5EF4-FFF2-40B4-BE49-F238E27FC236}">
                <a16:creationId xmlns:a16="http://schemas.microsoft.com/office/drawing/2014/main" id="{C4AAAF57-B8FC-C1E1-296F-A3C210584D3D}"/>
              </a:ext>
            </a:extLst>
          </p:cNvPr>
          <p:cNvCxnSpPr>
            <a:cxnSpLocks/>
            <a:stCxn id="89" idx="3"/>
            <a:endCxn id="120" idx="3"/>
          </p:cNvCxnSpPr>
          <p:nvPr/>
        </p:nvCxnSpPr>
        <p:spPr>
          <a:xfrm flipH="1" flipV="1">
            <a:off x="17579227" y="1543814"/>
            <a:ext cx="4686128" cy="3206630"/>
          </a:xfrm>
          <a:prstGeom prst="curvedConnector3">
            <a:avLst>
              <a:gd name="adj1" fmla="val -487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순서도: 문서 119">
            <a:extLst>
              <a:ext uri="{FF2B5EF4-FFF2-40B4-BE49-F238E27FC236}">
                <a16:creationId xmlns:a16="http://schemas.microsoft.com/office/drawing/2014/main" id="{142DE13D-8E87-647D-52B3-460481ABD73B}"/>
              </a:ext>
            </a:extLst>
          </p:cNvPr>
          <p:cNvSpPr/>
          <p:nvPr/>
        </p:nvSpPr>
        <p:spPr>
          <a:xfrm>
            <a:off x="16360450" y="1187447"/>
            <a:ext cx="1218777" cy="712734"/>
          </a:xfrm>
          <a:prstGeom prst="flowChartDocumen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마트</a:t>
            </a:r>
          </a:p>
        </p:txBody>
      </p:sp>
      <p:cxnSp>
        <p:nvCxnSpPr>
          <p:cNvPr id="192" name="연결선: 꺾임 191">
            <a:extLst>
              <a:ext uri="{FF2B5EF4-FFF2-40B4-BE49-F238E27FC236}">
                <a16:creationId xmlns:a16="http://schemas.microsoft.com/office/drawing/2014/main" id="{A0E433DE-6D77-FDC5-6910-FAAB64834D0F}"/>
              </a:ext>
            </a:extLst>
          </p:cNvPr>
          <p:cNvCxnSpPr>
            <a:stCxn id="53" idx="3"/>
            <a:endCxn id="87" idx="1"/>
          </p:cNvCxnSpPr>
          <p:nvPr/>
        </p:nvCxnSpPr>
        <p:spPr>
          <a:xfrm>
            <a:off x="18652712" y="3196645"/>
            <a:ext cx="12700" cy="874327"/>
          </a:xfrm>
          <a:prstGeom prst="bentConnector5">
            <a:avLst>
              <a:gd name="adj1" fmla="val -1800000"/>
              <a:gd name="adj2" fmla="val 50000"/>
              <a:gd name="adj3" fmla="val 19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연결선: 꺾임 192">
            <a:extLst>
              <a:ext uri="{FF2B5EF4-FFF2-40B4-BE49-F238E27FC236}">
                <a16:creationId xmlns:a16="http://schemas.microsoft.com/office/drawing/2014/main" id="{D409472F-75CC-0F2D-26F3-A0CADCCFC733}"/>
              </a:ext>
            </a:extLst>
          </p:cNvPr>
          <p:cNvCxnSpPr>
            <a:cxnSpLocks/>
            <a:stCxn id="53" idx="3"/>
            <a:endCxn id="86" idx="1"/>
          </p:cNvCxnSpPr>
          <p:nvPr/>
        </p:nvCxnSpPr>
        <p:spPr>
          <a:xfrm>
            <a:off x="18652712" y="3196645"/>
            <a:ext cx="12700" cy="1570914"/>
          </a:xfrm>
          <a:prstGeom prst="bentConnector5">
            <a:avLst>
              <a:gd name="adj1" fmla="val -1800000"/>
              <a:gd name="adj2" fmla="val 50000"/>
              <a:gd name="adj3" fmla="val 19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구부러짐 194">
            <a:extLst>
              <a:ext uri="{FF2B5EF4-FFF2-40B4-BE49-F238E27FC236}">
                <a16:creationId xmlns:a16="http://schemas.microsoft.com/office/drawing/2014/main" id="{673ACE16-23F1-F588-59A1-C467D3DEF0EF}"/>
              </a:ext>
            </a:extLst>
          </p:cNvPr>
          <p:cNvCxnSpPr>
            <a:cxnSpLocks/>
            <a:stCxn id="88" idx="3"/>
            <a:endCxn id="120" idx="3"/>
          </p:cNvCxnSpPr>
          <p:nvPr/>
        </p:nvCxnSpPr>
        <p:spPr>
          <a:xfrm flipH="1" flipV="1">
            <a:off x="17579227" y="1543814"/>
            <a:ext cx="4686128" cy="3903217"/>
          </a:xfrm>
          <a:prstGeom prst="curvedConnector3">
            <a:avLst>
              <a:gd name="adj1" fmla="val -487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순서도: 문서 206">
            <a:extLst>
              <a:ext uri="{FF2B5EF4-FFF2-40B4-BE49-F238E27FC236}">
                <a16:creationId xmlns:a16="http://schemas.microsoft.com/office/drawing/2014/main" id="{EBDA2EAE-2351-7B61-F73B-991DCC6007CA}"/>
              </a:ext>
            </a:extLst>
          </p:cNvPr>
          <p:cNvSpPr/>
          <p:nvPr/>
        </p:nvSpPr>
        <p:spPr>
          <a:xfrm>
            <a:off x="-2031293" y="2117660"/>
            <a:ext cx="1322159" cy="739585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꿀</a:t>
            </a:r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A82F3AC1-CA2F-BD46-AB7D-624DE1E9E98F}"/>
              </a:ext>
            </a:extLst>
          </p:cNvPr>
          <p:cNvSpPr/>
          <p:nvPr/>
        </p:nvSpPr>
        <p:spPr>
          <a:xfrm>
            <a:off x="2464540" y="2511468"/>
            <a:ext cx="2062580" cy="9459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추적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</a:p>
        </p:txBody>
      </p:sp>
      <p:sp>
        <p:nvSpPr>
          <p:cNvPr id="214" name="순서도: 문서 213">
            <a:extLst>
              <a:ext uri="{FF2B5EF4-FFF2-40B4-BE49-F238E27FC236}">
                <a16:creationId xmlns:a16="http://schemas.microsoft.com/office/drawing/2014/main" id="{B1B4796B-33C9-932E-553F-D6161E7E52B0}"/>
              </a:ext>
            </a:extLst>
          </p:cNvPr>
          <p:cNvSpPr/>
          <p:nvPr/>
        </p:nvSpPr>
        <p:spPr>
          <a:xfrm>
            <a:off x="-1034127" y="980044"/>
            <a:ext cx="2034643" cy="76639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원인이 되는 상황</a:t>
            </a:r>
            <a:r>
              <a:rPr lang="en-US" altLang="ko-KR" dirty="0">
                <a:solidFill>
                  <a:sysClr val="windowText" lastClr="000000"/>
                </a:solidFill>
              </a:rPr>
              <a:t>/ </a:t>
            </a:r>
            <a:r>
              <a:rPr lang="ko-KR" altLang="en-US" dirty="0">
                <a:solidFill>
                  <a:sysClr val="windowText" lastClr="000000"/>
                </a:solidFill>
              </a:rPr>
              <a:t>요소</a:t>
            </a:r>
          </a:p>
        </p:txBody>
      </p:sp>
      <p:sp>
        <p:nvSpPr>
          <p:cNvPr id="223" name="직사각형 222">
            <a:extLst>
              <a:ext uri="{FF2B5EF4-FFF2-40B4-BE49-F238E27FC236}">
                <a16:creationId xmlns:a16="http://schemas.microsoft.com/office/drawing/2014/main" id="{A157382E-A5A2-622D-73A1-9A28E9934591}"/>
              </a:ext>
            </a:extLst>
          </p:cNvPr>
          <p:cNvSpPr/>
          <p:nvPr/>
        </p:nvSpPr>
        <p:spPr>
          <a:xfrm>
            <a:off x="2404423" y="4563367"/>
            <a:ext cx="1872295" cy="9459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기억 상태 활성화</a:t>
            </a:r>
          </a:p>
        </p:txBody>
      </p:sp>
      <p:sp>
        <p:nvSpPr>
          <p:cNvPr id="225" name="순서도: 문서 224">
            <a:extLst>
              <a:ext uri="{FF2B5EF4-FFF2-40B4-BE49-F238E27FC236}">
                <a16:creationId xmlns:a16="http://schemas.microsoft.com/office/drawing/2014/main" id="{B506DECD-77B5-92AA-134A-9673A57E6EC7}"/>
              </a:ext>
            </a:extLst>
          </p:cNvPr>
          <p:cNvSpPr/>
          <p:nvPr/>
        </p:nvSpPr>
        <p:spPr>
          <a:xfrm>
            <a:off x="-1624346" y="5101500"/>
            <a:ext cx="1830425" cy="84924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벌집 피격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en-US" dirty="0">
                <a:solidFill>
                  <a:sysClr val="windowText" lastClr="000000"/>
                </a:solidFill>
              </a:rPr>
              <a:t>파괴</a:t>
            </a:r>
          </a:p>
        </p:txBody>
      </p:sp>
      <p:cxnSp>
        <p:nvCxnSpPr>
          <p:cNvPr id="226" name="연결선: 꺾임 225">
            <a:extLst>
              <a:ext uri="{FF2B5EF4-FFF2-40B4-BE49-F238E27FC236}">
                <a16:creationId xmlns:a16="http://schemas.microsoft.com/office/drawing/2014/main" id="{80438557-DC58-2693-6071-D8A9BDB3F4CA}"/>
              </a:ext>
            </a:extLst>
          </p:cNvPr>
          <p:cNvCxnSpPr>
            <a:cxnSpLocks/>
            <a:stCxn id="225" idx="2"/>
            <a:endCxn id="230" idx="0"/>
          </p:cNvCxnSpPr>
          <p:nvPr/>
        </p:nvCxnSpPr>
        <p:spPr>
          <a:xfrm rot="16200000" flipH="1">
            <a:off x="154718" y="5030748"/>
            <a:ext cx="252210" cy="19799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직사각형 229">
            <a:extLst>
              <a:ext uri="{FF2B5EF4-FFF2-40B4-BE49-F238E27FC236}">
                <a16:creationId xmlns:a16="http://schemas.microsoft.com/office/drawing/2014/main" id="{BA32447B-2DE2-F790-1000-17D3553BCE03}"/>
              </a:ext>
            </a:extLst>
          </p:cNvPr>
          <p:cNvSpPr/>
          <p:nvPr/>
        </p:nvSpPr>
        <p:spPr>
          <a:xfrm>
            <a:off x="614276" y="6146810"/>
            <a:ext cx="1313008" cy="8720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벌집 파괴 감지</a:t>
            </a:r>
          </a:p>
        </p:txBody>
      </p:sp>
      <p:cxnSp>
        <p:nvCxnSpPr>
          <p:cNvPr id="232" name="연결선: 꺾임 231">
            <a:extLst>
              <a:ext uri="{FF2B5EF4-FFF2-40B4-BE49-F238E27FC236}">
                <a16:creationId xmlns:a16="http://schemas.microsoft.com/office/drawing/2014/main" id="{611C9351-93FA-1606-25B0-FED69D85BF11}"/>
              </a:ext>
            </a:extLst>
          </p:cNvPr>
          <p:cNvCxnSpPr>
            <a:cxnSpLocks/>
            <a:stCxn id="230" idx="3"/>
            <a:endCxn id="223" idx="1"/>
          </p:cNvCxnSpPr>
          <p:nvPr/>
        </p:nvCxnSpPr>
        <p:spPr>
          <a:xfrm flipV="1">
            <a:off x="1927284" y="5036361"/>
            <a:ext cx="477139" cy="154645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연결선: 꺾임 234">
            <a:extLst>
              <a:ext uri="{FF2B5EF4-FFF2-40B4-BE49-F238E27FC236}">
                <a16:creationId xmlns:a16="http://schemas.microsoft.com/office/drawing/2014/main" id="{47AAE953-CD60-255F-A419-DD2C02F0CFE2}"/>
              </a:ext>
            </a:extLst>
          </p:cNvPr>
          <p:cNvCxnSpPr>
            <a:cxnSpLocks/>
            <a:stCxn id="11" idx="2"/>
            <a:endCxn id="225" idx="0"/>
          </p:cNvCxnSpPr>
          <p:nvPr/>
        </p:nvCxnSpPr>
        <p:spPr>
          <a:xfrm rot="5400000">
            <a:off x="-583735" y="3603859"/>
            <a:ext cx="1372243" cy="162303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연결선: 꺾임 242">
            <a:extLst>
              <a:ext uri="{FF2B5EF4-FFF2-40B4-BE49-F238E27FC236}">
                <a16:creationId xmlns:a16="http://schemas.microsoft.com/office/drawing/2014/main" id="{542C14C4-00A4-B79E-4CA8-9285B26D95C5}"/>
              </a:ext>
            </a:extLst>
          </p:cNvPr>
          <p:cNvCxnSpPr>
            <a:cxnSpLocks/>
            <a:stCxn id="403" idx="3"/>
            <a:endCxn id="281" idx="1"/>
          </p:cNvCxnSpPr>
          <p:nvPr/>
        </p:nvCxnSpPr>
        <p:spPr>
          <a:xfrm flipV="1">
            <a:off x="-466591" y="7721178"/>
            <a:ext cx="1445089" cy="32840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BB196359-BDD2-005A-FC35-3ACA074AF26A}"/>
              </a:ext>
            </a:extLst>
          </p:cNvPr>
          <p:cNvSpPr/>
          <p:nvPr/>
        </p:nvSpPr>
        <p:spPr>
          <a:xfrm>
            <a:off x="2740689" y="7427563"/>
            <a:ext cx="1130760" cy="6220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방황</a:t>
            </a: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6F9A4A3B-66E4-1611-140C-F76E4D2C240B}"/>
              </a:ext>
            </a:extLst>
          </p:cNvPr>
          <p:cNvSpPr/>
          <p:nvPr/>
        </p:nvSpPr>
        <p:spPr>
          <a:xfrm>
            <a:off x="5937642" y="4974036"/>
            <a:ext cx="1872295" cy="9459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방해 강도 증가</a:t>
            </a:r>
          </a:p>
        </p:txBody>
      </p:sp>
      <p:sp>
        <p:nvSpPr>
          <p:cNvPr id="255" name="순서도: 문서 254">
            <a:extLst>
              <a:ext uri="{FF2B5EF4-FFF2-40B4-BE49-F238E27FC236}">
                <a16:creationId xmlns:a16="http://schemas.microsoft.com/office/drawing/2014/main" id="{3C517AA3-3876-45B5-D5D5-166799D7DFAA}"/>
              </a:ext>
            </a:extLst>
          </p:cNvPr>
          <p:cNvSpPr/>
          <p:nvPr/>
        </p:nvSpPr>
        <p:spPr>
          <a:xfrm>
            <a:off x="5755776" y="3620808"/>
            <a:ext cx="2034643" cy="76639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생물이 플레이어를 조우</a:t>
            </a:r>
          </a:p>
        </p:txBody>
      </p:sp>
      <p:cxnSp>
        <p:nvCxnSpPr>
          <p:cNvPr id="256" name="연결선: 꺾임 255">
            <a:extLst>
              <a:ext uri="{FF2B5EF4-FFF2-40B4-BE49-F238E27FC236}">
                <a16:creationId xmlns:a16="http://schemas.microsoft.com/office/drawing/2014/main" id="{A0D3077B-DF59-F030-DDA9-AA0724F2B942}"/>
              </a:ext>
            </a:extLst>
          </p:cNvPr>
          <p:cNvCxnSpPr>
            <a:cxnSpLocks/>
            <a:stCxn id="223" idx="3"/>
            <a:endCxn id="255" idx="0"/>
          </p:cNvCxnSpPr>
          <p:nvPr/>
        </p:nvCxnSpPr>
        <p:spPr>
          <a:xfrm flipV="1">
            <a:off x="4276718" y="3620808"/>
            <a:ext cx="2496380" cy="1415553"/>
          </a:xfrm>
          <a:prstGeom prst="bentConnector4">
            <a:avLst>
              <a:gd name="adj1" fmla="val 29624"/>
              <a:gd name="adj2" fmla="val 11614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연결선: 꺾임 259">
            <a:extLst>
              <a:ext uri="{FF2B5EF4-FFF2-40B4-BE49-F238E27FC236}">
                <a16:creationId xmlns:a16="http://schemas.microsoft.com/office/drawing/2014/main" id="{12D12F90-ECFC-01E7-25D9-8BE90AC07A4D}"/>
              </a:ext>
            </a:extLst>
          </p:cNvPr>
          <p:cNvCxnSpPr>
            <a:cxnSpLocks/>
            <a:stCxn id="255" idx="2"/>
            <a:endCxn id="253" idx="0"/>
          </p:cNvCxnSpPr>
          <p:nvPr/>
        </p:nvCxnSpPr>
        <p:spPr>
          <a:xfrm rot="16200000" flipH="1">
            <a:off x="6504694" y="4604939"/>
            <a:ext cx="637501" cy="10069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직사각형 280">
            <a:extLst>
              <a:ext uri="{FF2B5EF4-FFF2-40B4-BE49-F238E27FC236}">
                <a16:creationId xmlns:a16="http://schemas.microsoft.com/office/drawing/2014/main" id="{51BF23E5-5005-42C6-636C-662BC0633150}"/>
              </a:ext>
            </a:extLst>
          </p:cNvPr>
          <p:cNvSpPr/>
          <p:nvPr/>
        </p:nvSpPr>
        <p:spPr>
          <a:xfrm>
            <a:off x="978498" y="7285172"/>
            <a:ext cx="1313008" cy="8720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벌집 파괴 감지</a:t>
            </a:r>
          </a:p>
        </p:txBody>
      </p:sp>
      <p:cxnSp>
        <p:nvCxnSpPr>
          <p:cNvPr id="285" name="연결선: 꺾임 284">
            <a:extLst>
              <a:ext uri="{FF2B5EF4-FFF2-40B4-BE49-F238E27FC236}">
                <a16:creationId xmlns:a16="http://schemas.microsoft.com/office/drawing/2014/main" id="{74024BF1-135B-6518-507D-128274C28C0C}"/>
              </a:ext>
            </a:extLst>
          </p:cNvPr>
          <p:cNvCxnSpPr>
            <a:cxnSpLocks/>
            <a:stCxn id="281" idx="3"/>
            <a:endCxn id="249" idx="1"/>
          </p:cNvCxnSpPr>
          <p:nvPr/>
        </p:nvCxnSpPr>
        <p:spPr>
          <a:xfrm>
            <a:off x="2291506" y="7721178"/>
            <a:ext cx="449183" cy="1739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연결선: 꺾임 287">
            <a:extLst>
              <a:ext uri="{FF2B5EF4-FFF2-40B4-BE49-F238E27FC236}">
                <a16:creationId xmlns:a16="http://schemas.microsoft.com/office/drawing/2014/main" id="{DD5B6486-2779-82D8-BF54-6205A408EB39}"/>
              </a:ext>
            </a:extLst>
          </p:cNvPr>
          <p:cNvCxnSpPr>
            <a:cxnSpLocks/>
            <a:stCxn id="249" idx="3"/>
            <a:endCxn id="11" idx="1"/>
          </p:cNvCxnSpPr>
          <p:nvPr/>
        </p:nvCxnSpPr>
        <p:spPr>
          <a:xfrm flipH="1" flipV="1">
            <a:off x="304516" y="3372070"/>
            <a:ext cx="3566933" cy="4366503"/>
          </a:xfrm>
          <a:prstGeom prst="bentConnector5">
            <a:avLst>
              <a:gd name="adj1" fmla="val -6409"/>
              <a:gd name="adj2" fmla="val 49471"/>
              <a:gd name="adj3" fmla="val 1064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직사각형 355">
            <a:extLst>
              <a:ext uri="{FF2B5EF4-FFF2-40B4-BE49-F238E27FC236}">
                <a16:creationId xmlns:a16="http://schemas.microsoft.com/office/drawing/2014/main" id="{62F59BD0-A03D-43AF-DE6C-29D5B789DED2}"/>
              </a:ext>
            </a:extLst>
          </p:cNvPr>
          <p:cNvSpPr/>
          <p:nvPr/>
        </p:nvSpPr>
        <p:spPr>
          <a:xfrm>
            <a:off x="457244" y="1984699"/>
            <a:ext cx="1218778" cy="8434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57" name="연결선: 꺾임 356">
            <a:extLst>
              <a:ext uri="{FF2B5EF4-FFF2-40B4-BE49-F238E27FC236}">
                <a16:creationId xmlns:a16="http://schemas.microsoft.com/office/drawing/2014/main" id="{691362F3-2996-4E41-C25A-669EB3F92A0C}"/>
              </a:ext>
            </a:extLst>
          </p:cNvPr>
          <p:cNvCxnSpPr>
            <a:cxnSpLocks/>
            <a:stCxn id="207" idx="2"/>
            <a:endCxn id="356" idx="0"/>
          </p:cNvCxnSpPr>
          <p:nvPr/>
        </p:nvCxnSpPr>
        <p:spPr>
          <a:xfrm rot="5400000" flipH="1" flipV="1">
            <a:off x="-563616" y="1178102"/>
            <a:ext cx="823651" cy="2436846"/>
          </a:xfrm>
          <a:prstGeom prst="bentConnector5">
            <a:avLst>
              <a:gd name="adj1" fmla="val -27754"/>
              <a:gd name="adj2" fmla="val 51061"/>
              <a:gd name="adj3" fmla="val 12775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직사각형 360">
            <a:extLst>
              <a:ext uri="{FF2B5EF4-FFF2-40B4-BE49-F238E27FC236}">
                <a16:creationId xmlns:a16="http://schemas.microsoft.com/office/drawing/2014/main" id="{0C586E8E-8FF4-0454-9BDD-9A764DFC076C}"/>
              </a:ext>
            </a:extLst>
          </p:cNvPr>
          <p:cNvSpPr/>
          <p:nvPr/>
        </p:nvSpPr>
        <p:spPr>
          <a:xfrm>
            <a:off x="2740689" y="1196244"/>
            <a:ext cx="1218777" cy="8165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강탈</a:t>
            </a:r>
          </a:p>
        </p:txBody>
      </p:sp>
      <p:cxnSp>
        <p:nvCxnSpPr>
          <p:cNvPr id="362" name="연결선: 꺾임 361">
            <a:extLst>
              <a:ext uri="{FF2B5EF4-FFF2-40B4-BE49-F238E27FC236}">
                <a16:creationId xmlns:a16="http://schemas.microsoft.com/office/drawing/2014/main" id="{E7232DBE-FF3D-E704-3660-C38FDCF7D5BC}"/>
              </a:ext>
            </a:extLst>
          </p:cNvPr>
          <p:cNvCxnSpPr>
            <a:cxnSpLocks/>
            <a:stCxn id="356" idx="3"/>
            <a:endCxn id="361" idx="1"/>
          </p:cNvCxnSpPr>
          <p:nvPr/>
        </p:nvCxnSpPr>
        <p:spPr>
          <a:xfrm flipV="1">
            <a:off x="1676022" y="1604517"/>
            <a:ext cx="1064667" cy="80189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순서도: 문서 372">
            <a:extLst>
              <a:ext uri="{FF2B5EF4-FFF2-40B4-BE49-F238E27FC236}">
                <a16:creationId xmlns:a16="http://schemas.microsoft.com/office/drawing/2014/main" id="{FDAD14A0-AFC9-2072-9A7A-12B9837A203D}"/>
              </a:ext>
            </a:extLst>
          </p:cNvPr>
          <p:cNvSpPr/>
          <p:nvPr/>
        </p:nvSpPr>
        <p:spPr>
          <a:xfrm>
            <a:off x="-1965604" y="-496388"/>
            <a:ext cx="1322159" cy="739585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홍어</a:t>
            </a:r>
          </a:p>
        </p:txBody>
      </p:sp>
      <p:sp>
        <p:nvSpPr>
          <p:cNvPr id="375" name="직사각형 374">
            <a:extLst>
              <a:ext uri="{FF2B5EF4-FFF2-40B4-BE49-F238E27FC236}">
                <a16:creationId xmlns:a16="http://schemas.microsoft.com/office/drawing/2014/main" id="{7BE8DEF0-8BCD-552E-2525-E558CAFC2739}"/>
              </a:ext>
            </a:extLst>
          </p:cNvPr>
          <p:cNvSpPr/>
          <p:nvPr/>
        </p:nvSpPr>
        <p:spPr>
          <a:xfrm>
            <a:off x="3178632" y="-56306"/>
            <a:ext cx="2155368" cy="943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반대방향으로 도망</a:t>
            </a:r>
          </a:p>
        </p:txBody>
      </p:sp>
      <p:cxnSp>
        <p:nvCxnSpPr>
          <p:cNvPr id="376" name="연결선: 꺾임 375">
            <a:extLst>
              <a:ext uri="{FF2B5EF4-FFF2-40B4-BE49-F238E27FC236}">
                <a16:creationId xmlns:a16="http://schemas.microsoft.com/office/drawing/2014/main" id="{91DAA33D-A18F-44E8-EFFB-3D9651E863DE}"/>
              </a:ext>
            </a:extLst>
          </p:cNvPr>
          <p:cNvCxnSpPr>
            <a:cxnSpLocks/>
            <a:stCxn id="373" idx="2"/>
            <a:endCxn id="381" idx="0"/>
          </p:cNvCxnSpPr>
          <p:nvPr/>
        </p:nvCxnSpPr>
        <p:spPr>
          <a:xfrm rot="5400000" flipH="1" flipV="1">
            <a:off x="275654" y="-1445014"/>
            <a:ext cx="59137" cy="3219495"/>
          </a:xfrm>
          <a:prstGeom prst="bentConnector5">
            <a:avLst>
              <a:gd name="adj1" fmla="val -386560"/>
              <a:gd name="adj2" fmla="val 50803"/>
              <a:gd name="adj3" fmla="val 48656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1" name="직사각형 380">
            <a:extLst>
              <a:ext uri="{FF2B5EF4-FFF2-40B4-BE49-F238E27FC236}">
                <a16:creationId xmlns:a16="http://schemas.microsoft.com/office/drawing/2014/main" id="{06AB3848-456D-70B6-0D65-620424FF90D3}"/>
              </a:ext>
            </a:extLst>
          </p:cNvPr>
          <p:cNvSpPr/>
          <p:nvPr/>
        </p:nvSpPr>
        <p:spPr>
          <a:xfrm>
            <a:off x="1305582" y="135165"/>
            <a:ext cx="1218778" cy="714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83" name="연결선: 꺾임 382">
            <a:extLst>
              <a:ext uri="{FF2B5EF4-FFF2-40B4-BE49-F238E27FC236}">
                <a16:creationId xmlns:a16="http://schemas.microsoft.com/office/drawing/2014/main" id="{2673ED65-F07F-7EE1-577F-1B28D21FE9B7}"/>
              </a:ext>
            </a:extLst>
          </p:cNvPr>
          <p:cNvCxnSpPr>
            <a:cxnSpLocks/>
            <a:stCxn id="381" idx="3"/>
            <a:endCxn id="375" idx="1"/>
          </p:cNvCxnSpPr>
          <p:nvPr/>
        </p:nvCxnSpPr>
        <p:spPr>
          <a:xfrm flipV="1">
            <a:off x="2524360" y="415528"/>
            <a:ext cx="654272" cy="7682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8" name="순서도: 문서 397">
            <a:extLst>
              <a:ext uri="{FF2B5EF4-FFF2-40B4-BE49-F238E27FC236}">
                <a16:creationId xmlns:a16="http://schemas.microsoft.com/office/drawing/2014/main" id="{401FCF55-1270-6459-1F0A-B79D9C418A12}"/>
              </a:ext>
            </a:extLst>
          </p:cNvPr>
          <p:cNvSpPr/>
          <p:nvPr/>
        </p:nvSpPr>
        <p:spPr>
          <a:xfrm>
            <a:off x="-2445496" y="6594649"/>
            <a:ext cx="1534688" cy="76639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빈 벌집 감지</a:t>
            </a:r>
          </a:p>
        </p:txBody>
      </p:sp>
      <p:cxnSp>
        <p:nvCxnSpPr>
          <p:cNvPr id="400" name="연결선: 꺾임 399">
            <a:extLst>
              <a:ext uri="{FF2B5EF4-FFF2-40B4-BE49-F238E27FC236}">
                <a16:creationId xmlns:a16="http://schemas.microsoft.com/office/drawing/2014/main" id="{281A9FBC-EE98-C0F8-C1AA-8EBBB478441E}"/>
              </a:ext>
            </a:extLst>
          </p:cNvPr>
          <p:cNvCxnSpPr>
            <a:cxnSpLocks/>
            <a:stCxn id="398" idx="2"/>
            <a:endCxn id="403" idx="0"/>
          </p:cNvCxnSpPr>
          <p:nvPr/>
        </p:nvCxnSpPr>
        <p:spPr>
          <a:xfrm rot="16200000" flipH="1">
            <a:off x="-1552224" y="7184447"/>
            <a:ext cx="303200" cy="55505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직사각형 402">
            <a:extLst>
              <a:ext uri="{FF2B5EF4-FFF2-40B4-BE49-F238E27FC236}">
                <a16:creationId xmlns:a16="http://schemas.microsoft.com/office/drawing/2014/main" id="{E64AD248-0B53-C3A0-D70B-CBA88D8D6744}"/>
              </a:ext>
            </a:extLst>
          </p:cNvPr>
          <p:cNvSpPr/>
          <p:nvPr/>
        </p:nvSpPr>
        <p:spPr>
          <a:xfrm>
            <a:off x="-1779599" y="7613576"/>
            <a:ext cx="1313008" cy="8720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벌집 파괴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15" name="직사각형 414">
            <a:extLst>
              <a:ext uri="{FF2B5EF4-FFF2-40B4-BE49-F238E27FC236}">
                <a16:creationId xmlns:a16="http://schemas.microsoft.com/office/drawing/2014/main" id="{A314268B-9D92-1024-9B1F-AA3F1F96B37D}"/>
              </a:ext>
            </a:extLst>
          </p:cNvPr>
          <p:cNvSpPr/>
          <p:nvPr/>
        </p:nvSpPr>
        <p:spPr>
          <a:xfrm>
            <a:off x="1317895" y="-912412"/>
            <a:ext cx="1218778" cy="714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16" name="연결선: 꺾임 415">
            <a:extLst>
              <a:ext uri="{FF2B5EF4-FFF2-40B4-BE49-F238E27FC236}">
                <a16:creationId xmlns:a16="http://schemas.microsoft.com/office/drawing/2014/main" id="{DF7340F6-5FA2-496D-2BF4-43C368BB044B}"/>
              </a:ext>
            </a:extLst>
          </p:cNvPr>
          <p:cNvCxnSpPr>
            <a:cxnSpLocks/>
            <a:stCxn id="373" idx="2"/>
            <a:endCxn id="415" idx="0"/>
          </p:cNvCxnSpPr>
          <p:nvPr/>
        </p:nvCxnSpPr>
        <p:spPr>
          <a:xfrm rot="5400000" flipH="1" flipV="1">
            <a:off x="-241977" y="-1974959"/>
            <a:ext cx="1106714" cy="3231808"/>
          </a:xfrm>
          <a:prstGeom prst="bentConnector5">
            <a:avLst>
              <a:gd name="adj1" fmla="val -20656"/>
              <a:gd name="adj2" fmla="val 50800"/>
              <a:gd name="adj3" fmla="val 12065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1" name="직사각형 420">
            <a:extLst>
              <a:ext uri="{FF2B5EF4-FFF2-40B4-BE49-F238E27FC236}">
                <a16:creationId xmlns:a16="http://schemas.microsoft.com/office/drawing/2014/main" id="{5B55CB30-A751-B0DF-E35B-DE52527C0E78}"/>
              </a:ext>
            </a:extLst>
          </p:cNvPr>
          <p:cNvSpPr/>
          <p:nvPr/>
        </p:nvSpPr>
        <p:spPr>
          <a:xfrm>
            <a:off x="3115997" y="-1031637"/>
            <a:ext cx="1218778" cy="714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강탈</a:t>
            </a:r>
          </a:p>
        </p:txBody>
      </p:sp>
      <p:cxnSp>
        <p:nvCxnSpPr>
          <p:cNvPr id="422" name="연결선: 꺾임 421">
            <a:extLst>
              <a:ext uri="{FF2B5EF4-FFF2-40B4-BE49-F238E27FC236}">
                <a16:creationId xmlns:a16="http://schemas.microsoft.com/office/drawing/2014/main" id="{0AD350AE-34A6-276F-CD85-C63DE269A8F9}"/>
              </a:ext>
            </a:extLst>
          </p:cNvPr>
          <p:cNvCxnSpPr>
            <a:cxnSpLocks/>
            <a:stCxn id="415" idx="3"/>
            <a:endCxn id="421" idx="1"/>
          </p:cNvCxnSpPr>
          <p:nvPr/>
        </p:nvCxnSpPr>
        <p:spPr>
          <a:xfrm flipV="1">
            <a:off x="2536673" y="-674449"/>
            <a:ext cx="579324" cy="11922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2" name="직사각형 431">
            <a:extLst>
              <a:ext uri="{FF2B5EF4-FFF2-40B4-BE49-F238E27FC236}">
                <a16:creationId xmlns:a16="http://schemas.microsoft.com/office/drawing/2014/main" id="{6541CD63-1649-6FB2-6717-C811425F3794}"/>
              </a:ext>
            </a:extLst>
          </p:cNvPr>
          <p:cNvSpPr/>
          <p:nvPr/>
        </p:nvSpPr>
        <p:spPr>
          <a:xfrm>
            <a:off x="5755776" y="-845357"/>
            <a:ext cx="1674590" cy="8453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ko-KR" altLang="en-US" dirty="0">
                <a:solidFill>
                  <a:sysClr val="windowText" lastClr="000000"/>
                </a:solidFill>
              </a:rPr>
              <a:t> 발견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34" name="직사각형 433">
            <a:extLst>
              <a:ext uri="{FF2B5EF4-FFF2-40B4-BE49-F238E27FC236}">
                <a16:creationId xmlns:a16="http://schemas.microsoft.com/office/drawing/2014/main" id="{5D4E6231-DC7C-4525-3E81-E59454234849}"/>
              </a:ext>
            </a:extLst>
          </p:cNvPr>
          <p:cNvSpPr/>
          <p:nvPr/>
        </p:nvSpPr>
        <p:spPr>
          <a:xfrm>
            <a:off x="7824952" y="-500422"/>
            <a:ext cx="1658381" cy="8318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ko-KR" altLang="en-US" dirty="0">
                <a:solidFill>
                  <a:sysClr val="windowText" lastClr="000000"/>
                </a:solidFill>
              </a:rPr>
              <a:t> 사냥 포식</a:t>
            </a:r>
          </a:p>
        </p:txBody>
      </p:sp>
      <p:cxnSp>
        <p:nvCxnSpPr>
          <p:cNvPr id="435" name="연결선: 꺾임 434">
            <a:extLst>
              <a:ext uri="{FF2B5EF4-FFF2-40B4-BE49-F238E27FC236}">
                <a16:creationId xmlns:a16="http://schemas.microsoft.com/office/drawing/2014/main" id="{554537A4-3BE2-5ED7-12C8-4E2E2A552CDF}"/>
              </a:ext>
            </a:extLst>
          </p:cNvPr>
          <p:cNvCxnSpPr>
            <a:cxnSpLocks/>
            <a:stCxn id="432" idx="3"/>
            <a:endCxn id="434" idx="1"/>
          </p:cNvCxnSpPr>
          <p:nvPr/>
        </p:nvCxnSpPr>
        <p:spPr>
          <a:xfrm>
            <a:off x="7430366" y="-422679"/>
            <a:ext cx="394586" cy="3381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직사각형 439">
            <a:extLst>
              <a:ext uri="{FF2B5EF4-FFF2-40B4-BE49-F238E27FC236}">
                <a16:creationId xmlns:a16="http://schemas.microsoft.com/office/drawing/2014/main" id="{919F241D-5DBC-6D52-9288-B6FED7125968}"/>
              </a:ext>
            </a:extLst>
          </p:cNvPr>
          <p:cNvSpPr/>
          <p:nvPr/>
        </p:nvSpPr>
        <p:spPr>
          <a:xfrm>
            <a:off x="6172027" y="883132"/>
            <a:ext cx="1673617" cy="7663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42" name="직사각형 441">
            <a:extLst>
              <a:ext uri="{FF2B5EF4-FFF2-40B4-BE49-F238E27FC236}">
                <a16:creationId xmlns:a16="http://schemas.microsoft.com/office/drawing/2014/main" id="{D961345C-8A3E-B51F-2CF2-376486F24C88}"/>
              </a:ext>
            </a:extLst>
          </p:cNvPr>
          <p:cNvSpPr/>
          <p:nvPr/>
        </p:nvSpPr>
        <p:spPr>
          <a:xfrm>
            <a:off x="8221509" y="1025129"/>
            <a:ext cx="1673617" cy="7663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공격</a:t>
            </a:r>
          </a:p>
        </p:txBody>
      </p:sp>
      <p:cxnSp>
        <p:nvCxnSpPr>
          <p:cNvPr id="443" name="연결선: 꺾임 442">
            <a:extLst>
              <a:ext uri="{FF2B5EF4-FFF2-40B4-BE49-F238E27FC236}">
                <a16:creationId xmlns:a16="http://schemas.microsoft.com/office/drawing/2014/main" id="{6410C0BB-BB5F-D9A0-C90C-8C017E72CAFF}"/>
              </a:ext>
            </a:extLst>
          </p:cNvPr>
          <p:cNvCxnSpPr>
            <a:cxnSpLocks/>
            <a:stCxn id="440" idx="3"/>
            <a:endCxn id="442" idx="1"/>
          </p:cNvCxnSpPr>
          <p:nvPr/>
        </p:nvCxnSpPr>
        <p:spPr>
          <a:xfrm>
            <a:off x="7845644" y="1266329"/>
            <a:ext cx="375865" cy="14199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연결선: 꺾임 447">
            <a:extLst>
              <a:ext uri="{FF2B5EF4-FFF2-40B4-BE49-F238E27FC236}">
                <a16:creationId xmlns:a16="http://schemas.microsoft.com/office/drawing/2014/main" id="{E7BC1292-E097-81FC-9667-B609A525EA73}"/>
              </a:ext>
            </a:extLst>
          </p:cNvPr>
          <p:cNvCxnSpPr>
            <a:cxnSpLocks/>
            <a:stCxn id="454" idx="2"/>
            <a:endCxn id="459" idx="0"/>
          </p:cNvCxnSpPr>
          <p:nvPr/>
        </p:nvCxnSpPr>
        <p:spPr>
          <a:xfrm rot="5400000" flipH="1" flipV="1">
            <a:off x="9569293" y="4164647"/>
            <a:ext cx="797206" cy="1789995"/>
          </a:xfrm>
          <a:prstGeom prst="bentConnector5">
            <a:avLst>
              <a:gd name="adj1" fmla="val -28675"/>
              <a:gd name="adj2" fmla="val 51444"/>
              <a:gd name="adj3" fmla="val 12867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4" name="순서도: 문서 453">
            <a:extLst>
              <a:ext uri="{FF2B5EF4-FFF2-40B4-BE49-F238E27FC236}">
                <a16:creationId xmlns:a16="http://schemas.microsoft.com/office/drawing/2014/main" id="{4C18ABA4-6353-A678-B7F7-5CB258188265}"/>
              </a:ext>
            </a:extLst>
          </p:cNvPr>
          <p:cNvSpPr/>
          <p:nvPr/>
        </p:nvSpPr>
        <p:spPr>
          <a:xfrm>
            <a:off x="8411819" y="4767558"/>
            <a:ext cx="1322159" cy="739585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뼈</a:t>
            </a:r>
          </a:p>
        </p:txBody>
      </p:sp>
      <p:sp>
        <p:nvSpPr>
          <p:cNvPr id="459" name="직사각형 458">
            <a:extLst>
              <a:ext uri="{FF2B5EF4-FFF2-40B4-BE49-F238E27FC236}">
                <a16:creationId xmlns:a16="http://schemas.microsoft.com/office/drawing/2014/main" id="{A78A4B30-6866-63CE-3D9B-577538143575}"/>
              </a:ext>
            </a:extLst>
          </p:cNvPr>
          <p:cNvSpPr/>
          <p:nvPr/>
        </p:nvSpPr>
        <p:spPr>
          <a:xfrm>
            <a:off x="10253505" y="4661042"/>
            <a:ext cx="1218777" cy="8576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63" name="직사각형 462">
            <a:extLst>
              <a:ext uri="{FF2B5EF4-FFF2-40B4-BE49-F238E27FC236}">
                <a16:creationId xmlns:a16="http://schemas.microsoft.com/office/drawing/2014/main" id="{63B0C2B9-C72B-D7C8-B20E-DEE8AA4DB36F}"/>
              </a:ext>
            </a:extLst>
          </p:cNvPr>
          <p:cNvSpPr/>
          <p:nvPr/>
        </p:nvSpPr>
        <p:spPr>
          <a:xfrm>
            <a:off x="11715559" y="5509354"/>
            <a:ext cx="1218777" cy="8576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플레이어 공격</a:t>
            </a:r>
          </a:p>
        </p:txBody>
      </p:sp>
      <p:cxnSp>
        <p:nvCxnSpPr>
          <p:cNvPr id="464" name="연결선: 꺾임 463">
            <a:extLst>
              <a:ext uri="{FF2B5EF4-FFF2-40B4-BE49-F238E27FC236}">
                <a16:creationId xmlns:a16="http://schemas.microsoft.com/office/drawing/2014/main" id="{B8E6A684-A0F7-3BB8-2EA8-3CFF584E5CE3}"/>
              </a:ext>
            </a:extLst>
          </p:cNvPr>
          <p:cNvCxnSpPr>
            <a:cxnSpLocks/>
            <a:stCxn id="459" idx="3"/>
            <a:endCxn id="463" idx="1"/>
          </p:cNvCxnSpPr>
          <p:nvPr/>
        </p:nvCxnSpPr>
        <p:spPr>
          <a:xfrm>
            <a:off x="11472282" y="5089843"/>
            <a:ext cx="243277" cy="8483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9" name="직사각형 468">
            <a:extLst>
              <a:ext uri="{FF2B5EF4-FFF2-40B4-BE49-F238E27FC236}">
                <a16:creationId xmlns:a16="http://schemas.microsoft.com/office/drawing/2014/main" id="{DAAA4A74-AE09-C3B0-477B-73ABBB32A86E}"/>
              </a:ext>
            </a:extLst>
          </p:cNvPr>
          <p:cNvSpPr/>
          <p:nvPr/>
        </p:nvSpPr>
        <p:spPr>
          <a:xfrm>
            <a:off x="9378242" y="6020704"/>
            <a:ext cx="1734732" cy="8720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 그림자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70" name="연결선: 꺾임 469">
            <a:extLst>
              <a:ext uri="{FF2B5EF4-FFF2-40B4-BE49-F238E27FC236}">
                <a16:creationId xmlns:a16="http://schemas.microsoft.com/office/drawing/2014/main" id="{25CFF476-A24A-6EFC-3DD5-A6867746BBC8}"/>
              </a:ext>
            </a:extLst>
          </p:cNvPr>
          <p:cNvCxnSpPr>
            <a:cxnSpLocks/>
            <a:stCxn id="469" idx="3"/>
            <a:endCxn id="474" idx="1"/>
          </p:cNvCxnSpPr>
          <p:nvPr/>
        </p:nvCxnSpPr>
        <p:spPr>
          <a:xfrm>
            <a:off x="11112974" y="6456709"/>
            <a:ext cx="991435" cy="10049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직사각형 473">
            <a:extLst>
              <a:ext uri="{FF2B5EF4-FFF2-40B4-BE49-F238E27FC236}">
                <a16:creationId xmlns:a16="http://schemas.microsoft.com/office/drawing/2014/main" id="{D1AA2195-362D-3FD8-9809-FBDB179073CD}"/>
              </a:ext>
            </a:extLst>
          </p:cNvPr>
          <p:cNvSpPr/>
          <p:nvPr/>
        </p:nvSpPr>
        <p:spPr>
          <a:xfrm>
            <a:off x="12104409" y="7032828"/>
            <a:ext cx="1218777" cy="8576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도망</a:t>
            </a:r>
          </a:p>
        </p:txBody>
      </p:sp>
      <p:sp>
        <p:nvSpPr>
          <p:cNvPr id="478" name="직사각형 477">
            <a:extLst>
              <a:ext uri="{FF2B5EF4-FFF2-40B4-BE49-F238E27FC236}">
                <a16:creationId xmlns:a16="http://schemas.microsoft.com/office/drawing/2014/main" id="{B8364F62-23FD-BA5A-C2CC-BBA722BA6B0F}"/>
              </a:ext>
            </a:extLst>
          </p:cNvPr>
          <p:cNvSpPr/>
          <p:nvPr/>
        </p:nvSpPr>
        <p:spPr>
          <a:xfrm>
            <a:off x="6750030" y="2218068"/>
            <a:ext cx="1673617" cy="7663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끈끈이주걱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뼈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진동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79" name="연결선: 꺾임 478">
            <a:extLst>
              <a:ext uri="{FF2B5EF4-FFF2-40B4-BE49-F238E27FC236}">
                <a16:creationId xmlns:a16="http://schemas.microsoft.com/office/drawing/2014/main" id="{96996F05-0C2F-08E8-18B2-3E77A92FB3B1}"/>
              </a:ext>
            </a:extLst>
          </p:cNvPr>
          <p:cNvCxnSpPr>
            <a:cxnSpLocks/>
            <a:stCxn id="478" idx="3"/>
            <a:endCxn id="485" idx="1"/>
          </p:cNvCxnSpPr>
          <p:nvPr/>
        </p:nvCxnSpPr>
        <p:spPr>
          <a:xfrm>
            <a:off x="8423647" y="2601265"/>
            <a:ext cx="627342" cy="23281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직사각형 484">
            <a:extLst>
              <a:ext uri="{FF2B5EF4-FFF2-40B4-BE49-F238E27FC236}">
                <a16:creationId xmlns:a16="http://schemas.microsoft.com/office/drawing/2014/main" id="{54A883FE-7AD5-8382-B83A-AEBCA29F7B3B}"/>
              </a:ext>
            </a:extLst>
          </p:cNvPr>
          <p:cNvSpPr/>
          <p:nvPr/>
        </p:nvSpPr>
        <p:spPr>
          <a:xfrm>
            <a:off x="9050989" y="2400675"/>
            <a:ext cx="1481915" cy="8668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끈끈이주걱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뿌리로 화물 강탈</a:t>
            </a:r>
          </a:p>
        </p:txBody>
      </p:sp>
    </p:spTree>
    <p:extLst>
      <p:ext uri="{BB962C8B-B14F-4D97-AF65-F5344CB8AC3E}">
        <p14:creationId xmlns:p14="http://schemas.microsoft.com/office/powerpoint/2010/main" val="5228838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8D413-C20D-5E94-DE71-433F86546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직사각형 461">
            <a:extLst>
              <a:ext uri="{FF2B5EF4-FFF2-40B4-BE49-F238E27FC236}">
                <a16:creationId xmlns:a16="http://schemas.microsoft.com/office/drawing/2014/main" id="{27D44F4E-3A7B-0F2D-4649-1D844707AF43}"/>
              </a:ext>
            </a:extLst>
          </p:cNvPr>
          <p:cNvSpPr/>
          <p:nvPr/>
        </p:nvSpPr>
        <p:spPr>
          <a:xfrm>
            <a:off x="7380148" y="-476823"/>
            <a:ext cx="1740888" cy="7230865"/>
          </a:xfrm>
          <a:prstGeom prst="rect">
            <a:avLst/>
          </a:prstGeom>
          <a:solidFill>
            <a:srgbClr val="92D05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5" name="직사각형 454">
            <a:extLst>
              <a:ext uri="{FF2B5EF4-FFF2-40B4-BE49-F238E27FC236}">
                <a16:creationId xmlns:a16="http://schemas.microsoft.com/office/drawing/2014/main" id="{2F6BA192-F135-E9E6-6A74-6E3194AF8CA8}"/>
              </a:ext>
            </a:extLst>
          </p:cNvPr>
          <p:cNvSpPr/>
          <p:nvPr/>
        </p:nvSpPr>
        <p:spPr>
          <a:xfrm>
            <a:off x="5613413" y="-614035"/>
            <a:ext cx="1610921" cy="7230865"/>
          </a:xfrm>
          <a:prstGeom prst="rect">
            <a:avLst/>
          </a:prstGeom>
          <a:solidFill>
            <a:srgbClr val="92D05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7885481-4EDC-50E7-0EDD-54D866235B60}"/>
              </a:ext>
            </a:extLst>
          </p:cNvPr>
          <p:cNvSpPr/>
          <p:nvPr/>
        </p:nvSpPr>
        <p:spPr>
          <a:xfrm>
            <a:off x="1624073" y="-649927"/>
            <a:ext cx="1515785" cy="8337225"/>
          </a:xfrm>
          <a:prstGeom prst="rect">
            <a:avLst/>
          </a:prstGeom>
          <a:solidFill>
            <a:srgbClr val="FFC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3559BC0-E24E-79F7-60F5-DD67E118917D}"/>
              </a:ext>
            </a:extLst>
          </p:cNvPr>
          <p:cNvSpPr/>
          <p:nvPr/>
        </p:nvSpPr>
        <p:spPr>
          <a:xfrm>
            <a:off x="-229487" y="116467"/>
            <a:ext cx="1302481" cy="6028975"/>
          </a:xfrm>
          <a:prstGeom prst="rect">
            <a:avLst/>
          </a:prstGeom>
          <a:solidFill>
            <a:srgbClr val="00B0F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C8C2517-10C1-2705-A0E3-2309E65D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5583" y="-285750"/>
            <a:ext cx="5116286" cy="662782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43372E-E03A-42F1-628B-D6BBDA89C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856862-1289-9D78-EE46-4DEA00E77D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B4E4F9A-A2D7-2524-7152-68F953328500}"/>
              </a:ext>
            </a:extLst>
          </p:cNvPr>
          <p:cNvSpPr/>
          <p:nvPr/>
        </p:nvSpPr>
        <p:spPr>
          <a:xfrm>
            <a:off x="1899266" y="3460647"/>
            <a:ext cx="1101826" cy="8760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3F6ED9F9-71DB-8990-3983-7BE37B45281E}"/>
              </a:ext>
            </a:extLst>
          </p:cNvPr>
          <p:cNvCxnSpPr>
            <a:cxnSpLocks/>
            <a:stCxn id="207" idx="2"/>
            <a:endCxn id="11" idx="0"/>
          </p:cNvCxnSpPr>
          <p:nvPr/>
        </p:nvCxnSpPr>
        <p:spPr>
          <a:xfrm rot="16200000" flipH="1">
            <a:off x="894688" y="1905156"/>
            <a:ext cx="1046682" cy="206429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7192E16D-E7E2-5BCB-9CBC-7222DB812FFD}"/>
              </a:ext>
            </a:extLst>
          </p:cNvPr>
          <p:cNvCxnSpPr>
            <a:cxnSpLocks/>
            <a:stCxn id="11" idx="3"/>
            <a:endCxn id="211" idx="1"/>
          </p:cNvCxnSpPr>
          <p:nvPr/>
        </p:nvCxnSpPr>
        <p:spPr>
          <a:xfrm>
            <a:off x="3001092" y="3898677"/>
            <a:ext cx="366723" cy="8606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순서도: 문서 206">
            <a:extLst>
              <a:ext uri="{FF2B5EF4-FFF2-40B4-BE49-F238E27FC236}">
                <a16:creationId xmlns:a16="http://schemas.microsoft.com/office/drawing/2014/main" id="{3EE99588-31CB-3CCB-C9FA-388CE8B4AB25}"/>
              </a:ext>
            </a:extLst>
          </p:cNvPr>
          <p:cNvSpPr/>
          <p:nvPr/>
        </p:nvSpPr>
        <p:spPr>
          <a:xfrm>
            <a:off x="-148624" y="1728863"/>
            <a:ext cx="1069008" cy="733601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꿀</a:t>
            </a:r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E36D8D43-70D7-5D10-BEF8-484E709C5850}"/>
              </a:ext>
            </a:extLst>
          </p:cNvPr>
          <p:cNvSpPr/>
          <p:nvPr/>
        </p:nvSpPr>
        <p:spPr>
          <a:xfrm>
            <a:off x="3367815" y="3511752"/>
            <a:ext cx="2062580" cy="9459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추적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</a:p>
        </p:txBody>
      </p:sp>
      <p:sp>
        <p:nvSpPr>
          <p:cNvPr id="223" name="직사각형 222">
            <a:extLst>
              <a:ext uri="{FF2B5EF4-FFF2-40B4-BE49-F238E27FC236}">
                <a16:creationId xmlns:a16="http://schemas.microsoft.com/office/drawing/2014/main" id="{935A3E42-F185-685E-CF6D-20572447EBC4}"/>
              </a:ext>
            </a:extLst>
          </p:cNvPr>
          <p:cNvSpPr/>
          <p:nvPr/>
        </p:nvSpPr>
        <p:spPr>
          <a:xfrm>
            <a:off x="9220620" y="4109643"/>
            <a:ext cx="1197033" cy="9459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기억 상태 활성화</a:t>
            </a:r>
          </a:p>
        </p:txBody>
      </p:sp>
      <p:sp>
        <p:nvSpPr>
          <p:cNvPr id="225" name="순서도: 문서 224">
            <a:extLst>
              <a:ext uri="{FF2B5EF4-FFF2-40B4-BE49-F238E27FC236}">
                <a16:creationId xmlns:a16="http://schemas.microsoft.com/office/drawing/2014/main" id="{D0796D58-25CA-D1DE-C757-8AC4745697FB}"/>
              </a:ext>
            </a:extLst>
          </p:cNvPr>
          <p:cNvSpPr/>
          <p:nvPr/>
        </p:nvSpPr>
        <p:spPr>
          <a:xfrm>
            <a:off x="5579247" y="5033187"/>
            <a:ext cx="1830425" cy="84924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벌집 피격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en-US" dirty="0">
                <a:solidFill>
                  <a:sysClr val="windowText" lastClr="000000"/>
                </a:solidFill>
              </a:rPr>
              <a:t>파괴</a:t>
            </a:r>
          </a:p>
        </p:txBody>
      </p:sp>
      <p:cxnSp>
        <p:nvCxnSpPr>
          <p:cNvPr id="226" name="연결선: 꺾임 225">
            <a:extLst>
              <a:ext uri="{FF2B5EF4-FFF2-40B4-BE49-F238E27FC236}">
                <a16:creationId xmlns:a16="http://schemas.microsoft.com/office/drawing/2014/main" id="{9D8FB9CE-0849-B657-C0BA-9EF879193B4B}"/>
              </a:ext>
            </a:extLst>
          </p:cNvPr>
          <p:cNvCxnSpPr>
            <a:cxnSpLocks/>
            <a:stCxn id="225" idx="2"/>
            <a:endCxn id="230" idx="0"/>
          </p:cNvCxnSpPr>
          <p:nvPr/>
        </p:nvCxnSpPr>
        <p:spPr>
          <a:xfrm rot="5400000" flipH="1" flipV="1">
            <a:off x="6475121" y="4048835"/>
            <a:ext cx="1796790" cy="1758113"/>
          </a:xfrm>
          <a:prstGeom prst="bentConnector5">
            <a:avLst>
              <a:gd name="adj1" fmla="val -12723"/>
              <a:gd name="adj2" fmla="val 57358"/>
              <a:gd name="adj3" fmla="val 1127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직사각형 229">
            <a:extLst>
              <a:ext uri="{FF2B5EF4-FFF2-40B4-BE49-F238E27FC236}">
                <a16:creationId xmlns:a16="http://schemas.microsoft.com/office/drawing/2014/main" id="{6C1D6BDC-3AD5-785C-9CB0-98A40ECABAB6}"/>
              </a:ext>
            </a:extLst>
          </p:cNvPr>
          <p:cNvSpPr/>
          <p:nvPr/>
        </p:nvSpPr>
        <p:spPr>
          <a:xfrm>
            <a:off x="7596069" y="4029497"/>
            <a:ext cx="1313008" cy="8720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벌집 파괴 감지</a:t>
            </a:r>
          </a:p>
        </p:txBody>
      </p:sp>
      <p:cxnSp>
        <p:nvCxnSpPr>
          <p:cNvPr id="232" name="연결선: 꺾임 231">
            <a:extLst>
              <a:ext uri="{FF2B5EF4-FFF2-40B4-BE49-F238E27FC236}">
                <a16:creationId xmlns:a16="http://schemas.microsoft.com/office/drawing/2014/main" id="{B5A3A038-C07B-235C-0197-B7C5F83FAA84}"/>
              </a:ext>
            </a:extLst>
          </p:cNvPr>
          <p:cNvCxnSpPr>
            <a:cxnSpLocks/>
            <a:stCxn id="230" idx="3"/>
            <a:endCxn id="223" idx="1"/>
          </p:cNvCxnSpPr>
          <p:nvPr/>
        </p:nvCxnSpPr>
        <p:spPr>
          <a:xfrm>
            <a:off x="8909077" y="4465503"/>
            <a:ext cx="311543" cy="11713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연결선: 꺾임 234">
            <a:extLst>
              <a:ext uri="{FF2B5EF4-FFF2-40B4-BE49-F238E27FC236}">
                <a16:creationId xmlns:a16="http://schemas.microsoft.com/office/drawing/2014/main" id="{FC4001D3-2CC1-7D18-EC11-7F3B8C36C5DF}"/>
              </a:ext>
            </a:extLst>
          </p:cNvPr>
          <p:cNvCxnSpPr>
            <a:cxnSpLocks/>
            <a:stCxn id="11" idx="2"/>
            <a:endCxn id="225" idx="0"/>
          </p:cNvCxnSpPr>
          <p:nvPr/>
        </p:nvCxnSpPr>
        <p:spPr>
          <a:xfrm rot="16200000" flipH="1">
            <a:off x="4124079" y="2662805"/>
            <a:ext cx="696481" cy="40442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연결선: 꺾임 242">
            <a:extLst>
              <a:ext uri="{FF2B5EF4-FFF2-40B4-BE49-F238E27FC236}">
                <a16:creationId xmlns:a16="http://schemas.microsoft.com/office/drawing/2014/main" id="{087D1F41-CF3C-E3CD-4DB2-DD940C487CC8}"/>
              </a:ext>
            </a:extLst>
          </p:cNvPr>
          <p:cNvCxnSpPr>
            <a:cxnSpLocks/>
            <a:stCxn id="403" idx="3"/>
            <a:endCxn id="281" idx="1"/>
          </p:cNvCxnSpPr>
          <p:nvPr/>
        </p:nvCxnSpPr>
        <p:spPr>
          <a:xfrm flipH="1">
            <a:off x="7561430" y="2038074"/>
            <a:ext cx="2957741" cy="1522324"/>
          </a:xfrm>
          <a:prstGeom prst="bentConnector5">
            <a:avLst>
              <a:gd name="adj1" fmla="val -7729"/>
              <a:gd name="adj2" fmla="val 50000"/>
              <a:gd name="adj3" fmla="val 10772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36FEE7B6-2639-A709-C912-FC2D5BEA11F3}"/>
              </a:ext>
            </a:extLst>
          </p:cNvPr>
          <p:cNvSpPr/>
          <p:nvPr/>
        </p:nvSpPr>
        <p:spPr>
          <a:xfrm>
            <a:off x="10623431" y="2193393"/>
            <a:ext cx="1130760" cy="6220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방황</a:t>
            </a: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D8BC0F95-3E7B-F9B4-B125-699BEA39C741}"/>
              </a:ext>
            </a:extLst>
          </p:cNvPr>
          <p:cNvSpPr/>
          <p:nvPr/>
        </p:nvSpPr>
        <p:spPr>
          <a:xfrm>
            <a:off x="10564225" y="5509945"/>
            <a:ext cx="1740888" cy="9459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방해 강도 증가</a:t>
            </a:r>
          </a:p>
        </p:txBody>
      </p:sp>
      <p:sp>
        <p:nvSpPr>
          <p:cNvPr id="255" name="순서도: 문서 254">
            <a:extLst>
              <a:ext uri="{FF2B5EF4-FFF2-40B4-BE49-F238E27FC236}">
                <a16:creationId xmlns:a16="http://schemas.microsoft.com/office/drawing/2014/main" id="{41035B3D-5D24-1389-3862-49768B23D9D5}"/>
              </a:ext>
            </a:extLst>
          </p:cNvPr>
          <p:cNvSpPr/>
          <p:nvPr/>
        </p:nvSpPr>
        <p:spPr>
          <a:xfrm>
            <a:off x="10602529" y="4188567"/>
            <a:ext cx="1218777" cy="1157857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생물이 플레이어를 조우</a:t>
            </a:r>
          </a:p>
        </p:txBody>
      </p:sp>
      <p:cxnSp>
        <p:nvCxnSpPr>
          <p:cNvPr id="256" name="연결선: 꺾임 255">
            <a:extLst>
              <a:ext uri="{FF2B5EF4-FFF2-40B4-BE49-F238E27FC236}">
                <a16:creationId xmlns:a16="http://schemas.microsoft.com/office/drawing/2014/main" id="{C847536D-9B34-15B8-34D9-C6A1FB2274AE}"/>
              </a:ext>
            </a:extLst>
          </p:cNvPr>
          <p:cNvCxnSpPr>
            <a:cxnSpLocks/>
            <a:stCxn id="223" idx="3"/>
            <a:endCxn id="255" idx="0"/>
          </p:cNvCxnSpPr>
          <p:nvPr/>
        </p:nvCxnSpPr>
        <p:spPr>
          <a:xfrm flipV="1">
            <a:off x="10417653" y="4188567"/>
            <a:ext cx="794265" cy="394070"/>
          </a:xfrm>
          <a:prstGeom prst="bentConnector4">
            <a:avLst>
              <a:gd name="adj1" fmla="val 11638"/>
              <a:gd name="adj2" fmla="val 17803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연결선: 꺾임 259">
            <a:extLst>
              <a:ext uri="{FF2B5EF4-FFF2-40B4-BE49-F238E27FC236}">
                <a16:creationId xmlns:a16="http://schemas.microsoft.com/office/drawing/2014/main" id="{8521336E-2BB0-3436-6C4F-BC405CA94ABB}"/>
              </a:ext>
            </a:extLst>
          </p:cNvPr>
          <p:cNvCxnSpPr>
            <a:cxnSpLocks/>
            <a:stCxn id="255" idx="2"/>
            <a:endCxn id="253" idx="0"/>
          </p:cNvCxnSpPr>
          <p:nvPr/>
        </p:nvCxnSpPr>
        <p:spPr>
          <a:xfrm rot="16200000" flipH="1">
            <a:off x="11203259" y="5278535"/>
            <a:ext cx="240068" cy="22275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직사각형 280">
            <a:extLst>
              <a:ext uri="{FF2B5EF4-FFF2-40B4-BE49-F238E27FC236}">
                <a16:creationId xmlns:a16="http://schemas.microsoft.com/office/drawing/2014/main" id="{372B34C7-BB50-37A9-5FFC-6264C22CB14F}"/>
              </a:ext>
            </a:extLst>
          </p:cNvPr>
          <p:cNvSpPr/>
          <p:nvPr/>
        </p:nvSpPr>
        <p:spPr>
          <a:xfrm>
            <a:off x="7561430" y="3124392"/>
            <a:ext cx="1313008" cy="8720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벌집 파괴 감지</a:t>
            </a:r>
          </a:p>
        </p:txBody>
      </p:sp>
      <p:cxnSp>
        <p:nvCxnSpPr>
          <p:cNvPr id="285" name="연결선: 꺾임 284">
            <a:extLst>
              <a:ext uri="{FF2B5EF4-FFF2-40B4-BE49-F238E27FC236}">
                <a16:creationId xmlns:a16="http://schemas.microsoft.com/office/drawing/2014/main" id="{259A7A61-E356-11BE-DBD4-8CF3BFC29952}"/>
              </a:ext>
            </a:extLst>
          </p:cNvPr>
          <p:cNvCxnSpPr>
            <a:cxnSpLocks/>
            <a:stCxn id="281" idx="3"/>
            <a:endCxn id="249" idx="1"/>
          </p:cNvCxnSpPr>
          <p:nvPr/>
        </p:nvCxnSpPr>
        <p:spPr>
          <a:xfrm flipV="1">
            <a:off x="8874438" y="2504403"/>
            <a:ext cx="1748993" cy="105599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연결선: 꺾임 287">
            <a:extLst>
              <a:ext uri="{FF2B5EF4-FFF2-40B4-BE49-F238E27FC236}">
                <a16:creationId xmlns:a16="http://schemas.microsoft.com/office/drawing/2014/main" id="{636AC288-53B5-994B-97C4-636FF60FFEC0}"/>
              </a:ext>
            </a:extLst>
          </p:cNvPr>
          <p:cNvCxnSpPr>
            <a:cxnSpLocks/>
            <a:stCxn id="249" idx="3"/>
            <a:endCxn id="11" idx="1"/>
          </p:cNvCxnSpPr>
          <p:nvPr/>
        </p:nvCxnSpPr>
        <p:spPr>
          <a:xfrm flipH="1">
            <a:off x="1899266" y="2504403"/>
            <a:ext cx="9854925" cy="1394274"/>
          </a:xfrm>
          <a:prstGeom prst="bentConnector5">
            <a:avLst>
              <a:gd name="adj1" fmla="val -2320"/>
              <a:gd name="adj2" fmla="val 45445"/>
              <a:gd name="adj3" fmla="val 10232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직사각형 355">
            <a:extLst>
              <a:ext uri="{FF2B5EF4-FFF2-40B4-BE49-F238E27FC236}">
                <a16:creationId xmlns:a16="http://schemas.microsoft.com/office/drawing/2014/main" id="{9B62BF11-242C-6664-9F96-4A24306431F1}"/>
              </a:ext>
            </a:extLst>
          </p:cNvPr>
          <p:cNvSpPr/>
          <p:nvPr/>
        </p:nvSpPr>
        <p:spPr>
          <a:xfrm>
            <a:off x="1854290" y="1981706"/>
            <a:ext cx="1146801" cy="820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57" name="연결선: 꺾임 356">
            <a:extLst>
              <a:ext uri="{FF2B5EF4-FFF2-40B4-BE49-F238E27FC236}">
                <a16:creationId xmlns:a16="http://schemas.microsoft.com/office/drawing/2014/main" id="{632C9039-255D-5A73-726C-A6210A46E1C1}"/>
              </a:ext>
            </a:extLst>
          </p:cNvPr>
          <p:cNvCxnSpPr>
            <a:cxnSpLocks/>
            <a:stCxn id="207" idx="2"/>
            <a:endCxn id="356" idx="0"/>
          </p:cNvCxnSpPr>
          <p:nvPr/>
        </p:nvCxnSpPr>
        <p:spPr>
          <a:xfrm rot="5400000" flipH="1" flipV="1">
            <a:off x="1190655" y="1176930"/>
            <a:ext cx="432259" cy="2041811"/>
          </a:xfrm>
          <a:prstGeom prst="bentConnector5">
            <a:avLst>
              <a:gd name="adj1" fmla="val -52885"/>
              <a:gd name="adj2" fmla="val 49047"/>
              <a:gd name="adj3" fmla="val 15288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직사각형 360">
            <a:extLst>
              <a:ext uri="{FF2B5EF4-FFF2-40B4-BE49-F238E27FC236}">
                <a16:creationId xmlns:a16="http://schemas.microsoft.com/office/drawing/2014/main" id="{CB73DD03-9D14-DB41-D9A7-5EC172FC4D42}"/>
              </a:ext>
            </a:extLst>
          </p:cNvPr>
          <p:cNvSpPr/>
          <p:nvPr/>
        </p:nvSpPr>
        <p:spPr>
          <a:xfrm>
            <a:off x="4071564" y="1997990"/>
            <a:ext cx="1218777" cy="8165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강탈</a:t>
            </a:r>
          </a:p>
        </p:txBody>
      </p:sp>
      <p:cxnSp>
        <p:nvCxnSpPr>
          <p:cNvPr id="362" name="연결선: 꺾임 361">
            <a:extLst>
              <a:ext uri="{FF2B5EF4-FFF2-40B4-BE49-F238E27FC236}">
                <a16:creationId xmlns:a16="http://schemas.microsoft.com/office/drawing/2014/main" id="{866D119C-C37D-0060-B623-8F60D79CC410}"/>
              </a:ext>
            </a:extLst>
          </p:cNvPr>
          <p:cNvCxnSpPr>
            <a:cxnSpLocks/>
            <a:stCxn id="356" idx="3"/>
            <a:endCxn id="361" idx="1"/>
          </p:cNvCxnSpPr>
          <p:nvPr/>
        </p:nvCxnSpPr>
        <p:spPr>
          <a:xfrm>
            <a:off x="3001091" y="2392115"/>
            <a:ext cx="1070473" cy="141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순서도: 문서 372">
            <a:extLst>
              <a:ext uri="{FF2B5EF4-FFF2-40B4-BE49-F238E27FC236}">
                <a16:creationId xmlns:a16="http://schemas.microsoft.com/office/drawing/2014/main" id="{879EA214-E6AD-377F-28DA-185E9B6FAE34}"/>
              </a:ext>
            </a:extLst>
          </p:cNvPr>
          <p:cNvSpPr/>
          <p:nvPr/>
        </p:nvSpPr>
        <p:spPr>
          <a:xfrm>
            <a:off x="-140975" y="496841"/>
            <a:ext cx="1069008" cy="733601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홍어</a:t>
            </a:r>
          </a:p>
        </p:txBody>
      </p:sp>
      <p:sp>
        <p:nvSpPr>
          <p:cNvPr id="375" name="직사각형 374">
            <a:extLst>
              <a:ext uri="{FF2B5EF4-FFF2-40B4-BE49-F238E27FC236}">
                <a16:creationId xmlns:a16="http://schemas.microsoft.com/office/drawing/2014/main" id="{6DB4316C-3FC6-2D78-4F3D-2C7A63118A71}"/>
              </a:ext>
            </a:extLst>
          </p:cNvPr>
          <p:cNvSpPr/>
          <p:nvPr/>
        </p:nvSpPr>
        <p:spPr>
          <a:xfrm>
            <a:off x="3263439" y="918896"/>
            <a:ext cx="2155368" cy="943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반대방향으로 도망</a:t>
            </a:r>
          </a:p>
        </p:txBody>
      </p:sp>
      <p:cxnSp>
        <p:nvCxnSpPr>
          <p:cNvPr id="376" name="연결선: 꺾임 375">
            <a:extLst>
              <a:ext uri="{FF2B5EF4-FFF2-40B4-BE49-F238E27FC236}">
                <a16:creationId xmlns:a16="http://schemas.microsoft.com/office/drawing/2014/main" id="{F143BB12-D0E3-77E2-85DF-7E98E5BFDA2F}"/>
              </a:ext>
            </a:extLst>
          </p:cNvPr>
          <p:cNvCxnSpPr>
            <a:cxnSpLocks/>
            <a:stCxn id="373" idx="2"/>
            <a:endCxn id="381" idx="0"/>
          </p:cNvCxnSpPr>
          <p:nvPr/>
        </p:nvCxnSpPr>
        <p:spPr>
          <a:xfrm rot="5400000" flipH="1" flipV="1">
            <a:off x="1373298" y="106207"/>
            <a:ext cx="95966" cy="2055505"/>
          </a:xfrm>
          <a:prstGeom prst="bentConnector5">
            <a:avLst>
              <a:gd name="adj1" fmla="val -238209"/>
              <a:gd name="adj2" fmla="val 48835"/>
              <a:gd name="adj3" fmla="val 3382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1" name="직사각형 380">
            <a:extLst>
              <a:ext uri="{FF2B5EF4-FFF2-40B4-BE49-F238E27FC236}">
                <a16:creationId xmlns:a16="http://schemas.microsoft.com/office/drawing/2014/main" id="{74EC3CEE-87F3-9C95-1F4F-178949FF8B75}"/>
              </a:ext>
            </a:extLst>
          </p:cNvPr>
          <p:cNvSpPr/>
          <p:nvPr/>
        </p:nvSpPr>
        <p:spPr>
          <a:xfrm>
            <a:off x="1866656" y="1085977"/>
            <a:ext cx="1164755" cy="82304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83" name="연결선: 꺾임 382">
            <a:extLst>
              <a:ext uri="{FF2B5EF4-FFF2-40B4-BE49-F238E27FC236}">
                <a16:creationId xmlns:a16="http://schemas.microsoft.com/office/drawing/2014/main" id="{F7843578-132E-95A5-F8C8-064CB371763D}"/>
              </a:ext>
            </a:extLst>
          </p:cNvPr>
          <p:cNvCxnSpPr>
            <a:cxnSpLocks/>
            <a:stCxn id="381" idx="3"/>
            <a:endCxn id="375" idx="1"/>
          </p:cNvCxnSpPr>
          <p:nvPr/>
        </p:nvCxnSpPr>
        <p:spPr>
          <a:xfrm flipV="1">
            <a:off x="3031411" y="1390730"/>
            <a:ext cx="232028" cy="10676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8" name="순서도: 문서 397">
            <a:extLst>
              <a:ext uri="{FF2B5EF4-FFF2-40B4-BE49-F238E27FC236}">
                <a16:creationId xmlns:a16="http://schemas.microsoft.com/office/drawing/2014/main" id="{981DAC2A-3919-87A8-B800-3C31133F0F0F}"/>
              </a:ext>
            </a:extLst>
          </p:cNvPr>
          <p:cNvSpPr/>
          <p:nvPr/>
        </p:nvSpPr>
        <p:spPr>
          <a:xfrm>
            <a:off x="7418264" y="1833672"/>
            <a:ext cx="1534688" cy="76639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빈 벌집 감지</a:t>
            </a:r>
          </a:p>
        </p:txBody>
      </p:sp>
      <p:cxnSp>
        <p:nvCxnSpPr>
          <p:cNvPr id="400" name="연결선: 꺾임 399">
            <a:extLst>
              <a:ext uri="{FF2B5EF4-FFF2-40B4-BE49-F238E27FC236}">
                <a16:creationId xmlns:a16="http://schemas.microsoft.com/office/drawing/2014/main" id="{1AD97E37-8CF7-4F38-3A59-143D2D354DDA}"/>
              </a:ext>
            </a:extLst>
          </p:cNvPr>
          <p:cNvCxnSpPr>
            <a:cxnSpLocks/>
            <a:stCxn id="398" idx="2"/>
            <a:endCxn id="403" idx="0"/>
          </p:cNvCxnSpPr>
          <p:nvPr/>
        </p:nvCxnSpPr>
        <p:spPr>
          <a:xfrm rot="5400000" flipH="1" flipV="1">
            <a:off x="8550471" y="1237204"/>
            <a:ext cx="947331" cy="1677059"/>
          </a:xfrm>
          <a:prstGeom prst="bentConnector5">
            <a:avLst>
              <a:gd name="adj1" fmla="val -24131"/>
              <a:gd name="adj2" fmla="val 53305"/>
              <a:gd name="adj3" fmla="val 12413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직사각형 402">
            <a:extLst>
              <a:ext uri="{FF2B5EF4-FFF2-40B4-BE49-F238E27FC236}">
                <a16:creationId xmlns:a16="http://schemas.microsoft.com/office/drawing/2014/main" id="{5D33B05C-C5A8-6C37-9641-8B22200E6EAB}"/>
              </a:ext>
            </a:extLst>
          </p:cNvPr>
          <p:cNvSpPr/>
          <p:nvPr/>
        </p:nvSpPr>
        <p:spPr>
          <a:xfrm>
            <a:off x="9206163" y="1602068"/>
            <a:ext cx="1313008" cy="8720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벌집 파괴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15" name="직사각형 414">
            <a:extLst>
              <a:ext uri="{FF2B5EF4-FFF2-40B4-BE49-F238E27FC236}">
                <a16:creationId xmlns:a16="http://schemas.microsoft.com/office/drawing/2014/main" id="{93BF6DC0-402E-E90A-A3BD-1BB80C280748}"/>
              </a:ext>
            </a:extLst>
          </p:cNvPr>
          <p:cNvSpPr/>
          <p:nvPr/>
        </p:nvSpPr>
        <p:spPr>
          <a:xfrm>
            <a:off x="1836587" y="-116980"/>
            <a:ext cx="1173056" cy="867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16" name="연결선: 꺾임 415">
            <a:extLst>
              <a:ext uri="{FF2B5EF4-FFF2-40B4-BE49-F238E27FC236}">
                <a16:creationId xmlns:a16="http://schemas.microsoft.com/office/drawing/2014/main" id="{44BF074A-17E1-1E39-FB3E-DFE002FE6305}"/>
              </a:ext>
            </a:extLst>
          </p:cNvPr>
          <p:cNvCxnSpPr>
            <a:cxnSpLocks/>
            <a:stCxn id="373" idx="2"/>
            <a:endCxn id="415" idx="0"/>
          </p:cNvCxnSpPr>
          <p:nvPr/>
        </p:nvCxnSpPr>
        <p:spPr>
          <a:xfrm rot="5400000" flipH="1" flipV="1">
            <a:off x="758860" y="-482311"/>
            <a:ext cx="1298923" cy="2029586"/>
          </a:xfrm>
          <a:prstGeom prst="bentConnector5">
            <a:avLst>
              <a:gd name="adj1" fmla="val -17599"/>
              <a:gd name="adj2" fmla="val 48718"/>
              <a:gd name="adj3" fmla="val 11759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1" name="직사각형 420">
            <a:extLst>
              <a:ext uri="{FF2B5EF4-FFF2-40B4-BE49-F238E27FC236}">
                <a16:creationId xmlns:a16="http://schemas.microsoft.com/office/drawing/2014/main" id="{761F9A93-C5FA-BE5C-D72D-1C732A50E0E2}"/>
              </a:ext>
            </a:extLst>
          </p:cNvPr>
          <p:cNvSpPr/>
          <p:nvPr/>
        </p:nvSpPr>
        <p:spPr>
          <a:xfrm>
            <a:off x="3241004" y="75880"/>
            <a:ext cx="1218778" cy="714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강탈</a:t>
            </a:r>
          </a:p>
        </p:txBody>
      </p:sp>
      <p:cxnSp>
        <p:nvCxnSpPr>
          <p:cNvPr id="422" name="연결선: 꺾임 421">
            <a:extLst>
              <a:ext uri="{FF2B5EF4-FFF2-40B4-BE49-F238E27FC236}">
                <a16:creationId xmlns:a16="http://schemas.microsoft.com/office/drawing/2014/main" id="{A41FCE5C-585C-805D-12D1-35587FD9CB63}"/>
              </a:ext>
            </a:extLst>
          </p:cNvPr>
          <p:cNvCxnSpPr>
            <a:cxnSpLocks/>
            <a:stCxn id="415" idx="3"/>
            <a:endCxn id="421" idx="1"/>
          </p:cNvCxnSpPr>
          <p:nvPr/>
        </p:nvCxnSpPr>
        <p:spPr>
          <a:xfrm>
            <a:off x="3009643" y="316708"/>
            <a:ext cx="231361" cy="11636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2" name="직사각형 431">
            <a:extLst>
              <a:ext uri="{FF2B5EF4-FFF2-40B4-BE49-F238E27FC236}">
                <a16:creationId xmlns:a16="http://schemas.microsoft.com/office/drawing/2014/main" id="{9E29E923-758B-08F8-81BC-B5D71A435272}"/>
              </a:ext>
            </a:extLst>
          </p:cNvPr>
          <p:cNvSpPr/>
          <p:nvPr/>
        </p:nvSpPr>
        <p:spPr>
          <a:xfrm>
            <a:off x="7411763" y="-100499"/>
            <a:ext cx="1674590" cy="8453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ko-KR" altLang="en-US" dirty="0">
                <a:solidFill>
                  <a:sysClr val="windowText" lastClr="000000"/>
                </a:solidFill>
              </a:rPr>
              <a:t> 발견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34" name="직사각형 433">
            <a:extLst>
              <a:ext uri="{FF2B5EF4-FFF2-40B4-BE49-F238E27FC236}">
                <a16:creationId xmlns:a16="http://schemas.microsoft.com/office/drawing/2014/main" id="{CE41112B-1632-A030-6F90-EF8CBE58839E}"/>
              </a:ext>
            </a:extLst>
          </p:cNvPr>
          <p:cNvSpPr/>
          <p:nvPr/>
        </p:nvSpPr>
        <p:spPr>
          <a:xfrm>
            <a:off x="9530589" y="6226"/>
            <a:ext cx="2302690" cy="7089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ko-KR" altLang="en-US" dirty="0">
                <a:solidFill>
                  <a:sysClr val="windowText" lastClr="000000"/>
                </a:solidFill>
              </a:rPr>
              <a:t> 사냥 포식</a:t>
            </a:r>
          </a:p>
        </p:txBody>
      </p:sp>
      <p:cxnSp>
        <p:nvCxnSpPr>
          <p:cNvPr id="435" name="연결선: 꺾임 434">
            <a:extLst>
              <a:ext uri="{FF2B5EF4-FFF2-40B4-BE49-F238E27FC236}">
                <a16:creationId xmlns:a16="http://schemas.microsoft.com/office/drawing/2014/main" id="{5502CA9D-BEEC-10FA-AC35-662297CFDB09}"/>
              </a:ext>
            </a:extLst>
          </p:cNvPr>
          <p:cNvCxnSpPr>
            <a:cxnSpLocks/>
            <a:stCxn id="432" idx="3"/>
            <a:endCxn id="434" idx="1"/>
          </p:cNvCxnSpPr>
          <p:nvPr/>
        </p:nvCxnSpPr>
        <p:spPr>
          <a:xfrm>
            <a:off x="9086353" y="322179"/>
            <a:ext cx="444236" cy="3849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직사각형 439">
            <a:extLst>
              <a:ext uri="{FF2B5EF4-FFF2-40B4-BE49-F238E27FC236}">
                <a16:creationId xmlns:a16="http://schemas.microsoft.com/office/drawing/2014/main" id="{DAA9CBE1-4757-D87D-BC79-FF9B4E8F7856}"/>
              </a:ext>
            </a:extLst>
          </p:cNvPr>
          <p:cNvSpPr/>
          <p:nvPr/>
        </p:nvSpPr>
        <p:spPr>
          <a:xfrm>
            <a:off x="7434079" y="792116"/>
            <a:ext cx="1673617" cy="7663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42" name="직사각형 441">
            <a:extLst>
              <a:ext uri="{FF2B5EF4-FFF2-40B4-BE49-F238E27FC236}">
                <a16:creationId xmlns:a16="http://schemas.microsoft.com/office/drawing/2014/main" id="{FB9B37C5-BE86-7762-E4E2-46E759E924D0}"/>
              </a:ext>
            </a:extLst>
          </p:cNvPr>
          <p:cNvSpPr/>
          <p:nvPr/>
        </p:nvSpPr>
        <p:spPr>
          <a:xfrm>
            <a:off x="10375108" y="788584"/>
            <a:ext cx="1673617" cy="7663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공격</a:t>
            </a:r>
          </a:p>
        </p:txBody>
      </p:sp>
      <p:cxnSp>
        <p:nvCxnSpPr>
          <p:cNvPr id="443" name="연결선: 꺾임 442">
            <a:extLst>
              <a:ext uri="{FF2B5EF4-FFF2-40B4-BE49-F238E27FC236}">
                <a16:creationId xmlns:a16="http://schemas.microsoft.com/office/drawing/2014/main" id="{E43637F5-C80D-469F-84D2-19D16BF3EC6C}"/>
              </a:ext>
            </a:extLst>
          </p:cNvPr>
          <p:cNvCxnSpPr>
            <a:cxnSpLocks/>
            <a:stCxn id="440" idx="3"/>
            <a:endCxn id="442" idx="1"/>
          </p:cNvCxnSpPr>
          <p:nvPr/>
        </p:nvCxnSpPr>
        <p:spPr>
          <a:xfrm flipV="1">
            <a:off x="9107696" y="1171781"/>
            <a:ext cx="1267412" cy="353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연결선: 꺾임 447">
            <a:extLst>
              <a:ext uri="{FF2B5EF4-FFF2-40B4-BE49-F238E27FC236}">
                <a16:creationId xmlns:a16="http://schemas.microsoft.com/office/drawing/2014/main" id="{7491B72D-32D8-AD47-5BA5-D8173C0218C5}"/>
              </a:ext>
            </a:extLst>
          </p:cNvPr>
          <p:cNvCxnSpPr>
            <a:cxnSpLocks/>
            <a:stCxn id="454" idx="2"/>
            <a:endCxn id="459" idx="0"/>
          </p:cNvCxnSpPr>
          <p:nvPr/>
        </p:nvCxnSpPr>
        <p:spPr>
          <a:xfrm rot="5400000" flipH="1" flipV="1">
            <a:off x="1067616" y="4338659"/>
            <a:ext cx="754048" cy="1934965"/>
          </a:xfrm>
          <a:prstGeom prst="bentConnector5">
            <a:avLst>
              <a:gd name="adj1" fmla="val -30316"/>
              <a:gd name="adj2" fmla="val 48995"/>
              <a:gd name="adj3" fmla="val 13031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4" name="순서도: 문서 453">
            <a:extLst>
              <a:ext uri="{FF2B5EF4-FFF2-40B4-BE49-F238E27FC236}">
                <a16:creationId xmlns:a16="http://schemas.microsoft.com/office/drawing/2014/main" id="{96ABC0DD-17B9-7389-4771-80A69E21996C}"/>
              </a:ext>
            </a:extLst>
          </p:cNvPr>
          <p:cNvSpPr/>
          <p:nvPr/>
        </p:nvSpPr>
        <p:spPr>
          <a:xfrm>
            <a:off x="-57346" y="4998064"/>
            <a:ext cx="1069008" cy="733601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뼈</a:t>
            </a:r>
          </a:p>
        </p:txBody>
      </p:sp>
      <p:sp>
        <p:nvSpPr>
          <p:cNvPr id="459" name="직사각형 458">
            <a:extLst>
              <a:ext uri="{FF2B5EF4-FFF2-40B4-BE49-F238E27FC236}">
                <a16:creationId xmlns:a16="http://schemas.microsoft.com/office/drawing/2014/main" id="{1629793E-37E6-E1BF-C30F-76E2E4618A66}"/>
              </a:ext>
            </a:extLst>
          </p:cNvPr>
          <p:cNvSpPr/>
          <p:nvPr/>
        </p:nvSpPr>
        <p:spPr>
          <a:xfrm>
            <a:off x="1838723" y="4929118"/>
            <a:ext cx="1146800" cy="8346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63" name="직사각형 462">
            <a:extLst>
              <a:ext uri="{FF2B5EF4-FFF2-40B4-BE49-F238E27FC236}">
                <a16:creationId xmlns:a16="http://schemas.microsoft.com/office/drawing/2014/main" id="{EAE5BAD5-96CE-1778-6867-375607373942}"/>
              </a:ext>
            </a:extLst>
          </p:cNvPr>
          <p:cNvSpPr/>
          <p:nvPr/>
        </p:nvSpPr>
        <p:spPr>
          <a:xfrm>
            <a:off x="3550263" y="4998064"/>
            <a:ext cx="1218777" cy="8576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플레이어 공격</a:t>
            </a:r>
          </a:p>
        </p:txBody>
      </p:sp>
      <p:cxnSp>
        <p:nvCxnSpPr>
          <p:cNvPr id="464" name="연결선: 꺾임 463">
            <a:extLst>
              <a:ext uri="{FF2B5EF4-FFF2-40B4-BE49-F238E27FC236}">
                <a16:creationId xmlns:a16="http://schemas.microsoft.com/office/drawing/2014/main" id="{A079A3BC-1187-D934-74F7-F3B7FE8A5D1C}"/>
              </a:ext>
            </a:extLst>
          </p:cNvPr>
          <p:cNvCxnSpPr>
            <a:cxnSpLocks/>
            <a:stCxn id="459" idx="3"/>
            <a:endCxn id="463" idx="1"/>
          </p:cNvCxnSpPr>
          <p:nvPr/>
        </p:nvCxnSpPr>
        <p:spPr>
          <a:xfrm>
            <a:off x="2985523" y="5346425"/>
            <a:ext cx="564740" cy="8044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9" name="직사각형 468">
            <a:extLst>
              <a:ext uri="{FF2B5EF4-FFF2-40B4-BE49-F238E27FC236}">
                <a16:creationId xmlns:a16="http://schemas.microsoft.com/office/drawing/2014/main" id="{79917A35-DE3A-6B88-D097-419A9C401845}"/>
              </a:ext>
            </a:extLst>
          </p:cNvPr>
          <p:cNvSpPr/>
          <p:nvPr/>
        </p:nvSpPr>
        <p:spPr>
          <a:xfrm>
            <a:off x="7393398" y="5926193"/>
            <a:ext cx="1734732" cy="8720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 그림자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70" name="연결선: 꺾임 469">
            <a:extLst>
              <a:ext uri="{FF2B5EF4-FFF2-40B4-BE49-F238E27FC236}">
                <a16:creationId xmlns:a16="http://schemas.microsoft.com/office/drawing/2014/main" id="{3FE72FC7-7D13-66CA-43E2-70C92C64D7E2}"/>
              </a:ext>
            </a:extLst>
          </p:cNvPr>
          <p:cNvCxnSpPr>
            <a:cxnSpLocks/>
            <a:stCxn id="469" idx="3"/>
            <a:endCxn id="474" idx="1"/>
          </p:cNvCxnSpPr>
          <p:nvPr/>
        </p:nvCxnSpPr>
        <p:spPr>
          <a:xfrm flipV="1">
            <a:off x="9128130" y="6236248"/>
            <a:ext cx="255623" cy="12595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직사각형 473">
            <a:extLst>
              <a:ext uri="{FF2B5EF4-FFF2-40B4-BE49-F238E27FC236}">
                <a16:creationId xmlns:a16="http://schemas.microsoft.com/office/drawing/2014/main" id="{2FC752C7-59F9-E0F6-9069-B64CBFBBC8E9}"/>
              </a:ext>
            </a:extLst>
          </p:cNvPr>
          <p:cNvSpPr/>
          <p:nvPr/>
        </p:nvSpPr>
        <p:spPr>
          <a:xfrm>
            <a:off x="9383753" y="5855666"/>
            <a:ext cx="884198" cy="7611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도망</a:t>
            </a:r>
          </a:p>
        </p:txBody>
      </p:sp>
      <p:sp>
        <p:nvSpPr>
          <p:cNvPr id="478" name="직사각형 477">
            <a:extLst>
              <a:ext uri="{FF2B5EF4-FFF2-40B4-BE49-F238E27FC236}">
                <a16:creationId xmlns:a16="http://schemas.microsoft.com/office/drawing/2014/main" id="{3D9A6145-CBAF-6860-F66B-65DA1E2D2C8D}"/>
              </a:ext>
            </a:extLst>
          </p:cNvPr>
          <p:cNvSpPr/>
          <p:nvPr/>
        </p:nvSpPr>
        <p:spPr>
          <a:xfrm>
            <a:off x="1627776" y="6145442"/>
            <a:ext cx="1574778" cy="745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끈끈이주걱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뼈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진동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79" name="연결선: 꺾임 478">
            <a:extLst>
              <a:ext uri="{FF2B5EF4-FFF2-40B4-BE49-F238E27FC236}">
                <a16:creationId xmlns:a16="http://schemas.microsoft.com/office/drawing/2014/main" id="{69D877E5-5B3F-584B-B63B-4455374C68F9}"/>
              </a:ext>
            </a:extLst>
          </p:cNvPr>
          <p:cNvCxnSpPr>
            <a:cxnSpLocks/>
            <a:stCxn id="478" idx="3"/>
            <a:endCxn id="485" idx="1"/>
          </p:cNvCxnSpPr>
          <p:nvPr/>
        </p:nvCxnSpPr>
        <p:spPr>
          <a:xfrm flipV="1">
            <a:off x="3202554" y="6457892"/>
            <a:ext cx="255622" cy="60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직사각형 484">
            <a:extLst>
              <a:ext uri="{FF2B5EF4-FFF2-40B4-BE49-F238E27FC236}">
                <a16:creationId xmlns:a16="http://schemas.microsoft.com/office/drawing/2014/main" id="{20B77E6A-3613-A296-04AC-5578A4740FCD}"/>
              </a:ext>
            </a:extLst>
          </p:cNvPr>
          <p:cNvSpPr/>
          <p:nvPr/>
        </p:nvSpPr>
        <p:spPr>
          <a:xfrm>
            <a:off x="3458176" y="6024491"/>
            <a:ext cx="1481915" cy="8668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끈끈이주걱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뿌리로 화물 강탈</a:t>
            </a:r>
          </a:p>
        </p:txBody>
      </p:sp>
    </p:spTree>
    <p:extLst>
      <p:ext uri="{BB962C8B-B14F-4D97-AF65-F5344CB8AC3E}">
        <p14:creationId xmlns:p14="http://schemas.microsoft.com/office/powerpoint/2010/main" val="20798135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B156CE2-8B5E-7A7F-4862-3B27227A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연구주제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EEFADC5-12B2-EC84-7249-EE36AA825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1AB76A-3C33-55A0-4007-9902BEAB7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75071-29FB-C058-C1B3-B0F4D6762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829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BB99C-E732-6051-F210-7A450E38A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3E084A-82E1-8AC6-8039-0499D3EB35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 </a:t>
            </a:r>
            <a:r>
              <a:rPr lang="en-US" altLang="ko-KR" dirty="0">
                <a:sym typeface="Wingdings" panose="05000000000000000000" pitchFamily="2" charset="2"/>
              </a:rPr>
              <a:t>:</a:t>
            </a:r>
            <a:r>
              <a:rPr lang="ko-KR" altLang="en-US" dirty="0">
                <a:sym typeface="Wingdings" panose="05000000000000000000" pitchFamily="2" charset="2"/>
              </a:rPr>
              <a:t>현재 화물을 든 플레이어의 위치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ko-KR" altLang="en-US" dirty="0">
                <a:sym typeface="Wingdings" panose="05000000000000000000" pitchFamily="2" charset="2"/>
              </a:rPr>
              <a:t>목적지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배송 최종 목적지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시작점과 목적지 파악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3434AA-2623-31F3-FCDD-FD51914375A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85DEE0B-CD46-E691-04D3-722FE254A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146B3-90B8-0F79-6246-A6A51F912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64C29B5-1ED6-A0BD-7371-F9959553CB9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CC4029-EDD2-9C20-B397-825D9EE280E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025159-7486-5EDD-8225-2D90777F793B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1CBA4-4245-F1C4-91C7-DC19EB895CF1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목적지와 시작점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99F6EA1-C651-AEB3-F9AA-CB4A2D2B9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37C7D3A5-EAFC-E16B-8366-6EB8193C639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DA56646-84B9-2351-90CB-012F94E0D220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7796DA6-4B2D-25E4-2247-91751EECA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D319213-F7E2-0799-DCF9-F69753372D53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63DC2245-7B4B-16EE-44E3-57C14B4BDD8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A6A5F5A-1E12-5DDC-33DA-0F0ADA30B55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EDCC4BC-5649-FAE4-6BB1-AF98481910AC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487B0D-A5CA-3BA3-4560-56EC3E124B7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11E04D-7221-8CAB-9578-AA0AABD26012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CFEA4A3-FEBA-F5AD-C7B2-57D2EB2D8598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592AE4F-9416-032B-DCFA-08A263FD9B46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B1F3113-0FDC-4736-8909-0A0D7F2D0B3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E4652176-66F2-6762-C7A9-C928548C0D66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3133EEF2-63FB-7349-C535-935539CB4396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58CDE335-AF17-CA44-34C2-E0AB5A499205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ACD18B3-13A5-007B-A5D4-C74E8DB0A680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05BCE90-F4F0-1150-FC53-2F7572AFF0F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65F745F-62C6-46EB-3125-A4041E18201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301E097C-711B-F3D4-A3EC-D5B5D7828E8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F802981-9C40-92EE-6BE1-301303B66EF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F0CF78C-3A6A-E3D3-4E2C-915747A2DC2B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27467D3-DF21-42A4-0AF5-3A6B6C00D352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0D356D1C-113F-9D9B-695E-D6DE274A6FAD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F9F96D3-093A-9496-3B64-1EE1AA1BFE19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83983C6-FD9B-7028-C3BE-5F898B5D920D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AD2ABCE-AC86-6339-A25C-A180ADD62B1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EB7955CF-8492-1550-B465-2BDD10243913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6966C265-6444-5893-731B-1882B0B30827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3CE6A471-B5CD-7106-10DF-8FDC4BFFA59B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9F33366D-D222-DED2-D198-3AD4A6444E7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971F644-5571-BCC8-70F7-45EB4A55C80A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437C87D-39CC-E56B-6315-145C65441625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D294E90-5CCC-D9D1-FBF3-A27B1C1C6256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CA805603-B5F5-98A5-A8BD-F0631120F5C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05CACBC-714A-B8A2-2FBA-9598019823E1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715EE81-3690-ED9B-C730-70D89519671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CE7F874-B789-4B41-A65B-F6E5BFC5DED2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A3471AA-03A6-37EF-07F6-60CDD9DDD22C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3FEA1EC-E01F-E789-3351-E0CC79AB9DD4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72394134-4A05-413D-E0BE-EF80C9E09DB0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CF43AB3C-79BD-6343-E15F-6FB933437CF0}"/>
              </a:ext>
            </a:extLst>
          </p:cNvPr>
          <p:cNvSpPr/>
          <p:nvPr/>
        </p:nvSpPr>
        <p:spPr>
          <a:xfrm>
            <a:off x="6570453" y="5364493"/>
            <a:ext cx="1074023" cy="943460"/>
          </a:xfrm>
          <a:prstGeom prst="ellipse">
            <a:avLst/>
          </a:prstGeom>
          <a:solidFill>
            <a:srgbClr val="92D050">
              <a:alpha val="18000"/>
            </a:srgbClr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886C5D02-A5F9-B4E6-8070-E89C519DECC7}"/>
              </a:ext>
            </a:extLst>
          </p:cNvPr>
          <p:cNvSpPr/>
          <p:nvPr/>
        </p:nvSpPr>
        <p:spPr>
          <a:xfrm>
            <a:off x="9186630" y="1806964"/>
            <a:ext cx="650423" cy="679430"/>
          </a:xfrm>
          <a:prstGeom prst="ellipse">
            <a:avLst/>
          </a:prstGeom>
          <a:solidFill>
            <a:srgbClr val="92D050">
              <a:alpha val="18000"/>
            </a:srgbClr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B7B4CFC-8750-9B08-2343-B7EF85D7C3E2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3783026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3A749-0B56-4E51-F7C3-F90E4484F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89FCC-A4C2-B894-0773-10A3171D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BE606E-B4EC-0C4E-1712-C74B20E06F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시작점부터 목적지까지 사이에 있는 거칠 수 있는 모든 지형 확인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목적지를 향한 방향에 위치하고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시작점의 주변을 둘러싸는 지형을 확인</a:t>
            </a:r>
            <a:r>
              <a:rPr lang="en-US" altLang="ko-KR" dirty="0">
                <a:sym typeface="Wingdings" panose="05000000000000000000" pitchFamily="2" charset="2"/>
              </a:rPr>
              <a:t>, 1</a:t>
            </a:r>
            <a:r>
              <a:rPr lang="ko-KR" altLang="en-US" dirty="0">
                <a:sym typeface="Wingdings" panose="05000000000000000000" pitchFamily="2" charset="2"/>
              </a:rPr>
              <a:t>차 후보로 지정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1499FE9-4E2C-2EF8-22D8-A1611A7077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AA41D9-68F8-BCAB-39C2-6DEA53C01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E238E4-928D-D106-9124-1EB801F2A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6CBB2F0-908D-9331-1A17-ACE2804516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F249DD5-FB83-CC28-1A4A-E786172DC3F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9AF60D-2325-67A8-36FC-76A25A24D7CC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3E1B76-029A-08F0-9CE9-6F66C9838BE2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지형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DD725AB-6CEA-307B-2936-79FF035D6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405B68F2-706C-D993-7B62-515D23F0F3A9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26A4060-1670-27FD-683E-2E46C0BEED46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926DA1C-217A-2930-37D2-19A5A5261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0FCADE7-9616-618F-2F64-2F0DCECA9F5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F98C9FD-85E6-F7DC-500B-F3195F0DFB1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487B971-E312-5376-76E8-8FA8FFB3DA41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EACE50F-9C47-F42C-6DA5-192DC4862D46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EB97E7-6A3B-9C00-EF09-FEF18EA6F4D5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DE7758-F056-3CBC-F448-F7436B124DF8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0AABFFC1-5481-170A-E092-2C11D3AE911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9918F562-779B-EFE3-3D75-AA9BC7E9804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8D83DEBF-CF4A-4D51-95E8-0D88A2EB3CC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A7D9E034-9ADE-B137-A816-AD71B9CC7E15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E3AE266-5F4E-6ADF-DCFA-99268D032059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7B63B66-E79D-94FB-8786-0E6139C73A57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D9F59B76-3F76-718A-1778-E8ACFDA0FB2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93BD0CD-2D18-F064-B615-08493B8CFCA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E5DCFC0-FEE7-C163-06C6-30BBE8253D6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835EE6BA-A9F2-0E36-E1E4-F5E721ECC72B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EEFECD8-441E-E68C-67A6-34B34791909D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ED7F72A-E708-911C-3C00-219476E5259F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CBCDA8C-9CF7-371A-8290-AA55B52E976E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03A9107-AF63-309E-4C95-471772EA96A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43ABDFC-6612-1000-AD39-D48D7854C76B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340080D-951E-47D5-91A3-90ED6F0A9AA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4361D825-DD82-C842-909B-10B8DAEA6E35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FE6466FB-211F-E270-069B-C79AFBA02E64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4B154407-5621-B372-08D7-331E2F6B119A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25ED3AEB-7BB4-88C1-99DA-A26D1B8F985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C07C53BC-5939-AFD7-D37E-3AA43E11D77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5FFCCD1-932C-9DCB-706B-64880D22400F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FF88F4AD-0163-C3DB-4EFE-09F2A40B78EB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E703D539-4ED4-8CD1-D3D3-A0287A641751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48EB8BA-EE15-CFCB-F1F3-23DCE75709CE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A9422F8-C9CA-ADE5-D751-E4B77B1C4C1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E1E434E-38C3-11C6-8EE5-C6822DB3047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CFD0D91-4272-2B56-6EAF-673F1B329B5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0BDCFB2-49E8-44D6-9893-3B1C37CCAA66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8FC97B0-495D-6EA6-C18D-200039B54DDC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225BF0B5-0B0F-3AD0-EC45-BF6A497D4A4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6DDFA7C-560F-2259-B5FB-35D521ADD0F5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14D2282-061F-4DE9-1C07-371CEE1299B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98F03FCE-9D01-7EEE-7B8E-DF82454979DF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F3E2C031-7E68-B9FB-EDA9-F6AF3E3B31FB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BD22279-28C9-EDFC-7E0E-634776F43521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542F48D4-98C2-253B-2EA3-E4D7007423D8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A6D9E3-7358-A9E0-7119-EAD621B08D13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0236552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8CC26-FAD8-0C85-0C36-04134EB86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DF6F84-41BC-EA1C-A524-A02192833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4765D8-ECBC-1EF3-41D6-F715C81AA8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목적지를 향한 방향에 위치하고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시작점의 주변을 둘러싸는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인접한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지형을 확인</a:t>
            </a:r>
            <a:r>
              <a:rPr lang="en-US" altLang="ko-KR" dirty="0">
                <a:sym typeface="Wingdings" panose="05000000000000000000" pitchFamily="2" charset="2"/>
              </a:rPr>
              <a:t>, 1</a:t>
            </a:r>
            <a:r>
              <a:rPr lang="ko-KR" altLang="en-US" dirty="0">
                <a:sym typeface="Wingdings" panose="05000000000000000000" pitchFamily="2" charset="2"/>
              </a:rPr>
              <a:t>차 후보로 지정</a:t>
            </a:r>
            <a:endParaRPr lang="ko-KR" altLang="en-US" dirty="0"/>
          </a:p>
          <a:p>
            <a:endParaRPr lang="en-US" altLang="ko-KR" dirty="0"/>
          </a:p>
          <a:p>
            <a:r>
              <a:rPr lang="ko-KR" altLang="en-US" dirty="0"/>
              <a:t>시작점에서 각 후보로 가는 경로 확인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91AD49-ABB0-EEDE-6958-EEEF4BF64F5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60C24E-646E-66F2-9246-F488911BB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460855-343F-E625-152C-E61E86A98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A12594B-98D9-5E00-7F71-1327DA1EE6C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1E062D-74AF-69C6-D4CF-D95EE6EB29FE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8E2AF-4F88-9A4E-EE39-764CAD428E35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지형 후보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EC31615-7C1F-7F60-D17D-1CCD7E3A3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F6C8C81E-5D4F-9FEF-5CD6-A59295BB1422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8C0FF1F-840B-7477-25E1-71FC7A5A3142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1DDA74F-0F57-AB5B-0278-D3EE4E3B4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9C1B6572-29C0-A9A5-38AF-FD2A22306001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EEB494B5-44ED-9147-2374-FF256282AB26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AAC3DBD-4FED-AF40-0B4B-CF76673A8A4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A7385F5-C20A-2A6B-FB9A-4801621001B1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37CBD-09EE-15CE-6C3C-B8C710480580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B6A737-B05A-808F-187C-DC8FF642FF8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05E4BD2-CF0D-A427-296C-A5D286447470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CB62529-19B4-32D3-063B-532B94AC348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E615F021-4008-C44B-37DE-9F2B985C408E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6F403C75-87A4-394A-7C77-DE7B84DA4C1D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03A73F93-000A-86A0-F5AF-114482C675A3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597F94-DD3C-EA84-ADA2-D3B1605A49B3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FB14314-1762-1F2F-6AEA-CCA4997A369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771D7E6-99A3-E23A-50BC-EB731C2DED9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97915B8-30A9-AB1A-54B4-9ED88B35132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3A759800-A93A-8D63-DADA-45F3E26B4FCA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02CC131-53D0-3A54-B031-5B0E72899365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D83A95D-1982-C7CD-9D19-C2FCCCC3E967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81EB716-FA09-65EF-94BD-96663AC1ABDD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966344AE-1C0F-8295-5796-59A9CDF9498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26EA1CA-1962-B54F-9A5E-552220A473A8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53739F2C-C673-6DC5-32E9-4B878D110121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5CB2B8F-51F5-C283-7476-4AE401305000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1B4E0917-D7C5-FF15-EC64-C74354A6715A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0E670B4-02F5-5EAE-B528-5CC4FF1C1852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4886ECA-2EB9-9DA8-7A6C-8EF5745D413B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6AE8ECA-9947-2499-B112-0B7EDA94F6DA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AADC34B3-AF77-3A96-BAE9-E9E26D2753C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692AD69B-2ED2-A79A-CEC1-614954BEAEB1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E3EE6E27-719C-3DF1-8107-A7A402CD9CD3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D10CD22-16AA-AF5D-5F79-1B3D5814AD10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BF6B9AB-9CAA-4485-925A-5C00457B401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1DC7401-DA03-F9C6-AC53-BEDE7C683D6A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F23FBD8-0173-B0D9-1EB8-F8D071BC404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8D677A6-92D4-7FD1-7347-61B6D415D195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D9FB6BD-FFBD-140A-0442-9E61A4434E3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CF53E5E1-789C-EB8C-AD13-FB593913F4F4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7C798DE6-0CE8-2DAA-6090-879FF298C569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E58C5170-A11A-A565-3BA3-3DE1DE98072B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EEBBD41-6FD1-A4DC-9BB4-CFBC0FCCC567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7B29E6B-D920-D528-1765-4B69E7AF078E}"/>
              </a:ext>
            </a:extLst>
          </p:cNvPr>
          <p:cNvCxnSpPr>
            <a:cxnSpLocks/>
            <a:stCxn id="12" idx="4"/>
          </p:cNvCxnSpPr>
          <p:nvPr/>
        </p:nvCxnSpPr>
        <p:spPr>
          <a:xfrm flipH="1">
            <a:off x="7263442" y="4130467"/>
            <a:ext cx="708617" cy="147756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D0E411D-407B-7E37-7DAE-6B9B4C8303E7}"/>
              </a:ext>
            </a:extLst>
          </p:cNvPr>
          <p:cNvCxnSpPr>
            <a:cxnSpLocks/>
            <a:stCxn id="10" idx="4"/>
          </p:cNvCxnSpPr>
          <p:nvPr/>
        </p:nvCxnSpPr>
        <p:spPr>
          <a:xfrm>
            <a:off x="7131259" y="4374634"/>
            <a:ext cx="132183" cy="123339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7823474-2B76-E4CE-7E33-5FBECE717116}"/>
              </a:ext>
            </a:extLst>
          </p:cNvPr>
          <p:cNvCxnSpPr>
            <a:cxnSpLocks/>
            <a:stCxn id="66" idx="3"/>
          </p:cNvCxnSpPr>
          <p:nvPr/>
        </p:nvCxnSpPr>
        <p:spPr>
          <a:xfrm flipH="1">
            <a:off x="7223185" y="4576223"/>
            <a:ext cx="1902806" cy="103180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1/2 액자 12">
            <a:extLst>
              <a:ext uri="{FF2B5EF4-FFF2-40B4-BE49-F238E27FC236}">
                <a16:creationId xmlns:a16="http://schemas.microsoft.com/office/drawing/2014/main" id="{8C658EB3-98BF-EC8A-B4D4-4A5C78212459}"/>
              </a:ext>
            </a:extLst>
          </p:cNvPr>
          <p:cNvSpPr/>
          <p:nvPr/>
        </p:nvSpPr>
        <p:spPr>
          <a:xfrm rot="4366437">
            <a:off x="7823091" y="4123423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9" name="1/2 액자 58">
            <a:extLst>
              <a:ext uri="{FF2B5EF4-FFF2-40B4-BE49-F238E27FC236}">
                <a16:creationId xmlns:a16="http://schemas.microsoft.com/office/drawing/2014/main" id="{9077DE89-05C8-3F20-CFD8-022F98BFC88F}"/>
              </a:ext>
            </a:extLst>
          </p:cNvPr>
          <p:cNvSpPr/>
          <p:nvPr/>
        </p:nvSpPr>
        <p:spPr>
          <a:xfrm rot="6352122">
            <a:off x="8855388" y="4551870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2" name="1/2 액자 61">
            <a:extLst>
              <a:ext uri="{FF2B5EF4-FFF2-40B4-BE49-F238E27FC236}">
                <a16:creationId xmlns:a16="http://schemas.microsoft.com/office/drawing/2014/main" id="{6B2A70B3-B963-233B-D8D0-BBC9307A789F}"/>
              </a:ext>
            </a:extLst>
          </p:cNvPr>
          <p:cNvSpPr/>
          <p:nvPr/>
        </p:nvSpPr>
        <p:spPr>
          <a:xfrm rot="2382494">
            <a:off x="7043836" y="4408095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59E571E-BC3A-77C5-DF80-7F9A22A636CE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76BB4BBA-566C-243F-6AE3-83E87098DA8E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8887744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3186-C8AC-30EC-A21D-EE5464315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725037-5D93-46DB-2DC6-094069F83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2A8F0D-B54B-B632-8870-ED431EE06F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22253E-2E86-6CAD-F387-2E76C8E408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1B0366-1C1F-1986-3841-369454CED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05EB35-DDF6-6365-3E22-5CEC664DE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A67DC7B-1A7A-1F0E-2264-B9714E19FE1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25FDDE-D276-D8F9-E1CB-59FBC05F0B7D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21CA2F-8991-7351-DA36-6DC4E5D3F87C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0537A1F-D812-8CD8-8A48-472808D76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59EDE567-C684-5150-4923-3FA8657FD6EE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6224C5F-9C14-1315-3C1C-76937354F926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F88AACC-5310-E4E5-3720-EA965E29F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CA86490D-2DA4-486D-AB05-399A76F4F321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E6E26BA-E4C6-2602-9612-96623E938EA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7ABC01A-ED70-5628-9A11-1F219B386A07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DB89502-53A1-71EB-6E99-EF4A4F272A84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9318D0-E775-5A7F-482F-D44B7E7B970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7926DC-D2D6-0699-6B02-C22340AAED8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9AE68DA-7A2D-C7A7-7599-B4BE760CEF64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BB7EE230-A14F-1139-E754-A4A3CFBA60A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01B53CB9-2F5F-7895-C512-19BB08D79D9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F562B94-1323-E912-3BE2-556DEE05388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97D5DBC-7820-471D-7B03-EBE1CA221BB5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0EE9EDBC-A905-E83C-49D5-22A0E1C057B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073C1250-6DAA-1966-4B7D-F363E562E695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14C3B64-8163-7DE2-4556-8C030F2FDA3B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8677196-6B33-2755-9ACD-783ED149B67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BE80483-C440-FEDE-2A89-D6892DF3C821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AC1AC8F-C1BE-279E-B4E5-2A82AACF8216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131C52F-DF64-27AA-9FA1-01860DD4A48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84C30B6-F16E-E5D1-858F-E2A2A8476F60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D91D320-2B76-A27F-7BF9-0BC66B71154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653B984-4445-AC3A-A9D2-22ECACB606CD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5ABC4F1-3198-C436-D0D6-CEBD2F9CD61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80C7356-0E21-38D4-1587-7C92E8D4951C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A47F975-C5A0-E3C1-1BFD-5C4BA110EC8C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B0ABEA6E-8CBA-900A-2EFA-C02E7E660549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B149E3F-8E0C-D587-A16B-B7EF653E9840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97A9105-21A2-5F9F-FB90-6D9044AF702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7502F3A-17CC-82C6-D542-337600A5AAB3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4CBC1DF1-8292-6069-B241-B194AD1700C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78B3C48-B777-1AC7-BD6A-47A1A238F8B0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AD9ED1AE-F937-4C13-6826-6B75629B03A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DE64575-22F5-434B-3FC8-09AC0CA5822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5B8AE49-9504-77D7-0C2E-46F0984369F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C09FAEF-F5A7-695A-A65A-6B4ECC0FB61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ADEFEA9-CF18-EABC-5BF4-E98F3A93E46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F24AC35-0932-5C7C-FC61-E64933B831A6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88EBD475-A49A-5F67-43C0-B9528122C149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0BB1E61-CDC6-C393-F5E2-49C02BF4F23D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B63A203-342D-F05E-40B6-1816E3665E68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CF9D43D5-9BF5-88C7-3ACA-21E7FC501183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EEFBD428-84F9-AACA-2EAD-0110AB7A5C76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36787AD-ECC4-8EE8-CAC8-477C06C595E5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E1863E7-9A55-67A0-BE40-365A94E455FE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1/2 액자 57">
            <a:extLst>
              <a:ext uri="{FF2B5EF4-FFF2-40B4-BE49-F238E27FC236}">
                <a16:creationId xmlns:a16="http://schemas.microsoft.com/office/drawing/2014/main" id="{C5235F4C-FB92-33C9-62B9-11BF948249FB}"/>
              </a:ext>
            </a:extLst>
          </p:cNvPr>
          <p:cNvSpPr/>
          <p:nvPr/>
        </p:nvSpPr>
        <p:spPr>
          <a:xfrm rot="7598955">
            <a:off x="7478031" y="3789865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1/2 액자 59">
            <a:extLst>
              <a:ext uri="{FF2B5EF4-FFF2-40B4-BE49-F238E27FC236}">
                <a16:creationId xmlns:a16="http://schemas.microsoft.com/office/drawing/2014/main" id="{0F8971C4-4559-D4E6-8D07-BAFABFBC10D7}"/>
              </a:ext>
            </a:extLst>
          </p:cNvPr>
          <p:cNvSpPr/>
          <p:nvPr/>
        </p:nvSpPr>
        <p:spPr>
          <a:xfrm rot="4892587">
            <a:off x="7331380" y="2734567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28149DFD-7353-F929-DBE1-DC723F118DFB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8E716D2D-0962-4EEB-F8FE-F27FBBE5232B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20006209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6C454-FC13-663D-05BD-895C1DC64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A21ED3-CB1E-EA09-1E59-C5F9E3A1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BE9454-38AE-DAC1-9A39-84AE8B1C77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3D5A40-CA34-58E5-062F-9875ED4792C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8A6880-D34D-147A-59B9-ED01F3106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BF088D-F884-6813-45AE-2BD569CB0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13E490-42E8-4180-17EA-A86A3E4E82A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36B199-ECB9-0033-27D5-7119EA92D135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7A7149-DFE2-A18C-0EB1-554E9FE4582D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4466FBE-B2F1-004F-2DDC-49CF69043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03ACE96A-04A6-C0AB-9FFB-EB1BA4B8F7CF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3D3A345-75C7-7417-78E6-26B1686206D0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5D15F31-679D-ACE5-6BA7-BDA9DB36F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48F5B16-4BB2-9BE3-D4E6-61338E04A4AE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C1E463-2CB7-7AEA-CF2A-AA0BA4D193B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0D610FD-750F-49B3-6D19-79596F5C0A1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C134809-816E-AEDF-A2C0-9702B0E42C30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C6EA00-2D96-F923-C242-4B51BB0153B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BB9816-1C82-1863-F43B-36F48570A6B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47077B40-AF89-EDC0-CF77-1DDE23284627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5D239A68-2736-5D81-3BF0-01FD5EE1A586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CB00A7C-D478-2380-ACCD-8592575D44E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055C25D6-5F7A-9FC8-5F8C-3C2B86CAC609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80D70352-4468-AD2D-5B00-749DBD6F64FE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E120FD9F-7319-0B41-9745-B66E5BF6F589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93B43AD6-1BDD-48A9-9D50-B76658F6C5DB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46345DA-BB4A-F0B5-1B64-DEC9F8B07CA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5F7D2C90-5984-2682-A081-54E5D6BAFD1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7D1D6887-A73B-21E2-08C2-01F6CBDDDC49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37FF652-D7E4-C7BE-3EA1-C413B824D088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E690412-4E8E-EAE0-45DD-5F1F1AAF61CB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4C020DA-73A5-A851-61E0-B74984259B4D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AAB0974-E56E-49DF-EAA3-05614821348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9942F5E-65E5-6404-FD74-BBF21425AE44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50494C5-1540-26F3-42AD-7731F9BA6BB2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570AFE8B-6382-9CEF-9220-281B1EAAA81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0362DB6-A4A2-DDF2-3FF3-B76D72027676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0E7A1468-C72C-1D74-9D3D-F3AB238DE8CA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3328393-C313-A8DF-6988-0FFC6883DCE9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87C5867F-63F1-734A-801D-862C1A26C753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88DABCAC-A53E-15FA-BFFB-5AC7DA4F4FF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8E60867B-126A-C6D2-F31F-A3CBD52BB568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8E967BD9-CE39-A079-CF08-246E41C78FA9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9CED1B3-65EE-A233-00E6-CC6DD1FB9297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6009973-FC40-08BB-BFC3-A36DF27B626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9FEA7DF-6E47-88C3-732E-428D2506216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C294C8E-6897-43C2-3A4C-F22CE703BD2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3F80FED5-B40E-E712-6A97-0DDADF46DBF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05271FF6-78F8-0B34-0F1B-F60F434D6A60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8AE3B88A-50F3-020A-615C-43FACD5596BE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8EA33B9-C4CA-F2B2-452E-CBA4FA6BB993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F5D412A9-7EC4-0348-E1A1-DFE9AA4F8F2D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2BCD070-E74E-D70C-6E7E-1CA8BA5DE38B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FBD6B54-8920-AA69-1C9B-F167C63E89AC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14D0C5E-EE3C-1A1D-9ADE-E397C0734DEA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/2 액자 10">
            <a:extLst>
              <a:ext uri="{FF2B5EF4-FFF2-40B4-BE49-F238E27FC236}">
                <a16:creationId xmlns:a16="http://schemas.microsoft.com/office/drawing/2014/main" id="{CB4395CC-AA06-FA4B-1D19-5EED5143E237}"/>
              </a:ext>
            </a:extLst>
          </p:cNvPr>
          <p:cNvSpPr/>
          <p:nvPr/>
        </p:nvSpPr>
        <p:spPr>
          <a:xfrm rot="6897182">
            <a:off x="8248664" y="3571328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9" name="1/2 액자 58">
            <a:extLst>
              <a:ext uri="{FF2B5EF4-FFF2-40B4-BE49-F238E27FC236}">
                <a16:creationId xmlns:a16="http://schemas.microsoft.com/office/drawing/2014/main" id="{8D4CCB81-E683-B7A8-2690-4634BEB8682C}"/>
              </a:ext>
            </a:extLst>
          </p:cNvPr>
          <p:cNvSpPr/>
          <p:nvPr/>
        </p:nvSpPr>
        <p:spPr>
          <a:xfrm rot="1991478">
            <a:off x="7449276" y="2771945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C865D68-37A9-4632-2553-E67751B8943C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4091EDAF-1D8C-B429-3E99-F84F49596805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36100375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F194E-C76E-C62D-334A-6AB1EB8C7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FB812-D38B-2C6B-0572-3240FE866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BEC88-CE80-7177-3FD2-227BBA67D7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2A22462-75F9-BD79-D2FE-D2CEE6EC99C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FE02B7-5197-731B-0265-BA9C4E8C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1B87B5-1A51-00C6-CB6E-E27C58F6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A0BD96-CC9E-7698-24B8-7C5B1652843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457E4-4D71-2D07-5FFC-911228304A6F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4054A7-10AE-CBB7-88F3-A157B5EFA17A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32FBB3A-167C-AF57-2FE8-B42FFAB438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2D48962E-9AA3-F180-E061-453D49C708FD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C5C84E-08D5-A496-1EC1-5E8F39E709B9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2E95EE8-C18F-E2BC-7A14-DB3777C41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834E013-919E-C0BE-2689-8D16226C68A9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8C23713-6C44-B349-D84D-8DA12D33D1B1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D273360D-DDF7-0CC4-0AD7-C76F753EE5BD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ED8ED8B-7A64-AB09-D122-317D127BCF7A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4BBDFA-E05F-2C65-DFE1-52E0089B2E81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7ACD36-583F-2EE9-263B-BB884EBF58F5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559FE062-1E6B-62D0-97A2-17EF493B1BC8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3A25E87E-B988-1E40-F63B-D8DEE2FBA272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D5915B2-62DA-7175-B758-3E896110BECA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47F724AC-CE34-20E4-FAC7-BEC7757F88AD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A4D1529-08F9-9456-6393-9A9710D7FE05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24E9E9-069E-A8B0-314B-71FBDAE6A29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24C93AE1-B8ED-B4E2-78E6-60693EC24353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6BD5F96-9D77-927F-69DC-B749B192CD9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F31BCB-DB3F-BBA9-969C-27216D3B01A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EA261AED-570A-FD61-FBF1-B4A0353F3EE5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B024CF3-DB2A-9E95-DF8E-99DB14C5EC26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ED11C73-36E5-B190-D039-6DE808DA49C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0893D357-DB15-4BE0-1321-71D8881C904A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575D946A-9BC3-82B2-91DB-F696DD096B54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6A9E0804-F8A2-9319-37C6-70682C30E670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A77319B-44B5-1DA4-71E5-CCCC5B55BA56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DB37AE0-6FE4-A349-438E-2EFAE7E0F39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4F8F7E8-0BD5-54ED-A230-D73FA8D56BBE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0C3B2C9-9625-293B-8E77-18CA7BFC30A8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151C2BC-0AB3-0BF7-D6DA-22924CC9A1B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771CD72-FF9A-0B97-244E-EF4B2691881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653009E-C65E-CE16-E7AC-1BFA618199B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89C77BC-53ED-65D2-4A1F-2A385F15CB5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66F53A4D-DF0F-6781-9B0F-20153B8EA13A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65B3C34-63FD-B137-A5FB-E266C45788D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8A1F8D1-7821-39C6-48F5-277FF3F0E23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96CDED1-BA49-E32B-F4FE-17F506B036D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C6848009-7CF2-2D5B-68A2-6327B876A81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4447C8E-41A3-6ACC-B749-623F6C197FEF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85242887-E357-9FA5-3996-E7E8A888AFDE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6FC167FE-D214-B0D0-CA28-D57BB766B68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8C77445-24FF-D6C8-3992-20BA5B3DC013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F6D1F64-53BB-4BDF-BDBF-9BBA31C78742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029FB5B6-B978-1C13-74C6-0CDA063DACAD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E894979-2E12-13A6-EAD2-FED475FD1A9E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8907E81C-B75C-EF29-A3ED-DEACA9BD6259}"/>
              </a:ext>
            </a:extLst>
          </p:cNvPr>
          <p:cNvCxnSpPr>
            <a:cxnSpLocks/>
            <a:endCxn id="66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/2 액자 10">
            <a:extLst>
              <a:ext uri="{FF2B5EF4-FFF2-40B4-BE49-F238E27FC236}">
                <a16:creationId xmlns:a16="http://schemas.microsoft.com/office/drawing/2014/main" id="{968E27F4-B3D2-5F82-C059-32E7A8842CFA}"/>
              </a:ext>
            </a:extLst>
          </p:cNvPr>
          <p:cNvSpPr/>
          <p:nvPr/>
        </p:nvSpPr>
        <p:spPr>
          <a:xfrm rot="1791649">
            <a:off x="9002035" y="3853126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1/2 액자 57">
            <a:extLst>
              <a:ext uri="{FF2B5EF4-FFF2-40B4-BE49-F238E27FC236}">
                <a16:creationId xmlns:a16="http://schemas.microsoft.com/office/drawing/2014/main" id="{CF71016A-374E-2817-5B59-5BD1B761703F}"/>
              </a:ext>
            </a:extLst>
          </p:cNvPr>
          <p:cNvSpPr/>
          <p:nvPr/>
        </p:nvSpPr>
        <p:spPr>
          <a:xfrm rot="4714509">
            <a:off x="9801407" y="3531071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739D82F0-60D8-B558-8C12-CE6096546E95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8A3DBA8E-C47C-A56C-04E6-35A67D611AC8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22153670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54726-3183-5198-16E8-FC8D8290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96225-B482-257C-82F5-DB0BD291E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264800-0747-5AE7-E032-FBBD101933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4362A0-336E-8BC2-98FC-88A99431E1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E4FB99-5A59-D5AC-A825-E5F6BD5B9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A218E-520F-FAEE-9C31-1C1C29B1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FAB785C-A87C-236C-195D-C6A8A66DD15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30084E-47B8-CC26-6976-4C03C9112585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25FBC0-8BD1-A5BB-39C3-72FFF704A799}"/>
              </a:ext>
            </a:extLst>
          </p:cNvPr>
          <p:cNvSpPr txBox="1"/>
          <p:nvPr/>
        </p:nvSpPr>
        <p:spPr>
          <a:xfrm>
            <a:off x="4551962" y="1226572"/>
            <a:ext cx="696717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791A4F9-EC1F-8FED-84B6-DB6BB276E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FBB086FB-9E59-0C89-1024-DC6E716FE91F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3DB9F55-3F95-8086-C944-3A43DE3C6725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42FAC5C9-7546-BD33-B135-2E3CC9C2A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5EEBC68-AA4F-F871-FD6C-34A168B882E6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D24C8160-0564-34BF-8619-3FC44D798AB0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EDDEC4F-18F6-FD42-719F-741F4B3E09F5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3AE43DC-0C8B-A141-ED96-25AA0796415A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E4BA9B-ABCA-B82C-D016-700FED0006D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5EDFCC-B195-933A-B532-E8F72E69952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16A3A49-FADA-8894-FDD9-E583AC26FD5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0A8500EE-1BD6-25E6-3CFF-E83638CD18C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A2E6EF99-0075-C68F-6383-040D3E371335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B93102A9-1BC6-5D58-3FFB-F4888E452A87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0927E54E-C1DE-CC9E-6642-520D4E1E3D1A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2C36E2F-6920-E665-467E-2B8B7FB79DF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FE52FFE7-B953-B83E-403A-77AB15039D5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0426723-3AB4-DB7F-C4D8-3B46FFA7DFE0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5A3416-7D45-3FF3-957C-7A23643D89B4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7A577F2-3895-E97C-EE3D-5B9235C78D1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2AA4BC0-64C3-4C7C-6C53-4F0C202FADB7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6C72505-E00B-C91B-9955-8850F03D818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9E6BFCC-A181-2E81-1FB6-9F9642EFBE00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D33F528-42C3-E010-3CC2-6F56B981F91E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6E615D2-4813-05FC-F1B3-4AD35F5AD858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D8BB713-B5F1-24F4-6FB9-A251E9460276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A1D5548-71C6-FD51-5829-7C8B5343AB22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B269C79E-4DBD-ED7D-809D-FB7777D962ED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BD3EE5C-A428-4266-15C8-5A2D1D722CEF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45028B3E-9EF5-BBED-8C37-CF2126A304F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F9FF3973-9DEE-DD42-4231-5C4CB9053906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8E81A9A-FB00-389F-AE7A-1F2E747CCC15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6EDF16A7-AC8A-9DCA-F65D-FB573A3CACE3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0DA2E2D5-BB86-997F-F7A3-C8190A22BD4F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32777-EEAC-976C-7476-A12E95EF8646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FB1350E-721D-82DF-E4E2-AC7546EF858C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90152DB7-D6D1-9FBA-77F9-14D68A08E134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8E6C356-F0C5-71F0-4405-3CD0509A440E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88F5F69-A4C8-7A03-4EBF-85FCEBE4901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59B73B5-4515-6505-8CC2-EB1446FA9DD6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C81DC432-C470-7A3D-3362-C534B07FCC4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8AC3A69-4B4D-FB8C-7088-799E676D13C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2483E2E-096A-9454-2024-365B4B5E7354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E16EEB0-01B6-BEB8-5788-9B098D7F442A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3456924-758D-0832-7C3F-E2850501BBEA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8003338" y="2165545"/>
            <a:ext cx="1363480" cy="21749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5DCE7CE-E107-B8CA-EA63-72E1536AAE90}"/>
              </a:ext>
            </a:extLst>
          </p:cNvPr>
          <p:cNvCxnSpPr>
            <a:cxnSpLocks/>
            <a:endCxn id="48" idx="0"/>
          </p:cNvCxnSpPr>
          <p:nvPr/>
        </p:nvCxnSpPr>
        <p:spPr>
          <a:xfrm flipH="1">
            <a:off x="8367623" y="2321755"/>
            <a:ext cx="975184" cy="45971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63FC1F9-06F6-A38A-E234-12A7A52B21FE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7972059" y="2800301"/>
            <a:ext cx="386788" cy="6939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953902E-41BD-BBDC-6DAD-ACC94F2E938E}"/>
              </a:ext>
            </a:extLst>
          </p:cNvPr>
          <p:cNvCxnSpPr>
            <a:cxnSpLocks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3C6DB62-FCD6-CEF3-6AC1-D8E2B4BBCC63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B852B8A-DED8-FD96-DA1A-467F958C5F8E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084B834D-1CD3-94B5-FA82-3587AF03C42D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4796478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B8A61-8B9E-74A8-01CA-83B9589BE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90C5FF-CC85-657D-D6D4-D96C9CD8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FCB74B-CBEA-B206-F1F1-486ED1D258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7F6C85-0B02-1FBD-7EB1-401A494CFC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A81E1F-B620-ED37-B3B3-6CC6F8736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ADAA99-223D-E77A-C074-EF3969E64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AF8D284-EB51-90EE-2471-F7183799F1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6706D-12ED-C3BC-E842-2F3A55756BD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203FC-4B5B-E4E6-9D74-8BAAC534BB2F}"/>
              </a:ext>
            </a:extLst>
          </p:cNvPr>
          <p:cNvSpPr txBox="1"/>
          <p:nvPr/>
        </p:nvSpPr>
        <p:spPr>
          <a:xfrm>
            <a:off x="4551962" y="1226572"/>
            <a:ext cx="707571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E6586EE-1DB9-CA8E-5E14-D9252E626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597EFBF-F1F9-616A-3941-035358E247B3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0A6C78B-44EA-E4A2-9A3E-00F18C06AB4D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FDAEE73-DD92-E330-0656-7748863C4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A324E4F-E085-733B-96C1-77A5ACB717E7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A5524F14-AF68-0ECE-E951-684F326FB604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AD94AAD-B147-70D3-BE3F-FE4F9CC92BE8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49B6B16-A496-E2A8-3B52-CF1C0CA92B5E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C03387-3ACB-6243-7D01-4F108E53D78B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B313CE-72CA-DF95-F700-29FC8162A2D2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4876ED8-39D7-0C2F-D5A1-2124BD3689F3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C0AF3827-64BE-F5F3-AD9D-65EF7539083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06FA8D7-AAA1-F12C-7C80-48F2C690FEB3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291FA3C4-63D3-7EFE-BE62-1FD299D32D68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6BCEF80-21A5-8FAD-5576-FC1345832E3C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A1ACB243-A153-4D9B-8412-AA185625587B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0C3CF470-3E1E-2C81-DBDA-25A2D38B94E6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BC6CF76-F77B-790B-15B4-805A5335B390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D81A6F3-CA84-9570-2242-3B6CBE5EEAA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AF53A3BE-9AAC-B0BB-A051-7D042D6A65D8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BA5FDD9-6B1F-FB04-3CC2-5B772EB0147B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F50E72-AEA7-6C3A-56BF-8AC49E8D9A52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1E84BAC-C18D-F5D1-F380-493D7ECD51D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E281590-3A6B-E13C-868F-18BE0D7A67A4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6AFCAA4-D973-09F5-84EF-44788996D3D3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60A360D-33CB-8416-37C9-42A5027643B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F37D7CA-42F2-B956-9F79-BD2F2C371A59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4DDBF2AF-DB0E-0ECF-02BE-71DA9D4A74F6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006D7B3-6AFD-CB39-E152-2BB3DD5DAF02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9E1FEE33-B7BF-08F0-F885-E1F35CA728DC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7FB2FF58-C5A3-4802-187A-EFAF35D10E08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7A698AF-6189-AC22-3F63-BDCBAADE3D0F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D5AC21A1-76EF-5F74-13AF-B99D16FAA18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3D3A5D73-21D0-26B9-6ECB-94766768A1E7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E75798C-C1C1-C797-151A-1C2DFE175019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3A3C22-14FE-83E0-F3EB-F8D18BC70FD2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45413AD2-2EE7-0022-18B6-50131DBB58CC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D01811A-4F40-19F5-5288-FC225F8953B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047F196-BC6D-FF5E-15CC-2E7521A9615F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BA87479-A808-08A8-91E3-34F1BF4FFC0A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957633F8-26E9-960B-DC84-670C06C7FB75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0198B23-1541-3FA0-9C79-8C53D5880FD4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C6DA1BA-B811-14A2-2F5F-04702F5E579B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3AB3F8C-385E-25D1-3B82-B8B2D8788DAC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4874D8F-A260-8FD3-EC03-0EBD2D2B2ABF}"/>
              </a:ext>
            </a:extLst>
          </p:cNvPr>
          <p:cNvCxnSpPr>
            <a:cxnSpLocks/>
          </p:cNvCxnSpPr>
          <p:nvPr/>
        </p:nvCxnSpPr>
        <p:spPr>
          <a:xfrm flipV="1">
            <a:off x="8051113" y="2183930"/>
            <a:ext cx="1302762" cy="595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41667A5-EF07-EDAB-7968-BAF793EAA322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9000438" y="2321755"/>
            <a:ext cx="503978" cy="68702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0DFEE84F-8544-5EE9-443F-3A3B1B3536ED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0DB28F15-15FC-30DB-1BF6-5A12B7F21BAD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C580613-D4C0-8592-E232-89033497543E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1EBC8A2D-D36C-C67D-4ADA-C00A47D73767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34022128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CADB7-6325-E824-A587-CEC532706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E4208-E2A0-2045-8358-7C5539DF7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B92852-3422-987B-B7C7-CE40219653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19F62F-D062-AE54-FCCC-4F77CB3856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AAA780-487A-D1CA-22E9-F3745C0D6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52F28E-E6C5-462A-2C04-093567B03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A6EC386-39DE-6A3D-7D93-A63E9972A5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1380D3-668B-E3D5-4679-4C188B564C33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E6EF3D-5BCC-1C35-A0E2-2A09B8A2CAE7}"/>
              </a:ext>
            </a:extLst>
          </p:cNvPr>
          <p:cNvSpPr txBox="1"/>
          <p:nvPr/>
        </p:nvSpPr>
        <p:spPr>
          <a:xfrm>
            <a:off x="4551961" y="1226572"/>
            <a:ext cx="7220219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7A58EAF-E79A-5D45-651E-12D049861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6C0DACDE-F9E9-2DE8-0E81-486757EA9906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D912DB1-2F90-66FA-1887-93B6F584A714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A712DE1-AB77-E2D4-8BB5-EB218C5FF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2D8BF42E-3548-0BAB-3036-4AA21F832392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FF40DFF8-1848-AB7E-D0EC-E071432045A2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51B6E8B1-36E9-5F90-CC2E-4518F85FAC77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7EDB0B6-852F-A782-BF44-3F3A5BF86C52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581885-A414-A479-D668-0563AE063AC3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AEEE7E-0F45-0179-918C-2AFE9A0752A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109E1B0F-52EF-5448-50A3-1F4856C984D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ED57F8BA-514F-46F7-92FF-F1A94197B41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AD8FB4B-6A85-CD99-DB79-F1D327A2D4D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0C1401B-EE15-5D78-6919-403E367A687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1842124C-C80E-F25A-B20A-CEACDB467032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11A21FCB-37F5-D9DF-C84B-1C61DCC5E4C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B598D6C3-840B-AEA5-0DC4-104A0B7B180D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3F0729B-AD9D-5E75-463A-79583F827B5D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52A7D40-09CD-31FF-2DA9-98F10E757BB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C059498D-4E56-42F2-8EF6-1D69138C916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ED3E60CB-A0B1-3C02-7322-DFE370A1FEED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2847DAB-D8DD-76CF-E8FB-75662E68FA6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EFE7D96-3E11-513B-4DF0-D25201DBD59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363E1DAA-5F68-7856-E058-BD0368EEAB7A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F574AA-4925-C325-F2E6-1527A8D486FD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853334D-67F2-5A2D-8C83-7BB7F06BF007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B9FACEB-B76C-6674-B98D-69E3FF1F3B36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326EB35-AF2F-0B1D-57B2-4A8E52E72A48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1332578-EB19-572F-07BD-1E888C657A86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C215891-6E67-A793-4167-F6298E0FED4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A999B578-FDFE-C400-DD2F-369B477D4C3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C8294395-7E75-4816-3160-644B9534602B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A059A41-DC1C-2442-57DC-090862EABBDD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CDD79901-603D-7125-A03F-5E9A3D9F5F81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13A05F83-4718-0B51-CD7A-7109A8721CC3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572397F3-E28E-A531-B4AE-15F4902D6D38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F9847E6-7CC3-3957-396C-3954EA3A7AF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4F1EA07-7B6B-05D6-472C-3E598F82EE2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A696E6AF-0F4E-A321-D395-4196F528E0CE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041B22A-556E-1A30-E666-9D8E97563B95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AC497413-EFFC-F866-456B-FFBE47B871B2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C395A5F-584C-31B3-4E02-9D33297922F4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BAFF5B6-184D-FD00-E8D0-75EBA416CE01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F0A64DFC-BE8E-682F-A0F7-0128C5187462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2FF1300-1DB4-1F7F-2CBF-12F506143781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8948298" y="2321755"/>
            <a:ext cx="556118" cy="73782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1EF3E6F-4891-6405-9A75-029133217EF5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9504416" y="2321755"/>
            <a:ext cx="585972" cy="45671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EECC0ED-CB51-1786-A792-8255FBDC1694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4FF485F2-8063-FF81-0AAB-0ABF04839600}"/>
              </a:ext>
            </a:extLst>
          </p:cNvPr>
          <p:cNvCxnSpPr>
            <a:cxnSpLocks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81F56EDD-99B6-316E-B303-98678E987612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F8DB2E1A-6296-874E-7091-291BB9C58290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25803469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5BA8B-D5F5-3C4A-51D0-2868D2562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D39449-DDA1-9699-ABCB-423B26CCF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8F7EF7-5FA7-6618-6488-AB0934B94F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목적지까지 이동가능이 확인 되었음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E79EE7-3094-8095-9CD5-7A9A390587A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6C9A6A-9FAD-DFA8-77F7-8863DE6D5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31B531-B310-3361-2A37-0A2B297E1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F39E0DB-A136-313E-CE97-2A1621D28C6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AACA98-0356-AB71-ABAF-57D3BD025F77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6EA3F7-F4AB-2641-7381-A51EA808C7D6}"/>
              </a:ext>
            </a:extLst>
          </p:cNvPr>
          <p:cNvSpPr txBox="1"/>
          <p:nvPr/>
        </p:nvSpPr>
        <p:spPr>
          <a:xfrm>
            <a:off x="4551961" y="1226572"/>
            <a:ext cx="6880913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F26AEFB-4737-F8AE-8FD7-34345E47D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A94AE74F-E144-7811-C9B8-5D1C707BFBB4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4E4A6FA-B6B3-19BB-70BA-8620CF71DF94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970BCCA-7542-FC26-6AE4-DF2142460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1942C267-FB9E-9D6A-C22A-9B3B6D0ACCF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CB5DD43-85EB-256D-F5AD-462B8A90555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A2EA481B-F957-CCA0-F2BA-397CC18F2462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BB58943-E825-EE82-1F52-1E446955DE51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2C4660-7F30-F98F-3550-445AB0CA1B39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FBD946-4A58-CE06-D6DF-3E0E7C2DFDB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F95CFA2E-6BE5-C592-5BA1-F95F39279F6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B00809CE-329F-CA20-83F8-138B0B351F0C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41B2ED58-FFE7-0148-6764-554A5567578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EAE28DB-262D-7986-C906-DF651165C5BE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62D2FB2D-F9FA-152C-D792-F12311FB1BA9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A0DEB961-F009-F491-1F45-E4289AE3319D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E0A918AE-C454-4A0A-23D3-D9C0550F307C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B225C03-0C57-4887-C71E-47C73B1D2E2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2DB3553-4A74-D41C-63D2-2DE7A60DEC3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B22191BA-316B-6278-6129-BFD8957242DE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3662C67-01E9-8594-C34F-BB556775DBA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89107D3-6345-4F28-02FC-42DB5D6D7AF0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293012C-1EA8-6032-E0C2-31762393550C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E1800B4-CF7C-04E9-28D8-2DCD879EA2C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39D2F1A-1D53-A4F7-9E06-E5DD5C010BC2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B167408-F5D4-CB53-C5B8-AC7E601F8705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A91F986-7716-8062-0522-B89707887515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A8EDD72-853D-3AF6-711F-8B6E1BEA035D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A32FD3A-5BC3-2005-80BD-4DB1572F8F23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871239D1-7604-9FD4-FD1E-FF3A61D69DBD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EDA8E86-5F86-E512-78B1-736FB738689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18B0F4B3-AE94-71A1-BE68-60AD75792CF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FEB065D5-F4FA-37A9-7F7B-D08D01274BA4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A6527CA8-C892-A647-1C90-42FA513F8A85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58A3C06-B7DB-522B-04A2-BD02AFAD7B3A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1DFB2D1-2721-71F9-8BD5-76727DD0E026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513888C-CD6E-E79D-D42D-ACD3AE1C86C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C5ACE01-7A18-C0E7-CE60-35FA7F85A1D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7F999D1-F797-D811-4222-D179FCBB3F22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7B8FD3A-6672-C3A8-AB85-FD70911A433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5189231A-B75E-49EB-ED64-BFB81BE7049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75AE6BBA-37BB-B287-5465-537D2577BF06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03FB713-7D9A-4CC5-6207-2FD2179D0033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9518648F-1E47-2C53-DD17-122914FE9035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811ACC3-6720-4BE0-8188-85CA871E01DC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51AC89C-0AED-A343-C325-139CD63C135A}"/>
              </a:ext>
            </a:extLst>
          </p:cNvPr>
          <p:cNvCxnSpPr>
            <a:cxnSpLocks/>
            <a:endCxn id="66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57F93F98-3DBC-88B7-FB71-88B07F1A2BD2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76E8C1CF-053E-DCC0-0EF5-8B40863A393D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632FAF25-C763-F224-0614-C643D1070C7B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03746E4-8DBD-F765-8476-B3C4BF3EA876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타원 67">
            <a:extLst>
              <a:ext uri="{FF2B5EF4-FFF2-40B4-BE49-F238E27FC236}">
                <a16:creationId xmlns:a16="http://schemas.microsoft.com/office/drawing/2014/main" id="{255F24B0-ED47-0A54-F22D-92A5045BB1B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14ECF589-4A9C-9C2E-752C-9D5434EEC34B}"/>
              </a:ext>
            </a:extLst>
          </p:cNvPr>
          <p:cNvSpPr/>
          <p:nvPr/>
        </p:nvSpPr>
        <p:spPr>
          <a:xfrm>
            <a:off x="7641979" y="3557351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D7CA849F-E642-049D-62ED-6BE58E53B05B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C1ADBE0-E310-4EF5-C2F0-BEC707CD2F08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44C072B8-8483-BBD8-6D84-9173FFF50C73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FA8D2BF-063E-B390-719C-E80A20184D0A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28794622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C159A-1C47-CB5C-2F9C-F64CC3521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9CBE41-F275-9482-0B01-724B09AE0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1A1B95-2F7B-5903-7B6F-66EE656EEB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목적지까지 이동가능이 확인 되었으므로 </a:t>
            </a:r>
            <a:r>
              <a:rPr lang="en-US" altLang="ko-KR" dirty="0"/>
              <a:t>1</a:t>
            </a:r>
            <a:r>
              <a:rPr lang="ko-KR" altLang="en-US" dirty="0"/>
              <a:t>차 후보 지형들로 가는 경로의 거리 계산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692D79F-1666-677A-7BB8-DA303254F77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209B88-C8F1-98BB-77BD-705E62CE3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B22206-025D-4DF5-E20A-6FFE52EC7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0EEDB-F875-6266-6B17-F5E339CAE47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447A95-A16C-93D7-24D2-38E4FDCE627C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EAA3CD-E96F-44E7-898D-C7A6037B3BAB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지형들까지의 거리 계산</a:t>
            </a:r>
            <a:r>
              <a:rPr lang="en-US" altLang="ko-KR" sz="2400" dirty="0"/>
              <a:t> </a:t>
            </a:r>
            <a:endParaRPr lang="ko-KR" altLang="en-US" sz="24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6E0968F-FD6A-98DA-218C-46F851C6A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CCADFAF-FEA0-70AE-6C35-D1891751B5D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13B2386-7020-6E45-CA4D-B72B8A34BAB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EEFD891-E7F8-6CBE-F6AF-D33DC6E9E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1AC52BE-8553-23E7-8CD5-1188AB45CD9F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E3EC8679-F05D-FB0F-D435-2EF2BBD6CA96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384ECFD-D246-F716-E07A-AE717A892F90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2CD6563-248A-6EA7-814D-EEBEE10FD42D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9E49B8-B9A7-7EB7-99D1-2D05053D196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83FA86-E8AD-F2A9-A2C4-D56D7C78C09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5B219C77-D862-11AF-35D8-DC5DB2E58032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CB892E5F-8F4D-83C0-8A19-00A6B1AA3187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F5FED362-52A4-3DBA-6EC6-0F8B65874E0F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3EC703E1-D9CE-6593-F7F7-E134347DAE42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2290A4CE-4E5D-1DF2-8EE4-A56D7FBBD6E0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6578388-006F-4ADB-E922-432568650773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F338A67-9B49-A4B4-0915-C271D8ED9A9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6E1F753-9938-A6B5-92CD-8155566FF21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214F016-8B4B-F71D-E6B9-E42AEA46D7D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4DCCEE2-ADA6-F114-F72E-184F07592ECF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5F2A50D-0259-C996-B816-40E17997D9E0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C3AAEBE-1D64-7CEA-C3D0-D5963A7E787E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3499F7A5-2D3B-28E4-BFF5-6443E44E4789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31FF77B-7C7C-7526-083B-8AA268440F5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C71AC95-99B7-FCAC-44E3-FD6E3F207487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71B315B-F835-2886-74D0-EF1CCFF22F8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0BAB8D4B-B8BD-D555-90F8-482FCBEFCE20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B4297F7-EC9A-FCC1-301E-53F1C3678D19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A351DD1-1E48-8AAA-0116-6AEB52D75B2B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AD553CE-CD7A-E383-B0DD-7C557B270EE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06B2F678-2B8F-1FB6-5C4F-FC90C67026C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9A24CEA4-BC28-4282-94A3-12B30F6437F0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8B07222D-989C-E695-560D-BDC8CA4A46AB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68D5FA0-CA0F-259D-080E-3589483A4934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A36A3AD9-64E3-8E5B-6764-081A3B8490E4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07ABEDDC-5E65-0A25-2075-059C92AB1FB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D3EDA57-FD49-DDC3-8EC3-20E837A544CF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08058FB-D289-C723-FF1E-CEDABDCF4A2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DF1F780-3D11-C375-3D76-84DCA7A412AA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9FAC0928-2373-47E3-E71A-870DF9E59CD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303F3797-EFA1-B3D4-717B-04913DD20E83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E41E284-AC93-97D8-03E6-056B5BBB016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BE135FB-F184-B879-F382-738D8CAF28F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AEC31506-BD02-E735-AEC2-FFF20999EF25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141FA40-6A79-46B0-FE67-D25FE1D801DD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8B02F9C-BDB8-527A-CA5A-CDDE0C9F3DE6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93EC4AAA-A7ED-B48A-DAF2-41539A3680E3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7753243-A9D0-95B1-FBB9-264D9FE4D998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876D81A7-2686-3E39-AAD1-5AF15A6E3111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7899740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6D982-C818-CD38-F986-D3A1CEBB6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C6DAC7-7457-2AB2-FF97-EDB156B4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9B86D5-FA44-F0CE-9626-B6E29A2CBA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 후보들의 지형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지형 특징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이동속도 감소 등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8AF903-5EA8-8BA4-E998-5089766468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B52D70-B204-08E1-81C9-68FE2619E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DDE34E-30CF-6C28-68DE-1110B3030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EE70CC8-3B48-DEFD-CE7C-300146158BD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980C68D-52F1-A77C-B873-ADF351BB3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A706940F-FC31-F070-71A6-0A1970FCC946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891E042-2D00-0D27-9FF6-4825BA2A42B8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E5D41B4-766D-681A-5928-AEA025E06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0566CAB-E9C9-29A9-1714-02FA620E0056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CA98AE04-9FE9-B7FC-B432-6C564A173659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D6CC3672-BA1B-A4AF-5036-D4E29283966D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6BAB686-6320-3673-89C3-5BCC938B426E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BD8BB6-6DC0-B8F6-5C13-9F66C03AE405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39A618-CC51-4A2D-827F-1FF745F22C7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FE77EF0-78C7-5F8F-8A4C-913318CDC29B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07BA5C13-3D3A-39AE-47D3-975D259F7619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275519D-01EE-AC18-8DC8-60B945ADF0E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F3F1EFE1-DAE4-A02F-173F-267FF69E56B3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99B1C66C-CCFE-AE27-68C6-8342EAB65FD2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5C9655C-272E-303E-A37C-191685D9DA84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0874D38-FE4B-038F-7968-D96BBDD57262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D08EA1F-50AE-4519-88FA-44CC95A7498C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3B7E8C0-1068-099E-1D18-5009A2D350A0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94E71CB9-463C-9C78-2183-AFA3D1361722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733FDC5-AE0A-599F-2855-F468AFF6D13A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1854E19-1623-5FD4-1DC7-F8E756EC2DD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E7F5515-8709-8710-B5DA-3B6125FBCABE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2C20228-8EAB-E8FC-59AE-6A4B20F35D1E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013DF07-18E3-434E-0E9A-21E97CEA8914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05FF4725-A75B-C6B0-0648-98F45E9BA034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BC07C2DA-B23D-BD1E-B6A9-A1E24062D51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CE43F6F-1869-B7E4-09DC-D2AC4D00A830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9D4D3E1-85BA-218F-0AF5-5A54B40C7A4C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3A85057-1C7B-EBA8-63CA-BAC9B1CD265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5C6CDE8-F29C-423A-4F89-199C1B65DF6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1D688479-1659-ACFD-A69A-571C39C5EC6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9E893CC-FE49-1F81-0F3B-7AB0424BE205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4461DEDF-F3CF-46FA-4103-5B74C5B8B2C7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B5F494BC-4501-DA5E-44B6-5440AB05E448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2E9A13F-4C18-3EBD-2E39-96618A42F384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AD319BB-40D6-4FBA-E6E5-D44EEB5EAA9E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E6C89FE-321C-9889-65EC-6C409276126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A8C6C1DA-37EE-9CCA-7981-007E1373E4C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31D4974F-699B-FE12-4C3E-6D2022EFF024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2E330CC1-3BC0-63FB-0FEE-2D1404D5F84F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A618AE51-1E04-A8AE-ABF8-78BECC690D90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BAB518E-2572-67BE-7D3E-BD8A733CFA8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CA9BE03-6792-CEFC-DC2E-83F52640F5AC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B4C259C-2B52-643E-BF0F-BA4DB67021E5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1583EAE8-6413-7891-D4D3-DB19DC8C3497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CDD543F0-5E5C-C633-5C56-14C399DA9AAF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CAB007-36E6-82FF-15DE-6272E36C5515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DBDE9E-CD9D-4BDC-8227-133B13FA78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ECEEC7-5ABE-D2F4-498D-2AD965C17A00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후보들의 지형 특징 확인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B483F3B-F264-A432-F5DB-750BDD920D32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5600894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B9086-E7A3-CC00-40BD-52CA46CCA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F6F37B-4964-47C5-D4EC-0358E4B2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193283-AA39-7848-8F5F-DE2067A8CF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 후보에서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경로의 길이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지형 특징이 있다면 반영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없다면 </a:t>
            </a:r>
            <a:r>
              <a:rPr lang="ko-KR" altLang="en-US" dirty="0" err="1">
                <a:sym typeface="Wingdings" panose="05000000000000000000" pitchFamily="2" charset="2"/>
              </a:rPr>
              <a:t>미반영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( </a:t>
            </a:r>
            <a:r>
              <a:rPr lang="ko-KR" altLang="en-US" dirty="0">
                <a:sym typeface="Wingdings" panose="05000000000000000000" pitchFamily="2" charset="2"/>
              </a:rPr>
              <a:t>다음 단계인 </a:t>
            </a:r>
            <a:r>
              <a:rPr lang="ko-KR" altLang="en-US" u="sng" dirty="0">
                <a:sym typeface="Wingdings" panose="05000000000000000000" pitchFamily="2" charset="2"/>
              </a:rPr>
              <a:t>각 경로를 이용하는 시간 계산에 반영 예정</a:t>
            </a:r>
            <a:r>
              <a:rPr lang="en-US" altLang="ko-KR" u="sng" dirty="0">
                <a:sym typeface="Wingdings" panose="05000000000000000000" pitchFamily="2" charset="2"/>
              </a:rPr>
              <a:t>)</a:t>
            </a:r>
            <a:endParaRPr lang="ko-KR" altLang="en-US" u="sng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CD84E3-A814-6A50-ADA4-4A0CF21BB6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C17538-C7DC-BDAD-7096-FBB7E5801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596E0C-CFE1-BE0B-F459-637D12F6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AEB5F4-CC7F-6875-E95E-402C45FFE94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7AC99FB-F15A-3D19-175B-4CC74806B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E6A46F13-0F64-76B1-8712-FE9D9A40BE9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933DCAA-ACDB-EC05-04E2-0B725D27428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57F9412-024F-F52F-FEC7-D7330A1AD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DBBC5FF3-2A88-9098-6268-B82AC480DEDB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B2F5810F-ED92-548D-7612-67BD4121D81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47663A1F-3E87-DA54-E37B-09D2E7259CFA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D3294F0-0BA0-B204-130D-496CBD93DC4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F4412E-43C9-85C2-8013-9CE7EC5B6D48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2787A6-660F-FD50-815A-B4A5DD8DE20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3C01D7E-2E99-9132-7790-754357FBC7F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59924099-CB4D-2BC0-509C-D7B6FEAE0B1A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54DA74FA-590E-DB4B-895F-56057B99D789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8D906CD5-B1D9-9C28-195A-66EEADA6EA0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4CC3D4DA-1B77-9FE0-E1DC-2F59FCAF65D3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E71597D-03B7-964C-AB0A-85E1C6B8472E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55CBB863-A774-8C20-9784-0CFE102EF618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0E61E9F-5370-F6B7-4778-004467F91ED3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9D4AB95-09FB-08BC-DFE7-23828424395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609AF4E5-0E57-A87A-1177-9B211485079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6C1EF34-632D-0D01-0197-29900BC002C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10ABAC0-1C6B-810B-1DC4-B547B5990F9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41909A4-6317-0C65-2EDB-F3F4FFCB84A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988A384-2D2B-0F02-7D5E-D7BE893F01B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2566B5D-E9BE-3325-7702-4303718E4A36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1BCDA3A-7483-63C4-18CF-92E58A99AACD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0982D31-69E6-B7FF-CD37-CD5E848DA7E7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A055E82-C99E-05F9-0A02-5F0FCDA09411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0BB28C63-D56A-5896-99E0-C721DB68ABE9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84955E90-AA9D-D524-9C9D-DDBA216E9A03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1551AB4-E88A-DABD-CC8B-5CF5007D614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CFA58AB-5561-D836-D8AA-32C46F1CB1B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58157A4A-518B-AF07-9591-FC86CBF08AE7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57E54176-5714-188A-6EC0-DE6ACA4C7B2F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02A876E8-E4B3-575E-EA37-BD82F4EA8531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2F2FA1-5517-386F-B9D7-3127645AF667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997F11D-346A-C5E9-DC17-579469DDD968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CE515FD-0110-748C-AAE7-9164CCC2E0A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36D7623-2C50-B6EC-B742-91B016B3C989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1EEFCACC-4AFC-032D-1810-6AA20DE9283D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B0595302-E56D-427D-B5AE-7114CE42E712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91B1401-68CB-5772-8B3F-5E79A6360F85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85DE755-507F-5B39-45F8-118E74F45E6C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F6A8BDC-6840-8AB0-BF37-6FB207F5B3EE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EEAB5AD-4EE3-B2A0-C4AD-31C173869349}"/>
              </a:ext>
            </a:extLst>
          </p:cNvPr>
          <p:cNvCxnSpPr>
            <a:cxnSpLocks/>
          </p:cNvCxnSpPr>
          <p:nvPr/>
        </p:nvCxnSpPr>
        <p:spPr>
          <a:xfrm flipV="1">
            <a:off x="7175039" y="3040263"/>
            <a:ext cx="0" cy="185355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526A2A-0DDD-7372-2ED9-E378BCF845D0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B26640-52DA-1B58-A270-2F42FBF4A1B0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F663ED7-33C5-5629-801B-2D78E164126D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지형 특징 반영 여부 저장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CB204AE-5B71-E6DC-4CE9-492B27A7B1E4}"/>
              </a:ext>
            </a:extLst>
          </p:cNvPr>
          <p:cNvCxnSpPr>
            <a:cxnSpLocks/>
          </p:cNvCxnSpPr>
          <p:nvPr/>
        </p:nvCxnSpPr>
        <p:spPr>
          <a:xfrm flipH="1">
            <a:off x="7175039" y="4364232"/>
            <a:ext cx="505921" cy="520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3DF874E7-C715-7E38-C1EE-B07495B3F157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41837958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C3CC-ED64-B68F-8527-67275879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AAC52-0072-2702-16B6-1CF7DCF06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E97C50-17C8-1952-1CEE-13FE9EE482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B0824D-9C28-B6CA-C382-FB1F727304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00D7F2-E196-5362-571C-D11B2FA99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4BA3F2-8AD6-2096-3A8D-C2AAD7F06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4D9BD9-A18E-5969-57A7-7D6DA8CD47F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0408746-061D-4152-F21C-823979FA5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41758B48-E9E1-D928-0DA4-8248E688062A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604FE04-B8D5-3904-3723-245F3A0AE19F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9306CE2-B7E7-32E8-D3D6-83573B11E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C00131D-2FAF-3174-43C6-1715671B3362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7AF20555-4E5C-9C3C-1D92-61FE3EFCDA81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AE5EB13-8135-63EF-5B19-B1BD2A42AA4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E1DAB201-CF28-AAE4-C1E9-D21B69247F65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8264EB-9F3E-F18B-CDB1-AD204599076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447A6E-F112-48A3-C388-BF0B0EA532C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8353E59-878F-E8D7-BA39-237DF954CFE1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3D3CFB39-F306-9D97-85CF-83218E3E333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F6098B34-A721-AB9F-FBBF-64BB952373B8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8AB945C6-21D3-9279-63BE-5553DD4B7D0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73AB8609-E044-F6D9-F7A5-98F4D97DFD0F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8FB0F087-D1FB-7B80-6D77-484DA1E2981F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C74BED3D-D392-CC3A-D213-53ED62F56D62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83C3062-76BF-0999-949B-50FF608BDC7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D32BF5-C6CB-6C42-BD8C-5D7A6CFFF32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C2E1FB88-6260-3D8E-817D-620F09C1636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A286C22-4E34-BF93-3C85-60EC69CA85A1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231B2E7-F7E7-2B0D-C0B2-76DF2715A533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2096F22-05BA-3345-2EA1-0C0EB54FA72A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DBC2211-505A-0D58-FAE3-5D0A02971F01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D0A04C8-6060-93F0-C98E-412B671EF5A5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60E1332-EB89-EAA2-4157-145EDBE7164B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6F57E1BA-FF29-0CA7-B4FF-7B571342D74B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891A76D-4BF8-52A9-F95F-EDA079FB4501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11484BD-81A3-86A2-BCDB-B175CD9A5E57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9E826493-316A-0189-FC08-C0EE2A747A64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F96E14BE-CB32-C690-E596-099ED49A37D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8FEAE309-DBBB-03F5-9A48-AD6D68BC609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A6FE64D-AA2D-87D3-9676-559DF2DE4FDC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0F8F1D3-B660-DD79-318B-4F4686080362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343D6609-2333-8AF8-B429-2B1B2D03AF19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196E456-AADB-2CF1-CF68-A4172A64CDE7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B98BB342-4829-D0F8-3AD3-E137BA2C74A4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5FD5FE2-BCD3-70C2-9167-E22B1D8710C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A038223-FE2C-37F9-73D3-9C981287F72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AEF6CAF2-371A-900F-1551-6C0506761DD1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E54A74DA-0795-8D50-EFDB-4017C4C6F9A6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2C68BC7C-247A-02C3-2767-87AA5429BA51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FCD374-D947-E3CE-E2F5-7C54FBE38370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FC0A16FE-5B80-31CA-26D2-89E580E95367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8581CE2D-D7B1-7576-5321-CF70DDF5B3BA}"/>
              </a:ext>
            </a:extLst>
          </p:cNvPr>
          <p:cNvCxnSpPr>
            <a:cxnSpLocks/>
          </p:cNvCxnSpPr>
          <p:nvPr/>
        </p:nvCxnSpPr>
        <p:spPr>
          <a:xfrm flipV="1">
            <a:off x="7175039" y="3040263"/>
            <a:ext cx="0" cy="185355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3598A90-72B2-E1BB-4FC9-B97EC1303427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A2F9C5-BC27-D5E2-986A-0FE5D484FC2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72F11B3-E0A6-EAD1-7A75-8D02682CC714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각 경로를 이용하는 시간 계산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BCC9CE0-23EF-D919-B5C8-A51054658409}"/>
              </a:ext>
            </a:extLst>
          </p:cNvPr>
          <p:cNvCxnSpPr>
            <a:cxnSpLocks/>
          </p:cNvCxnSpPr>
          <p:nvPr/>
        </p:nvCxnSpPr>
        <p:spPr>
          <a:xfrm flipH="1">
            <a:off x="7175039" y="4364232"/>
            <a:ext cx="505921" cy="520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4D662187-1515-D443-0537-468ED4AA8C6D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1/2 액자 15">
            <a:extLst>
              <a:ext uri="{FF2B5EF4-FFF2-40B4-BE49-F238E27FC236}">
                <a16:creationId xmlns:a16="http://schemas.microsoft.com/office/drawing/2014/main" id="{55FAFCCA-992D-88A8-238D-E72C00DD3BE2}"/>
              </a:ext>
            </a:extLst>
          </p:cNvPr>
          <p:cNvSpPr/>
          <p:nvPr/>
        </p:nvSpPr>
        <p:spPr>
          <a:xfrm rot="2734196">
            <a:off x="7081213" y="4917060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29F4651-4CAF-B03D-8DB8-B79A0652E9EB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42150030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F5EA4-9340-0053-FCC6-DB413F19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555B7F-842B-5DD8-5E2A-4BBB5ACD8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B3EA95-FE8C-2AEB-C540-524D835265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0C0C7F4-1304-9013-9F63-248E1C9EAB9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AA49679-F5D1-E70E-DD3A-5EBAAFF39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74E319-4C60-3781-94E8-18955019C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966FD00-16CD-4F3C-C672-417EE439A0B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B0769AB-B2F4-EC79-A1AC-FD7F9A679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95FCFABE-EEF2-99B8-D722-A4078C3355B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8E15A508-94C0-D1EE-7A21-40C31A85DA3A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4F9006D-854C-6C7E-9F6B-B84111AA4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8A6F79B3-8308-9FD4-BA7D-066AA090B537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D6E73E05-1AD9-4430-1A6B-D66EDBD3984C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0A473022-8594-1B2A-A61F-7C10E59A162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65112DC-73C7-ACAF-650D-E97D5F934C45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91F763-90D1-206A-B58A-AB81C23BA23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B10D45-48C0-6F01-DB38-400AC804317A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DCDEABD1-071C-C621-8E05-A9D5C8AF993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F5B8DDE9-0F37-3EB3-0188-AF9E58D5FAA2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14AECB0E-2846-66C6-8360-51A200344BB4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9470A124-F79E-3CE9-948F-BE92FBCFDA2C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5CD888DF-EB38-DFF6-106A-90F422AEA690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89530E0F-D029-9957-EDC5-0D6B4DBBBEA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4928AE4-7E0A-D41C-CEDD-8627E51939DA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6932D95-CE94-5146-C746-36F7BC20B29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64980CD-9B2D-C771-2708-23F9F3710CF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D075BC86-E26D-2B02-944A-01F177CDB15B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77A4DD6-EA69-FAA8-7184-BDB7AD3D58E2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FA0AD4-ED2B-E357-E6E2-BE61C0570000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0F3094BB-543D-1B95-84EA-1244D1F3D1A1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24508CD-627B-9C4B-2681-797B122F22F7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ACF38B36-77C5-D982-25CB-4A74D285D0AB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CC9E121-E8E6-97F5-6AD3-A15DE2DAC428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00300762-1497-BE33-2465-93661F19881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ED6A24D-69DC-FDB2-09C5-76DB9CF26844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D9C40DA0-1471-5E3A-7840-EA1D189645A0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05C5B1DB-D5FF-E299-1F58-94C4D9488C61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D9C4D51-3F18-70D6-775E-A97A13264BFA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A7648DD-8623-8D82-201F-42BD3101E495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CB14CD16-E87E-2943-8B56-29E390714EC0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000CAF6-BEBD-9E19-43F4-7A7C08EA7F1B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16D44312-AFCB-B33A-BC59-504B2E0FB671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9288BDE-6633-0201-8406-9C67901D28A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E7FD796-6F22-D1A8-4F44-F6E7ACF8888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D9BDD84-8A97-9771-8B80-6092C948375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66E1BD1-7993-1C4A-FF27-4AE359C09B28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F30E0079-02F2-01DB-88CD-10FF0956B33C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D09AC257-9D79-F748-E456-220CEEEBCCA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67BE516-D06A-4C74-ADFD-92FC0EAC0B8F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B23E5A4-F76E-8A5D-A15C-A336786362E5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E21E83B-E772-135F-44BA-FC3354B15B60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15261D22-DD0C-5CF5-3C09-E2CBAE1FA64F}"/>
              </a:ext>
            </a:extLst>
          </p:cNvPr>
          <p:cNvCxnSpPr>
            <a:cxnSpLocks/>
          </p:cNvCxnSpPr>
          <p:nvPr/>
        </p:nvCxnSpPr>
        <p:spPr>
          <a:xfrm flipV="1">
            <a:off x="7791604" y="3051567"/>
            <a:ext cx="0" cy="157991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6D04EBC-631E-CD75-373B-50251A0AC9B1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F46146-803E-6109-0993-AE97796464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9A3162-8D62-ED3C-9CED-9A1891A5AF55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각 경로를 이용하는 시간 계산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B8D7A5A-E1B1-9F86-904E-35296A562E85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7865258" y="3966165"/>
            <a:ext cx="427602" cy="665317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F277CE6-480D-0EE5-3E0C-3A0C87CF6BC7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1/2 액자 59">
            <a:extLst>
              <a:ext uri="{FF2B5EF4-FFF2-40B4-BE49-F238E27FC236}">
                <a16:creationId xmlns:a16="http://schemas.microsoft.com/office/drawing/2014/main" id="{0CA0669F-64C2-0B89-BCED-83D6E67CD6E5}"/>
              </a:ext>
            </a:extLst>
          </p:cNvPr>
          <p:cNvSpPr/>
          <p:nvPr/>
        </p:nvSpPr>
        <p:spPr>
          <a:xfrm rot="4692680">
            <a:off x="7679316" y="4658266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5D097C5-F8D2-B7DB-41CB-D957229C7E54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301082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DCEFC-7DF4-FA88-41C6-2BCA7D386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1AF6FE-A570-CBDB-F41A-A34C13241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7C851A-4EE9-118B-EAD6-EED1232C77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861A4E-257D-8CE2-749A-7D457CA512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CE3B6D-DA11-ECA9-8E8D-A8A6920A7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59D1A27-FCCB-C364-4120-999E310B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D4ADD2A-9C45-CDFD-B425-F718A2A44CE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A18A77C-C52D-701A-226D-DF6717B92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2087912-452D-3898-4963-7D02753C2748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281E4E41-C144-85C8-DEC0-09F97DAC65C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B3B0F0B0-BB74-1BB0-8067-FFD98F057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A9E899A-A3CE-E0E3-8077-7BF8903B46C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88D143F-5DDD-48ED-B73B-C0D5B0290A0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6F3B9EF-59D8-79AF-4222-BDD2A76B6570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3484CA1-C0D1-1ED4-CEA0-A4642B9AA2F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C96063-CADD-7A98-0277-E06D0AD9753D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810756-4167-01F5-186A-876218C11991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712916A8-9E47-9DB9-0AD9-AEE1F9FDED90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9E02572C-1220-5117-3027-5B11443A6299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04D6FB7D-0C1D-4300-932C-304A51DC4355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397CF8F1-07A3-523B-76B2-B6225369093C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3816F922-E890-6C2A-066B-CACA7D9339D7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B187BF-3043-7B9E-FF86-B5960BF1004C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94B419B0-CE43-2D69-7157-1B8F46E26E9E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8D1FF6A-B354-B99F-961D-99A654250C8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5937236-5EB9-ADE0-6940-0EF50316E3A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DC1B9708-DA66-1C1D-91CA-FBE0FCF9A2E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452B015-56EE-1C2B-0168-F3061B3C2C43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FD0FD9B-77A0-E628-0763-C1047B0D6CEE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ADF19F1-0C38-CD2D-C359-088585E51491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A3A8C78-5A1D-A907-F090-70A210789AA5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0745C3BA-697C-6290-C9CE-C4A7D3C9C28E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4940574C-C6AD-9C53-FA95-E6F39B0F2EB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64507838-8E3F-4D35-10B2-3B06414340C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BF8B6AF-F06E-1577-2FB2-7788A0F3FA5E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823304EC-072C-3D39-92EE-96F10C7E7935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1647CAB-4A05-0FF1-997F-269393040FC8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699E7D34-9134-CD1A-C825-D02FE95077F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B69E613E-D945-4557-27D4-2F4F4CBCCE9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3BA4BBC-6469-6101-AE25-43C758A54990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A58D59E-8C7E-0763-CBAE-3E87F6CB0BBC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DB028EF8-B791-5874-4627-3791639B0D16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390573C-3F7E-9D81-D73E-5179BA6AC508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BE92478-D801-CDCA-F25E-0AFFED70F31F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D799E6A-AD8F-C3BB-BD05-57D6696C05A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856F8D0-E9E1-D196-AE86-C6630BF0C8B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82CAC3F-E6C6-CE25-A222-5209E7F13F1F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BEA3F563-3B87-1915-4D29-48BF6DD88DBE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BDAE817-03B6-1D7A-3BCE-7A87A1CCC48F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18DA9737-178D-52B7-EC7C-BEC48B2BF187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DB885A7-CF84-744C-9407-83CC85A29A09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CBF8E32-F029-6D5F-C905-35CE6D7D9234}"/>
              </a:ext>
            </a:extLst>
          </p:cNvPr>
          <p:cNvCxnSpPr>
            <a:cxnSpLocks/>
          </p:cNvCxnSpPr>
          <p:nvPr/>
        </p:nvCxnSpPr>
        <p:spPr>
          <a:xfrm flipV="1">
            <a:off x="8852253" y="4059343"/>
            <a:ext cx="148259" cy="572139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4D1722-5711-0BAD-21A0-FE62340766D9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3E2FEC-38B0-5BE6-1B91-C3B93EBD3F2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070586-9A82-AFAF-AB07-BD5841F548E4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각 경로를 이용하는 시간 계산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24D7A0F-41F5-A560-7B7E-60ADF62E5C79}"/>
              </a:ext>
            </a:extLst>
          </p:cNvPr>
          <p:cNvCxnSpPr>
            <a:cxnSpLocks/>
          </p:cNvCxnSpPr>
          <p:nvPr/>
        </p:nvCxnSpPr>
        <p:spPr>
          <a:xfrm flipH="1">
            <a:off x="8870118" y="3898708"/>
            <a:ext cx="863291" cy="73779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3D0044B-EA20-26C8-E4F5-5A3D585808CB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1/2 액자 64">
            <a:extLst>
              <a:ext uri="{FF2B5EF4-FFF2-40B4-BE49-F238E27FC236}">
                <a16:creationId xmlns:a16="http://schemas.microsoft.com/office/drawing/2014/main" id="{F7E46868-8D8A-BDC9-7769-A69485EE7394}"/>
              </a:ext>
            </a:extLst>
          </p:cNvPr>
          <p:cNvSpPr/>
          <p:nvPr/>
        </p:nvSpPr>
        <p:spPr>
          <a:xfrm rot="5943518">
            <a:off x="8645479" y="4600756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B6E17FD-5A9A-D476-0870-1DE91CA9EEBA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25336838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5290B-0D57-40BB-19E5-158D5EBC9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FE3CFE-C510-6664-5ACE-D75EB304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2F489F-4B58-7C25-5492-C57A0E46B3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 예상 시간 저장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&gt; 1</a:t>
            </a:r>
            <a:r>
              <a:rPr lang="ko-KR" altLang="en-US" dirty="0">
                <a:sym typeface="Wingdings" panose="05000000000000000000" pitchFamily="2" charset="2"/>
              </a:rPr>
              <a:t>차 후보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지형 특징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거리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 속도만 요소로 사용됨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E234C8-0CE8-DBAB-D5C5-DCFC05BAE94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B8B73F-805B-0CCF-07D0-16F50DED7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A9BCB4-619E-C881-0CBE-9243EAB59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413D8E3-F298-7B8A-630F-62B900F9024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48FDAA-06A5-6CF0-AF6F-EB33982B4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3C0627E7-9928-EE7F-96B7-B59C376D20D2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2623BBA4-F4E3-5C60-FA0C-B69063E7C9E9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82F22DA6-4CB8-135B-155E-D6D67E8A1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8A97FBC-EFCE-1418-BCDE-C5E5F980012E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A80CEAF8-7E28-64D2-A644-9484A703B77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B6875C4-8FB7-B6E0-E5D6-A9C31373A33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397AED1-E862-F135-9E0B-A919D49616A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F18E85-81B5-84F4-73AB-904E04B9706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85E0D1-EBEB-4768-0589-916B79CE6FF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77412129-5E6E-CB41-5B2A-18F13F5794BA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3D8BC9B-C5C2-1BB0-7128-651A794576BC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B75BC1FA-324F-605D-082B-77DA26F6F04B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C03B2492-5EEB-52FA-5CDD-0BE2BA5F41A8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A2D9E9CE-2200-EAC9-5CBD-7D124FE84247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BE9EF42B-FAEE-C514-8EF7-B9497B5875C9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1920560-E286-B3F8-A8BB-3F0262F0031B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E312EFE-4D38-C363-0106-3CF28AA3545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5182A69-7A9F-D669-9CCD-EBBBD83CE4D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F13E6650-7815-D1AF-CF5D-320CB1B03065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3D8A2F1-3032-D12C-ECC0-54386FF38574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A40DE27-0860-2BD5-4F2C-AF45E6BCE3E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B8559A8D-7226-A780-6594-9614C5F2A828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9FAE45A5-BF9E-DCF0-B01B-917F424C86B2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C6B5A9F6-262A-99B2-296B-607DD73F3C16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78D06BB-B65C-2AE1-425C-DA4AD936AA8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318BBFD-A978-906E-FCF9-97BFF20AC12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F6071EA-3EE8-40AB-2AB1-82B120720170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45CCC40E-F6D7-40F9-5155-9BA7235DBE31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55E015D2-692D-AA99-6543-381B75F1820C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72AF870-E5A2-29A9-01A9-83E9E6CF77B4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232E4D9C-106E-695B-F480-1CEA8633FA3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3CE9AD29-E90A-7AE4-5ED8-3F88F6F5DC9D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46A91D14-4144-DBAC-C552-8607B30A4496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037A43D6-A3B0-AC3D-7600-577A7A16CDF3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6502E24-8A6A-1E37-16D2-67D4A4302623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E1E2C93-F136-014A-D9DA-DBFBEDD466C7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2386C5D-F854-3AB3-7F5D-DE8B8476FBA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8AF61772-0278-370E-BC17-CA5E8CA60AD3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7609CE78-81F3-10E7-EB16-B807DF7B3E0E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062AE966-A97D-E0AC-CFF6-C7144BF5FBFD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D485F44-08B6-34F9-8137-4A041678E9D1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807685F-90DA-8796-68CF-0F914449FA0F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E14DD2CB-F701-EB39-BF86-DC638DC72902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A2680515-B970-1AA3-33DD-3D1DD5D70936}"/>
              </a:ext>
            </a:extLst>
          </p:cNvPr>
          <p:cNvCxnSpPr>
            <a:cxnSpLocks/>
          </p:cNvCxnSpPr>
          <p:nvPr/>
        </p:nvCxnSpPr>
        <p:spPr>
          <a:xfrm flipV="1">
            <a:off x="8852253" y="4059343"/>
            <a:ext cx="148259" cy="572139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43FA508-F895-8F9C-CDAB-360481206F1A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EFDF7D-2A0A-D99F-B757-47C670FA89BD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4C7EE6A-2F10-BA63-3EA2-BAD0C1AC37C8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>
                <a:sym typeface="Wingdings" panose="05000000000000000000" pitchFamily="2" charset="2"/>
              </a:rPr>
              <a:t>각 경로 예상 시간 저장</a:t>
            </a:r>
            <a:endParaRPr lang="ko-KR" altLang="en-US" sz="2400" dirty="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03828CB-808C-30BA-8D06-A4F63FBD3D40}"/>
              </a:ext>
            </a:extLst>
          </p:cNvPr>
          <p:cNvCxnSpPr>
            <a:cxnSpLocks/>
          </p:cNvCxnSpPr>
          <p:nvPr/>
        </p:nvCxnSpPr>
        <p:spPr>
          <a:xfrm flipH="1">
            <a:off x="8870118" y="3898708"/>
            <a:ext cx="863291" cy="73779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C8C642B-D102-4507-C00B-B9F32316BE90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1/2 액자 8">
            <a:extLst>
              <a:ext uri="{FF2B5EF4-FFF2-40B4-BE49-F238E27FC236}">
                <a16:creationId xmlns:a16="http://schemas.microsoft.com/office/drawing/2014/main" id="{78BB9BEB-083A-CA48-A337-9C220C130961}"/>
              </a:ext>
            </a:extLst>
          </p:cNvPr>
          <p:cNvSpPr/>
          <p:nvPr/>
        </p:nvSpPr>
        <p:spPr>
          <a:xfrm rot="5943518">
            <a:off x="8645479" y="4600756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04351A5-F3F2-E5EA-3863-1DF0CBBCDE94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6166255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AF947-B33F-DC45-1562-73FD24BA1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08820F-48FA-3686-18BC-A471485AC3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3A506D0-E064-DD3F-E146-D9D48405FEA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999316-3823-CD60-F1E1-F32285A60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E13E16-F2DC-00EC-FAB1-D8846A90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8E451E-E9FA-2DA2-4194-836E95A52F4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74D1A14-74EF-7AB4-B966-D0EAB93BD357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03005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35B0C-101C-E892-A633-7E4AEB36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03C5FE-5A3C-4AA4-AB80-6DCCC3BACF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배송품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/>
              <a:t>: </a:t>
            </a:r>
            <a:r>
              <a:rPr lang="ko-KR" altLang="en-US" dirty="0"/>
              <a:t>일반인지 파손가능인지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일반일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고려 값 </a:t>
            </a:r>
            <a:r>
              <a:rPr lang="en-US" altLang="ko-KR" dirty="0">
                <a:sym typeface="Wingdings" panose="05000000000000000000" pitchFamily="2" charset="2"/>
              </a:rPr>
              <a:t>0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파손 가능한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플레이어가 얼마나 화물을 </a:t>
            </a:r>
            <a:r>
              <a:rPr lang="ko-KR" altLang="en-US" dirty="0" err="1">
                <a:sym typeface="Wingdings" panose="05000000000000000000" pitchFamily="2" charset="2"/>
              </a:rPr>
              <a:t>내려놓았는지의</a:t>
            </a:r>
            <a:r>
              <a:rPr lang="ko-KR" altLang="en-US" dirty="0">
                <a:sym typeface="Wingdings" panose="05000000000000000000" pitchFamily="2" charset="2"/>
              </a:rPr>
              <a:t> 수치를 받아 그것을 확률로 적용</a:t>
            </a:r>
            <a:r>
              <a:rPr lang="en-US" altLang="ko-KR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(</a:t>
            </a:r>
            <a:r>
              <a:rPr lang="ko-KR" altLang="en-US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진행상황을 봐서 </a:t>
            </a:r>
            <a:r>
              <a:rPr lang="ko-KR" altLang="en-US" dirty="0" err="1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기획수정고려</a:t>
            </a:r>
            <a:r>
              <a:rPr lang="en-US" altLang="ko-KR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)</a:t>
            </a:r>
            <a:endParaRPr lang="ko-KR" alt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C94192-705E-8A12-3C71-77DCCD73C1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1BA6EE-89B7-FE73-EC72-2D9B108D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3A655C-112C-68B0-389E-A9DAE70B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9F6A97-9725-C30A-8CB4-BB8C31CB6D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0BB41-C2F6-40AD-EF8F-DB92CD7B418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872E71-EABD-3446-D2E6-90344B9563DC}"/>
              </a:ext>
            </a:extLst>
          </p:cNvPr>
          <p:cNvSpPr txBox="1"/>
          <p:nvPr/>
        </p:nvSpPr>
        <p:spPr>
          <a:xfrm>
            <a:off x="8355450" y="1066099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배송품은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B8ABC2-395B-7FAA-4ED7-35F8FE04F9EB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0528E1-E537-9640-3B58-2A06B456397E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 err="1">
                <a:sym typeface="Wingdings" panose="05000000000000000000" pitchFamily="2" charset="2"/>
              </a:rPr>
              <a:t>배송품</a:t>
            </a:r>
            <a:r>
              <a:rPr lang="ko-KR" altLang="en-US" sz="2400" dirty="0">
                <a:sym typeface="Wingdings" panose="05000000000000000000" pitchFamily="2" charset="2"/>
              </a:rPr>
              <a:t> 파손 가능성 확인</a:t>
            </a:r>
            <a:endParaRPr lang="ko-KR" altLang="en-US" sz="2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81990E2-15BF-0A15-4B99-54417EB610E5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25001280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C41A5-531A-2315-BFA8-0426D0B5C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CC079-98C2-8058-FC4F-2B88F0B70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026BFE-C368-D35F-3E96-D38F52392C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배송품의 자극 </a:t>
            </a:r>
            <a:r>
              <a:rPr lang="ko-KR" altLang="en-US" dirty="0" err="1"/>
              <a:t>스탯</a:t>
            </a:r>
            <a:r>
              <a:rPr lang="ko-KR" altLang="en-US" dirty="0"/>
              <a:t> 확인</a:t>
            </a:r>
            <a:r>
              <a:rPr lang="en-US" altLang="ko-KR" dirty="0"/>
              <a:t> :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시각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후각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진동 자극 </a:t>
            </a:r>
            <a:r>
              <a:rPr lang="ko-KR" altLang="en-US" dirty="0" err="1">
                <a:sym typeface="Wingdings" panose="05000000000000000000" pitchFamily="2" charset="2"/>
              </a:rPr>
              <a:t>스탯</a:t>
            </a:r>
            <a:r>
              <a:rPr lang="ko-KR" altLang="en-US" dirty="0">
                <a:sym typeface="Wingdings" panose="05000000000000000000" pitchFamily="2" charset="2"/>
              </a:rPr>
              <a:t>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자극 </a:t>
            </a:r>
            <a:r>
              <a:rPr lang="ko-KR" altLang="en-US" dirty="0" err="1">
                <a:sym typeface="Wingdings" panose="05000000000000000000" pitchFamily="2" charset="2"/>
              </a:rPr>
              <a:t>스탯의</a:t>
            </a:r>
            <a:r>
              <a:rPr lang="ko-KR" altLang="en-US" dirty="0">
                <a:sym typeface="Wingdings" panose="05000000000000000000" pitchFamily="2" charset="2"/>
              </a:rPr>
              <a:t> 확산도 확인</a:t>
            </a:r>
            <a:endParaRPr lang="ko-KR" altLang="en-US" dirty="0"/>
          </a:p>
          <a:p>
            <a:endParaRPr lang="ko-KR" alt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54C2397-EFDE-437E-3AC9-F03A54458A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02C161-217A-A816-B8E6-71FADDEC6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9296B-989A-5FCE-8E33-B83C24E2F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7F2E1A2-BB7C-F588-1D28-5CEACFA5805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00224BA-D9C5-615B-AEB9-166369EA464F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293818-67FD-8920-375E-F758CB1C0238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6F3DFC-3307-E6F3-D272-B0E86868F978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 err="1">
                <a:sym typeface="Wingdings" panose="05000000000000000000" pitchFamily="2" charset="2"/>
              </a:rPr>
              <a:t>배송품</a:t>
            </a:r>
            <a:r>
              <a:rPr lang="ko-KR" altLang="en-US" sz="2400" dirty="0">
                <a:sym typeface="Wingdings" panose="05000000000000000000" pitchFamily="2" charset="2"/>
              </a:rPr>
              <a:t> 자극 </a:t>
            </a:r>
            <a:r>
              <a:rPr lang="ko-KR" altLang="en-US" sz="2400" dirty="0" err="1">
                <a:sym typeface="Wingdings" panose="05000000000000000000" pitchFamily="2" charset="2"/>
              </a:rPr>
              <a:t>스탯</a:t>
            </a:r>
            <a:r>
              <a:rPr lang="ko-KR" altLang="en-US" sz="2400" dirty="0">
                <a:sym typeface="Wingdings" panose="05000000000000000000" pitchFamily="2" charset="2"/>
              </a:rPr>
              <a:t> 확인</a:t>
            </a:r>
            <a:endParaRPr lang="ko-KR" altLang="en-US" sz="2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3CFD59D-E300-D68F-208F-E7AF474E0BA7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9933919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FE6552-BDF1-8009-1ADD-DA23112B1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FB9E62-2F65-E845-EBC7-F44C73AE5F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B1D910-77C5-1110-F94D-1FF81B6C2F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79D7F21-C603-A875-25BD-8B75E1272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C68DD3-FE41-31D3-A7C7-87EF5536E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0ABFCE-129D-0F31-4D72-19A7B212067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36854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A55EB-09C9-01B3-3242-C0EC4A9E4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485A2-FBB2-D341-595C-147E41E87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90C5D3-33B0-6913-21E5-DDBD4F59A3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후보들에 자생하는 생물 목록 확인 </a:t>
            </a:r>
            <a:r>
              <a:rPr lang="en-US" altLang="ko-KR" dirty="0">
                <a:sym typeface="Wingdings" panose="05000000000000000000" pitchFamily="2" charset="2"/>
              </a:rPr>
              <a:t>:</a:t>
            </a:r>
            <a:br>
              <a:rPr lang="en-US" altLang="ko-KR" dirty="0">
                <a:sym typeface="Wingdings" panose="05000000000000000000" pitchFamily="2" charset="2"/>
              </a:rPr>
            </a:b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			     </a:t>
            </a:r>
            <a:r>
              <a:rPr lang="ko-KR" altLang="en-US" dirty="0">
                <a:sym typeface="Wingdings" panose="05000000000000000000" pitchFamily="2" charset="2"/>
              </a:rPr>
              <a:t>에서 확인한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각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후보들의 지형에 자생하는 생물들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그 중 이전단계</a:t>
            </a:r>
            <a:r>
              <a:rPr lang="en-US" altLang="ko-KR" dirty="0">
                <a:sym typeface="Wingdings" panose="05000000000000000000" pitchFamily="2" charset="2"/>
              </a:rPr>
              <a:t>(2</a:t>
            </a:r>
            <a:r>
              <a:rPr lang="ko-KR" altLang="en-US" dirty="0">
                <a:sym typeface="Wingdings" panose="05000000000000000000" pitchFamily="2" charset="2"/>
              </a:rPr>
              <a:t>단계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에서 확인한 화물의 </a:t>
            </a:r>
            <a:r>
              <a:rPr lang="ko-KR" altLang="en-US" dirty="0" err="1">
                <a:sym typeface="Wingdings" panose="05000000000000000000" pitchFamily="2" charset="2"/>
              </a:rPr>
              <a:t>스탯에</a:t>
            </a:r>
            <a:r>
              <a:rPr lang="ko-KR" altLang="en-US" dirty="0">
                <a:sym typeface="Wingdings" panose="05000000000000000000" pitchFamily="2" charset="2"/>
              </a:rPr>
              <a:t> 반응하는 생물들만 </a:t>
            </a:r>
            <a:r>
              <a:rPr lang="en-US" altLang="ko-KR" dirty="0">
                <a:sym typeface="Wingdings" panose="05000000000000000000" pitchFamily="2" charset="2"/>
              </a:rPr>
              <a:t>select</a:t>
            </a:r>
            <a:endParaRPr lang="ko-KR" altLang="en-US" dirty="0"/>
          </a:p>
          <a:p>
            <a:endParaRPr lang="ko-KR" alt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7BEE4BC-4316-6508-82FC-705661DA4A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0ACF3D-B32E-E24D-4685-5CA3BB6E2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47DADF-A699-37F9-A292-B72C35CCA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8E7059F-DEDD-E118-0CE8-F9BE720109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528AC9-6412-73DB-19DA-5A784126AE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634F14-21A3-75E8-C008-7019944DC6C8}"/>
              </a:ext>
            </a:extLst>
          </p:cNvPr>
          <p:cNvSpPr txBox="1"/>
          <p:nvPr/>
        </p:nvSpPr>
        <p:spPr>
          <a:xfrm>
            <a:off x="4551962" y="1226572"/>
            <a:ext cx="667388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en-US" altLang="ko-KR" sz="2400" dirty="0">
                <a:sym typeface="Wingdings" panose="05000000000000000000" pitchFamily="2" charset="2"/>
              </a:rPr>
              <a:t>1</a:t>
            </a:r>
            <a:r>
              <a:rPr lang="ko-KR" altLang="en-US" sz="2400" dirty="0">
                <a:sym typeface="Wingdings" panose="05000000000000000000" pitchFamily="2" charset="2"/>
              </a:rPr>
              <a:t>차 후보들에 자생하는 생물 목록 확인</a:t>
            </a:r>
            <a:endParaRPr lang="ko-KR" altLang="en-US" sz="240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5642B5B-D430-DF6E-09AC-B9EA8A34943B}"/>
              </a:ext>
            </a:extLst>
          </p:cNvPr>
          <p:cNvSpPr/>
          <p:nvPr/>
        </p:nvSpPr>
        <p:spPr>
          <a:xfrm>
            <a:off x="1634398" y="2923898"/>
            <a:ext cx="2607013" cy="66514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2447C93-8513-A442-F47F-A98E4DB02BFB}"/>
              </a:ext>
            </a:extLst>
          </p:cNvPr>
          <p:cNvSpPr/>
          <p:nvPr/>
        </p:nvSpPr>
        <p:spPr>
          <a:xfrm>
            <a:off x="981398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FAC2A9A-9245-F24C-A37A-43EF83656BC4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9954766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C7F7C-B045-DA5F-807F-1C2DB795F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2B85D6-5A37-C27C-9653-E2D84BA6E7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생물들의 현재 상태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ko-KR" altLang="en-US" dirty="0"/>
              <a:t>위치</a:t>
            </a:r>
            <a:r>
              <a:rPr lang="en-US" altLang="ko-KR" dirty="0"/>
              <a:t>(</a:t>
            </a:r>
            <a:r>
              <a:rPr lang="ko-KR" altLang="en-US" dirty="0"/>
              <a:t>분포도</a:t>
            </a:r>
            <a:r>
              <a:rPr lang="en-US" altLang="ko-KR" dirty="0"/>
              <a:t>), </a:t>
            </a:r>
            <a:r>
              <a:rPr lang="ko-KR" altLang="en-US" dirty="0"/>
              <a:t>상태</a:t>
            </a:r>
            <a:r>
              <a:rPr lang="en-US" altLang="ko-KR" dirty="0"/>
              <a:t>, </a:t>
            </a:r>
            <a:r>
              <a:rPr lang="ko-KR" altLang="en-US" dirty="0"/>
              <a:t>자극 반응도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각 생물이 화물의 자극 확산도에 따라 반응할 확률 계산 및 확인</a:t>
            </a:r>
            <a:br>
              <a:rPr lang="en-US" altLang="ko-KR" dirty="0">
                <a:sym typeface="Wingdings" panose="05000000000000000000" pitchFamily="2" charset="2"/>
              </a:rPr>
            </a:b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그에 따라 생물의 미래 경로 예측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8619A7-0AD5-75B1-5F94-936A7D80C5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D27793-2C22-C5D5-6D5A-167729F7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4C7544-DF7B-50EB-9616-8A11E654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333AA4-432E-B0AF-AE60-DF3AAC8D70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AA08A66-2C17-699B-F27C-6D4373706563}"/>
              </a:ext>
            </a:extLst>
          </p:cNvPr>
          <p:cNvSpPr/>
          <p:nvPr/>
        </p:nvSpPr>
        <p:spPr>
          <a:xfrm>
            <a:off x="981398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04BD1F-90ED-96D8-400A-3A6E582F824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AE1191-B3C0-3427-74BD-CCAC03FB9D1D}"/>
              </a:ext>
            </a:extLst>
          </p:cNvPr>
          <p:cNvSpPr txBox="1"/>
          <p:nvPr/>
        </p:nvSpPr>
        <p:spPr>
          <a:xfrm>
            <a:off x="4551962" y="1226572"/>
            <a:ext cx="667388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 err="1"/>
              <a:t>목록화한</a:t>
            </a:r>
            <a:r>
              <a:rPr lang="ko-KR" altLang="en-US" sz="2400" dirty="0"/>
              <a:t> 생물들의 현재 상태 확인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99BFD91-EA55-2A3A-7892-DEBD1E0A697E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39629750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78D87-6E8B-6884-A45F-82CC909FC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82AE6A-C10A-3674-E119-427B1EE5C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B3B407-7355-0C08-A4A3-2CC52C339F6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생물의 미래 경로와 플레이어의 경로가 겹칠 확률 계산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겹치는 확률이 높은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생물의 공격력</a:t>
            </a:r>
            <a:r>
              <a:rPr lang="en-US" altLang="ko-KR" dirty="0">
                <a:sym typeface="Wingdings" panose="05000000000000000000" pitchFamily="2" charset="2"/>
              </a:rPr>
              <a:t>,</a:t>
            </a:r>
            <a:r>
              <a:rPr lang="ko-KR" altLang="en-US" dirty="0">
                <a:sym typeface="Wingdings" panose="05000000000000000000" pitchFamily="2" charset="2"/>
              </a:rPr>
              <a:t>체력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확인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D756B64-32D6-4552-5FC5-0037AC21F8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CFF9857-37D6-BA3E-CAAC-F0414F37A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663A24-5508-911F-28CC-8B94E3006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955AAC5-0670-A118-4523-BF42198ABA3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A814601-CA9B-840E-AF91-E84CFA98C5E3}"/>
              </a:ext>
            </a:extLst>
          </p:cNvPr>
          <p:cNvSpPr/>
          <p:nvPr/>
        </p:nvSpPr>
        <p:spPr>
          <a:xfrm>
            <a:off x="981398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1C760D-5AE0-25D8-FC60-020C7991E51F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DD99E7-A4C3-AE42-534A-8E6F9161D0D5}"/>
              </a:ext>
            </a:extLst>
          </p:cNvPr>
          <p:cNvSpPr txBox="1"/>
          <p:nvPr/>
        </p:nvSpPr>
        <p:spPr>
          <a:xfrm>
            <a:off x="4551962" y="1226572"/>
            <a:ext cx="667388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생물과 플레이어의 경로가 겹칠 확률 계산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82783F7-093A-D585-26FB-E3482E6A851C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3474093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F0A8E-8857-2B15-BFDF-28F9C8D74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911DE-A411-8BF1-B5D3-B27C24DE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EBDF40-0CBB-A6E5-E357-220524CAD3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dirty="0"/>
              <a:t>생물의 미래 경로와 플레이어의 경로가 겹칠 확률 계산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겹치는 확률이 높은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생물의 공격력</a:t>
            </a:r>
            <a:r>
              <a:rPr lang="en-US" altLang="ko-KR" dirty="0">
                <a:sym typeface="Wingdings" panose="05000000000000000000" pitchFamily="2" charset="2"/>
              </a:rPr>
              <a:t>,</a:t>
            </a:r>
            <a:r>
              <a:rPr lang="ko-KR" altLang="en-US" dirty="0">
                <a:sym typeface="Wingdings" panose="05000000000000000000" pitchFamily="2" charset="2"/>
              </a:rPr>
              <a:t>체력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확인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u="sng" dirty="0">
                <a:sym typeface="Wingdings" panose="05000000000000000000" pitchFamily="2" charset="2"/>
              </a:rPr>
              <a:t>생물의 공격력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플레이어의 이동 </a:t>
            </a:r>
            <a:r>
              <a:rPr lang="ko-KR" altLang="en-US" dirty="0" err="1">
                <a:sym typeface="Wingdings" panose="05000000000000000000" pitchFamily="2" charset="2"/>
              </a:rPr>
              <a:t>텀에</a:t>
            </a:r>
            <a:r>
              <a:rPr lang="ko-KR" altLang="en-US" dirty="0">
                <a:sym typeface="Wingdings" panose="05000000000000000000" pitchFamily="2" charset="2"/>
              </a:rPr>
              <a:t> 영향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u="sng" dirty="0">
                <a:sym typeface="Wingdings" panose="05000000000000000000" pitchFamily="2" charset="2"/>
              </a:rPr>
              <a:t>생물의 체력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생물이 </a:t>
            </a:r>
            <a:r>
              <a:rPr lang="ko-KR" altLang="en-US" dirty="0" err="1">
                <a:sym typeface="Wingdings" panose="05000000000000000000" pitchFamily="2" charset="2"/>
              </a:rPr>
              <a:t>맵에</a:t>
            </a:r>
            <a:r>
              <a:rPr lang="ko-KR" altLang="en-US" dirty="0">
                <a:sym typeface="Wingdings" panose="05000000000000000000" pitchFamily="2" charset="2"/>
              </a:rPr>
              <a:t> 얼마나 오래 존재할지에 대한 확률 계산에 필요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체력이 높을수록 </a:t>
            </a:r>
            <a:r>
              <a:rPr lang="ko-KR" altLang="en-US" dirty="0" err="1">
                <a:sym typeface="Wingdings" panose="05000000000000000000" pitchFamily="2" charset="2"/>
              </a:rPr>
              <a:t>맵에</a:t>
            </a:r>
            <a:r>
              <a:rPr lang="ko-KR" altLang="en-US" dirty="0">
                <a:sym typeface="Wingdings" panose="05000000000000000000" pitchFamily="2" charset="2"/>
              </a:rPr>
              <a:t> 오래 남아있을 가능성↑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B5FCC63-F2EF-5458-8CA4-64B7109837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겹치는 확률이 낮은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생물의 공격력과 체력은 계산에 넣지 </a:t>
            </a:r>
            <a:r>
              <a:rPr lang="en-US" altLang="ko-KR" dirty="0">
                <a:sym typeface="Wingdings" panose="05000000000000000000" pitchFamily="2" charset="2"/>
              </a:rPr>
              <a:t>X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대신 </a:t>
            </a:r>
            <a:r>
              <a:rPr lang="en-US" altLang="ko-KR" dirty="0">
                <a:sym typeface="Wingdings" panose="05000000000000000000" pitchFamily="2" charset="2"/>
              </a:rPr>
              <a:t>“</a:t>
            </a:r>
            <a:r>
              <a:rPr lang="ko-KR" altLang="en-US" dirty="0">
                <a:sym typeface="Wingdings" panose="05000000000000000000" pitchFamily="2" charset="2"/>
              </a:rPr>
              <a:t>위험도</a:t>
            </a:r>
            <a:r>
              <a:rPr lang="en-US" altLang="ko-KR" dirty="0">
                <a:sym typeface="Wingdings" panose="05000000000000000000" pitchFamily="2" charset="2"/>
              </a:rPr>
              <a:t>” </a:t>
            </a:r>
            <a:r>
              <a:rPr lang="ko-KR" altLang="en-US" dirty="0">
                <a:sym typeface="Wingdings" panose="05000000000000000000" pitchFamily="2" charset="2"/>
              </a:rPr>
              <a:t>수치 증가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위험도 수치가 증가할수록 </a:t>
            </a:r>
            <a:r>
              <a:rPr lang="en-US" altLang="ko-KR" dirty="0">
                <a:sym typeface="Wingdings" panose="05000000000000000000" pitchFamily="2" charset="2"/>
              </a:rPr>
              <a:t>ETA</a:t>
            </a:r>
            <a:r>
              <a:rPr lang="ko-KR" altLang="en-US" dirty="0">
                <a:sym typeface="Wingdings" panose="05000000000000000000" pitchFamily="2" charset="2"/>
              </a:rPr>
              <a:t>의 값이 오차가 생길 가능성 증가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FD43BA2-B5F5-D4F5-1AE5-6C645596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CED9EB-B551-0BD9-A4DE-5394BD523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1E8756A-75ED-A55A-5457-93CBB4A31C5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92E5A17-88B4-320C-3AFF-AE641B01A6E0}"/>
              </a:ext>
            </a:extLst>
          </p:cNvPr>
          <p:cNvSpPr/>
          <p:nvPr/>
        </p:nvSpPr>
        <p:spPr>
          <a:xfrm>
            <a:off x="981398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047AE2-E177-EAB6-0B02-E81AD4AEC28E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47CB34-4D33-FBE5-BFB7-C243A5B16CA1}"/>
              </a:ext>
            </a:extLst>
          </p:cNvPr>
          <p:cNvSpPr txBox="1"/>
          <p:nvPr/>
        </p:nvSpPr>
        <p:spPr>
          <a:xfrm>
            <a:off x="4551962" y="1226572"/>
            <a:ext cx="667388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생물과 플레이어의 경로가 겹칠 확률 계산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7AB259-C188-2FC9-8A7F-ADC5040181D4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2051584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FEF01C-3300-48B0-890E-77FFC9B2E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3DE9B9-1A2C-DDE1-3CC4-BC94E98373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2F1FAE-1BB5-532B-F33B-8E983FB50A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78E406-77DC-AD6D-610A-ADFF4E80D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27DD72-D400-07ED-E8EB-3FA5BCDBA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8167789-9B61-C840-8461-5F0F37A72A1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11955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E10BF5-A42D-A4C5-AD28-2074C89B10DB}"/>
              </a:ext>
            </a:extLst>
          </p:cNvPr>
          <p:cNvSpPr/>
          <p:nvPr/>
        </p:nvSpPr>
        <p:spPr>
          <a:xfrm>
            <a:off x="424457" y="3641190"/>
            <a:ext cx="2636427" cy="15720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: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소지자의 </a:t>
            </a: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위치로부터 중간 구역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늪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등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까지의 거리 </a:t>
            </a:r>
            <a:r>
              <a:rPr lang="en-US" altLang="ko-KR" dirty="0">
                <a:solidFill>
                  <a:schemeClr val="tx1"/>
                </a:solidFill>
              </a:rPr>
              <a:t>/ </a:t>
            </a:r>
            <a:r>
              <a:rPr lang="ko-KR" altLang="en-US" dirty="0">
                <a:solidFill>
                  <a:schemeClr val="tx1"/>
                </a:solidFill>
              </a:rPr>
              <a:t>플레이어 평균 속력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FEE0B90-AE46-8E03-CDB7-D3EBD0C9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27DE23F-3B66-69B1-8866-3A49610D2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ECE88E-77FF-C4F3-7D7B-981CF8E87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CAF19A-8317-D855-8001-DCA3A9489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67003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주거지 </a:t>
            </a:r>
            <a:r>
              <a:rPr lang="en-US" altLang="ko-KR" sz="2400" dirty="0"/>
              <a:t>: 4 </a:t>
            </a:r>
            <a:r>
              <a:rPr lang="ko-KR" altLang="en-US" sz="2400" dirty="0"/>
              <a:t>개</a:t>
            </a:r>
            <a:endParaRPr lang="en-US" altLang="ko-KR" sz="2400" dirty="0"/>
          </a:p>
          <a:p>
            <a:r>
              <a:rPr lang="ko-KR" altLang="en-US" sz="2400" dirty="0"/>
              <a:t>지형 </a:t>
            </a:r>
            <a:r>
              <a:rPr lang="en-US" altLang="ko-KR" sz="2400" dirty="0"/>
              <a:t>: </a:t>
            </a:r>
            <a:r>
              <a:rPr lang="ko-KR" altLang="en-US" sz="2400" dirty="0"/>
              <a:t>숲</a:t>
            </a:r>
            <a:r>
              <a:rPr lang="en-US" altLang="ko-KR" sz="2400" dirty="0"/>
              <a:t>, </a:t>
            </a:r>
            <a:r>
              <a:rPr lang="ko-KR" altLang="en-US" sz="2400" dirty="0"/>
              <a:t>산</a:t>
            </a:r>
            <a:r>
              <a:rPr lang="en-US" altLang="ko-KR" sz="2400" dirty="0"/>
              <a:t>, </a:t>
            </a:r>
            <a:r>
              <a:rPr lang="ko-KR" altLang="en-US" sz="2400" dirty="0"/>
              <a:t>강</a:t>
            </a:r>
            <a:r>
              <a:rPr lang="en-US" altLang="ko-KR" sz="2400" dirty="0"/>
              <a:t>, </a:t>
            </a:r>
            <a:r>
              <a:rPr lang="ko-KR" altLang="en-US" sz="2400" dirty="0"/>
              <a:t>모래언덕</a:t>
            </a:r>
            <a:r>
              <a:rPr lang="en-US" altLang="ko-KR" sz="2400" dirty="0"/>
              <a:t>, </a:t>
            </a:r>
            <a:r>
              <a:rPr lang="ko-KR" altLang="en-US" sz="2400" dirty="0"/>
              <a:t>늪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돌밭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본거지 </a:t>
            </a:r>
            <a:r>
              <a:rPr lang="en-US" altLang="ko-KR" sz="2400" dirty="0"/>
              <a:t>: </a:t>
            </a:r>
            <a:r>
              <a:rPr lang="ko-KR" altLang="en-US" sz="2400" dirty="0"/>
              <a:t>시작점</a:t>
            </a:r>
            <a:r>
              <a:rPr lang="en-US" altLang="ko-KR" sz="2400" dirty="0"/>
              <a:t>, </a:t>
            </a:r>
            <a:r>
              <a:rPr lang="ko-KR" altLang="en-US" sz="2400" dirty="0"/>
              <a:t>끝점</a:t>
            </a:r>
            <a:r>
              <a:rPr lang="en-US" altLang="ko-KR" sz="2400" dirty="0"/>
              <a:t>. </a:t>
            </a:r>
            <a:r>
              <a:rPr lang="ko-KR" altLang="en-US" sz="2400" dirty="0"/>
              <a:t>화물을 받는 곳</a:t>
            </a:r>
            <a:endParaRPr lang="en-US" altLang="ko-KR" sz="2400" dirty="0"/>
          </a:p>
          <a:p>
            <a:r>
              <a:rPr lang="ko-KR" altLang="en-US" sz="2400" dirty="0"/>
              <a:t>중간 기지 </a:t>
            </a:r>
            <a:r>
              <a:rPr lang="en-US" altLang="ko-KR" sz="2400" dirty="0"/>
              <a:t>: </a:t>
            </a:r>
            <a:r>
              <a:rPr lang="ko-KR" altLang="en-US" sz="2400" dirty="0"/>
              <a:t>본거지와의 거리가</a:t>
            </a:r>
            <a:br>
              <a:rPr lang="en-US" altLang="ko-KR" sz="2400" dirty="0"/>
            </a:br>
            <a:r>
              <a:rPr lang="ko-KR" altLang="en-US" sz="2400" dirty="0"/>
              <a:t>너무 멀 때 화물을 받는 곳</a:t>
            </a:r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328F00EC-0C1F-C438-8EC5-3A4151D031BA}"/>
              </a:ext>
            </a:extLst>
          </p:cNvPr>
          <p:cNvSpPr/>
          <p:nvPr/>
        </p:nvSpPr>
        <p:spPr>
          <a:xfrm>
            <a:off x="1248077" y="1539622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DA41E25-0B9F-C020-B5C6-4017C974E5C6}"/>
              </a:ext>
            </a:extLst>
          </p:cNvPr>
          <p:cNvSpPr/>
          <p:nvPr/>
        </p:nvSpPr>
        <p:spPr>
          <a:xfrm>
            <a:off x="1242326" y="2741569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2A8F5DE6-E66E-664A-463E-E0C2FA823EC5}"/>
              </a:ext>
            </a:extLst>
          </p:cNvPr>
          <p:cNvSpPr/>
          <p:nvPr/>
        </p:nvSpPr>
        <p:spPr>
          <a:xfrm>
            <a:off x="2271745" y="2730067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C8CABF43-7B8B-F951-A2D8-38D91F10CFBE}"/>
              </a:ext>
            </a:extLst>
          </p:cNvPr>
          <p:cNvSpPr/>
          <p:nvPr/>
        </p:nvSpPr>
        <p:spPr>
          <a:xfrm>
            <a:off x="2892846" y="2425267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724B98C6-76C5-9DE2-06EF-9E9578092C06}"/>
              </a:ext>
            </a:extLst>
          </p:cNvPr>
          <p:cNvSpPr/>
          <p:nvPr/>
        </p:nvSpPr>
        <p:spPr>
          <a:xfrm>
            <a:off x="3433435" y="3655969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rgbClr val="CC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32415B75-F984-F122-83ED-FC66B30F1118}"/>
              </a:ext>
            </a:extLst>
          </p:cNvPr>
          <p:cNvSpPr/>
          <p:nvPr/>
        </p:nvSpPr>
        <p:spPr>
          <a:xfrm>
            <a:off x="4123548" y="2172226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98952" y="175859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3121574" y="4320817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5071057" y="4124265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4" name="십자형 23">
            <a:extLst>
              <a:ext uri="{FF2B5EF4-FFF2-40B4-BE49-F238E27FC236}">
                <a16:creationId xmlns:a16="http://schemas.microsoft.com/office/drawing/2014/main" id="{1E33E32C-F956-475D-D669-DD5313BE2B0B}"/>
              </a:ext>
            </a:extLst>
          </p:cNvPr>
          <p:cNvSpPr/>
          <p:nvPr/>
        </p:nvSpPr>
        <p:spPr>
          <a:xfrm>
            <a:off x="3709788" y="3112802"/>
            <a:ext cx="561073" cy="438586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2F54DCBB-B79E-61EB-83B3-CF42ADC75E80}"/>
              </a:ext>
            </a:extLst>
          </p:cNvPr>
          <p:cNvSpPr/>
          <p:nvPr/>
        </p:nvSpPr>
        <p:spPr>
          <a:xfrm>
            <a:off x="1246038" y="27556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1574999" y="264382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EFF060AC-13CE-2986-9EEF-E357351BD4E5}"/>
              </a:ext>
            </a:extLst>
          </p:cNvPr>
          <p:cNvSpPr/>
          <p:nvPr/>
        </p:nvSpPr>
        <p:spPr>
          <a:xfrm>
            <a:off x="3222720" y="4880610"/>
            <a:ext cx="324390" cy="563880"/>
          </a:xfrm>
          <a:custGeom>
            <a:avLst/>
            <a:gdLst>
              <a:gd name="csX0" fmla="*/ 183420 w 324390"/>
              <a:gd name="csY0" fmla="*/ 506730 h 563880"/>
              <a:gd name="csX1" fmla="*/ 164370 w 324390"/>
              <a:gd name="csY1" fmla="*/ 499110 h 563880"/>
              <a:gd name="csX2" fmla="*/ 111030 w 324390"/>
              <a:gd name="csY2" fmla="*/ 438150 h 563880"/>
              <a:gd name="csX3" fmla="*/ 57690 w 324390"/>
              <a:gd name="csY3" fmla="*/ 358140 h 563880"/>
              <a:gd name="csX4" fmla="*/ 38640 w 324390"/>
              <a:gd name="csY4" fmla="*/ 293370 h 563880"/>
              <a:gd name="csX5" fmla="*/ 4350 w 324390"/>
              <a:gd name="csY5" fmla="*/ 167640 h 563880"/>
              <a:gd name="csX6" fmla="*/ 540 w 324390"/>
              <a:gd name="csY6" fmla="*/ 110490 h 563880"/>
              <a:gd name="csX7" fmla="*/ 65310 w 324390"/>
              <a:gd name="csY7" fmla="*/ 15240 h 563880"/>
              <a:gd name="csX8" fmla="*/ 118650 w 324390"/>
              <a:gd name="csY8" fmla="*/ 0 h 563880"/>
              <a:gd name="csX9" fmla="*/ 156750 w 324390"/>
              <a:gd name="csY9" fmla="*/ 3810 h 563880"/>
              <a:gd name="csX10" fmla="*/ 187230 w 324390"/>
              <a:gd name="csY10" fmla="*/ 38100 h 563880"/>
              <a:gd name="csX11" fmla="*/ 206280 w 324390"/>
              <a:gd name="csY11" fmla="*/ 41910 h 563880"/>
              <a:gd name="csX12" fmla="*/ 232950 w 324390"/>
              <a:gd name="csY12" fmla="*/ 60960 h 563880"/>
              <a:gd name="csX13" fmla="*/ 252000 w 324390"/>
              <a:gd name="csY13" fmla="*/ 80010 h 563880"/>
              <a:gd name="csX14" fmla="*/ 297720 w 324390"/>
              <a:gd name="csY14" fmla="*/ 144780 h 563880"/>
              <a:gd name="csX15" fmla="*/ 305340 w 324390"/>
              <a:gd name="csY15" fmla="*/ 179070 h 563880"/>
              <a:gd name="csX16" fmla="*/ 316770 w 324390"/>
              <a:gd name="csY16" fmla="*/ 217170 h 563880"/>
              <a:gd name="csX17" fmla="*/ 324390 w 324390"/>
              <a:gd name="csY17" fmla="*/ 262890 h 563880"/>
              <a:gd name="csX18" fmla="*/ 301530 w 324390"/>
              <a:gd name="csY18" fmla="*/ 415290 h 563880"/>
              <a:gd name="csX19" fmla="*/ 267240 w 324390"/>
              <a:gd name="csY19" fmla="*/ 529590 h 563880"/>
              <a:gd name="csX20" fmla="*/ 252000 w 324390"/>
              <a:gd name="csY20" fmla="*/ 556260 h 563880"/>
              <a:gd name="csX21" fmla="*/ 229140 w 324390"/>
              <a:gd name="csY21" fmla="*/ 563880 h 563880"/>
              <a:gd name="csX22" fmla="*/ 164370 w 324390"/>
              <a:gd name="csY22" fmla="*/ 548640 h 563880"/>
              <a:gd name="csX23" fmla="*/ 145320 w 324390"/>
              <a:gd name="csY23" fmla="*/ 541020 h 563880"/>
              <a:gd name="csX24" fmla="*/ 183420 w 324390"/>
              <a:gd name="csY24" fmla="*/ 506730 h 5638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24390" h="563880">
                <a:moveTo>
                  <a:pt x="183420" y="506730"/>
                </a:moveTo>
                <a:cubicBezTo>
                  <a:pt x="177070" y="504190"/>
                  <a:pt x="169748" y="503335"/>
                  <a:pt x="164370" y="499110"/>
                </a:cubicBezTo>
                <a:cubicBezTo>
                  <a:pt x="125125" y="468274"/>
                  <a:pt x="137604" y="470418"/>
                  <a:pt x="111030" y="438150"/>
                </a:cubicBezTo>
                <a:cubicBezTo>
                  <a:pt x="61811" y="378384"/>
                  <a:pt x="87999" y="424819"/>
                  <a:pt x="57690" y="358140"/>
                </a:cubicBezTo>
                <a:cubicBezTo>
                  <a:pt x="50587" y="301319"/>
                  <a:pt x="60166" y="354033"/>
                  <a:pt x="38640" y="293370"/>
                </a:cubicBezTo>
                <a:cubicBezTo>
                  <a:pt x="11415" y="216645"/>
                  <a:pt x="15399" y="228409"/>
                  <a:pt x="4350" y="167640"/>
                </a:cubicBezTo>
                <a:cubicBezTo>
                  <a:pt x="3080" y="148590"/>
                  <a:pt x="-1568" y="129466"/>
                  <a:pt x="540" y="110490"/>
                </a:cubicBezTo>
                <a:cubicBezTo>
                  <a:pt x="3987" y="79464"/>
                  <a:pt x="32292" y="22577"/>
                  <a:pt x="65310" y="15240"/>
                </a:cubicBezTo>
                <a:cubicBezTo>
                  <a:pt x="106276" y="6136"/>
                  <a:pt x="88729" y="11969"/>
                  <a:pt x="118650" y="0"/>
                </a:cubicBezTo>
                <a:cubicBezTo>
                  <a:pt x="131350" y="1270"/>
                  <a:pt x="144900" y="-930"/>
                  <a:pt x="156750" y="3810"/>
                </a:cubicBezTo>
                <a:cubicBezTo>
                  <a:pt x="192393" y="18067"/>
                  <a:pt x="161853" y="22240"/>
                  <a:pt x="187230" y="38100"/>
                </a:cubicBezTo>
                <a:cubicBezTo>
                  <a:pt x="192721" y="41532"/>
                  <a:pt x="199930" y="40640"/>
                  <a:pt x="206280" y="41910"/>
                </a:cubicBezTo>
                <a:cubicBezTo>
                  <a:pt x="215170" y="48260"/>
                  <a:pt x="224557" y="53966"/>
                  <a:pt x="232950" y="60960"/>
                </a:cubicBezTo>
                <a:cubicBezTo>
                  <a:pt x="239849" y="66709"/>
                  <a:pt x="246156" y="73192"/>
                  <a:pt x="252000" y="80010"/>
                </a:cubicBezTo>
                <a:cubicBezTo>
                  <a:pt x="276678" y="108801"/>
                  <a:pt x="278730" y="114396"/>
                  <a:pt x="297720" y="144780"/>
                </a:cubicBezTo>
                <a:cubicBezTo>
                  <a:pt x="300260" y="156210"/>
                  <a:pt x="302360" y="167747"/>
                  <a:pt x="305340" y="179070"/>
                </a:cubicBezTo>
                <a:cubicBezTo>
                  <a:pt x="308714" y="191893"/>
                  <a:pt x="313831" y="204241"/>
                  <a:pt x="316770" y="217170"/>
                </a:cubicBezTo>
                <a:cubicBezTo>
                  <a:pt x="320194" y="232236"/>
                  <a:pt x="321850" y="247650"/>
                  <a:pt x="324390" y="262890"/>
                </a:cubicBezTo>
                <a:cubicBezTo>
                  <a:pt x="316089" y="329301"/>
                  <a:pt x="316977" y="361928"/>
                  <a:pt x="301530" y="415290"/>
                </a:cubicBezTo>
                <a:cubicBezTo>
                  <a:pt x="290470" y="453499"/>
                  <a:pt x="286975" y="495053"/>
                  <a:pt x="267240" y="529590"/>
                </a:cubicBezTo>
                <a:cubicBezTo>
                  <a:pt x="262160" y="538480"/>
                  <a:pt x="259611" y="549410"/>
                  <a:pt x="252000" y="556260"/>
                </a:cubicBezTo>
                <a:cubicBezTo>
                  <a:pt x="246030" y="561633"/>
                  <a:pt x="236760" y="561340"/>
                  <a:pt x="229140" y="563880"/>
                </a:cubicBezTo>
                <a:cubicBezTo>
                  <a:pt x="207550" y="558800"/>
                  <a:pt x="185768" y="554476"/>
                  <a:pt x="164370" y="548640"/>
                </a:cubicBezTo>
                <a:cubicBezTo>
                  <a:pt x="157772" y="546840"/>
                  <a:pt x="150156" y="545856"/>
                  <a:pt x="145320" y="541020"/>
                </a:cubicBezTo>
                <a:lnTo>
                  <a:pt x="183420" y="50673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8A4611F8-0B0A-D91D-A4C1-2F197C7A640C}"/>
              </a:ext>
            </a:extLst>
          </p:cNvPr>
          <p:cNvSpPr/>
          <p:nvPr/>
        </p:nvSpPr>
        <p:spPr>
          <a:xfrm>
            <a:off x="3115783" y="4781550"/>
            <a:ext cx="646492" cy="727710"/>
          </a:xfrm>
          <a:custGeom>
            <a:avLst/>
            <a:gdLst>
              <a:gd name="csX0" fmla="*/ 35087 w 646492"/>
              <a:gd name="csY0" fmla="*/ 415290 h 727710"/>
              <a:gd name="csX1" fmla="*/ 27467 w 646492"/>
              <a:gd name="csY1" fmla="*/ 361950 h 727710"/>
              <a:gd name="csX2" fmla="*/ 19847 w 646492"/>
              <a:gd name="csY2" fmla="*/ 278130 h 727710"/>
              <a:gd name="csX3" fmla="*/ 8417 w 646492"/>
              <a:gd name="csY3" fmla="*/ 247650 h 727710"/>
              <a:gd name="csX4" fmla="*/ 797 w 646492"/>
              <a:gd name="csY4" fmla="*/ 194310 h 727710"/>
              <a:gd name="csX5" fmla="*/ 31277 w 646492"/>
              <a:gd name="csY5" fmla="*/ 129540 h 727710"/>
              <a:gd name="csX6" fmla="*/ 88427 w 646492"/>
              <a:gd name="csY6" fmla="*/ 60960 h 727710"/>
              <a:gd name="csX7" fmla="*/ 160817 w 646492"/>
              <a:gd name="csY7" fmla="*/ 0 h 727710"/>
              <a:gd name="csX8" fmla="*/ 400847 w 646492"/>
              <a:gd name="csY8" fmla="*/ 38100 h 727710"/>
              <a:gd name="csX9" fmla="*/ 503717 w 646492"/>
              <a:gd name="csY9" fmla="*/ 110490 h 727710"/>
              <a:gd name="csX10" fmla="*/ 572297 w 646492"/>
              <a:gd name="csY10" fmla="*/ 133350 h 727710"/>
              <a:gd name="csX11" fmla="*/ 591347 w 646492"/>
              <a:gd name="csY11" fmla="*/ 167640 h 727710"/>
              <a:gd name="csX12" fmla="*/ 602777 w 646492"/>
              <a:gd name="csY12" fmla="*/ 175260 h 727710"/>
              <a:gd name="csX13" fmla="*/ 629447 w 646492"/>
              <a:gd name="csY13" fmla="*/ 236220 h 727710"/>
              <a:gd name="csX14" fmla="*/ 637067 w 646492"/>
              <a:gd name="csY14" fmla="*/ 426720 h 727710"/>
              <a:gd name="csX15" fmla="*/ 618017 w 646492"/>
              <a:gd name="csY15" fmla="*/ 472440 h 727710"/>
              <a:gd name="csX16" fmla="*/ 534197 w 646492"/>
              <a:gd name="csY16" fmla="*/ 544830 h 727710"/>
              <a:gd name="csX17" fmla="*/ 488477 w 646492"/>
              <a:gd name="csY17" fmla="*/ 586740 h 727710"/>
              <a:gd name="csX18" fmla="*/ 412277 w 646492"/>
              <a:gd name="csY18" fmla="*/ 640080 h 727710"/>
              <a:gd name="csX19" fmla="*/ 351317 w 646492"/>
              <a:gd name="csY19" fmla="*/ 697230 h 727710"/>
              <a:gd name="csX20" fmla="*/ 324647 w 646492"/>
              <a:gd name="csY20" fmla="*/ 708660 h 727710"/>
              <a:gd name="csX21" fmla="*/ 282737 w 646492"/>
              <a:gd name="csY21" fmla="*/ 727710 h 727710"/>
              <a:gd name="csX22" fmla="*/ 183677 w 646492"/>
              <a:gd name="csY22" fmla="*/ 678180 h 727710"/>
              <a:gd name="csX23" fmla="*/ 137957 w 646492"/>
              <a:gd name="csY23" fmla="*/ 613410 h 727710"/>
              <a:gd name="csX24" fmla="*/ 103667 w 646492"/>
              <a:gd name="csY24" fmla="*/ 552450 h 727710"/>
              <a:gd name="csX25" fmla="*/ 84617 w 646492"/>
              <a:gd name="csY25" fmla="*/ 521970 h 727710"/>
              <a:gd name="csX26" fmla="*/ 80807 w 646492"/>
              <a:gd name="csY26" fmla="*/ 502920 h 727710"/>
              <a:gd name="csX27" fmla="*/ 65567 w 646492"/>
              <a:gd name="csY27" fmla="*/ 476250 h 727710"/>
              <a:gd name="csX28" fmla="*/ 50327 w 646492"/>
              <a:gd name="csY28" fmla="*/ 438150 h 727710"/>
              <a:gd name="csX29" fmla="*/ 35087 w 646492"/>
              <a:gd name="csY29" fmla="*/ 41529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46492" h="727710">
                <a:moveTo>
                  <a:pt x="35087" y="415290"/>
                </a:moveTo>
                <a:cubicBezTo>
                  <a:pt x="32547" y="397510"/>
                  <a:pt x="29450" y="379801"/>
                  <a:pt x="27467" y="361950"/>
                </a:cubicBezTo>
                <a:cubicBezTo>
                  <a:pt x="24369" y="334066"/>
                  <a:pt x="24459" y="305803"/>
                  <a:pt x="19847" y="278130"/>
                </a:cubicBezTo>
                <a:cubicBezTo>
                  <a:pt x="18063" y="267427"/>
                  <a:pt x="12227" y="257810"/>
                  <a:pt x="8417" y="247650"/>
                </a:cubicBezTo>
                <a:cubicBezTo>
                  <a:pt x="5877" y="229870"/>
                  <a:pt x="-2616" y="211943"/>
                  <a:pt x="797" y="194310"/>
                </a:cubicBezTo>
                <a:cubicBezTo>
                  <a:pt x="5331" y="170884"/>
                  <a:pt x="18173" y="149481"/>
                  <a:pt x="31277" y="129540"/>
                </a:cubicBezTo>
                <a:cubicBezTo>
                  <a:pt x="47619" y="104672"/>
                  <a:pt x="68521" y="83078"/>
                  <a:pt x="88427" y="60960"/>
                </a:cubicBezTo>
                <a:cubicBezTo>
                  <a:pt x="130484" y="14230"/>
                  <a:pt x="120614" y="22973"/>
                  <a:pt x="160817" y="0"/>
                </a:cubicBezTo>
                <a:cubicBezTo>
                  <a:pt x="240827" y="12700"/>
                  <a:pt x="323739" y="13254"/>
                  <a:pt x="400847" y="38100"/>
                </a:cubicBezTo>
                <a:cubicBezTo>
                  <a:pt x="440756" y="50959"/>
                  <a:pt x="467064" y="90127"/>
                  <a:pt x="503717" y="110490"/>
                </a:cubicBezTo>
                <a:cubicBezTo>
                  <a:pt x="524781" y="122192"/>
                  <a:pt x="549437" y="125730"/>
                  <a:pt x="572297" y="133350"/>
                </a:cubicBezTo>
                <a:cubicBezTo>
                  <a:pt x="578647" y="144780"/>
                  <a:pt x="583656" y="157065"/>
                  <a:pt x="591347" y="167640"/>
                </a:cubicBezTo>
                <a:cubicBezTo>
                  <a:pt x="594040" y="171343"/>
                  <a:pt x="600553" y="171257"/>
                  <a:pt x="602777" y="175260"/>
                </a:cubicBezTo>
                <a:cubicBezTo>
                  <a:pt x="613548" y="194648"/>
                  <a:pt x="620557" y="215900"/>
                  <a:pt x="629447" y="236220"/>
                </a:cubicBezTo>
                <a:cubicBezTo>
                  <a:pt x="646165" y="323991"/>
                  <a:pt x="653938" y="327905"/>
                  <a:pt x="637067" y="426720"/>
                </a:cubicBezTo>
                <a:cubicBezTo>
                  <a:pt x="634288" y="442995"/>
                  <a:pt x="628860" y="459990"/>
                  <a:pt x="618017" y="472440"/>
                </a:cubicBezTo>
                <a:cubicBezTo>
                  <a:pt x="593770" y="500279"/>
                  <a:pt x="561879" y="520405"/>
                  <a:pt x="534197" y="544830"/>
                </a:cubicBezTo>
                <a:cubicBezTo>
                  <a:pt x="518695" y="558508"/>
                  <a:pt x="505414" y="574884"/>
                  <a:pt x="488477" y="586740"/>
                </a:cubicBezTo>
                <a:cubicBezTo>
                  <a:pt x="463077" y="604520"/>
                  <a:pt x="434201" y="618156"/>
                  <a:pt x="412277" y="640080"/>
                </a:cubicBezTo>
                <a:cubicBezTo>
                  <a:pt x="408173" y="644184"/>
                  <a:pt x="367866" y="687576"/>
                  <a:pt x="351317" y="697230"/>
                </a:cubicBezTo>
                <a:cubicBezTo>
                  <a:pt x="342963" y="702103"/>
                  <a:pt x="333298" y="704335"/>
                  <a:pt x="324647" y="708660"/>
                </a:cubicBezTo>
                <a:cubicBezTo>
                  <a:pt x="276911" y="732528"/>
                  <a:pt x="382145" y="690432"/>
                  <a:pt x="282737" y="727710"/>
                </a:cubicBezTo>
                <a:cubicBezTo>
                  <a:pt x="249717" y="711200"/>
                  <a:pt x="204967" y="708340"/>
                  <a:pt x="183677" y="678180"/>
                </a:cubicBezTo>
                <a:cubicBezTo>
                  <a:pt x="168437" y="656590"/>
                  <a:pt x="148121" y="637804"/>
                  <a:pt x="137957" y="613410"/>
                </a:cubicBezTo>
                <a:cubicBezTo>
                  <a:pt x="116144" y="561058"/>
                  <a:pt x="130581" y="579364"/>
                  <a:pt x="103667" y="552450"/>
                </a:cubicBezTo>
                <a:cubicBezTo>
                  <a:pt x="93405" y="501142"/>
                  <a:pt x="110143" y="562811"/>
                  <a:pt x="84617" y="521970"/>
                </a:cubicBezTo>
                <a:cubicBezTo>
                  <a:pt x="81185" y="516479"/>
                  <a:pt x="83298" y="508898"/>
                  <a:pt x="80807" y="502920"/>
                </a:cubicBezTo>
                <a:cubicBezTo>
                  <a:pt x="76869" y="493469"/>
                  <a:pt x="69927" y="485514"/>
                  <a:pt x="65567" y="476250"/>
                </a:cubicBezTo>
                <a:cubicBezTo>
                  <a:pt x="59743" y="463874"/>
                  <a:pt x="55407" y="450850"/>
                  <a:pt x="50327" y="438150"/>
                </a:cubicBezTo>
                <a:lnTo>
                  <a:pt x="35087" y="41529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070B4F45-0CBE-F35A-EDDE-8DBA1DEAC58A}"/>
              </a:ext>
            </a:extLst>
          </p:cNvPr>
          <p:cNvSpPr/>
          <p:nvPr/>
        </p:nvSpPr>
        <p:spPr>
          <a:xfrm>
            <a:off x="2941170" y="4650842"/>
            <a:ext cx="1162200" cy="957478"/>
          </a:xfrm>
          <a:custGeom>
            <a:avLst/>
            <a:gdLst>
              <a:gd name="csX0" fmla="*/ 312570 w 1162200"/>
              <a:gd name="csY0" fmla="*/ 65938 h 957478"/>
              <a:gd name="csX1" fmla="*/ 533550 w 1162200"/>
              <a:gd name="csY1" fmla="*/ 16408 h 957478"/>
              <a:gd name="csX2" fmla="*/ 605940 w 1162200"/>
              <a:gd name="csY2" fmla="*/ 35458 h 957478"/>
              <a:gd name="csX3" fmla="*/ 689760 w 1162200"/>
              <a:gd name="csY3" fmla="*/ 96418 h 957478"/>
              <a:gd name="csX4" fmla="*/ 743100 w 1162200"/>
              <a:gd name="csY4" fmla="*/ 138328 h 957478"/>
              <a:gd name="csX5" fmla="*/ 781200 w 1162200"/>
              <a:gd name="csY5" fmla="*/ 157378 h 957478"/>
              <a:gd name="csX6" fmla="*/ 895500 w 1162200"/>
              <a:gd name="csY6" fmla="*/ 210718 h 957478"/>
              <a:gd name="csX7" fmla="*/ 941220 w 1162200"/>
              <a:gd name="csY7" fmla="*/ 214528 h 957478"/>
              <a:gd name="csX8" fmla="*/ 983130 w 1162200"/>
              <a:gd name="csY8" fmla="*/ 256438 h 957478"/>
              <a:gd name="csX9" fmla="*/ 1074570 w 1162200"/>
              <a:gd name="csY9" fmla="*/ 317398 h 957478"/>
              <a:gd name="csX10" fmla="*/ 1146960 w 1162200"/>
              <a:gd name="csY10" fmla="*/ 424078 h 957478"/>
              <a:gd name="csX11" fmla="*/ 1162200 w 1162200"/>
              <a:gd name="csY11" fmla="*/ 465988 h 957478"/>
              <a:gd name="csX12" fmla="*/ 1131720 w 1162200"/>
              <a:gd name="csY12" fmla="*/ 610768 h 957478"/>
              <a:gd name="csX13" fmla="*/ 1127910 w 1162200"/>
              <a:gd name="csY13" fmla="*/ 648868 h 957478"/>
              <a:gd name="csX14" fmla="*/ 1097430 w 1162200"/>
              <a:gd name="csY14" fmla="*/ 698398 h 957478"/>
              <a:gd name="csX15" fmla="*/ 1040280 w 1162200"/>
              <a:gd name="csY15" fmla="*/ 766978 h 957478"/>
              <a:gd name="csX16" fmla="*/ 1021230 w 1162200"/>
              <a:gd name="csY16" fmla="*/ 793648 h 957478"/>
              <a:gd name="csX17" fmla="*/ 967890 w 1162200"/>
              <a:gd name="csY17" fmla="*/ 835558 h 957478"/>
              <a:gd name="csX18" fmla="*/ 918360 w 1162200"/>
              <a:gd name="csY18" fmla="*/ 877468 h 957478"/>
              <a:gd name="csX19" fmla="*/ 865020 w 1162200"/>
              <a:gd name="csY19" fmla="*/ 888898 h 957478"/>
              <a:gd name="csX20" fmla="*/ 781200 w 1162200"/>
              <a:gd name="csY20" fmla="*/ 915568 h 957478"/>
              <a:gd name="csX21" fmla="*/ 739290 w 1162200"/>
              <a:gd name="csY21" fmla="*/ 930808 h 957478"/>
              <a:gd name="csX22" fmla="*/ 693570 w 1162200"/>
              <a:gd name="csY22" fmla="*/ 949858 h 957478"/>
              <a:gd name="csX23" fmla="*/ 617370 w 1162200"/>
              <a:gd name="csY23" fmla="*/ 957478 h 957478"/>
              <a:gd name="csX24" fmla="*/ 426870 w 1162200"/>
              <a:gd name="csY24" fmla="*/ 953668 h 957478"/>
              <a:gd name="csX25" fmla="*/ 373530 w 1162200"/>
              <a:gd name="csY25" fmla="*/ 904138 h 957478"/>
              <a:gd name="csX26" fmla="*/ 312570 w 1162200"/>
              <a:gd name="csY26" fmla="*/ 854608 h 957478"/>
              <a:gd name="csX27" fmla="*/ 301140 w 1162200"/>
              <a:gd name="csY27" fmla="*/ 835558 h 957478"/>
              <a:gd name="csX28" fmla="*/ 293520 w 1162200"/>
              <a:gd name="csY28" fmla="*/ 801268 h 957478"/>
              <a:gd name="csX29" fmla="*/ 270660 w 1162200"/>
              <a:gd name="csY29" fmla="*/ 782218 h 957478"/>
              <a:gd name="csX30" fmla="*/ 236370 w 1162200"/>
              <a:gd name="csY30" fmla="*/ 740308 h 957478"/>
              <a:gd name="csX31" fmla="*/ 217320 w 1162200"/>
              <a:gd name="csY31" fmla="*/ 721258 h 957478"/>
              <a:gd name="csX32" fmla="*/ 175410 w 1162200"/>
              <a:gd name="csY32" fmla="*/ 648868 h 957478"/>
              <a:gd name="csX33" fmla="*/ 152550 w 1162200"/>
              <a:gd name="csY33" fmla="*/ 622198 h 957478"/>
              <a:gd name="csX34" fmla="*/ 118260 w 1162200"/>
              <a:gd name="csY34" fmla="*/ 576478 h 957478"/>
              <a:gd name="csX35" fmla="*/ 95400 w 1162200"/>
              <a:gd name="csY35" fmla="*/ 549808 h 957478"/>
              <a:gd name="csX36" fmla="*/ 64920 w 1162200"/>
              <a:gd name="csY36" fmla="*/ 485038 h 957478"/>
              <a:gd name="csX37" fmla="*/ 45870 w 1162200"/>
              <a:gd name="csY37" fmla="*/ 465988 h 957478"/>
              <a:gd name="csX38" fmla="*/ 3960 w 1162200"/>
              <a:gd name="csY38" fmla="*/ 393598 h 957478"/>
              <a:gd name="csX39" fmla="*/ 150 w 1162200"/>
              <a:gd name="csY39" fmla="*/ 336448 h 957478"/>
              <a:gd name="csX40" fmla="*/ 26820 w 1162200"/>
              <a:gd name="csY40" fmla="*/ 279298 h 957478"/>
              <a:gd name="csX41" fmla="*/ 53490 w 1162200"/>
              <a:gd name="csY41" fmla="*/ 260248 h 957478"/>
              <a:gd name="csX42" fmla="*/ 129690 w 1162200"/>
              <a:gd name="csY42" fmla="*/ 180238 h 957478"/>
              <a:gd name="csX43" fmla="*/ 186840 w 1162200"/>
              <a:gd name="csY43" fmla="*/ 142138 h 957478"/>
              <a:gd name="csX44" fmla="*/ 221130 w 1162200"/>
              <a:gd name="csY44" fmla="*/ 119278 h 957478"/>
              <a:gd name="csX45" fmla="*/ 240180 w 1162200"/>
              <a:gd name="csY45" fmla="*/ 115468 h 957478"/>
              <a:gd name="csX46" fmla="*/ 278280 w 1162200"/>
              <a:gd name="csY46" fmla="*/ 100228 h 957478"/>
              <a:gd name="csX47" fmla="*/ 343050 w 1162200"/>
              <a:gd name="csY47" fmla="*/ 81178 h 957478"/>
              <a:gd name="csX48" fmla="*/ 369720 w 1162200"/>
              <a:gd name="csY48" fmla="*/ 73558 h 9574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</a:cxnLst>
            <a:rect l="l" t="t" r="r" b="b"/>
            <a:pathLst>
              <a:path w="1162200" h="957478">
                <a:moveTo>
                  <a:pt x="312570" y="65938"/>
                </a:moveTo>
                <a:cubicBezTo>
                  <a:pt x="443894" y="-11045"/>
                  <a:pt x="390557" y="-10403"/>
                  <a:pt x="533550" y="16408"/>
                </a:cubicBezTo>
                <a:cubicBezTo>
                  <a:pt x="558074" y="21006"/>
                  <a:pt x="581810" y="29108"/>
                  <a:pt x="605940" y="35458"/>
                </a:cubicBezTo>
                <a:cubicBezTo>
                  <a:pt x="653625" y="83143"/>
                  <a:pt x="602137" y="35082"/>
                  <a:pt x="689760" y="96418"/>
                </a:cubicBezTo>
                <a:cubicBezTo>
                  <a:pt x="708284" y="109385"/>
                  <a:pt x="724286" y="125785"/>
                  <a:pt x="743100" y="138328"/>
                </a:cubicBezTo>
                <a:cubicBezTo>
                  <a:pt x="754914" y="146204"/>
                  <a:pt x="768671" y="150696"/>
                  <a:pt x="781200" y="157378"/>
                </a:cubicBezTo>
                <a:cubicBezTo>
                  <a:pt x="819959" y="178050"/>
                  <a:pt x="840478" y="206133"/>
                  <a:pt x="895500" y="210718"/>
                </a:cubicBezTo>
                <a:lnTo>
                  <a:pt x="941220" y="214528"/>
                </a:lnTo>
                <a:cubicBezTo>
                  <a:pt x="955190" y="228498"/>
                  <a:pt x="967470" y="244392"/>
                  <a:pt x="983130" y="256438"/>
                </a:cubicBezTo>
                <a:cubicBezTo>
                  <a:pt x="1027144" y="290295"/>
                  <a:pt x="1039399" y="282227"/>
                  <a:pt x="1074570" y="317398"/>
                </a:cubicBezTo>
                <a:cubicBezTo>
                  <a:pt x="1103362" y="346190"/>
                  <a:pt x="1129350" y="388857"/>
                  <a:pt x="1146960" y="424078"/>
                </a:cubicBezTo>
                <a:cubicBezTo>
                  <a:pt x="1153608" y="437374"/>
                  <a:pt x="1157120" y="452018"/>
                  <a:pt x="1162200" y="465988"/>
                </a:cubicBezTo>
                <a:cubicBezTo>
                  <a:pt x="1152040" y="514248"/>
                  <a:pt x="1140809" y="562295"/>
                  <a:pt x="1131720" y="610768"/>
                </a:cubicBezTo>
                <a:cubicBezTo>
                  <a:pt x="1129368" y="623313"/>
                  <a:pt x="1132561" y="636982"/>
                  <a:pt x="1127910" y="648868"/>
                </a:cubicBezTo>
                <a:cubicBezTo>
                  <a:pt x="1120846" y="666921"/>
                  <a:pt x="1108981" y="682829"/>
                  <a:pt x="1097430" y="698398"/>
                </a:cubicBezTo>
                <a:cubicBezTo>
                  <a:pt x="1079699" y="722296"/>
                  <a:pt x="1058869" y="743742"/>
                  <a:pt x="1040280" y="766978"/>
                </a:cubicBezTo>
                <a:cubicBezTo>
                  <a:pt x="1033455" y="775509"/>
                  <a:pt x="1028612" y="785595"/>
                  <a:pt x="1021230" y="793648"/>
                </a:cubicBezTo>
                <a:cubicBezTo>
                  <a:pt x="1012123" y="803583"/>
                  <a:pt x="976204" y="828828"/>
                  <a:pt x="967890" y="835558"/>
                </a:cubicBezTo>
                <a:cubicBezTo>
                  <a:pt x="951080" y="849166"/>
                  <a:pt x="937560" y="867513"/>
                  <a:pt x="918360" y="877468"/>
                </a:cubicBezTo>
                <a:cubicBezTo>
                  <a:pt x="902217" y="885838"/>
                  <a:pt x="882800" y="885088"/>
                  <a:pt x="865020" y="888898"/>
                </a:cubicBezTo>
                <a:cubicBezTo>
                  <a:pt x="791478" y="925669"/>
                  <a:pt x="864454" y="893850"/>
                  <a:pt x="781200" y="915568"/>
                </a:cubicBezTo>
                <a:cubicBezTo>
                  <a:pt x="766816" y="919320"/>
                  <a:pt x="753133" y="925391"/>
                  <a:pt x="739290" y="930808"/>
                </a:cubicBezTo>
                <a:cubicBezTo>
                  <a:pt x="723915" y="936824"/>
                  <a:pt x="709699" y="946330"/>
                  <a:pt x="693570" y="949858"/>
                </a:cubicBezTo>
                <a:cubicBezTo>
                  <a:pt x="668633" y="955313"/>
                  <a:pt x="642770" y="954938"/>
                  <a:pt x="617370" y="957478"/>
                </a:cubicBezTo>
                <a:lnTo>
                  <a:pt x="426870" y="953668"/>
                </a:lnTo>
                <a:cubicBezTo>
                  <a:pt x="392895" y="950213"/>
                  <a:pt x="389624" y="926085"/>
                  <a:pt x="373530" y="904138"/>
                </a:cubicBezTo>
                <a:cubicBezTo>
                  <a:pt x="349414" y="871252"/>
                  <a:pt x="350107" y="877130"/>
                  <a:pt x="312570" y="854608"/>
                </a:cubicBezTo>
                <a:cubicBezTo>
                  <a:pt x="308760" y="848258"/>
                  <a:pt x="303631" y="842532"/>
                  <a:pt x="301140" y="835558"/>
                </a:cubicBezTo>
                <a:cubicBezTo>
                  <a:pt x="297202" y="824531"/>
                  <a:pt x="299329" y="811434"/>
                  <a:pt x="293520" y="801268"/>
                </a:cubicBezTo>
                <a:cubicBezTo>
                  <a:pt x="288599" y="792656"/>
                  <a:pt x="277444" y="789454"/>
                  <a:pt x="270660" y="782218"/>
                </a:cubicBezTo>
                <a:cubicBezTo>
                  <a:pt x="258315" y="769050"/>
                  <a:pt x="248256" y="753892"/>
                  <a:pt x="236370" y="740308"/>
                </a:cubicBezTo>
                <a:cubicBezTo>
                  <a:pt x="230456" y="733550"/>
                  <a:pt x="222930" y="728270"/>
                  <a:pt x="217320" y="721258"/>
                </a:cubicBezTo>
                <a:cubicBezTo>
                  <a:pt x="151174" y="638575"/>
                  <a:pt x="223010" y="725028"/>
                  <a:pt x="175410" y="648868"/>
                </a:cubicBezTo>
                <a:cubicBezTo>
                  <a:pt x="169204" y="638939"/>
                  <a:pt x="159805" y="631388"/>
                  <a:pt x="152550" y="622198"/>
                </a:cubicBezTo>
                <a:cubicBezTo>
                  <a:pt x="140746" y="607246"/>
                  <a:pt x="130064" y="591430"/>
                  <a:pt x="118260" y="576478"/>
                </a:cubicBezTo>
                <a:cubicBezTo>
                  <a:pt x="111005" y="567288"/>
                  <a:pt x="101300" y="559922"/>
                  <a:pt x="95400" y="549808"/>
                </a:cubicBezTo>
                <a:cubicBezTo>
                  <a:pt x="83377" y="529197"/>
                  <a:pt x="77059" y="505581"/>
                  <a:pt x="64920" y="485038"/>
                </a:cubicBezTo>
                <a:cubicBezTo>
                  <a:pt x="60351" y="477307"/>
                  <a:pt x="51197" y="473218"/>
                  <a:pt x="45870" y="465988"/>
                </a:cubicBezTo>
                <a:cubicBezTo>
                  <a:pt x="14477" y="423383"/>
                  <a:pt x="17296" y="426938"/>
                  <a:pt x="3960" y="393598"/>
                </a:cubicBezTo>
                <a:cubicBezTo>
                  <a:pt x="2690" y="374548"/>
                  <a:pt x="-758" y="355519"/>
                  <a:pt x="150" y="336448"/>
                </a:cubicBezTo>
                <a:cubicBezTo>
                  <a:pt x="786" y="323084"/>
                  <a:pt x="21969" y="284958"/>
                  <a:pt x="26820" y="279298"/>
                </a:cubicBezTo>
                <a:cubicBezTo>
                  <a:pt x="33930" y="271003"/>
                  <a:pt x="45621" y="267826"/>
                  <a:pt x="53490" y="260248"/>
                </a:cubicBezTo>
                <a:cubicBezTo>
                  <a:pt x="80019" y="234701"/>
                  <a:pt x="99518" y="201359"/>
                  <a:pt x="129690" y="180238"/>
                </a:cubicBezTo>
                <a:cubicBezTo>
                  <a:pt x="224637" y="113775"/>
                  <a:pt x="130240" y="178524"/>
                  <a:pt x="186840" y="142138"/>
                </a:cubicBezTo>
                <a:cubicBezTo>
                  <a:pt x="198395" y="134710"/>
                  <a:pt x="208843" y="125421"/>
                  <a:pt x="221130" y="119278"/>
                </a:cubicBezTo>
                <a:cubicBezTo>
                  <a:pt x="226922" y="116382"/>
                  <a:pt x="234037" y="117516"/>
                  <a:pt x="240180" y="115468"/>
                </a:cubicBezTo>
                <a:cubicBezTo>
                  <a:pt x="253156" y="111143"/>
                  <a:pt x="265304" y="104553"/>
                  <a:pt x="278280" y="100228"/>
                </a:cubicBezTo>
                <a:cubicBezTo>
                  <a:pt x="299630" y="93111"/>
                  <a:pt x="321446" y="87479"/>
                  <a:pt x="343050" y="81178"/>
                </a:cubicBezTo>
                <a:lnTo>
                  <a:pt x="369720" y="73558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077E0CC8-345D-EA51-F7BC-BA392CDBDBE8}"/>
              </a:ext>
            </a:extLst>
          </p:cNvPr>
          <p:cNvSpPr/>
          <p:nvPr/>
        </p:nvSpPr>
        <p:spPr>
          <a:xfrm>
            <a:off x="2807970" y="4562684"/>
            <a:ext cx="1368650" cy="1045636"/>
          </a:xfrm>
          <a:custGeom>
            <a:avLst/>
            <a:gdLst>
              <a:gd name="csX0" fmla="*/ 430530 w 1368650"/>
              <a:gd name="csY0" fmla="*/ 119806 h 1045636"/>
              <a:gd name="csX1" fmla="*/ 377190 w 1368650"/>
              <a:gd name="csY1" fmla="*/ 127426 h 1045636"/>
              <a:gd name="csX2" fmla="*/ 358140 w 1368650"/>
              <a:gd name="csY2" fmla="*/ 146476 h 1045636"/>
              <a:gd name="csX3" fmla="*/ 300990 w 1368650"/>
              <a:gd name="csY3" fmla="*/ 154096 h 1045636"/>
              <a:gd name="csX4" fmla="*/ 236220 w 1368650"/>
              <a:gd name="csY4" fmla="*/ 192196 h 1045636"/>
              <a:gd name="csX5" fmla="*/ 217170 w 1368650"/>
              <a:gd name="csY5" fmla="*/ 207436 h 1045636"/>
              <a:gd name="csX6" fmla="*/ 148590 w 1368650"/>
              <a:gd name="csY6" fmla="*/ 272206 h 1045636"/>
              <a:gd name="csX7" fmla="*/ 129540 w 1368650"/>
              <a:gd name="csY7" fmla="*/ 306496 h 1045636"/>
              <a:gd name="csX8" fmla="*/ 60960 w 1368650"/>
              <a:gd name="csY8" fmla="*/ 375076 h 1045636"/>
              <a:gd name="csX9" fmla="*/ 45720 w 1368650"/>
              <a:gd name="csY9" fmla="*/ 394126 h 1045636"/>
              <a:gd name="csX10" fmla="*/ 26670 w 1368650"/>
              <a:gd name="csY10" fmla="*/ 447466 h 1045636"/>
              <a:gd name="csX11" fmla="*/ 0 w 1368650"/>
              <a:gd name="csY11" fmla="*/ 531286 h 1045636"/>
              <a:gd name="csX12" fmla="*/ 3810 w 1368650"/>
              <a:gd name="csY12" fmla="*/ 672256 h 1045636"/>
              <a:gd name="csX13" fmla="*/ 15240 w 1368650"/>
              <a:gd name="csY13" fmla="*/ 679876 h 1045636"/>
              <a:gd name="csX14" fmla="*/ 49530 w 1368650"/>
              <a:gd name="csY14" fmla="*/ 740836 h 1045636"/>
              <a:gd name="csX15" fmla="*/ 64770 w 1368650"/>
              <a:gd name="csY15" fmla="*/ 767506 h 1045636"/>
              <a:gd name="csX16" fmla="*/ 144780 w 1368650"/>
              <a:gd name="csY16" fmla="*/ 851326 h 1045636"/>
              <a:gd name="csX17" fmla="*/ 186690 w 1368650"/>
              <a:gd name="csY17" fmla="*/ 893236 h 1045636"/>
              <a:gd name="csX18" fmla="*/ 224790 w 1368650"/>
              <a:gd name="csY18" fmla="*/ 946576 h 1045636"/>
              <a:gd name="csX19" fmla="*/ 255270 w 1368650"/>
              <a:gd name="csY19" fmla="*/ 965626 h 1045636"/>
              <a:gd name="csX20" fmla="*/ 278130 w 1368650"/>
              <a:gd name="csY20" fmla="*/ 988486 h 1045636"/>
              <a:gd name="csX21" fmla="*/ 316230 w 1368650"/>
              <a:gd name="csY21" fmla="*/ 1007536 h 1045636"/>
              <a:gd name="csX22" fmla="*/ 342900 w 1368650"/>
              <a:gd name="csY22" fmla="*/ 1026586 h 1045636"/>
              <a:gd name="csX23" fmla="*/ 377190 w 1368650"/>
              <a:gd name="csY23" fmla="*/ 1045636 h 1045636"/>
              <a:gd name="csX24" fmla="*/ 773430 w 1368650"/>
              <a:gd name="csY24" fmla="*/ 1026586 h 1045636"/>
              <a:gd name="csX25" fmla="*/ 1024890 w 1368650"/>
              <a:gd name="csY25" fmla="*/ 1022776 h 1045636"/>
              <a:gd name="csX26" fmla="*/ 1082040 w 1368650"/>
              <a:gd name="csY26" fmla="*/ 1007536 h 1045636"/>
              <a:gd name="csX27" fmla="*/ 1116330 w 1368650"/>
              <a:gd name="csY27" fmla="*/ 1003726 h 1045636"/>
              <a:gd name="csX28" fmla="*/ 1154430 w 1368650"/>
              <a:gd name="csY28" fmla="*/ 973246 h 1045636"/>
              <a:gd name="csX29" fmla="*/ 1181100 w 1368650"/>
              <a:gd name="csY29" fmla="*/ 969436 h 1045636"/>
              <a:gd name="csX30" fmla="*/ 1253490 w 1368650"/>
              <a:gd name="csY30" fmla="*/ 908476 h 1045636"/>
              <a:gd name="csX31" fmla="*/ 1272540 w 1368650"/>
              <a:gd name="csY31" fmla="*/ 881806 h 1045636"/>
              <a:gd name="csX32" fmla="*/ 1310640 w 1368650"/>
              <a:gd name="csY32" fmla="*/ 855136 h 1045636"/>
              <a:gd name="csX33" fmla="*/ 1314450 w 1368650"/>
              <a:gd name="csY33" fmla="*/ 836086 h 1045636"/>
              <a:gd name="csX34" fmla="*/ 1329690 w 1368650"/>
              <a:gd name="csY34" fmla="*/ 817036 h 1045636"/>
              <a:gd name="csX35" fmla="*/ 1348740 w 1368650"/>
              <a:gd name="csY35" fmla="*/ 782746 h 1045636"/>
              <a:gd name="csX36" fmla="*/ 1337310 w 1368650"/>
              <a:gd name="csY36" fmla="*/ 653206 h 1045636"/>
              <a:gd name="csX37" fmla="*/ 1333500 w 1368650"/>
              <a:gd name="csY37" fmla="*/ 626536 h 1045636"/>
              <a:gd name="csX38" fmla="*/ 1363980 w 1368650"/>
              <a:gd name="csY38" fmla="*/ 516046 h 1045636"/>
              <a:gd name="csX39" fmla="*/ 1367790 w 1368650"/>
              <a:gd name="csY39" fmla="*/ 443656 h 1045636"/>
              <a:gd name="csX40" fmla="*/ 1333500 w 1368650"/>
              <a:gd name="csY40" fmla="*/ 268396 h 1045636"/>
              <a:gd name="csX41" fmla="*/ 1314450 w 1368650"/>
              <a:gd name="csY41" fmla="*/ 230296 h 1045636"/>
              <a:gd name="csX42" fmla="*/ 1272540 w 1368650"/>
              <a:gd name="csY42" fmla="*/ 196006 h 1045636"/>
              <a:gd name="csX43" fmla="*/ 1230630 w 1368650"/>
              <a:gd name="csY43" fmla="*/ 157906 h 1045636"/>
              <a:gd name="csX44" fmla="*/ 1188720 w 1368650"/>
              <a:gd name="csY44" fmla="*/ 135046 h 1045636"/>
              <a:gd name="csX45" fmla="*/ 1169670 w 1368650"/>
              <a:gd name="csY45" fmla="*/ 131236 h 1045636"/>
              <a:gd name="csX46" fmla="*/ 1112520 w 1368650"/>
              <a:gd name="csY46" fmla="*/ 104566 h 1045636"/>
              <a:gd name="csX47" fmla="*/ 1055370 w 1368650"/>
              <a:gd name="csY47" fmla="*/ 62656 h 1045636"/>
              <a:gd name="csX48" fmla="*/ 1013460 w 1368650"/>
              <a:gd name="csY48" fmla="*/ 43606 h 1045636"/>
              <a:gd name="csX49" fmla="*/ 941070 w 1368650"/>
              <a:gd name="csY49" fmla="*/ 9316 h 1045636"/>
              <a:gd name="csX50" fmla="*/ 883920 w 1368650"/>
              <a:gd name="csY50" fmla="*/ 1696 h 1045636"/>
              <a:gd name="csX51" fmla="*/ 609600 w 1368650"/>
              <a:gd name="csY51" fmla="*/ 5506 h 1045636"/>
              <a:gd name="csX52" fmla="*/ 487680 w 1368650"/>
              <a:gd name="csY52" fmla="*/ 47416 h 1045636"/>
              <a:gd name="csX53" fmla="*/ 388620 w 1368650"/>
              <a:gd name="csY53" fmla="*/ 93136 h 1045636"/>
              <a:gd name="csX54" fmla="*/ 354330 w 1368650"/>
              <a:gd name="csY54" fmla="*/ 112186 h 1045636"/>
              <a:gd name="csX55" fmla="*/ 384810 w 1368650"/>
              <a:gd name="csY55" fmla="*/ 150286 h 1045636"/>
              <a:gd name="csX56" fmla="*/ 403860 w 1368650"/>
              <a:gd name="csY56" fmla="*/ 138856 h 1045636"/>
              <a:gd name="csX57" fmla="*/ 430530 w 1368650"/>
              <a:gd name="csY57" fmla="*/ 119806 h 1045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</a:cxnLst>
            <a:rect l="l" t="t" r="r" b="b"/>
            <a:pathLst>
              <a:path w="1368650" h="1045636">
                <a:moveTo>
                  <a:pt x="430530" y="119806"/>
                </a:moveTo>
                <a:cubicBezTo>
                  <a:pt x="426085" y="117901"/>
                  <a:pt x="394043" y="121217"/>
                  <a:pt x="377190" y="127426"/>
                </a:cubicBezTo>
                <a:cubicBezTo>
                  <a:pt x="368763" y="130531"/>
                  <a:pt x="366616" y="143509"/>
                  <a:pt x="358140" y="146476"/>
                </a:cubicBezTo>
                <a:cubicBezTo>
                  <a:pt x="340000" y="152825"/>
                  <a:pt x="320040" y="151556"/>
                  <a:pt x="300990" y="154096"/>
                </a:cubicBezTo>
                <a:cubicBezTo>
                  <a:pt x="260216" y="174483"/>
                  <a:pt x="268984" y="167623"/>
                  <a:pt x="236220" y="192196"/>
                </a:cubicBezTo>
                <a:cubicBezTo>
                  <a:pt x="229714" y="197075"/>
                  <a:pt x="222462" y="201262"/>
                  <a:pt x="217170" y="207436"/>
                </a:cubicBezTo>
                <a:cubicBezTo>
                  <a:pt x="163143" y="270468"/>
                  <a:pt x="222657" y="225072"/>
                  <a:pt x="148590" y="272206"/>
                </a:cubicBezTo>
                <a:cubicBezTo>
                  <a:pt x="142240" y="283636"/>
                  <a:pt x="138019" y="296542"/>
                  <a:pt x="129540" y="306496"/>
                </a:cubicBezTo>
                <a:cubicBezTo>
                  <a:pt x="108576" y="331106"/>
                  <a:pt x="81156" y="349831"/>
                  <a:pt x="60960" y="375076"/>
                </a:cubicBezTo>
                <a:lnTo>
                  <a:pt x="45720" y="394126"/>
                </a:lnTo>
                <a:cubicBezTo>
                  <a:pt x="38300" y="431224"/>
                  <a:pt x="46774" y="396090"/>
                  <a:pt x="26670" y="447466"/>
                </a:cubicBezTo>
                <a:cubicBezTo>
                  <a:pt x="7918" y="495389"/>
                  <a:pt x="10080" y="490965"/>
                  <a:pt x="0" y="531286"/>
                </a:cubicBezTo>
                <a:cubicBezTo>
                  <a:pt x="1270" y="578276"/>
                  <a:pt x="-986" y="625494"/>
                  <a:pt x="3810" y="672256"/>
                </a:cubicBezTo>
                <a:cubicBezTo>
                  <a:pt x="4277" y="676811"/>
                  <a:pt x="13047" y="675856"/>
                  <a:pt x="15240" y="679876"/>
                </a:cubicBezTo>
                <a:cubicBezTo>
                  <a:pt x="88125" y="813498"/>
                  <a:pt x="-37296" y="619280"/>
                  <a:pt x="49530" y="740836"/>
                </a:cubicBezTo>
                <a:cubicBezTo>
                  <a:pt x="55481" y="749168"/>
                  <a:pt x="58819" y="759174"/>
                  <a:pt x="64770" y="767506"/>
                </a:cubicBezTo>
                <a:cubicBezTo>
                  <a:pt x="82259" y="791991"/>
                  <a:pt x="132050" y="837990"/>
                  <a:pt x="144780" y="851326"/>
                </a:cubicBezTo>
                <a:cubicBezTo>
                  <a:pt x="186467" y="894998"/>
                  <a:pt x="149097" y="863161"/>
                  <a:pt x="186690" y="893236"/>
                </a:cubicBezTo>
                <a:cubicBezTo>
                  <a:pt x="200877" y="918773"/>
                  <a:pt x="202829" y="929683"/>
                  <a:pt x="224790" y="946576"/>
                </a:cubicBezTo>
                <a:cubicBezTo>
                  <a:pt x="234287" y="953881"/>
                  <a:pt x="245849" y="958224"/>
                  <a:pt x="255270" y="965626"/>
                </a:cubicBezTo>
                <a:cubicBezTo>
                  <a:pt x="263744" y="972284"/>
                  <a:pt x="269790" y="981662"/>
                  <a:pt x="278130" y="988486"/>
                </a:cubicBezTo>
                <a:cubicBezTo>
                  <a:pt x="301812" y="1007862"/>
                  <a:pt x="291442" y="993077"/>
                  <a:pt x="316230" y="1007536"/>
                </a:cubicBezTo>
                <a:cubicBezTo>
                  <a:pt x="325667" y="1013041"/>
                  <a:pt x="333636" y="1020796"/>
                  <a:pt x="342900" y="1026586"/>
                </a:cubicBezTo>
                <a:cubicBezTo>
                  <a:pt x="353988" y="1033516"/>
                  <a:pt x="365760" y="1039286"/>
                  <a:pt x="377190" y="1045636"/>
                </a:cubicBezTo>
                <a:cubicBezTo>
                  <a:pt x="709864" y="1020370"/>
                  <a:pt x="577641" y="1018754"/>
                  <a:pt x="773430" y="1026586"/>
                </a:cubicBezTo>
                <a:lnTo>
                  <a:pt x="1024890" y="1022776"/>
                </a:lnTo>
                <a:cubicBezTo>
                  <a:pt x="1044568" y="1021561"/>
                  <a:pt x="1062739" y="1011557"/>
                  <a:pt x="1082040" y="1007536"/>
                </a:cubicBezTo>
                <a:cubicBezTo>
                  <a:pt x="1093299" y="1005190"/>
                  <a:pt x="1104900" y="1004996"/>
                  <a:pt x="1116330" y="1003726"/>
                </a:cubicBezTo>
                <a:cubicBezTo>
                  <a:pt x="1129030" y="993566"/>
                  <a:pt x="1140056" y="980856"/>
                  <a:pt x="1154430" y="973246"/>
                </a:cubicBezTo>
                <a:cubicBezTo>
                  <a:pt x="1162367" y="969044"/>
                  <a:pt x="1173792" y="974656"/>
                  <a:pt x="1181100" y="969436"/>
                </a:cubicBezTo>
                <a:cubicBezTo>
                  <a:pt x="1292163" y="890105"/>
                  <a:pt x="1196709" y="931188"/>
                  <a:pt x="1253490" y="908476"/>
                </a:cubicBezTo>
                <a:cubicBezTo>
                  <a:pt x="1259840" y="899586"/>
                  <a:pt x="1264553" y="889260"/>
                  <a:pt x="1272540" y="881806"/>
                </a:cubicBezTo>
                <a:cubicBezTo>
                  <a:pt x="1283873" y="871228"/>
                  <a:pt x="1300165" y="866564"/>
                  <a:pt x="1310640" y="855136"/>
                </a:cubicBezTo>
                <a:cubicBezTo>
                  <a:pt x="1315016" y="850362"/>
                  <a:pt x="1311554" y="841878"/>
                  <a:pt x="1314450" y="836086"/>
                </a:cubicBezTo>
                <a:cubicBezTo>
                  <a:pt x="1318087" y="828813"/>
                  <a:pt x="1325293" y="823876"/>
                  <a:pt x="1329690" y="817036"/>
                </a:cubicBezTo>
                <a:cubicBezTo>
                  <a:pt x="1336761" y="806037"/>
                  <a:pt x="1342390" y="794176"/>
                  <a:pt x="1348740" y="782746"/>
                </a:cubicBezTo>
                <a:cubicBezTo>
                  <a:pt x="1344930" y="739566"/>
                  <a:pt x="1341519" y="696349"/>
                  <a:pt x="1337310" y="653206"/>
                </a:cubicBezTo>
                <a:cubicBezTo>
                  <a:pt x="1336438" y="644268"/>
                  <a:pt x="1332508" y="635461"/>
                  <a:pt x="1333500" y="626536"/>
                </a:cubicBezTo>
                <a:cubicBezTo>
                  <a:pt x="1340708" y="561662"/>
                  <a:pt x="1343283" y="562615"/>
                  <a:pt x="1363980" y="516046"/>
                </a:cubicBezTo>
                <a:cubicBezTo>
                  <a:pt x="1365250" y="491916"/>
                  <a:pt x="1370742" y="467638"/>
                  <a:pt x="1367790" y="443656"/>
                </a:cubicBezTo>
                <a:cubicBezTo>
                  <a:pt x="1360518" y="384574"/>
                  <a:pt x="1346051" y="326586"/>
                  <a:pt x="1333500" y="268396"/>
                </a:cubicBezTo>
                <a:cubicBezTo>
                  <a:pt x="1331753" y="260298"/>
                  <a:pt x="1320061" y="235907"/>
                  <a:pt x="1314450" y="230296"/>
                </a:cubicBezTo>
                <a:cubicBezTo>
                  <a:pt x="1301687" y="217533"/>
                  <a:pt x="1285303" y="208769"/>
                  <a:pt x="1272540" y="196006"/>
                </a:cubicBezTo>
                <a:cubicBezTo>
                  <a:pt x="1260696" y="184162"/>
                  <a:pt x="1244683" y="166999"/>
                  <a:pt x="1230630" y="157906"/>
                </a:cubicBezTo>
                <a:cubicBezTo>
                  <a:pt x="1217270" y="149261"/>
                  <a:pt x="1203299" y="141424"/>
                  <a:pt x="1188720" y="135046"/>
                </a:cubicBezTo>
                <a:cubicBezTo>
                  <a:pt x="1182787" y="132450"/>
                  <a:pt x="1175873" y="133097"/>
                  <a:pt x="1169670" y="131236"/>
                </a:cubicBezTo>
                <a:cubicBezTo>
                  <a:pt x="1155687" y="127041"/>
                  <a:pt x="1118847" y="108616"/>
                  <a:pt x="1112520" y="104566"/>
                </a:cubicBezTo>
                <a:cubicBezTo>
                  <a:pt x="1092623" y="91832"/>
                  <a:pt x="1075489" y="75037"/>
                  <a:pt x="1055370" y="62656"/>
                </a:cubicBezTo>
                <a:cubicBezTo>
                  <a:pt x="1042301" y="54613"/>
                  <a:pt x="1027185" y="50469"/>
                  <a:pt x="1013460" y="43606"/>
                </a:cubicBezTo>
                <a:cubicBezTo>
                  <a:pt x="990866" y="32309"/>
                  <a:pt x="966783" y="14906"/>
                  <a:pt x="941070" y="9316"/>
                </a:cubicBezTo>
                <a:cubicBezTo>
                  <a:pt x="922290" y="5233"/>
                  <a:pt x="902970" y="4236"/>
                  <a:pt x="883920" y="1696"/>
                </a:cubicBezTo>
                <a:cubicBezTo>
                  <a:pt x="792480" y="2966"/>
                  <a:pt x="700446" y="-4976"/>
                  <a:pt x="609600" y="5506"/>
                </a:cubicBezTo>
                <a:cubicBezTo>
                  <a:pt x="566909" y="10432"/>
                  <a:pt x="526699" y="29407"/>
                  <a:pt x="487680" y="47416"/>
                </a:cubicBezTo>
                <a:lnTo>
                  <a:pt x="388620" y="93136"/>
                </a:lnTo>
                <a:cubicBezTo>
                  <a:pt x="359359" y="106351"/>
                  <a:pt x="379048" y="93648"/>
                  <a:pt x="354330" y="112186"/>
                </a:cubicBezTo>
                <a:cubicBezTo>
                  <a:pt x="359456" y="120730"/>
                  <a:pt x="373771" y="148078"/>
                  <a:pt x="384810" y="150286"/>
                </a:cubicBezTo>
                <a:cubicBezTo>
                  <a:pt x="392072" y="151738"/>
                  <a:pt x="397510" y="142666"/>
                  <a:pt x="403860" y="138856"/>
                </a:cubicBezTo>
                <a:cubicBezTo>
                  <a:pt x="423067" y="114847"/>
                  <a:pt x="434975" y="121711"/>
                  <a:pt x="430530" y="119806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C461077B-E1B3-288C-1EE8-126C62D0BE11}"/>
              </a:ext>
            </a:extLst>
          </p:cNvPr>
          <p:cNvSpPr/>
          <p:nvPr/>
        </p:nvSpPr>
        <p:spPr>
          <a:xfrm>
            <a:off x="3661410" y="4549140"/>
            <a:ext cx="590550" cy="727710"/>
          </a:xfrm>
          <a:custGeom>
            <a:avLst/>
            <a:gdLst>
              <a:gd name="csX0" fmla="*/ 0 w 590550"/>
              <a:gd name="csY0" fmla="*/ 0 h 727710"/>
              <a:gd name="csX1" fmla="*/ 76200 w 590550"/>
              <a:gd name="csY1" fmla="*/ 38100 h 727710"/>
              <a:gd name="csX2" fmla="*/ 220980 w 590550"/>
              <a:gd name="csY2" fmla="*/ 57150 h 727710"/>
              <a:gd name="csX3" fmla="*/ 308610 w 590550"/>
              <a:gd name="csY3" fmla="*/ 64770 h 727710"/>
              <a:gd name="csX4" fmla="*/ 381000 w 590550"/>
              <a:gd name="csY4" fmla="*/ 83820 h 727710"/>
              <a:gd name="csX5" fmla="*/ 438150 w 590550"/>
              <a:gd name="csY5" fmla="*/ 102870 h 727710"/>
              <a:gd name="csX6" fmla="*/ 495300 w 590550"/>
              <a:gd name="csY6" fmla="*/ 118110 h 727710"/>
              <a:gd name="csX7" fmla="*/ 518160 w 590550"/>
              <a:gd name="csY7" fmla="*/ 152400 h 727710"/>
              <a:gd name="csX8" fmla="*/ 541020 w 590550"/>
              <a:gd name="csY8" fmla="*/ 156210 h 727710"/>
              <a:gd name="csX9" fmla="*/ 560070 w 590550"/>
              <a:gd name="csY9" fmla="*/ 171450 h 727710"/>
              <a:gd name="csX10" fmla="*/ 575310 w 590550"/>
              <a:gd name="csY10" fmla="*/ 194310 h 727710"/>
              <a:gd name="csX11" fmla="*/ 590550 w 590550"/>
              <a:gd name="csY11" fmla="*/ 209550 h 727710"/>
              <a:gd name="csX12" fmla="*/ 579120 w 590550"/>
              <a:gd name="csY12" fmla="*/ 323850 h 727710"/>
              <a:gd name="csX13" fmla="*/ 560070 w 590550"/>
              <a:gd name="csY13" fmla="*/ 449580 h 727710"/>
              <a:gd name="csX14" fmla="*/ 533400 w 590550"/>
              <a:gd name="csY14" fmla="*/ 541020 h 727710"/>
              <a:gd name="csX15" fmla="*/ 499110 w 590550"/>
              <a:gd name="csY15" fmla="*/ 662940 h 727710"/>
              <a:gd name="csX16" fmla="*/ 464820 w 590550"/>
              <a:gd name="csY16" fmla="*/ 72771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90550" h="727710">
                <a:moveTo>
                  <a:pt x="0" y="0"/>
                </a:moveTo>
                <a:cubicBezTo>
                  <a:pt x="59838" y="38467"/>
                  <a:pt x="32491" y="30815"/>
                  <a:pt x="76200" y="38100"/>
                </a:cubicBezTo>
                <a:cubicBezTo>
                  <a:pt x="138577" y="73744"/>
                  <a:pt x="86840" y="49698"/>
                  <a:pt x="220980" y="57150"/>
                </a:cubicBezTo>
                <a:cubicBezTo>
                  <a:pt x="250255" y="58776"/>
                  <a:pt x="279400" y="62230"/>
                  <a:pt x="308610" y="64770"/>
                </a:cubicBezTo>
                <a:cubicBezTo>
                  <a:pt x="349933" y="89564"/>
                  <a:pt x="303661" y="65152"/>
                  <a:pt x="381000" y="83820"/>
                </a:cubicBezTo>
                <a:cubicBezTo>
                  <a:pt x="400520" y="88532"/>
                  <a:pt x="418916" y="97100"/>
                  <a:pt x="438150" y="102870"/>
                </a:cubicBezTo>
                <a:cubicBezTo>
                  <a:pt x="457034" y="108535"/>
                  <a:pt x="476250" y="113030"/>
                  <a:pt x="495300" y="118110"/>
                </a:cubicBezTo>
                <a:cubicBezTo>
                  <a:pt x="502920" y="129540"/>
                  <a:pt x="507607" y="143606"/>
                  <a:pt x="518160" y="152400"/>
                </a:cubicBezTo>
                <a:cubicBezTo>
                  <a:pt x="524095" y="157345"/>
                  <a:pt x="533987" y="153013"/>
                  <a:pt x="541020" y="156210"/>
                </a:cubicBezTo>
                <a:cubicBezTo>
                  <a:pt x="548423" y="159575"/>
                  <a:pt x="554630" y="165406"/>
                  <a:pt x="560070" y="171450"/>
                </a:cubicBezTo>
                <a:cubicBezTo>
                  <a:pt x="566196" y="178257"/>
                  <a:pt x="569589" y="187159"/>
                  <a:pt x="575310" y="194310"/>
                </a:cubicBezTo>
                <a:cubicBezTo>
                  <a:pt x="579798" y="199920"/>
                  <a:pt x="585470" y="204470"/>
                  <a:pt x="590550" y="209550"/>
                </a:cubicBezTo>
                <a:cubicBezTo>
                  <a:pt x="586740" y="247650"/>
                  <a:pt x="582716" y="285729"/>
                  <a:pt x="579120" y="323850"/>
                </a:cubicBezTo>
                <a:cubicBezTo>
                  <a:pt x="569265" y="428309"/>
                  <a:pt x="580416" y="381759"/>
                  <a:pt x="560070" y="449580"/>
                </a:cubicBezTo>
                <a:cubicBezTo>
                  <a:pt x="541878" y="576925"/>
                  <a:pt x="567253" y="439462"/>
                  <a:pt x="533400" y="541020"/>
                </a:cubicBezTo>
                <a:cubicBezTo>
                  <a:pt x="520050" y="581070"/>
                  <a:pt x="518863" y="625629"/>
                  <a:pt x="499110" y="662940"/>
                </a:cubicBezTo>
                <a:lnTo>
                  <a:pt x="464820" y="727710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73C0A5AA-71AD-E0C1-5115-95B59D6F8671}"/>
              </a:ext>
            </a:extLst>
          </p:cNvPr>
          <p:cNvSpPr/>
          <p:nvPr/>
        </p:nvSpPr>
        <p:spPr>
          <a:xfrm>
            <a:off x="2620604" y="4648013"/>
            <a:ext cx="1543726" cy="1173667"/>
          </a:xfrm>
          <a:custGeom>
            <a:avLst/>
            <a:gdLst>
              <a:gd name="csX0" fmla="*/ 1543726 w 1543726"/>
              <a:gd name="csY0" fmla="*/ 754567 h 1173667"/>
              <a:gd name="csX1" fmla="*/ 1486576 w 1543726"/>
              <a:gd name="csY1" fmla="*/ 819337 h 1173667"/>
              <a:gd name="csX2" fmla="*/ 1467526 w 1543726"/>
              <a:gd name="csY2" fmla="*/ 853627 h 1173667"/>
              <a:gd name="csX3" fmla="*/ 1425616 w 1543726"/>
              <a:gd name="csY3" fmla="*/ 899347 h 1173667"/>
              <a:gd name="csX4" fmla="*/ 1391326 w 1543726"/>
              <a:gd name="csY4" fmla="*/ 952687 h 1173667"/>
              <a:gd name="csX5" fmla="*/ 1387516 w 1543726"/>
              <a:gd name="csY5" fmla="*/ 964117 h 1173667"/>
              <a:gd name="csX6" fmla="*/ 1353226 w 1543726"/>
              <a:gd name="csY6" fmla="*/ 971737 h 1173667"/>
              <a:gd name="csX7" fmla="*/ 1311316 w 1543726"/>
              <a:gd name="csY7" fmla="*/ 1006027 h 1173667"/>
              <a:gd name="csX8" fmla="*/ 1280836 w 1543726"/>
              <a:gd name="csY8" fmla="*/ 1032697 h 1173667"/>
              <a:gd name="csX9" fmla="*/ 1177966 w 1543726"/>
              <a:gd name="csY9" fmla="*/ 1074607 h 1173667"/>
              <a:gd name="csX10" fmla="*/ 1158916 w 1543726"/>
              <a:gd name="csY10" fmla="*/ 1086037 h 1173667"/>
              <a:gd name="csX11" fmla="*/ 1071286 w 1543726"/>
              <a:gd name="csY11" fmla="*/ 1105087 h 1173667"/>
              <a:gd name="csX12" fmla="*/ 979846 w 1543726"/>
              <a:gd name="csY12" fmla="*/ 1127947 h 1173667"/>
              <a:gd name="csX13" fmla="*/ 934126 w 1543726"/>
              <a:gd name="csY13" fmla="*/ 1146997 h 1173667"/>
              <a:gd name="csX14" fmla="*/ 827446 w 1543726"/>
              <a:gd name="csY14" fmla="*/ 1173667 h 1173667"/>
              <a:gd name="csX15" fmla="*/ 667426 w 1543726"/>
              <a:gd name="csY15" fmla="*/ 1166047 h 1173667"/>
              <a:gd name="csX16" fmla="*/ 629326 w 1543726"/>
              <a:gd name="csY16" fmla="*/ 1158427 h 1173667"/>
              <a:gd name="csX17" fmla="*/ 602656 w 1543726"/>
              <a:gd name="csY17" fmla="*/ 1139377 h 1173667"/>
              <a:gd name="csX18" fmla="*/ 522646 w 1543726"/>
              <a:gd name="csY18" fmla="*/ 1097467 h 1173667"/>
              <a:gd name="csX19" fmla="*/ 503596 w 1543726"/>
              <a:gd name="csY19" fmla="*/ 1078417 h 1173667"/>
              <a:gd name="csX20" fmla="*/ 473116 w 1543726"/>
              <a:gd name="csY20" fmla="*/ 1070797 h 1173667"/>
              <a:gd name="csX21" fmla="*/ 450256 w 1543726"/>
              <a:gd name="csY21" fmla="*/ 1051747 h 1173667"/>
              <a:gd name="csX22" fmla="*/ 385486 w 1543726"/>
              <a:gd name="csY22" fmla="*/ 1025077 h 1173667"/>
              <a:gd name="csX23" fmla="*/ 366436 w 1543726"/>
              <a:gd name="csY23" fmla="*/ 1006027 h 1173667"/>
              <a:gd name="csX24" fmla="*/ 339766 w 1543726"/>
              <a:gd name="csY24" fmla="*/ 986977 h 1173667"/>
              <a:gd name="csX25" fmla="*/ 335956 w 1543726"/>
              <a:gd name="csY25" fmla="*/ 967927 h 1173667"/>
              <a:gd name="csX26" fmla="*/ 274996 w 1543726"/>
              <a:gd name="csY26" fmla="*/ 933637 h 1173667"/>
              <a:gd name="csX27" fmla="*/ 225466 w 1543726"/>
              <a:gd name="csY27" fmla="*/ 895537 h 1173667"/>
              <a:gd name="csX28" fmla="*/ 160696 w 1543726"/>
              <a:gd name="csY28" fmla="*/ 853627 h 1173667"/>
              <a:gd name="csX29" fmla="*/ 118786 w 1543726"/>
              <a:gd name="csY29" fmla="*/ 823147 h 1173667"/>
              <a:gd name="csX30" fmla="*/ 57826 w 1543726"/>
              <a:gd name="csY30" fmla="*/ 765997 h 1173667"/>
              <a:gd name="csX31" fmla="*/ 38776 w 1543726"/>
              <a:gd name="csY31" fmla="*/ 735517 h 1173667"/>
              <a:gd name="csX32" fmla="*/ 19726 w 1543726"/>
              <a:gd name="csY32" fmla="*/ 708847 h 1173667"/>
              <a:gd name="csX33" fmla="*/ 676 w 1543726"/>
              <a:gd name="csY33" fmla="*/ 674557 h 1173667"/>
              <a:gd name="csX34" fmla="*/ 4486 w 1543726"/>
              <a:gd name="csY34" fmla="*/ 491677 h 1173667"/>
              <a:gd name="csX35" fmla="*/ 31156 w 1543726"/>
              <a:gd name="csY35" fmla="*/ 445957 h 1173667"/>
              <a:gd name="csX36" fmla="*/ 84496 w 1543726"/>
              <a:gd name="csY36" fmla="*/ 365947 h 1173667"/>
              <a:gd name="csX37" fmla="*/ 111166 w 1543726"/>
              <a:gd name="csY37" fmla="*/ 350707 h 1173667"/>
              <a:gd name="csX38" fmla="*/ 141646 w 1543726"/>
              <a:gd name="csY38" fmla="*/ 312607 h 1173667"/>
              <a:gd name="csX39" fmla="*/ 145456 w 1543726"/>
              <a:gd name="csY39" fmla="*/ 293557 h 1173667"/>
              <a:gd name="csX40" fmla="*/ 187366 w 1543726"/>
              <a:gd name="csY40" fmla="*/ 270697 h 1173667"/>
              <a:gd name="csX41" fmla="*/ 236896 w 1543726"/>
              <a:gd name="csY41" fmla="*/ 228787 h 1173667"/>
              <a:gd name="csX42" fmla="*/ 255946 w 1543726"/>
              <a:gd name="csY42" fmla="*/ 209737 h 1173667"/>
              <a:gd name="csX43" fmla="*/ 290236 w 1543726"/>
              <a:gd name="csY43" fmla="*/ 190687 h 1173667"/>
              <a:gd name="csX44" fmla="*/ 347386 w 1543726"/>
              <a:gd name="csY44" fmla="*/ 167827 h 1173667"/>
              <a:gd name="csX45" fmla="*/ 358816 w 1543726"/>
              <a:gd name="csY45" fmla="*/ 144967 h 1173667"/>
              <a:gd name="csX46" fmla="*/ 415966 w 1543726"/>
              <a:gd name="csY46" fmla="*/ 106867 h 1173667"/>
              <a:gd name="csX47" fmla="*/ 431206 w 1543726"/>
              <a:gd name="csY47" fmla="*/ 80197 h 1173667"/>
              <a:gd name="csX48" fmla="*/ 515026 w 1543726"/>
              <a:gd name="csY48" fmla="*/ 38287 h 1173667"/>
              <a:gd name="csX49" fmla="*/ 598846 w 1543726"/>
              <a:gd name="csY49" fmla="*/ 187 h 1173667"/>
              <a:gd name="csX50" fmla="*/ 610276 w 1543726"/>
              <a:gd name="csY50" fmla="*/ 187 h 11736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543726" h="1173667">
                <a:moveTo>
                  <a:pt x="1543726" y="754567"/>
                </a:moveTo>
                <a:cubicBezTo>
                  <a:pt x="1525536" y="772757"/>
                  <a:pt x="1497538" y="799605"/>
                  <a:pt x="1486576" y="819337"/>
                </a:cubicBezTo>
                <a:cubicBezTo>
                  <a:pt x="1480226" y="830767"/>
                  <a:pt x="1474934" y="842852"/>
                  <a:pt x="1467526" y="853627"/>
                </a:cubicBezTo>
                <a:cubicBezTo>
                  <a:pt x="1457001" y="868936"/>
                  <a:pt x="1439002" y="885961"/>
                  <a:pt x="1425616" y="899347"/>
                </a:cubicBezTo>
                <a:cubicBezTo>
                  <a:pt x="1402602" y="953046"/>
                  <a:pt x="1428920" y="898981"/>
                  <a:pt x="1391326" y="952687"/>
                </a:cubicBezTo>
                <a:cubicBezTo>
                  <a:pt x="1389023" y="955977"/>
                  <a:pt x="1391108" y="962321"/>
                  <a:pt x="1387516" y="964117"/>
                </a:cubicBezTo>
                <a:cubicBezTo>
                  <a:pt x="1377043" y="969353"/>
                  <a:pt x="1364656" y="969197"/>
                  <a:pt x="1353226" y="971737"/>
                </a:cubicBezTo>
                <a:cubicBezTo>
                  <a:pt x="1311176" y="1013787"/>
                  <a:pt x="1358499" y="968955"/>
                  <a:pt x="1311316" y="1006027"/>
                </a:cubicBezTo>
                <a:cubicBezTo>
                  <a:pt x="1300700" y="1014368"/>
                  <a:pt x="1292069" y="1025208"/>
                  <a:pt x="1280836" y="1032697"/>
                </a:cubicBezTo>
                <a:cubicBezTo>
                  <a:pt x="1249595" y="1053525"/>
                  <a:pt x="1212046" y="1060665"/>
                  <a:pt x="1177966" y="1074607"/>
                </a:cubicBezTo>
                <a:cubicBezTo>
                  <a:pt x="1171112" y="1077411"/>
                  <a:pt x="1166036" y="1084003"/>
                  <a:pt x="1158916" y="1086037"/>
                </a:cubicBezTo>
                <a:cubicBezTo>
                  <a:pt x="1130174" y="1094249"/>
                  <a:pt x="1100236" y="1097643"/>
                  <a:pt x="1071286" y="1105087"/>
                </a:cubicBezTo>
                <a:cubicBezTo>
                  <a:pt x="960065" y="1133687"/>
                  <a:pt x="1090312" y="1109536"/>
                  <a:pt x="979846" y="1127947"/>
                </a:cubicBezTo>
                <a:cubicBezTo>
                  <a:pt x="964606" y="1134297"/>
                  <a:pt x="949789" y="1141776"/>
                  <a:pt x="934126" y="1146997"/>
                </a:cubicBezTo>
                <a:cubicBezTo>
                  <a:pt x="908393" y="1155575"/>
                  <a:pt x="855116" y="1167282"/>
                  <a:pt x="827446" y="1173667"/>
                </a:cubicBezTo>
                <a:cubicBezTo>
                  <a:pt x="774106" y="1171127"/>
                  <a:pt x="720669" y="1170143"/>
                  <a:pt x="667426" y="1166047"/>
                </a:cubicBezTo>
                <a:cubicBezTo>
                  <a:pt x="654513" y="1165054"/>
                  <a:pt x="641302" y="1163358"/>
                  <a:pt x="629326" y="1158427"/>
                </a:cubicBezTo>
                <a:cubicBezTo>
                  <a:pt x="619224" y="1154267"/>
                  <a:pt x="612142" y="1144797"/>
                  <a:pt x="602656" y="1139377"/>
                </a:cubicBezTo>
                <a:cubicBezTo>
                  <a:pt x="576516" y="1124440"/>
                  <a:pt x="543935" y="1118756"/>
                  <a:pt x="522646" y="1097467"/>
                </a:cubicBezTo>
                <a:cubicBezTo>
                  <a:pt x="516296" y="1091117"/>
                  <a:pt x="511503" y="1082675"/>
                  <a:pt x="503596" y="1078417"/>
                </a:cubicBezTo>
                <a:cubicBezTo>
                  <a:pt x="494375" y="1073452"/>
                  <a:pt x="483276" y="1073337"/>
                  <a:pt x="473116" y="1070797"/>
                </a:cubicBezTo>
                <a:cubicBezTo>
                  <a:pt x="465496" y="1064447"/>
                  <a:pt x="458667" y="1057004"/>
                  <a:pt x="450256" y="1051747"/>
                </a:cubicBezTo>
                <a:cubicBezTo>
                  <a:pt x="420970" y="1033443"/>
                  <a:pt x="414685" y="1033419"/>
                  <a:pt x="385486" y="1025077"/>
                </a:cubicBezTo>
                <a:cubicBezTo>
                  <a:pt x="379136" y="1018727"/>
                  <a:pt x="373335" y="1011776"/>
                  <a:pt x="366436" y="1006027"/>
                </a:cubicBezTo>
                <a:cubicBezTo>
                  <a:pt x="358043" y="999033"/>
                  <a:pt x="346591" y="995508"/>
                  <a:pt x="339766" y="986977"/>
                </a:cubicBezTo>
                <a:cubicBezTo>
                  <a:pt x="335721" y="981920"/>
                  <a:pt x="340955" y="972044"/>
                  <a:pt x="335956" y="967927"/>
                </a:cubicBezTo>
                <a:cubicBezTo>
                  <a:pt x="317959" y="953106"/>
                  <a:pt x="294497" y="946414"/>
                  <a:pt x="274996" y="933637"/>
                </a:cubicBezTo>
                <a:cubicBezTo>
                  <a:pt x="257573" y="922222"/>
                  <a:pt x="242530" y="907482"/>
                  <a:pt x="225466" y="895537"/>
                </a:cubicBezTo>
                <a:cubicBezTo>
                  <a:pt x="204399" y="880790"/>
                  <a:pt x="181975" y="868066"/>
                  <a:pt x="160696" y="853627"/>
                </a:cubicBezTo>
                <a:cubicBezTo>
                  <a:pt x="146402" y="843928"/>
                  <a:pt x="131626" y="834703"/>
                  <a:pt x="118786" y="823147"/>
                </a:cubicBezTo>
                <a:cubicBezTo>
                  <a:pt x="29901" y="743150"/>
                  <a:pt x="128635" y="816575"/>
                  <a:pt x="57826" y="765997"/>
                </a:cubicBezTo>
                <a:cubicBezTo>
                  <a:pt x="51476" y="755837"/>
                  <a:pt x="45422" y="745486"/>
                  <a:pt x="38776" y="735517"/>
                </a:cubicBezTo>
                <a:cubicBezTo>
                  <a:pt x="32716" y="726427"/>
                  <a:pt x="25516" y="718111"/>
                  <a:pt x="19726" y="708847"/>
                </a:cubicBezTo>
                <a:cubicBezTo>
                  <a:pt x="12796" y="697759"/>
                  <a:pt x="7026" y="685987"/>
                  <a:pt x="676" y="674557"/>
                </a:cubicBezTo>
                <a:cubicBezTo>
                  <a:pt x="1946" y="613597"/>
                  <a:pt x="-3572" y="552115"/>
                  <a:pt x="4486" y="491677"/>
                </a:cubicBezTo>
                <a:cubicBezTo>
                  <a:pt x="6818" y="474188"/>
                  <a:pt x="23266" y="461738"/>
                  <a:pt x="31156" y="445957"/>
                </a:cubicBezTo>
                <a:cubicBezTo>
                  <a:pt x="44364" y="419540"/>
                  <a:pt x="64490" y="377379"/>
                  <a:pt x="84496" y="365947"/>
                </a:cubicBezTo>
                <a:lnTo>
                  <a:pt x="111166" y="350707"/>
                </a:lnTo>
                <a:cubicBezTo>
                  <a:pt x="121326" y="338007"/>
                  <a:pt x="133278" y="326553"/>
                  <a:pt x="141646" y="312607"/>
                </a:cubicBezTo>
                <a:cubicBezTo>
                  <a:pt x="144978" y="307054"/>
                  <a:pt x="141480" y="298669"/>
                  <a:pt x="145456" y="293557"/>
                </a:cubicBezTo>
                <a:cubicBezTo>
                  <a:pt x="154052" y="282505"/>
                  <a:pt x="174715" y="275757"/>
                  <a:pt x="187366" y="270697"/>
                </a:cubicBezTo>
                <a:cubicBezTo>
                  <a:pt x="203876" y="256727"/>
                  <a:pt x="220732" y="243155"/>
                  <a:pt x="236896" y="228787"/>
                </a:cubicBezTo>
                <a:cubicBezTo>
                  <a:pt x="243608" y="222821"/>
                  <a:pt x="248638" y="214957"/>
                  <a:pt x="255946" y="209737"/>
                </a:cubicBezTo>
                <a:cubicBezTo>
                  <a:pt x="266586" y="202137"/>
                  <a:pt x="278665" y="196777"/>
                  <a:pt x="290236" y="190687"/>
                </a:cubicBezTo>
                <a:cubicBezTo>
                  <a:pt x="330588" y="169449"/>
                  <a:pt x="316027" y="174099"/>
                  <a:pt x="347386" y="167827"/>
                </a:cubicBezTo>
                <a:cubicBezTo>
                  <a:pt x="351196" y="160207"/>
                  <a:pt x="353805" y="151857"/>
                  <a:pt x="358816" y="144967"/>
                </a:cubicBezTo>
                <a:cubicBezTo>
                  <a:pt x="375439" y="122110"/>
                  <a:pt x="389546" y="120077"/>
                  <a:pt x="415966" y="106867"/>
                </a:cubicBezTo>
                <a:cubicBezTo>
                  <a:pt x="421046" y="97977"/>
                  <a:pt x="423374" y="86792"/>
                  <a:pt x="431206" y="80197"/>
                </a:cubicBezTo>
                <a:cubicBezTo>
                  <a:pt x="467966" y="49241"/>
                  <a:pt x="478780" y="48643"/>
                  <a:pt x="515026" y="38287"/>
                </a:cubicBezTo>
                <a:cubicBezTo>
                  <a:pt x="565686" y="9791"/>
                  <a:pt x="558633" y="4655"/>
                  <a:pt x="598846" y="187"/>
                </a:cubicBezTo>
                <a:cubicBezTo>
                  <a:pt x="602633" y="-234"/>
                  <a:pt x="606466" y="187"/>
                  <a:pt x="610276" y="18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8E0329DB-F9EA-A097-93B7-CD80F36BD44F}"/>
              </a:ext>
            </a:extLst>
          </p:cNvPr>
          <p:cNvSpPr/>
          <p:nvPr/>
        </p:nvSpPr>
        <p:spPr>
          <a:xfrm>
            <a:off x="2366514" y="4560570"/>
            <a:ext cx="1020576" cy="1288632"/>
          </a:xfrm>
          <a:custGeom>
            <a:avLst/>
            <a:gdLst>
              <a:gd name="csX0" fmla="*/ 1020576 w 1020576"/>
              <a:gd name="csY0" fmla="*/ 0 h 1257300"/>
              <a:gd name="csX1" fmla="*/ 837696 w 1020576"/>
              <a:gd name="csY1" fmla="*/ 15240 h 1257300"/>
              <a:gd name="csX2" fmla="*/ 795786 w 1020576"/>
              <a:gd name="csY2" fmla="*/ 22860 h 1257300"/>
              <a:gd name="csX3" fmla="*/ 723396 w 1020576"/>
              <a:gd name="csY3" fmla="*/ 57150 h 1257300"/>
              <a:gd name="csX4" fmla="*/ 570996 w 1020576"/>
              <a:gd name="csY4" fmla="*/ 83820 h 1257300"/>
              <a:gd name="csX5" fmla="*/ 479556 w 1020576"/>
              <a:gd name="csY5" fmla="*/ 118110 h 1257300"/>
              <a:gd name="csX6" fmla="*/ 391926 w 1020576"/>
              <a:gd name="csY6" fmla="*/ 163830 h 1257300"/>
              <a:gd name="csX7" fmla="*/ 300486 w 1020576"/>
              <a:gd name="csY7" fmla="*/ 198120 h 1257300"/>
              <a:gd name="csX8" fmla="*/ 254766 w 1020576"/>
              <a:gd name="csY8" fmla="*/ 240030 h 1257300"/>
              <a:gd name="csX9" fmla="*/ 201426 w 1020576"/>
              <a:gd name="csY9" fmla="*/ 274320 h 1257300"/>
              <a:gd name="csX10" fmla="*/ 106176 w 1020576"/>
              <a:gd name="csY10" fmla="*/ 350520 h 1257300"/>
              <a:gd name="csX11" fmla="*/ 71886 w 1020576"/>
              <a:gd name="csY11" fmla="*/ 426720 h 1257300"/>
              <a:gd name="csX12" fmla="*/ 64266 w 1020576"/>
              <a:gd name="csY12" fmla="*/ 453390 h 1257300"/>
              <a:gd name="csX13" fmla="*/ 52836 w 1020576"/>
              <a:gd name="csY13" fmla="*/ 476250 h 1257300"/>
              <a:gd name="csX14" fmla="*/ 45216 w 1020576"/>
              <a:gd name="csY14" fmla="*/ 514350 h 1257300"/>
              <a:gd name="csX15" fmla="*/ 26166 w 1020576"/>
              <a:gd name="csY15" fmla="*/ 598170 h 1257300"/>
              <a:gd name="csX16" fmla="*/ 10926 w 1020576"/>
              <a:gd name="csY16" fmla="*/ 800100 h 1257300"/>
              <a:gd name="csX17" fmla="*/ 33786 w 1020576"/>
              <a:gd name="csY17" fmla="*/ 1002030 h 1257300"/>
              <a:gd name="csX18" fmla="*/ 45216 w 1020576"/>
              <a:gd name="csY18" fmla="*/ 1009650 h 1257300"/>
              <a:gd name="csX19" fmla="*/ 64266 w 1020576"/>
              <a:gd name="csY19" fmla="*/ 1013460 h 1257300"/>
              <a:gd name="csX20" fmla="*/ 83316 w 1020576"/>
              <a:gd name="csY20" fmla="*/ 1028700 h 1257300"/>
              <a:gd name="csX21" fmla="*/ 90936 w 1020576"/>
              <a:gd name="csY21" fmla="*/ 1047750 h 1257300"/>
              <a:gd name="csX22" fmla="*/ 125226 w 1020576"/>
              <a:gd name="csY22" fmla="*/ 1055370 h 1257300"/>
              <a:gd name="csX23" fmla="*/ 193806 w 1020576"/>
              <a:gd name="csY23" fmla="*/ 1108710 h 1257300"/>
              <a:gd name="csX24" fmla="*/ 220476 w 1020576"/>
              <a:gd name="csY24" fmla="*/ 1131570 h 1257300"/>
              <a:gd name="csX25" fmla="*/ 315726 w 1020576"/>
              <a:gd name="csY25" fmla="*/ 1192530 h 1257300"/>
              <a:gd name="csX26" fmla="*/ 357636 w 1020576"/>
              <a:gd name="csY26" fmla="*/ 1219200 h 1257300"/>
              <a:gd name="csX27" fmla="*/ 372876 w 1020576"/>
              <a:gd name="csY27" fmla="*/ 1234440 h 1257300"/>
              <a:gd name="csX28" fmla="*/ 395736 w 1020576"/>
              <a:gd name="csY28" fmla="*/ 1253490 h 1257300"/>
              <a:gd name="csX29" fmla="*/ 738636 w 1020576"/>
              <a:gd name="csY29" fmla="*/ 1242060 h 1257300"/>
              <a:gd name="csX30" fmla="*/ 795786 w 1020576"/>
              <a:gd name="csY30" fmla="*/ 1234440 h 1257300"/>
              <a:gd name="csX31" fmla="*/ 944376 w 1020576"/>
              <a:gd name="csY31" fmla="*/ 1238250 h 1257300"/>
              <a:gd name="csX32" fmla="*/ 974856 w 1020576"/>
              <a:gd name="csY32" fmla="*/ 1257300 h 1257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1020576" h="1257300">
                <a:moveTo>
                  <a:pt x="1020576" y="0"/>
                </a:moveTo>
                <a:lnTo>
                  <a:pt x="837696" y="15240"/>
                </a:lnTo>
                <a:cubicBezTo>
                  <a:pt x="823570" y="16677"/>
                  <a:pt x="809117" y="17972"/>
                  <a:pt x="795786" y="22860"/>
                </a:cubicBezTo>
                <a:cubicBezTo>
                  <a:pt x="770718" y="32052"/>
                  <a:pt x="748526" y="48129"/>
                  <a:pt x="723396" y="57150"/>
                </a:cubicBezTo>
                <a:cubicBezTo>
                  <a:pt x="664917" y="78143"/>
                  <a:pt x="631826" y="77737"/>
                  <a:pt x="570996" y="83820"/>
                </a:cubicBezTo>
                <a:cubicBezTo>
                  <a:pt x="540516" y="95250"/>
                  <a:pt x="507674" y="101708"/>
                  <a:pt x="479556" y="118110"/>
                </a:cubicBezTo>
                <a:cubicBezTo>
                  <a:pt x="448798" y="136052"/>
                  <a:pt x="425356" y="151795"/>
                  <a:pt x="391926" y="163830"/>
                </a:cubicBezTo>
                <a:cubicBezTo>
                  <a:pt x="355416" y="176974"/>
                  <a:pt x="331719" y="175405"/>
                  <a:pt x="300486" y="198120"/>
                </a:cubicBezTo>
                <a:cubicBezTo>
                  <a:pt x="283766" y="210280"/>
                  <a:pt x="271153" y="227425"/>
                  <a:pt x="254766" y="240030"/>
                </a:cubicBezTo>
                <a:cubicBezTo>
                  <a:pt x="238012" y="252917"/>
                  <a:pt x="218826" y="262320"/>
                  <a:pt x="201426" y="274320"/>
                </a:cubicBezTo>
                <a:cubicBezTo>
                  <a:pt x="145226" y="313079"/>
                  <a:pt x="151183" y="310014"/>
                  <a:pt x="106176" y="350520"/>
                </a:cubicBezTo>
                <a:cubicBezTo>
                  <a:pt x="84554" y="415385"/>
                  <a:pt x="99670" y="391990"/>
                  <a:pt x="71886" y="426720"/>
                </a:cubicBezTo>
                <a:cubicBezTo>
                  <a:pt x="69346" y="435610"/>
                  <a:pt x="67585" y="444761"/>
                  <a:pt x="64266" y="453390"/>
                </a:cubicBezTo>
                <a:cubicBezTo>
                  <a:pt x="61208" y="461342"/>
                  <a:pt x="55377" y="468118"/>
                  <a:pt x="52836" y="476250"/>
                </a:cubicBezTo>
                <a:cubicBezTo>
                  <a:pt x="48973" y="488612"/>
                  <a:pt x="48086" y="501721"/>
                  <a:pt x="45216" y="514350"/>
                </a:cubicBezTo>
                <a:cubicBezTo>
                  <a:pt x="20931" y="621205"/>
                  <a:pt x="44876" y="504621"/>
                  <a:pt x="26166" y="598170"/>
                </a:cubicBezTo>
                <a:cubicBezTo>
                  <a:pt x="21086" y="665480"/>
                  <a:pt x="12950" y="732629"/>
                  <a:pt x="10926" y="800100"/>
                </a:cubicBezTo>
                <a:cubicBezTo>
                  <a:pt x="7547" y="912742"/>
                  <a:pt x="-22256" y="945988"/>
                  <a:pt x="33786" y="1002030"/>
                </a:cubicBezTo>
                <a:cubicBezTo>
                  <a:pt x="37024" y="1005268"/>
                  <a:pt x="40929" y="1008042"/>
                  <a:pt x="45216" y="1009650"/>
                </a:cubicBezTo>
                <a:cubicBezTo>
                  <a:pt x="51279" y="1011924"/>
                  <a:pt x="57916" y="1012190"/>
                  <a:pt x="64266" y="1013460"/>
                </a:cubicBezTo>
                <a:cubicBezTo>
                  <a:pt x="70616" y="1018540"/>
                  <a:pt x="78323" y="1022281"/>
                  <a:pt x="83316" y="1028700"/>
                </a:cubicBezTo>
                <a:cubicBezTo>
                  <a:pt x="87515" y="1034099"/>
                  <a:pt x="85166" y="1044078"/>
                  <a:pt x="90936" y="1047750"/>
                </a:cubicBezTo>
                <a:cubicBezTo>
                  <a:pt x="100814" y="1054036"/>
                  <a:pt x="113796" y="1052830"/>
                  <a:pt x="125226" y="1055370"/>
                </a:cubicBezTo>
                <a:cubicBezTo>
                  <a:pt x="171358" y="1101502"/>
                  <a:pt x="147262" y="1085438"/>
                  <a:pt x="193806" y="1108710"/>
                </a:cubicBezTo>
                <a:cubicBezTo>
                  <a:pt x="208255" y="1144833"/>
                  <a:pt x="190531" y="1115946"/>
                  <a:pt x="220476" y="1131570"/>
                </a:cubicBezTo>
                <a:cubicBezTo>
                  <a:pt x="228602" y="1135810"/>
                  <a:pt x="295709" y="1175593"/>
                  <a:pt x="315726" y="1192530"/>
                </a:cubicBezTo>
                <a:cubicBezTo>
                  <a:pt x="349698" y="1221276"/>
                  <a:pt x="324093" y="1212491"/>
                  <a:pt x="357636" y="1219200"/>
                </a:cubicBezTo>
                <a:cubicBezTo>
                  <a:pt x="362716" y="1224280"/>
                  <a:pt x="366596" y="1230951"/>
                  <a:pt x="372876" y="1234440"/>
                </a:cubicBezTo>
                <a:cubicBezTo>
                  <a:pt x="399557" y="1249263"/>
                  <a:pt x="388337" y="1223893"/>
                  <a:pt x="395736" y="1253490"/>
                </a:cubicBezTo>
                <a:lnTo>
                  <a:pt x="738636" y="1242060"/>
                </a:lnTo>
                <a:cubicBezTo>
                  <a:pt x="757833" y="1241146"/>
                  <a:pt x="776571" y="1234796"/>
                  <a:pt x="795786" y="1234440"/>
                </a:cubicBezTo>
                <a:lnTo>
                  <a:pt x="944376" y="1238250"/>
                </a:lnTo>
                <a:cubicBezTo>
                  <a:pt x="969599" y="1255065"/>
                  <a:pt x="959045" y="1249394"/>
                  <a:pt x="974856" y="125730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487B1B31-D3FB-E709-A534-169954F7C1C5}"/>
              </a:ext>
            </a:extLst>
          </p:cNvPr>
          <p:cNvSpPr/>
          <p:nvPr/>
        </p:nvSpPr>
        <p:spPr>
          <a:xfrm>
            <a:off x="3947160" y="5433060"/>
            <a:ext cx="194310" cy="404178"/>
          </a:xfrm>
          <a:custGeom>
            <a:avLst/>
            <a:gdLst>
              <a:gd name="csX0" fmla="*/ 194310 w 194310"/>
              <a:gd name="csY0" fmla="*/ 0 h 434650"/>
              <a:gd name="csX1" fmla="*/ 190500 w 194310"/>
              <a:gd name="csY1" fmla="*/ 87630 h 434650"/>
              <a:gd name="csX2" fmla="*/ 175260 w 194310"/>
              <a:gd name="csY2" fmla="*/ 110490 h 434650"/>
              <a:gd name="csX3" fmla="*/ 171450 w 194310"/>
              <a:gd name="csY3" fmla="*/ 144780 h 434650"/>
              <a:gd name="csX4" fmla="*/ 129540 w 194310"/>
              <a:gd name="csY4" fmla="*/ 220980 h 434650"/>
              <a:gd name="csX5" fmla="*/ 118110 w 194310"/>
              <a:gd name="csY5" fmla="*/ 270510 h 434650"/>
              <a:gd name="csX6" fmla="*/ 99060 w 194310"/>
              <a:gd name="csY6" fmla="*/ 312420 h 434650"/>
              <a:gd name="csX7" fmla="*/ 83820 w 194310"/>
              <a:gd name="csY7" fmla="*/ 331470 h 434650"/>
              <a:gd name="csX8" fmla="*/ 57150 w 194310"/>
              <a:gd name="csY8" fmla="*/ 373380 h 434650"/>
              <a:gd name="csX9" fmla="*/ 45720 w 194310"/>
              <a:gd name="csY9" fmla="*/ 392430 h 434650"/>
              <a:gd name="csX10" fmla="*/ 26670 w 194310"/>
              <a:gd name="csY10" fmla="*/ 426720 h 434650"/>
              <a:gd name="csX11" fmla="*/ 7620 w 194310"/>
              <a:gd name="csY11" fmla="*/ 434340 h 434650"/>
              <a:gd name="csX12" fmla="*/ 0 w 194310"/>
              <a:gd name="csY12" fmla="*/ 434340 h 434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94310" h="434650">
                <a:moveTo>
                  <a:pt x="194310" y="0"/>
                </a:moveTo>
                <a:cubicBezTo>
                  <a:pt x="193040" y="29210"/>
                  <a:pt x="195468" y="58818"/>
                  <a:pt x="190500" y="87630"/>
                </a:cubicBezTo>
                <a:cubicBezTo>
                  <a:pt x="188944" y="96655"/>
                  <a:pt x="178156" y="101802"/>
                  <a:pt x="175260" y="110490"/>
                </a:cubicBezTo>
                <a:cubicBezTo>
                  <a:pt x="171623" y="121400"/>
                  <a:pt x="174913" y="133813"/>
                  <a:pt x="171450" y="144780"/>
                </a:cubicBezTo>
                <a:cubicBezTo>
                  <a:pt x="165745" y="162847"/>
                  <a:pt x="138877" y="205418"/>
                  <a:pt x="129540" y="220980"/>
                </a:cubicBezTo>
                <a:cubicBezTo>
                  <a:pt x="125730" y="237490"/>
                  <a:pt x="122645" y="254184"/>
                  <a:pt x="118110" y="270510"/>
                </a:cubicBezTo>
                <a:cubicBezTo>
                  <a:pt x="115631" y="279435"/>
                  <a:pt x="103203" y="305909"/>
                  <a:pt x="99060" y="312420"/>
                </a:cubicBezTo>
                <a:cubicBezTo>
                  <a:pt x="94694" y="319281"/>
                  <a:pt x="88900" y="325120"/>
                  <a:pt x="83820" y="331470"/>
                </a:cubicBezTo>
                <a:cubicBezTo>
                  <a:pt x="77105" y="371759"/>
                  <a:pt x="87581" y="339568"/>
                  <a:pt x="57150" y="373380"/>
                </a:cubicBezTo>
                <a:cubicBezTo>
                  <a:pt x="52196" y="378884"/>
                  <a:pt x="49032" y="385806"/>
                  <a:pt x="45720" y="392430"/>
                </a:cubicBezTo>
                <a:cubicBezTo>
                  <a:pt x="39558" y="404755"/>
                  <a:pt x="38660" y="417727"/>
                  <a:pt x="26670" y="426720"/>
                </a:cubicBezTo>
                <a:cubicBezTo>
                  <a:pt x="21199" y="430823"/>
                  <a:pt x="14196" y="432461"/>
                  <a:pt x="7620" y="434340"/>
                </a:cubicBezTo>
                <a:cubicBezTo>
                  <a:pt x="5178" y="435038"/>
                  <a:pt x="2540" y="434340"/>
                  <a:pt x="0" y="43434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F53B9FDF-432B-B4D6-2D3C-474F01AD170F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67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68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4036618" y="895502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692236" y="357926"/>
            <a:ext cx="218493" cy="21772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2079750" y="1555788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2252483" y="2328517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334356" y="2328516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334352" y="2328518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2046565" y="1662215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546783" y="2162433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3132476" y="1577972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347532" y="3103989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626708" y="3103989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243326" y="2464296"/>
            <a:ext cx="333680" cy="94570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940485" y="2712842"/>
            <a:ext cx="333680" cy="44861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594018" y="2328516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7249349" y="2327086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791591" y="918857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580823" y="1555787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942772" y="284619"/>
            <a:ext cx="218492" cy="23238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433041" y="1778479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970817" y="2327087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456138" y="254310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439ECC-C7CE-E6FD-B961-9A283F596B40}"/>
              </a:ext>
            </a:extLst>
          </p:cNvPr>
          <p:cNvSpPr/>
          <p:nvPr/>
        </p:nvSpPr>
        <p:spPr>
          <a:xfrm>
            <a:off x="8924440" y="2327085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냄새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12" name="꺾인 양쪽 화살표 연결선 18">
            <a:extLst>
              <a:ext uri="{FF2B5EF4-FFF2-40B4-BE49-F238E27FC236}">
                <a16:creationId xmlns:a16="http://schemas.microsoft.com/office/drawing/2014/main" id="{6C8F10DE-668D-582B-476F-DFB1C50A8B71}"/>
              </a:ext>
            </a:extLst>
          </p:cNvPr>
          <p:cNvCxnSpPr>
            <a:cxnSpLocks/>
            <a:stCxn id="30" idx="2"/>
            <a:endCxn id="10" idx="0"/>
          </p:cNvCxnSpPr>
          <p:nvPr/>
        </p:nvCxnSpPr>
        <p:spPr>
          <a:xfrm rot="16200000" flipH="1">
            <a:off x="8270587" y="940932"/>
            <a:ext cx="329505" cy="24427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2175061-8717-5126-E2F8-A4E704A8E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059428"/>
              </p:ext>
            </p:extLst>
          </p:nvPr>
        </p:nvGraphicFramePr>
        <p:xfrm>
          <a:off x="5248072" y="2912130"/>
          <a:ext cx="57226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냄새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Smelly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462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62A930E-8CC2-6012-2583-50CD6146A08C}"/>
              </a:ext>
            </a:extLst>
          </p:cNvPr>
          <p:cNvSpPr/>
          <p:nvPr/>
        </p:nvSpPr>
        <p:spPr>
          <a:xfrm>
            <a:off x="509655" y="1196719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E03BDDF-CB04-CDC5-5414-43CCC85D5432}"/>
              </a:ext>
            </a:extLst>
          </p:cNvPr>
          <p:cNvSpPr/>
          <p:nvPr/>
        </p:nvSpPr>
        <p:spPr>
          <a:xfrm>
            <a:off x="10344825" y="3217763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위치 및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83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기획 목표 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55B9E-719C-75A8-8038-6DB706B5A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전체 경로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324BDA-4CE2-33FA-C9C0-0201072879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2F5795B-337A-6FAC-9D7F-FFA570CC7A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최종 배달지에서 </a:t>
            </a:r>
            <a:br>
              <a:rPr lang="en-US" altLang="ko-KR" dirty="0"/>
            </a:br>
            <a:r>
              <a:rPr lang="ko-KR" altLang="en-US" dirty="0"/>
              <a:t>산을 넘을 수 있는 물품을 </a:t>
            </a:r>
            <a:br>
              <a:rPr lang="en-US" altLang="ko-KR" dirty="0"/>
            </a:br>
            <a:r>
              <a:rPr lang="ko-KR" altLang="en-US" dirty="0"/>
              <a:t>보상으로 받은 후 본거지로 </a:t>
            </a:r>
            <a:br>
              <a:rPr lang="en-US" altLang="ko-KR" dirty="0"/>
            </a:br>
            <a:r>
              <a:rPr lang="ko-KR" altLang="en-US" dirty="0"/>
              <a:t>귀환 가능하도록 </a:t>
            </a:r>
            <a:br>
              <a:rPr lang="en-US" altLang="ko-KR" dirty="0"/>
            </a:br>
            <a:r>
              <a:rPr lang="ko-KR" altLang="en-US" dirty="0" err="1"/>
              <a:t>맵의</a:t>
            </a:r>
            <a:r>
              <a:rPr lang="ko-KR" altLang="en-US" dirty="0"/>
              <a:t> 구조를 기획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4707A4-A264-BBB7-7A6D-3BE9D6CA1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60B6A9-409D-E85D-15B1-6A0039ACE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8B0718A-6E1F-5CFA-E632-C607BB381A4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8F034F5-A629-CE50-34C6-DBEBF8CB5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3" name="사각형: 잘린 대각선 방향 모서리 12">
            <a:extLst>
              <a:ext uri="{FF2B5EF4-FFF2-40B4-BE49-F238E27FC236}">
                <a16:creationId xmlns:a16="http://schemas.microsoft.com/office/drawing/2014/main" id="{386E55AC-8BE0-24AC-1276-58352606C79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E01204D-C348-D474-8F52-BB88484B9682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B4948F3-986D-BA10-60F9-522F765F8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573BDAF9-8E10-5E2D-A500-97CDB18866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2A7EC1D-5701-3ADC-9B43-A89199A0D3E1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1B900FB-8835-9265-969A-1D5AACB442F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23A857-60D8-5B71-665C-798E8D0357F1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3148BA-9936-FF32-75E1-3CEF7BA201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ysClr val="windowText" lastClr="000000"/>
                </a:solidFill>
              </a:rPr>
              <a:t>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F277CB-1DA7-3604-3EAC-A5005FECAA2C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41" name="평행 사변형 40">
            <a:extLst>
              <a:ext uri="{FF2B5EF4-FFF2-40B4-BE49-F238E27FC236}">
                <a16:creationId xmlns:a16="http://schemas.microsoft.com/office/drawing/2014/main" id="{000C7BB0-37FB-EAFF-36A6-38CA40294C18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3" name="십자형 42">
            <a:extLst>
              <a:ext uri="{FF2B5EF4-FFF2-40B4-BE49-F238E27FC236}">
                <a16:creationId xmlns:a16="http://schemas.microsoft.com/office/drawing/2014/main" id="{C753C0D2-C1CD-34A2-0B3C-E8ED3EECE55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5" name="이등변 삼각형 44">
            <a:extLst>
              <a:ext uri="{FF2B5EF4-FFF2-40B4-BE49-F238E27FC236}">
                <a16:creationId xmlns:a16="http://schemas.microsoft.com/office/drawing/2014/main" id="{6664B951-5462-89CA-53D2-633439870DA9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49" name="이등변 삼각형 48">
            <a:extLst>
              <a:ext uri="{FF2B5EF4-FFF2-40B4-BE49-F238E27FC236}">
                <a16:creationId xmlns:a16="http://schemas.microsoft.com/office/drawing/2014/main" id="{F1914C1E-3F8B-133B-4103-8FAB8EB0BF1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1" name="이등변 삼각형 50">
            <a:extLst>
              <a:ext uri="{FF2B5EF4-FFF2-40B4-BE49-F238E27FC236}">
                <a16:creationId xmlns:a16="http://schemas.microsoft.com/office/drawing/2014/main" id="{BC8FA6D5-D4CC-97DE-C794-62763A92375F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3" name="이등변 삼각형 52">
            <a:extLst>
              <a:ext uri="{FF2B5EF4-FFF2-40B4-BE49-F238E27FC236}">
                <a16:creationId xmlns:a16="http://schemas.microsoft.com/office/drawing/2014/main" id="{483F43AD-3F5C-CD0F-80A3-0BDC104733BB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5" name="십자형 54">
            <a:extLst>
              <a:ext uri="{FF2B5EF4-FFF2-40B4-BE49-F238E27FC236}">
                <a16:creationId xmlns:a16="http://schemas.microsoft.com/office/drawing/2014/main" id="{A2473AC5-87C9-DF7A-28F9-98F73D9B41F0}"/>
              </a:ext>
            </a:extLst>
          </p:cNvPr>
          <p:cNvSpPr/>
          <p:nvPr/>
        </p:nvSpPr>
        <p:spPr>
          <a:xfrm>
            <a:off x="2642224" y="4112030"/>
            <a:ext cx="561073" cy="438586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cxnSp>
        <p:nvCxnSpPr>
          <p:cNvPr id="57" name="연결선: 구부러짐 56">
            <a:extLst>
              <a:ext uri="{FF2B5EF4-FFF2-40B4-BE49-F238E27FC236}">
                <a16:creationId xmlns:a16="http://schemas.microsoft.com/office/drawing/2014/main" id="{24D53E14-A20E-F398-F9A4-6B4CF3265F89}"/>
              </a:ext>
            </a:extLst>
          </p:cNvPr>
          <p:cNvCxnSpPr>
            <a:cxnSpLocks/>
            <a:stCxn id="43" idx="0"/>
            <a:endCxn id="27" idx="0"/>
          </p:cNvCxnSpPr>
          <p:nvPr/>
        </p:nvCxnSpPr>
        <p:spPr>
          <a:xfrm rot="5400000" flipH="1" flipV="1">
            <a:off x="2367728" y="2721801"/>
            <a:ext cx="1874409" cy="3114189"/>
          </a:xfrm>
          <a:prstGeom prst="curvedConnector3">
            <a:avLst>
              <a:gd name="adj1" fmla="val 137355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연결선: 구부러짐 69">
            <a:extLst>
              <a:ext uri="{FF2B5EF4-FFF2-40B4-BE49-F238E27FC236}">
                <a16:creationId xmlns:a16="http://schemas.microsoft.com/office/drawing/2014/main" id="{BC636D52-D538-C01B-CBAB-0B34EA143BC3}"/>
              </a:ext>
            </a:extLst>
          </p:cNvPr>
          <p:cNvCxnSpPr>
            <a:cxnSpLocks/>
            <a:endCxn id="49" idx="5"/>
          </p:cNvCxnSpPr>
          <p:nvPr/>
        </p:nvCxnSpPr>
        <p:spPr>
          <a:xfrm rot="5400000">
            <a:off x="3843586" y="4382949"/>
            <a:ext cx="2051862" cy="313616"/>
          </a:xfrm>
          <a:prstGeom prst="curvedConnector2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구부러짐 76">
            <a:extLst>
              <a:ext uri="{FF2B5EF4-FFF2-40B4-BE49-F238E27FC236}">
                <a16:creationId xmlns:a16="http://schemas.microsoft.com/office/drawing/2014/main" id="{6D0EDE59-CC85-ABCF-233B-AC1EAB297EB9}"/>
              </a:ext>
            </a:extLst>
          </p:cNvPr>
          <p:cNvCxnSpPr>
            <a:cxnSpLocks/>
            <a:endCxn id="43" idx="3"/>
          </p:cNvCxnSpPr>
          <p:nvPr/>
        </p:nvCxnSpPr>
        <p:spPr>
          <a:xfrm rot="10800000">
            <a:off x="2209801" y="5511374"/>
            <a:ext cx="2285025" cy="149564"/>
          </a:xfrm>
          <a:prstGeom prst="curvedConnector3">
            <a:avLst>
              <a:gd name="adj1" fmla="val 50000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013246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671A9-F68B-BC85-69A9-FDB5FE37C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6F45F-CCA8-6BA1-A2CA-29E08DCCD4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080573-67B0-3536-D4A2-A7EA9D051B1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78325-C60F-24FF-950A-CA7D282B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F5B9C9-C309-E4BC-3899-EAA327F0B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30AA93-DEDD-F32D-5271-BF30F87E1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FCA9BBF-E4C0-6798-C1EE-66A5645CD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E553973E-D8CA-9557-14A9-296A88364806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51D339E-5C2E-A673-173C-699796ADD7A2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FC68B9-344E-79D6-DFB7-0088D699F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0B11321F-6CAB-EF59-C2AD-713DADB7CE48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F1ACF9D6-F860-E435-CBD0-12A9F63CE034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756448C-A265-2B75-6690-CB5752FA8CAE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89B5B84-C959-6765-9683-9337D709ACFB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C493F8-3EA3-0DA0-8FB5-26A2F6AC07BB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C42916-7CFF-B5A4-7DDF-0E8E52FFD642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24453819-4545-A836-C7C8-5A6BD6941C1D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4F0AE6D-A05C-6307-19AE-3BAFD4095106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2A054509-38E0-584C-5B3D-58175334C088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53600590-5A09-0FA8-609F-C91CDE5EA139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D801EDAC-D9C6-055D-4A2D-435C28BF90AA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0BB992C8-55A7-798B-7971-644BDE64309E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53679552-882C-B9A4-7EEA-5FDDDEADF382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AA2476E-83A7-7D2C-C015-2491FD95CA91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26A5A98-A49C-815E-803A-D0F9B1741F00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D9850530-6206-7BC3-8CA4-B2C749060336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731E2C-60AC-D269-9939-98B380030793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A90DE10A-F4C3-B36A-B114-5FF034D50166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8CC165ED-0B8D-01C5-F74A-F924EFCC7316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C49B220-AA83-F53B-BF8A-4DB55DFB0645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EB4C606-72EE-B7AB-D327-1EFF39D337D3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F0E42AF-7A63-C4D0-C574-C17351F19674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7A867D3-B0F6-A6EA-F32C-B91BB06E17F8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67BE0BE6-775C-E1E7-C382-588152476D85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2900D8E2-2B9D-756E-D928-1653FC573059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9609F5D1-858E-0988-1522-54318A4BBEC9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7251AE09-A80D-65F2-CA2A-E299B6F699B7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2FEB02F-1C03-923B-CAE1-0A43B3911835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D67F352-1C25-8F87-BE9C-CBA1AB26D52D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BDB511AC-D136-1C5F-F723-9B340D92CEAC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A518AE02-A640-5761-8BD8-F60CC94172B1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AEEF59F-5540-9931-469F-1D3D107ACCF7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022F9F2-6609-13DE-BE19-DA9B4981A039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21C92DAE-E202-3403-5F62-9D8B082F808C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FC970F4-8399-340A-448C-5EB68971E2C1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88366D07-B52C-115F-B293-98E1D26E58BD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6243BCA9-BB27-3A4F-4B82-3F2FA7FAF3F4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1469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F73D-77D9-BB81-27E1-AF5783AA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07A296-464A-87A0-7183-26851BE3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단계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C5365C-A461-6219-C868-920B13805B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615291"/>
            <a:ext cx="5181600" cy="2561672"/>
          </a:xfrm>
        </p:spPr>
        <p:txBody>
          <a:bodyPr/>
          <a:lstStyle/>
          <a:p>
            <a:r>
              <a:rPr lang="ko-KR" altLang="en-US" dirty="0"/>
              <a:t>붉은 선과 파란 선 </a:t>
            </a:r>
            <a:r>
              <a:rPr lang="en-US" altLang="ko-KR" dirty="0"/>
              <a:t>: </a:t>
            </a:r>
            <a:r>
              <a:rPr lang="ko-KR" altLang="en-US" dirty="0"/>
              <a:t>목적지까지 도달하기 위한 두 단계의 경로</a:t>
            </a:r>
            <a:endParaRPr lang="en-US" altLang="ko-KR" dirty="0"/>
          </a:p>
          <a:p>
            <a:r>
              <a:rPr lang="ko-KR" altLang="en-US" dirty="0"/>
              <a:t>붉은 선 </a:t>
            </a:r>
            <a:r>
              <a:rPr lang="en-US" altLang="ko-KR" dirty="0"/>
              <a:t>: 1</a:t>
            </a:r>
            <a:r>
              <a:rPr lang="ko-KR" altLang="en-US" dirty="0"/>
              <a:t>단계</a:t>
            </a:r>
            <a:endParaRPr lang="en-US" altLang="ko-KR" dirty="0"/>
          </a:p>
          <a:p>
            <a:r>
              <a:rPr lang="ko-KR" altLang="en-US" dirty="0"/>
              <a:t>파란 선 </a:t>
            </a:r>
            <a:r>
              <a:rPr lang="en-US" altLang="ko-KR" dirty="0"/>
              <a:t>: 2</a:t>
            </a:r>
            <a:r>
              <a:rPr lang="ko-KR" altLang="en-US" dirty="0"/>
              <a:t>단계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1E40BD-0B0D-B9E1-7679-E0656F40B3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362C7C-8A12-862A-36C1-9775FC9E7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405693-1891-2EB0-2FBB-E96CAE21F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08AFA02-6A11-2364-9586-09062B7CF3A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B18EC6-6C05-C2FA-61D2-662A65703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1EC05DE0-1A92-AB97-7667-B027CD35278C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A586D92-963B-BF45-973A-A33212680C7B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A46A21-8FEF-25B8-FB6F-E581755AF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1D6A2EB-0BB1-42F7-464D-84342FF43B0C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CBE1810F-A37F-2124-DC25-34560CF84718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0CDE323D-E8C9-4941-BE4E-77EFD26F94AC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F8421CB-52A9-790B-B34E-F9801B08395F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3DE973-6E11-C2B8-EB2A-F60A996592E0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9CF0AB-B4E8-5C52-3C85-08BA744F9925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A37C917-DD2B-750E-A83E-4B7280865B2E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AA18BA2-7BA1-45E8-CA44-3CE184B5B11E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EBD4E203-0580-180F-4AC8-D1580AB823D2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38FEE689-221E-73A6-38DC-3E963FF8D59C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FC6B376D-5F8E-5CC1-D2D8-CA334ABDB9E4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97C09418-3D85-812F-862C-B258A4743006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EB53826E-F246-2326-9E58-1F896B1F2A27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14DA28-1B8E-9190-FDB9-CED43BF6F5C3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DEBBC67-8642-2570-64F6-073EC8600EDB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F855F616-0408-2D92-0E39-38AA430C6065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465B7CC-2ED8-E8C6-537B-18A9D93BE865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5889A05-4CF0-1997-4432-BA80CA6CEC15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C1841E7-652C-EB2F-7C7C-749CB04AD5CF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E2BC12B-8A20-C1EC-958D-D54B55954434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E47D6ED-E1B7-7F4C-C0E0-46824435AEEA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D793BEEA-4770-50DC-766A-B1413547760E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DA79603-78E4-48C3-0326-428AFA39990F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2667F1F3-DF23-D227-A0C2-9C7EB8C8DEFB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52CF8CA1-6B32-8F5E-8E6D-E2EBE5AFFB25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5AAB57F9-E799-F356-9252-EC8AB213B7C7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1AD77126-DDAC-F383-5D77-AA78D82B84E8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C3E4706-E35B-3372-EE6B-D15F170ABD82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A615A6F3-D537-C52F-82ED-DD40568DD7AF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5AD4A311-CE04-106F-2593-A71359925795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24E93E9C-33AE-8884-750C-1A010D6FA055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00AAFE5-E797-66A7-6517-C3A3F39BE3D0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8B3B8652-1970-07A6-2E46-B170AA75277D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DAB96E8-F6A2-2942-1F35-BDB7FA361F82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9978331-15E9-C4A8-E066-61996D3E5D8F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F033F676-3A19-9721-C328-B9E9332B98EC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00AE08BB-FB12-3745-5BB8-741A7A141293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223F228-8AEC-BDCB-0E67-9E012CF4B9AA}"/>
              </a:ext>
            </a:extLst>
          </p:cNvPr>
          <p:cNvCxnSpPr>
            <a:cxnSpLocks/>
          </p:cNvCxnSpPr>
          <p:nvPr/>
        </p:nvCxnSpPr>
        <p:spPr>
          <a:xfrm flipH="1">
            <a:off x="7257691" y="1909313"/>
            <a:ext cx="2254369" cy="354258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C167B5C-9B23-B176-267F-59288B965FD3}"/>
              </a:ext>
            </a:extLst>
          </p:cNvPr>
          <p:cNvCxnSpPr>
            <a:cxnSpLocks/>
          </p:cNvCxnSpPr>
          <p:nvPr/>
        </p:nvCxnSpPr>
        <p:spPr>
          <a:xfrm flipH="1">
            <a:off x="7108166" y="3615291"/>
            <a:ext cx="1136606" cy="1791296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D1B3E95A-1D65-1F20-8680-96AE6BA2110F}"/>
              </a:ext>
            </a:extLst>
          </p:cNvPr>
          <p:cNvCxnSpPr>
            <a:cxnSpLocks/>
            <a:endCxn id="79" idx="1"/>
          </p:cNvCxnSpPr>
          <p:nvPr/>
        </p:nvCxnSpPr>
        <p:spPr>
          <a:xfrm flipV="1">
            <a:off x="8296203" y="1920240"/>
            <a:ext cx="1082117" cy="1608990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29F7E14-3C47-28F6-9B6C-1D0C38B1E19F}"/>
              </a:ext>
            </a:extLst>
          </p:cNvPr>
          <p:cNvCxnSpPr>
            <a:cxnSpLocks/>
          </p:cNvCxnSpPr>
          <p:nvPr/>
        </p:nvCxnSpPr>
        <p:spPr>
          <a:xfrm flipH="1">
            <a:off x="1013524" y="1920240"/>
            <a:ext cx="862737" cy="132247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7CABDD49-C736-2DD7-CA5D-8541E0464966}"/>
              </a:ext>
            </a:extLst>
          </p:cNvPr>
          <p:cNvCxnSpPr>
            <a:cxnSpLocks/>
          </p:cNvCxnSpPr>
          <p:nvPr/>
        </p:nvCxnSpPr>
        <p:spPr>
          <a:xfrm flipH="1">
            <a:off x="2747523" y="2111999"/>
            <a:ext cx="464278" cy="756318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B6CC23B-C70F-FA20-1E74-3B297EFA80B5}"/>
              </a:ext>
            </a:extLst>
          </p:cNvPr>
          <p:cNvCxnSpPr>
            <a:cxnSpLocks/>
          </p:cNvCxnSpPr>
          <p:nvPr/>
        </p:nvCxnSpPr>
        <p:spPr>
          <a:xfrm flipV="1">
            <a:off x="3868253" y="2001328"/>
            <a:ext cx="523320" cy="791372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8310AA06-DE97-F669-7F92-FA379522B65D}"/>
              </a:ext>
            </a:extLst>
          </p:cNvPr>
          <p:cNvSpPr txBox="1"/>
          <p:nvPr/>
        </p:nvSpPr>
        <p:spPr>
          <a:xfrm>
            <a:off x="2027631" y="2226586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=</a:t>
            </a:r>
            <a:endParaRPr lang="ko-KR" altLang="en-US" sz="3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5CBA2A-A354-BD8E-1748-84EA1EC64BC2}"/>
              </a:ext>
            </a:extLst>
          </p:cNvPr>
          <p:cNvSpPr txBox="1"/>
          <p:nvPr/>
        </p:nvSpPr>
        <p:spPr>
          <a:xfrm>
            <a:off x="3240635" y="2153899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+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626929479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7389</TotalTime>
  <Words>6105</Words>
  <Application>Microsoft Office PowerPoint</Application>
  <PresentationFormat>와이드스크린</PresentationFormat>
  <Paragraphs>1464</Paragraphs>
  <Slides>99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99</vt:i4>
      </vt:variant>
    </vt:vector>
  </HeadingPairs>
  <TitlesOfParts>
    <vt:vector size="104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레퍼런스 게임</vt:lpstr>
      <vt:lpstr>도우미 AI 참고 프리뷰</vt:lpstr>
      <vt:lpstr>게임 정보</vt:lpstr>
      <vt:lpstr>기획 목표</vt:lpstr>
      <vt:lpstr>메인 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PowerPoint 프레젠테이션</vt:lpstr>
      <vt:lpstr>PowerPoint 프레젠테이션</vt:lpstr>
      <vt:lpstr>NPC_주민</vt:lpstr>
      <vt:lpstr>연구주제</vt:lpstr>
      <vt:lpstr>도우미 AI 구현 계획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도우미 AI 구현 아키텍쳐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PowerPoint 프레젠테이션</vt:lpstr>
      <vt:lpstr>아키텍쳐 세부</vt:lpstr>
      <vt:lpstr>아키텍쳐 세부</vt:lpstr>
      <vt:lpstr>PowerPoint 프레젠테이션</vt:lpstr>
      <vt:lpstr>아키텍쳐 세부</vt:lpstr>
      <vt:lpstr>아키텍쳐 세부</vt:lpstr>
      <vt:lpstr>아키텍쳐 세부</vt:lpstr>
      <vt:lpstr>아키텍쳐 세부</vt:lpstr>
      <vt:lpstr>PowerPoint 프레젠테이션</vt:lpstr>
      <vt:lpstr>경로 후보 생성 예시</vt:lpstr>
      <vt:lpstr>경로 후보 생성 예시</vt:lpstr>
      <vt:lpstr>맵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UI_세부_시간예측분석UI_후보1</vt:lpstr>
      <vt:lpstr>UI_세부_시간예측분석UI_후보2</vt:lpstr>
      <vt:lpstr>UI_세부_시간예측분석UI_후보3</vt:lpstr>
      <vt:lpstr>기획 목표 어째서 2인인가!</vt:lpstr>
      <vt:lpstr>프로토타입 플로우</vt:lpstr>
      <vt:lpstr>데이터 테이블_맵</vt:lpstr>
      <vt:lpstr>NPC_생물_벌 행동트리</vt:lpstr>
      <vt:lpstr>경로 예측</vt:lpstr>
      <vt:lpstr>맵 전체 경로 흐름</vt:lpstr>
      <vt:lpstr>데이터 테이블_NPC,플레이어</vt:lpstr>
      <vt:lpstr>PowerPoint 프레젠테이션</vt:lpstr>
      <vt:lpstr>PowerPoint 프레젠테이션</vt:lpstr>
      <vt:lpstr>경로 단계 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246</cp:revision>
  <dcterms:created xsi:type="dcterms:W3CDTF">2026-09-16T19:24:55Z</dcterms:created>
  <dcterms:modified xsi:type="dcterms:W3CDTF">2026-10-29T13:15:33Z</dcterms:modified>
</cp:coreProperties>
</file>