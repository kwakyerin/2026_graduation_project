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77"/>
  </p:notesMasterIdLst>
  <p:sldIdLst>
    <p:sldId id="256" r:id="rId3"/>
    <p:sldId id="281" r:id="rId4"/>
    <p:sldId id="257" r:id="rId5"/>
    <p:sldId id="258" r:id="rId6"/>
    <p:sldId id="315" r:id="rId7"/>
    <p:sldId id="348" r:id="rId8"/>
    <p:sldId id="292" r:id="rId9"/>
    <p:sldId id="259" r:id="rId10"/>
    <p:sldId id="261" r:id="rId11"/>
    <p:sldId id="347" r:id="rId12"/>
    <p:sldId id="314" r:id="rId13"/>
    <p:sldId id="265" r:id="rId14"/>
    <p:sldId id="260" r:id="rId15"/>
    <p:sldId id="271" r:id="rId16"/>
    <p:sldId id="268" r:id="rId17"/>
    <p:sldId id="272" r:id="rId18"/>
    <p:sldId id="273" r:id="rId19"/>
    <p:sldId id="328" r:id="rId20"/>
    <p:sldId id="303" r:id="rId21"/>
    <p:sldId id="335" r:id="rId22"/>
    <p:sldId id="336" r:id="rId23"/>
    <p:sldId id="337" r:id="rId24"/>
    <p:sldId id="338" r:id="rId25"/>
    <p:sldId id="339" r:id="rId26"/>
    <p:sldId id="340" r:id="rId27"/>
    <p:sldId id="331" r:id="rId28"/>
    <p:sldId id="343" r:id="rId29"/>
    <p:sldId id="344" r:id="rId30"/>
    <p:sldId id="346" r:id="rId31"/>
    <p:sldId id="341" r:id="rId32"/>
    <p:sldId id="345" r:id="rId33"/>
    <p:sldId id="333" r:id="rId34"/>
    <p:sldId id="334" r:id="rId35"/>
    <p:sldId id="278" r:id="rId36"/>
    <p:sldId id="296" r:id="rId37"/>
    <p:sldId id="286" r:id="rId38"/>
    <p:sldId id="277" r:id="rId39"/>
    <p:sldId id="297" r:id="rId40"/>
    <p:sldId id="279" r:id="rId41"/>
    <p:sldId id="262" r:id="rId42"/>
    <p:sldId id="318" r:id="rId43"/>
    <p:sldId id="321" r:id="rId44"/>
    <p:sldId id="323" r:id="rId45"/>
    <p:sldId id="322" r:id="rId46"/>
    <p:sldId id="319" r:id="rId47"/>
    <p:sldId id="320" r:id="rId48"/>
    <p:sldId id="324" r:id="rId49"/>
    <p:sldId id="325" r:id="rId50"/>
    <p:sldId id="326" r:id="rId51"/>
    <p:sldId id="269" r:id="rId52"/>
    <p:sldId id="274" r:id="rId53"/>
    <p:sldId id="289" r:id="rId54"/>
    <p:sldId id="294" r:id="rId55"/>
    <p:sldId id="291" r:id="rId56"/>
    <p:sldId id="288" r:id="rId57"/>
    <p:sldId id="290" r:id="rId58"/>
    <p:sldId id="276" r:id="rId59"/>
    <p:sldId id="263" r:id="rId60"/>
    <p:sldId id="270" r:id="rId61"/>
    <p:sldId id="316" r:id="rId62"/>
    <p:sldId id="285" r:id="rId63"/>
    <p:sldId id="295" r:id="rId64"/>
    <p:sldId id="275" r:id="rId65"/>
    <p:sldId id="282" r:id="rId66"/>
    <p:sldId id="283" r:id="rId67"/>
    <p:sldId id="317" r:id="rId68"/>
    <p:sldId id="311" r:id="rId69"/>
    <p:sldId id="307" r:id="rId70"/>
    <p:sldId id="310" r:id="rId71"/>
    <p:sldId id="306" r:id="rId72"/>
    <p:sldId id="349" r:id="rId73"/>
    <p:sldId id="312" r:id="rId74"/>
    <p:sldId id="313" r:id="rId75"/>
    <p:sldId id="327" r:id="rId7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45" d="100"/>
          <a:sy n="45" d="100"/>
        </p:scale>
        <p:origin x="30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s://www.youtube.com/watch?v=W7tYP_bk52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20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jp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AI, </a:t>
            </a:r>
            <a:r>
              <a:rPr lang="ko-KR" altLang="en-US" sz="2400" dirty="0"/>
              <a:t>경로 안내 </a:t>
            </a:r>
            <a:r>
              <a:rPr lang="en-US" altLang="ko-KR" sz="2400" dirty="0"/>
              <a:t>AI : </a:t>
            </a:r>
            <a:r>
              <a:rPr lang="ko-KR" altLang="en-US" sz="2400" dirty="0"/>
              <a:t>둘은 동일한 의미</a:t>
            </a:r>
            <a:r>
              <a:rPr lang="en-US" altLang="ko-KR" sz="2400" dirty="0"/>
              <a:t>. </a:t>
            </a:r>
            <a:r>
              <a:rPr lang="ko-KR" altLang="en-US" sz="2400" dirty="0"/>
              <a:t>경로를 보여주고 배달 예상</a:t>
            </a:r>
            <a:br>
              <a:rPr lang="en-US" altLang="ko-KR" sz="2400" dirty="0"/>
            </a:br>
            <a:r>
              <a:rPr lang="ko-KR" altLang="en-US" sz="2400" dirty="0"/>
              <a:t>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  <a:endParaRPr lang="en-US" altLang="ko-KR" sz="2400" dirty="0"/>
          </a:p>
          <a:p>
            <a:r>
              <a:rPr lang="en-US" altLang="ko-KR" sz="2400" dirty="0"/>
              <a:t>ETA : </a:t>
            </a:r>
            <a:r>
              <a:rPr lang="ko-KR" altLang="en-US" sz="2400" dirty="0"/>
              <a:t>경로 예측 시간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배달과정에서 만나는 여러 변수들로 발생하는 시간 지연을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안내를 보고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플레이어들끼리 상의하며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14FEA-2BAE-4A67-10A3-E542E536E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레퍼런스 게임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C24DBF-662A-10CD-4B33-B13DA5CFA9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8CD9DB-C9F8-E616-785A-4C61685AF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936296"/>
            <a:ext cx="5181600" cy="5240667"/>
          </a:xfrm>
        </p:spPr>
        <p:txBody>
          <a:bodyPr anchor="ctr">
            <a:normAutofit/>
          </a:bodyPr>
          <a:lstStyle/>
          <a:p>
            <a:r>
              <a:rPr lang="en-US" altLang="ko-KR" sz="2400" dirty="0"/>
              <a:t>Totally Reliable Delivery Service : </a:t>
            </a:r>
            <a:r>
              <a:rPr lang="ko-KR" altLang="en-US" sz="2400" dirty="0"/>
              <a:t>액션 </a:t>
            </a:r>
            <a:r>
              <a:rPr lang="ko-KR" altLang="en-US" sz="2400" dirty="0" err="1"/>
              <a:t>샌드박스</a:t>
            </a:r>
            <a:r>
              <a:rPr lang="ko-KR" altLang="en-US" sz="2400" dirty="0"/>
              <a:t> 배달 시뮬레이션</a:t>
            </a:r>
            <a:br>
              <a:rPr lang="en-US" altLang="ko-KR" sz="2400" dirty="0"/>
            </a:br>
            <a:r>
              <a:rPr lang="en-US" altLang="ko-KR" sz="2400" dirty="0">
                <a:hlinkClick r:id="rId2"/>
              </a:rPr>
              <a:t>https://www.youtube.com/watch?v=W7tYP_bk524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배트와 </a:t>
            </a:r>
            <a:r>
              <a:rPr lang="ko-KR" altLang="en-US" sz="2400" dirty="0" err="1"/>
              <a:t>달트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>
                <a:solidFill>
                  <a:srgbClr val="000000"/>
                </a:solidFill>
              </a:rPr>
              <a:t>2인 협동 FPS 배달 시뮬레이션 게임</a:t>
            </a:r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15194C-6759-B946-29C2-C73F2C36A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22B28-F603-B91C-81B9-A746EA9C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C7C0465-07A6-94AE-04C3-C1BC93E537F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내용 개체 틀 9">
            <a:extLst>
              <a:ext uri="{FF2B5EF4-FFF2-40B4-BE49-F238E27FC236}">
                <a16:creationId xmlns:a16="http://schemas.microsoft.com/office/drawing/2014/main" id="{B36D1811-93FA-6FFB-CFEC-71FB59848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041881"/>
            <a:ext cx="5179418" cy="29273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2598712-1817-DD02-09E1-A57F8355DD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 b="11613"/>
          <a:stretch>
            <a:fillRect/>
          </a:stretch>
        </p:blipFill>
        <p:spPr>
          <a:xfrm>
            <a:off x="838200" y="936296"/>
            <a:ext cx="5179418" cy="25717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3D9FE4A-30EB-61B6-CA25-DD041506270B}"/>
              </a:ext>
            </a:extLst>
          </p:cNvPr>
          <p:cNvSpPr txBox="1"/>
          <p:nvPr/>
        </p:nvSpPr>
        <p:spPr>
          <a:xfrm>
            <a:off x="838200" y="596923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1]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8763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2344946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시뮬레이션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</a:t>
            </a:r>
            <a:r>
              <a:rPr lang="ko-KR" altLang="en-US" dirty="0"/>
              <a:t>측</a:t>
            </a:r>
            <a:r>
              <a:rPr lang="ko-KR" altLang="ko-KR" dirty="0"/>
              <a:t> 시간 정보를 </a:t>
            </a:r>
            <a:br>
              <a:rPr lang="en-US" altLang="ko-KR" dirty="0"/>
            </a:br>
            <a:r>
              <a:rPr lang="ko-KR" altLang="ko-KR" dirty="0"/>
              <a:t>바탕으로 플레이어의</a:t>
            </a:r>
            <a:br>
              <a:rPr lang="en-US" altLang="ko-KR" dirty="0"/>
            </a:br>
            <a:r>
              <a:rPr lang="ko-KR" altLang="en-US" dirty="0"/>
              <a:t>자율적 판단</a:t>
            </a:r>
            <a:r>
              <a:rPr lang="ko-KR" altLang="ko-KR" dirty="0"/>
              <a:t>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3C037-1491-908D-F241-83F115DB2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기획 목표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9F44B67-E220-97D4-6090-3A94F89C74C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BB991C4A-F06D-D336-3047-55A8D51C3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A76E-4E1F-4BA4-BF9D-7211A8136442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42163C-C71D-FB69-29E1-C0C81DBD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25CA42-39AE-A749-9C0A-5884B112E946}"/>
              </a:ext>
            </a:extLst>
          </p:cNvPr>
          <p:cNvSpPr txBox="1"/>
          <p:nvPr/>
        </p:nvSpPr>
        <p:spPr>
          <a:xfrm>
            <a:off x="1288211" y="2298793"/>
            <a:ext cx="958107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 err="1"/>
              <a:t>플레이어들끼리의</a:t>
            </a:r>
            <a:r>
              <a:rPr lang="ko-KR" altLang="en-US" dirty="0"/>
              <a:t> 의견 충돌로 인한 정체 시간 증가</a:t>
            </a:r>
            <a:r>
              <a:rPr lang="en-US" altLang="ko-KR" dirty="0"/>
              <a:t>. </a:t>
            </a:r>
            <a:r>
              <a:rPr lang="ko-KR" altLang="en-US" dirty="0"/>
              <a:t>운반하는 화물에 따른 다양한 </a:t>
            </a:r>
            <a:br>
              <a:rPr lang="en-US" altLang="ko-KR" dirty="0"/>
            </a:br>
            <a:r>
              <a:rPr lang="ko-KR" altLang="en-US" dirty="0"/>
              <a:t>생태계 변화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DABE34-7BF5-3136-A48A-24B581AEDEEB}"/>
              </a:ext>
            </a:extLst>
          </p:cNvPr>
          <p:cNvSpPr/>
          <p:nvPr/>
        </p:nvSpPr>
        <p:spPr>
          <a:xfrm>
            <a:off x="8574655" y="1621913"/>
            <a:ext cx="2490159" cy="6511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다양한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 경험</a:t>
            </a:r>
          </a:p>
        </p:txBody>
      </p:sp>
      <p:sp>
        <p:nvSpPr>
          <p:cNvPr id="13" name="화살표: 오각형 12">
            <a:extLst>
              <a:ext uri="{FF2B5EF4-FFF2-40B4-BE49-F238E27FC236}">
                <a16:creationId xmlns:a16="http://schemas.microsoft.com/office/drawing/2014/main" id="{D3403B95-89C2-82A8-FD37-0EF9F27FA077}"/>
              </a:ext>
            </a:extLst>
          </p:cNvPr>
          <p:cNvSpPr/>
          <p:nvPr/>
        </p:nvSpPr>
        <p:spPr>
          <a:xfrm>
            <a:off x="1178942" y="1616481"/>
            <a:ext cx="7775277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여러 돌발 상황과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플레이어의 자율적 판단으로 인해 변화하는 상황 경험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72E0F8-70B8-EFB8-EADE-52A677A5E9F5}"/>
              </a:ext>
            </a:extLst>
          </p:cNvPr>
          <p:cNvSpPr/>
          <p:nvPr/>
        </p:nvSpPr>
        <p:spPr>
          <a:xfrm>
            <a:off x="9724844" y="3867864"/>
            <a:ext cx="1431986" cy="6566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r>
              <a:rPr lang="ko-KR" altLang="en-US" dirty="0">
                <a:solidFill>
                  <a:sysClr val="windowText" lastClr="000000"/>
                </a:solidFill>
              </a:rPr>
              <a:t>인 협동</a:t>
            </a: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EC12173A-AF8F-32E0-41BC-969E485F69DD}"/>
              </a:ext>
            </a:extLst>
          </p:cNvPr>
          <p:cNvSpPr/>
          <p:nvPr/>
        </p:nvSpPr>
        <p:spPr>
          <a:xfrm>
            <a:off x="1178942" y="3867864"/>
            <a:ext cx="8919713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 경험에 변수는 생기면서 </a:t>
            </a:r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r>
              <a:rPr lang="ko-KR" altLang="en-US" dirty="0">
                <a:solidFill>
                  <a:sysClr val="windowText" lastClr="000000"/>
                </a:solidFill>
              </a:rPr>
              <a:t>인 이상보다 비용이 적고 과하게 쉬운 난이도 방지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220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2A43F26-7E85-527E-E873-7E8A1744D98D}"/>
              </a:ext>
            </a:extLst>
          </p:cNvPr>
          <p:cNvSpPr/>
          <p:nvPr/>
        </p:nvSpPr>
        <p:spPr>
          <a:xfrm>
            <a:off x="3000281" y="119259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DCB7E2B-302B-1095-1E63-D0EB5DF359BA}"/>
              </a:ext>
            </a:extLst>
          </p:cNvPr>
          <p:cNvSpPr/>
          <p:nvPr/>
        </p:nvSpPr>
        <p:spPr>
          <a:xfrm>
            <a:off x="5058644" y="119465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0F079DB-81A2-7359-BE8C-B6972E90FA78}"/>
              </a:ext>
            </a:extLst>
          </p:cNvPr>
          <p:cNvSpPr/>
          <p:nvPr/>
        </p:nvSpPr>
        <p:spPr>
          <a:xfrm>
            <a:off x="7222362" y="123918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6427902-5ED1-DE85-D51D-F01DF0CF48BC}"/>
              </a:ext>
            </a:extLst>
          </p:cNvPr>
          <p:cNvSpPr/>
          <p:nvPr/>
        </p:nvSpPr>
        <p:spPr>
          <a:xfrm>
            <a:off x="3016714" y="2713827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5EAF61D-490B-0C78-6114-18FE409F8C52}"/>
              </a:ext>
            </a:extLst>
          </p:cNvPr>
          <p:cNvSpPr/>
          <p:nvPr/>
        </p:nvSpPr>
        <p:spPr>
          <a:xfrm>
            <a:off x="5070147" y="2446772"/>
            <a:ext cx="2074261" cy="76555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E1C1CD3-2F11-8AF6-A8BC-D04508B6ABD7}"/>
              </a:ext>
            </a:extLst>
          </p:cNvPr>
          <p:cNvSpPr/>
          <p:nvPr/>
        </p:nvSpPr>
        <p:spPr>
          <a:xfrm>
            <a:off x="5070147" y="331364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2AF4398-E396-BC5A-D0B7-9BAD8333CF4D}"/>
              </a:ext>
            </a:extLst>
          </p:cNvPr>
          <p:cNvSpPr/>
          <p:nvPr/>
        </p:nvSpPr>
        <p:spPr>
          <a:xfrm>
            <a:off x="6952795" y="5001937"/>
            <a:ext cx="1460848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57" name="화살표 12">
            <a:extLst>
              <a:ext uri="{FF2B5EF4-FFF2-40B4-BE49-F238E27FC236}">
                <a16:creationId xmlns:a16="http://schemas.microsoft.com/office/drawing/2014/main" id="{49581783-2D23-1F6D-D814-1CD518F762D9}"/>
              </a:ext>
            </a:extLst>
          </p:cNvPr>
          <p:cNvCxnSpPr>
            <a:cxnSpLocks/>
            <a:stCxn id="48" idx="3"/>
            <a:endCxn id="50" idx="1"/>
          </p:cNvCxnSpPr>
          <p:nvPr/>
        </p:nvCxnSpPr>
        <p:spPr>
          <a:xfrm flipV="1">
            <a:off x="4871834" y="169936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화살표 13">
            <a:extLst>
              <a:ext uri="{FF2B5EF4-FFF2-40B4-BE49-F238E27FC236}">
                <a16:creationId xmlns:a16="http://schemas.microsoft.com/office/drawing/2014/main" id="{ABA195AC-2AF5-0231-F2D6-9A80837AFBB0}"/>
              </a:ext>
            </a:extLst>
          </p:cNvPr>
          <p:cNvCxnSpPr>
            <a:cxnSpLocks/>
            <a:stCxn id="51" idx="3"/>
            <a:endCxn id="63" idx="1"/>
          </p:cNvCxnSpPr>
          <p:nvPr/>
        </p:nvCxnSpPr>
        <p:spPr>
          <a:xfrm>
            <a:off x="9008670" y="1699366"/>
            <a:ext cx="151019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화살표 14">
            <a:extLst>
              <a:ext uri="{FF2B5EF4-FFF2-40B4-BE49-F238E27FC236}">
                <a16:creationId xmlns:a16="http://schemas.microsoft.com/office/drawing/2014/main" id="{B53A19B9-C06F-005D-5907-62D26446F9FB}"/>
              </a:ext>
            </a:extLst>
          </p:cNvPr>
          <p:cNvCxnSpPr>
            <a:cxnSpLocks/>
            <a:stCxn id="50" idx="3"/>
            <a:endCxn id="51" idx="1"/>
          </p:cNvCxnSpPr>
          <p:nvPr/>
        </p:nvCxnSpPr>
        <p:spPr>
          <a:xfrm>
            <a:off x="6876889" y="1699366"/>
            <a:ext cx="3454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32687D46-B68C-39EB-6243-86BB3E5DECEC}"/>
              </a:ext>
            </a:extLst>
          </p:cNvPr>
          <p:cNvCxnSpPr>
            <a:cxnSpLocks/>
            <a:stCxn id="54" idx="3"/>
            <a:endCxn id="77" idx="1"/>
          </p:cNvCxnSpPr>
          <p:nvPr/>
        </p:nvCxnSpPr>
        <p:spPr>
          <a:xfrm>
            <a:off x="7144408" y="2829547"/>
            <a:ext cx="777462" cy="27644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20">
            <a:extLst>
              <a:ext uri="{FF2B5EF4-FFF2-40B4-BE49-F238E27FC236}">
                <a16:creationId xmlns:a16="http://schemas.microsoft.com/office/drawing/2014/main" id="{1FF513BD-B6A6-D513-BF80-39FE51DCB2CC}"/>
              </a:ext>
            </a:extLst>
          </p:cNvPr>
          <p:cNvCxnSpPr>
            <a:cxnSpLocks/>
            <a:stCxn id="55" idx="3"/>
            <a:endCxn id="77" idx="1"/>
          </p:cNvCxnSpPr>
          <p:nvPr/>
        </p:nvCxnSpPr>
        <p:spPr>
          <a:xfrm flipV="1">
            <a:off x="7144408" y="3105989"/>
            <a:ext cx="777462" cy="5767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3C3BDE8-E559-D2D6-BE19-A6C26E829FF3}"/>
              </a:ext>
            </a:extLst>
          </p:cNvPr>
          <p:cNvSpPr/>
          <p:nvPr/>
        </p:nvSpPr>
        <p:spPr>
          <a:xfrm>
            <a:off x="6952795" y="4249942"/>
            <a:ext cx="1460849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6C5171D-26A0-D93F-3338-693E2770816A}"/>
              </a:ext>
            </a:extLst>
          </p:cNvPr>
          <p:cNvSpPr/>
          <p:nvPr/>
        </p:nvSpPr>
        <p:spPr>
          <a:xfrm>
            <a:off x="9159689" y="124329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64" name="화살표 12">
            <a:extLst>
              <a:ext uri="{FF2B5EF4-FFF2-40B4-BE49-F238E27FC236}">
                <a16:creationId xmlns:a16="http://schemas.microsoft.com/office/drawing/2014/main" id="{E2D7AE2A-4544-35A7-BBC0-B2D09E49A8EC}"/>
              </a:ext>
            </a:extLst>
          </p:cNvPr>
          <p:cNvCxnSpPr>
            <a:cxnSpLocks/>
            <a:stCxn id="73" idx="3"/>
            <a:endCxn id="48" idx="1"/>
          </p:cNvCxnSpPr>
          <p:nvPr/>
        </p:nvCxnSpPr>
        <p:spPr>
          <a:xfrm>
            <a:off x="2601100" y="1694733"/>
            <a:ext cx="399181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꺾인 양쪽 화살표 연결선 20">
            <a:extLst>
              <a:ext uri="{FF2B5EF4-FFF2-40B4-BE49-F238E27FC236}">
                <a16:creationId xmlns:a16="http://schemas.microsoft.com/office/drawing/2014/main" id="{504757E3-AFE2-78FD-2139-C953D057C39F}"/>
              </a:ext>
            </a:extLst>
          </p:cNvPr>
          <p:cNvCxnSpPr>
            <a:cxnSpLocks/>
            <a:stCxn id="63" idx="3"/>
            <a:endCxn id="53" idx="1"/>
          </p:cNvCxnSpPr>
          <p:nvPr/>
        </p:nvCxnSpPr>
        <p:spPr>
          <a:xfrm flipH="1">
            <a:off x="3016714" y="1703481"/>
            <a:ext cx="8234223" cy="1447941"/>
          </a:xfrm>
          <a:prstGeom prst="bentConnector5">
            <a:avLst>
              <a:gd name="adj1" fmla="val -2776"/>
              <a:gd name="adj2" fmla="val 44425"/>
              <a:gd name="adj3" fmla="val 102776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AC26B622-1F1B-5527-2FB2-1152F170730A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 flipV="1">
            <a:off x="4704288" y="2829547"/>
            <a:ext cx="365859" cy="32187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BDA0360D-B838-10E4-CC42-AAD81A95623B}"/>
              </a:ext>
            </a:extLst>
          </p:cNvPr>
          <p:cNvCxnSpPr>
            <a:cxnSpLocks/>
            <a:stCxn id="53" idx="3"/>
            <a:endCxn id="55" idx="1"/>
          </p:cNvCxnSpPr>
          <p:nvPr/>
        </p:nvCxnSpPr>
        <p:spPr>
          <a:xfrm>
            <a:off x="4704288" y="3151422"/>
            <a:ext cx="365859" cy="5313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20">
            <a:extLst>
              <a:ext uri="{FF2B5EF4-FFF2-40B4-BE49-F238E27FC236}">
                <a16:creationId xmlns:a16="http://schemas.microsoft.com/office/drawing/2014/main" id="{193A8B79-9F34-01EF-B823-2A9AE70B34DB}"/>
              </a:ext>
            </a:extLst>
          </p:cNvPr>
          <p:cNvCxnSpPr>
            <a:cxnSpLocks/>
            <a:stCxn id="76" idx="3"/>
            <a:endCxn id="62" idx="1"/>
          </p:cNvCxnSpPr>
          <p:nvPr/>
        </p:nvCxnSpPr>
        <p:spPr>
          <a:xfrm flipV="1">
            <a:off x="6708194" y="4598474"/>
            <a:ext cx="244601" cy="31888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20">
            <a:extLst>
              <a:ext uri="{FF2B5EF4-FFF2-40B4-BE49-F238E27FC236}">
                <a16:creationId xmlns:a16="http://schemas.microsoft.com/office/drawing/2014/main" id="{35F0BE94-7C3B-3BCA-CE9A-618769C812AE}"/>
              </a:ext>
            </a:extLst>
          </p:cNvPr>
          <p:cNvCxnSpPr>
            <a:cxnSpLocks/>
            <a:stCxn id="76" idx="3"/>
            <a:endCxn id="56" idx="1"/>
          </p:cNvCxnSpPr>
          <p:nvPr/>
        </p:nvCxnSpPr>
        <p:spPr>
          <a:xfrm>
            <a:off x="6708194" y="4917363"/>
            <a:ext cx="244601" cy="43310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20">
            <a:extLst>
              <a:ext uri="{FF2B5EF4-FFF2-40B4-BE49-F238E27FC236}">
                <a16:creationId xmlns:a16="http://schemas.microsoft.com/office/drawing/2014/main" id="{2B5D69D3-5F6A-F93B-9AAC-F061F5F307C0}"/>
              </a:ext>
            </a:extLst>
          </p:cNvPr>
          <p:cNvCxnSpPr>
            <a:cxnSpLocks/>
            <a:stCxn id="77" idx="3"/>
            <a:endCxn id="76" idx="1"/>
          </p:cNvCxnSpPr>
          <p:nvPr/>
        </p:nvCxnSpPr>
        <p:spPr>
          <a:xfrm flipH="1">
            <a:off x="4604040" y="3105989"/>
            <a:ext cx="5267280" cy="1811374"/>
          </a:xfrm>
          <a:prstGeom prst="bentConnector5">
            <a:avLst>
              <a:gd name="adj1" fmla="val -4340"/>
              <a:gd name="adj2" fmla="val 57459"/>
              <a:gd name="adj3" fmla="val 10434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화살표 14">
            <a:extLst>
              <a:ext uri="{FF2B5EF4-FFF2-40B4-BE49-F238E27FC236}">
                <a16:creationId xmlns:a16="http://schemas.microsoft.com/office/drawing/2014/main" id="{685F7A65-2B5B-ADAC-5524-856BAF5BADCD}"/>
              </a:ext>
            </a:extLst>
          </p:cNvPr>
          <p:cNvCxnSpPr>
            <a:cxnSpLocks/>
            <a:stCxn id="62" idx="3"/>
            <a:endCxn id="74" idx="1"/>
          </p:cNvCxnSpPr>
          <p:nvPr/>
        </p:nvCxnSpPr>
        <p:spPr>
          <a:xfrm flipV="1">
            <a:off x="8413644" y="4597353"/>
            <a:ext cx="354406" cy="112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화살표 14">
            <a:extLst>
              <a:ext uri="{FF2B5EF4-FFF2-40B4-BE49-F238E27FC236}">
                <a16:creationId xmlns:a16="http://schemas.microsoft.com/office/drawing/2014/main" id="{339C6C28-2183-82CA-B690-CA2FF2595E9E}"/>
              </a:ext>
            </a:extLst>
          </p:cNvPr>
          <p:cNvCxnSpPr>
            <a:cxnSpLocks/>
            <a:stCxn id="56" idx="3"/>
            <a:endCxn id="75" idx="1"/>
          </p:cNvCxnSpPr>
          <p:nvPr/>
        </p:nvCxnSpPr>
        <p:spPr>
          <a:xfrm flipV="1">
            <a:off x="8413643" y="5350468"/>
            <a:ext cx="354407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25CABB06-C122-98BB-6EC7-ECF005EEB2FE}"/>
              </a:ext>
            </a:extLst>
          </p:cNvPr>
          <p:cNvSpPr/>
          <p:nvPr/>
        </p:nvSpPr>
        <p:spPr>
          <a:xfrm>
            <a:off x="1070825" y="119465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98284248-5349-E270-8C29-A57FD7A619B3}"/>
              </a:ext>
            </a:extLst>
          </p:cNvPr>
          <p:cNvSpPr/>
          <p:nvPr/>
        </p:nvSpPr>
        <p:spPr>
          <a:xfrm>
            <a:off x="8768050" y="4249942"/>
            <a:ext cx="1501630" cy="6948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0C55D3BA-B158-EDCF-D89F-46AF99E24321}"/>
              </a:ext>
            </a:extLst>
          </p:cNvPr>
          <p:cNvSpPr/>
          <p:nvPr/>
        </p:nvSpPr>
        <p:spPr>
          <a:xfrm>
            <a:off x="8768050" y="5001936"/>
            <a:ext cx="1501630" cy="6970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8C368F76-B0B6-D9F8-6209-604D1206DD37}"/>
              </a:ext>
            </a:extLst>
          </p:cNvPr>
          <p:cNvSpPr/>
          <p:nvPr/>
        </p:nvSpPr>
        <p:spPr>
          <a:xfrm>
            <a:off x="4604040" y="4534397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77" name="순서도: 천공 테이프 76">
            <a:extLst>
              <a:ext uri="{FF2B5EF4-FFF2-40B4-BE49-F238E27FC236}">
                <a16:creationId xmlns:a16="http://schemas.microsoft.com/office/drawing/2014/main" id="{5C16ACC8-EF03-BF04-314A-43BC99397619}"/>
              </a:ext>
            </a:extLst>
          </p:cNvPr>
          <p:cNvSpPr/>
          <p:nvPr/>
        </p:nvSpPr>
        <p:spPr>
          <a:xfrm>
            <a:off x="7921870" y="2613838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3FB375C4-26F0-7086-BBDD-D3E88ABB2A50}"/>
              </a:ext>
            </a:extLst>
          </p:cNvPr>
          <p:cNvSpPr/>
          <p:nvPr/>
        </p:nvSpPr>
        <p:spPr>
          <a:xfrm>
            <a:off x="1008987" y="3903260"/>
            <a:ext cx="1714353" cy="676714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80" name="순서도: 천공 테이프 79">
            <a:extLst>
              <a:ext uri="{FF2B5EF4-FFF2-40B4-BE49-F238E27FC236}">
                <a16:creationId xmlns:a16="http://schemas.microsoft.com/office/drawing/2014/main" id="{EF1EBEEA-B83B-F63D-1E65-6216ACBFB02F}"/>
              </a:ext>
            </a:extLst>
          </p:cNvPr>
          <p:cNvSpPr/>
          <p:nvPr/>
        </p:nvSpPr>
        <p:spPr>
          <a:xfrm>
            <a:off x="1008987" y="4623034"/>
            <a:ext cx="1764061" cy="767740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B96115F6-D56F-0DE4-9DE5-F18BD832BFBC}"/>
              </a:ext>
            </a:extLst>
          </p:cNvPr>
          <p:cNvSpPr/>
          <p:nvPr/>
        </p:nvSpPr>
        <p:spPr>
          <a:xfrm>
            <a:off x="902897" y="3867709"/>
            <a:ext cx="1943819" cy="1550765"/>
          </a:xfrm>
          <a:prstGeom prst="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주의해야 할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  <a:br>
              <a:rPr lang="en-US" altLang="ko-KR" sz="2400" dirty="0"/>
            </a:b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en-US" sz="2400" dirty="0">
                <a:sym typeface="Wingdings" panose="05000000000000000000" pitchFamily="2" charset="2"/>
              </a:rPr>
              <a:t>동료 플레이어의 상호작용 시 </a:t>
            </a:r>
            <a:r>
              <a:rPr lang="en-US" altLang="ko-KR" sz="2400" dirty="0">
                <a:sym typeface="Wingdings" panose="05000000000000000000" pitchFamily="2" charset="2"/>
              </a:rPr>
              <a:t>: </a:t>
            </a:r>
            <a:r>
              <a:rPr lang="ko-KR" altLang="en-US" sz="2400" dirty="0">
                <a:sym typeface="Wingdings" panose="05000000000000000000" pitchFamily="2" charset="2"/>
              </a:rPr>
              <a:t>즉시 부활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pic>
        <p:nvPicPr>
          <p:cNvPr id="2" name="내용 개체 틀 17">
            <a:extLst>
              <a:ext uri="{FF2B5EF4-FFF2-40B4-BE49-F238E27FC236}">
                <a16:creationId xmlns:a16="http://schemas.microsoft.com/office/drawing/2014/main" id="{927CEB0A-3158-A23C-6FE6-A38C79C68AC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616"/>
          <a:stretch>
            <a:fillRect/>
          </a:stretch>
        </p:blipFill>
        <p:spPr>
          <a:xfrm>
            <a:off x="1481172" y="1359505"/>
            <a:ext cx="3802913" cy="319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내용 개체 틀 9" descr="콘도르 단색으로 채워진">
            <a:extLst>
              <a:ext uri="{FF2B5EF4-FFF2-40B4-BE49-F238E27FC236}">
                <a16:creationId xmlns:a16="http://schemas.microsoft.com/office/drawing/2014/main" id="{2D68B087-C28C-8471-4889-08AB5019E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1173" y="2299772"/>
            <a:ext cx="1137254" cy="1137254"/>
          </a:xfrm>
          <a:prstGeom prst="rect">
            <a:avLst/>
          </a:prstGeom>
        </p:spPr>
      </p:pic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076AFA3B-ADC6-3ADE-56C0-BC5DCD7DE7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3046" y="2293678"/>
            <a:ext cx="1135322" cy="1135322"/>
          </a:xfrm>
          <a:prstGeom prst="rect">
            <a:avLst/>
          </a:prstGeom>
        </p:spPr>
      </p:pic>
      <p:pic>
        <p:nvPicPr>
          <p:cNvPr id="10" name="그래픽 9" descr="늑대 단색으로 채워진">
            <a:extLst>
              <a:ext uri="{FF2B5EF4-FFF2-40B4-BE49-F238E27FC236}">
                <a16:creationId xmlns:a16="http://schemas.microsoft.com/office/drawing/2014/main" id="{00952808-C56B-6AA4-BFC1-9D7882CE48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0354" y="3731399"/>
            <a:ext cx="1137253" cy="1137253"/>
          </a:xfrm>
          <a:prstGeom prst="rect">
            <a:avLst/>
          </a:prstGeom>
        </p:spPr>
      </p:pic>
      <p:pic>
        <p:nvPicPr>
          <p:cNvPr id="12" name="그래픽 11" descr="참새 단색으로 채워진">
            <a:extLst>
              <a:ext uri="{FF2B5EF4-FFF2-40B4-BE49-F238E27FC236}">
                <a16:creationId xmlns:a16="http://schemas.microsoft.com/office/drawing/2014/main" id="{66ADEBC4-E888-254F-0812-BE25DB5547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43046" y="3733330"/>
            <a:ext cx="1135322" cy="1135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9C3114-7318-D812-D761-B57737B97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623BB7-D3A6-6F42-6190-7660815588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B1D5CC-C984-5F46-C8D8-A611F93CC9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AB76A-3C33-55A0-4007-9902BEAB7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75071-29FB-C058-C1B3-B0F4D6762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F135E8-4459-E63A-5867-98D1E13A2C7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82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F666EA-AC06-8D5D-EACB-9F388E6AA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6475C2-94FF-F406-3C70-A8C064634D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 이동속도 감소 정도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감소한다면 그것을 반영한 플레이어의 속도로 계산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변화가 없다면 원래 플레이어 평균 속도로 계산  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C6D473C-7F9F-A1CC-E57C-C6769AB45C5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A6E4FB-A35E-173C-F791-FE172B42C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0FD5D2-1F1C-FD9D-2BE4-C03A9BFF9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0504B7-0A05-4A68-8944-D2A54DE300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23ACE84-3274-1954-0DF0-293197CCC3BE}"/>
              </a:ext>
            </a:extLst>
          </p:cNvPr>
          <p:cNvSpPr/>
          <p:nvPr/>
        </p:nvSpPr>
        <p:spPr>
          <a:xfrm>
            <a:off x="838200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F6DCF7-4D8D-7015-DAB4-993AA6985664}"/>
              </a:ext>
            </a:extLst>
          </p:cNvPr>
          <p:cNvSpPr txBox="1"/>
          <p:nvPr/>
        </p:nvSpPr>
        <p:spPr>
          <a:xfrm>
            <a:off x="3502324" y="1181934"/>
            <a:ext cx="404291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플레이어의 속도에 반영하기 위함</a:t>
            </a:r>
          </a:p>
        </p:txBody>
      </p:sp>
    </p:spTree>
    <p:extLst>
      <p:ext uri="{BB962C8B-B14F-4D97-AF65-F5344CB8AC3E}">
        <p14:creationId xmlns:p14="http://schemas.microsoft.com/office/powerpoint/2010/main" val="627025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1B5D0-BC24-6D59-6CA0-83CED52F4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A39CC6-1073-FA53-35AA-DCE6E546B2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</a:t>
            </a:r>
            <a:r>
              <a:rPr lang="en-US" altLang="ko-KR" dirty="0"/>
              <a:t>, </a:t>
            </a:r>
            <a:r>
              <a:rPr lang="ko-KR" altLang="en-US" dirty="0"/>
              <a:t>플레이어의 현재 지점 확인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플레이어의 현재 지점은 화물을 든 플레이어 기준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목적지까지의 후보 경로 확인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후보경로의 </a:t>
            </a:r>
            <a:r>
              <a:rPr lang="en-US" altLang="ko-KR" dirty="0">
                <a:sym typeface="Wingdings" panose="05000000000000000000" pitchFamily="2" charset="2"/>
              </a:rPr>
              <a:t>“</a:t>
            </a:r>
            <a:r>
              <a:rPr lang="ko-KR" altLang="en-US" dirty="0">
                <a:sym typeface="Wingdings" panose="05000000000000000000" pitchFamily="2" charset="2"/>
              </a:rPr>
              <a:t>단계</a:t>
            </a:r>
            <a:r>
              <a:rPr lang="en-US" altLang="ko-KR" dirty="0">
                <a:sym typeface="Wingdings" panose="05000000000000000000" pitchFamily="2" charset="2"/>
              </a:rPr>
              <a:t>”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단계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현재 위치에서 특정 지형까지 도달하는 것을 하나의 단계로 본다</a:t>
            </a:r>
            <a:r>
              <a:rPr lang="en-US" altLang="ko-KR" dirty="0">
                <a:sym typeface="Wingdings" panose="05000000000000000000" pitchFamily="2" charset="2"/>
              </a:rPr>
              <a:t>. </a:t>
            </a:r>
            <a:r>
              <a:rPr lang="ko-KR" altLang="en-US" dirty="0">
                <a:sym typeface="Wingdings" panose="05000000000000000000" pitchFamily="2" charset="2"/>
              </a:rPr>
              <a:t>주로 목적지까지의 경로는 두개의 단계가 존재함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8764A9-8650-4F80-15D3-E66BDB53BA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하나의 단계마다 각 경로별로 직선거리</a:t>
            </a:r>
            <a:r>
              <a:rPr lang="en-US" altLang="ko-KR" dirty="0"/>
              <a:t>(</a:t>
            </a:r>
            <a:r>
              <a:rPr lang="ko-KR" altLang="en-US" dirty="0"/>
              <a:t>혹은 </a:t>
            </a:r>
            <a:r>
              <a:rPr lang="en-US" altLang="ko-KR" dirty="0"/>
              <a:t>A*)</a:t>
            </a:r>
            <a:r>
              <a:rPr lang="ko-KR" altLang="en-US" dirty="0"/>
              <a:t>로 최단경로를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플레이어의 평균속도로 해당 최단 거리 돌파 시간 예측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A4C4E5-A097-0430-AA85-62CB89A26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91F97-45C5-870F-F2A0-F0CB9A9AA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AC477B-02FE-1905-E2AD-E4CC44117E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DDB45F-D778-43F5-475D-7877C0D46B8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C4B267-D9C9-8BBC-9940-CFC5CCA5F27E}"/>
              </a:ext>
            </a:extLst>
          </p:cNvPr>
          <p:cNvSpPr txBox="1"/>
          <p:nvPr/>
        </p:nvSpPr>
        <p:spPr>
          <a:xfrm>
            <a:off x="6265155" y="1061725"/>
            <a:ext cx="5760068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목적지와 플레이어 확인은 뼈대가 되는 시간 계산을 위함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0C0786-340F-D172-5D80-CF20AA973819}"/>
              </a:ext>
            </a:extLst>
          </p:cNvPr>
          <p:cNvSpPr/>
          <p:nvPr/>
        </p:nvSpPr>
        <p:spPr>
          <a:xfrm>
            <a:off x="3658142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16612132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F73D-77D9-BB81-27E1-AF5783AA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7A296-464A-87A0-7183-26851BE3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단계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C5365C-A461-6219-C868-920B13805B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615291"/>
            <a:ext cx="5181600" cy="2561672"/>
          </a:xfrm>
        </p:spPr>
        <p:txBody>
          <a:bodyPr/>
          <a:lstStyle/>
          <a:p>
            <a:r>
              <a:rPr lang="ko-KR" altLang="en-US" dirty="0"/>
              <a:t>붉은 선과 파란 선 </a:t>
            </a:r>
            <a:r>
              <a:rPr lang="en-US" altLang="ko-KR" dirty="0"/>
              <a:t>: </a:t>
            </a:r>
            <a:r>
              <a:rPr lang="ko-KR" altLang="en-US" dirty="0"/>
              <a:t>목적지까지 도달하기 위한 두 단계의 경로</a:t>
            </a:r>
            <a:endParaRPr lang="en-US" altLang="ko-KR" dirty="0"/>
          </a:p>
          <a:p>
            <a:r>
              <a:rPr lang="ko-KR" altLang="en-US" dirty="0"/>
              <a:t>붉은 선 </a:t>
            </a:r>
            <a:r>
              <a:rPr lang="en-US" altLang="ko-KR" dirty="0"/>
              <a:t>: 1</a:t>
            </a:r>
            <a:r>
              <a:rPr lang="ko-KR" altLang="en-US" dirty="0"/>
              <a:t>단계</a:t>
            </a:r>
            <a:endParaRPr lang="en-US" altLang="ko-KR" dirty="0"/>
          </a:p>
          <a:p>
            <a:r>
              <a:rPr lang="ko-KR" altLang="en-US" dirty="0"/>
              <a:t>파란 선 </a:t>
            </a:r>
            <a:r>
              <a:rPr lang="en-US" altLang="ko-KR" dirty="0"/>
              <a:t>: 2</a:t>
            </a:r>
            <a:r>
              <a:rPr lang="ko-KR" altLang="en-US" dirty="0"/>
              <a:t>단계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1E40BD-0B0D-B9E1-7679-E0656F40B3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362C7C-8A12-862A-36C1-9775FC9E7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5693-1891-2EB0-2FBB-E96CAE21F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08AFA02-6A11-2364-9586-09062B7CF3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B18EC6-6C05-C2FA-61D2-662A6570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1EC05DE0-1A92-AB97-7667-B027CD35278C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A586D92-963B-BF45-973A-A33212680C7B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A46A21-8FEF-25B8-FB6F-E581755AF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1D6A2EB-0BB1-42F7-464D-84342FF43B0C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CBE1810F-A37F-2124-DC25-34560CF84718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0CDE323D-E8C9-4941-BE4E-77EFD26F94AC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F8421CB-52A9-790B-B34E-F9801B08395F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3DE973-6E11-C2B8-EB2A-F60A996592E0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9CF0AB-B4E8-5C52-3C85-08BA744F9925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A37C917-DD2B-750E-A83E-4B7280865B2E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AA18BA2-7BA1-45E8-CA44-3CE184B5B11E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EBD4E203-0580-180F-4AC8-D1580AB823D2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8FEE689-221E-73A6-38DC-3E963FF8D59C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FC6B376D-5F8E-5CC1-D2D8-CA334ABDB9E4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97C09418-3D85-812F-862C-B258A4743006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EB53826E-F246-2326-9E58-1F896B1F2A27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14DA28-1B8E-9190-FDB9-CED43BF6F5C3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DEBBC67-8642-2570-64F6-073EC8600EDB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F855F616-0408-2D92-0E39-38AA430C6065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465B7CC-2ED8-E8C6-537B-18A9D93BE865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5889A05-4CF0-1997-4432-BA80CA6CEC15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C1841E7-652C-EB2F-7C7C-749CB04AD5CF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E2BC12B-8A20-C1EC-958D-D54B55954434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E47D6ED-E1B7-7F4C-C0E0-46824435AEEA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D793BEEA-4770-50DC-766A-B1413547760E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DA79603-78E4-48C3-0326-428AFA39990F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667F1F3-DF23-D227-A0C2-9C7EB8C8DEFB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52CF8CA1-6B32-8F5E-8E6D-E2EBE5AFFB25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5AAB57F9-E799-F356-9252-EC8AB213B7C7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1AD77126-DDAC-F383-5D77-AA78D82B84E8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C3E4706-E35B-3372-EE6B-D15F170ABD82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A615A6F3-D537-C52F-82ED-DD40568DD7AF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5AD4A311-CE04-106F-2593-A71359925795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24E93E9C-33AE-8884-750C-1A010D6FA055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00AAFE5-E797-66A7-6517-C3A3F39BE3D0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B3B8652-1970-07A6-2E46-B170AA75277D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DAB96E8-F6A2-2942-1F35-BDB7FA361F82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9978331-15E9-C4A8-E066-61996D3E5D8F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F033F676-3A19-9721-C328-B9E9332B98EC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00AE08BB-FB12-3745-5BB8-741A7A141293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223F228-8AEC-BDCB-0E67-9E012CF4B9AA}"/>
              </a:ext>
            </a:extLst>
          </p:cNvPr>
          <p:cNvCxnSpPr>
            <a:cxnSpLocks/>
          </p:cNvCxnSpPr>
          <p:nvPr/>
        </p:nvCxnSpPr>
        <p:spPr>
          <a:xfrm flipH="1">
            <a:off x="7257691" y="1909313"/>
            <a:ext cx="2254369" cy="354258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C167B5C-9B23-B176-267F-59288B965FD3}"/>
              </a:ext>
            </a:extLst>
          </p:cNvPr>
          <p:cNvCxnSpPr>
            <a:cxnSpLocks/>
          </p:cNvCxnSpPr>
          <p:nvPr/>
        </p:nvCxnSpPr>
        <p:spPr>
          <a:xfrm flipH="1">
            <a:off x="7108166" y="3615291"/>
            <a:ext cx="1136606" cy="1791296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D1B3E95A-1D65-1F20-8680-96AE6BA2110F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8296203" y="1920240"/>
            <a:ext cx="1082117" cy="1608990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29F7E14-3C47-28F6-9B6C-1D0C38B1E19F}"/>
              </a:ext>
            </a:extLst>
          </p:cNvPr>
          <p:cNvCxnSpPr>
            <a:cxnSpLocks/>
          </p:cNvCxnSpPr>
          <p:nvPr/>
        </p:nvCxnSpPr>
        <p:spPr>
          <a:xfrm flipH="1">
            <a:off x="1013524" y="1920240"/>
            <a:ext cx="862737" cy="132247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CABDD49-C736-2DD7-CA5D-8541E0464966}"/>
              </a:ext>
            </a:extLst>
          </p:cNvPr>
          <p:cNvCxnSpPr>
            <a:cxnSpLocks/>
          </p:cNvCxnSpPr>
          <p:nvPr/>
        </p:nvCxnSpPr>
        <p:spPr>
          <a:xfrm flipH="1">
            <a:off x="2747523" y="2111999"/>
            <a:ext cx="464278" cy="756318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B6CC23B-C70F-FA20-1E74-3B297EFA80B5}"/>
              </a:ext>
            </a:extLst>
          </p:cNvPr>
          <p:cNvCxnSpPr>
            <a:cxnSpLocks/>
          </p:cNvCxnSpPr>
          <p:nvPr/>
        </p:nvCxnSpPr>
        <p:spPr>
          <a:xfrm flipV="1">
            <a:off x="3868253" y="2001328"/>
            <a:ext cx="523320" cy="791372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310AA06-DE97-F669-7F92-FA379522B65D}"/>
              </a:ext>
            </a:extLst>
          </p:cNvPr>
          <p:cNvSpPr txBox="1"/>
          <p:nvPr/>
        </p:nvSpPr>
        <p:spPr>
          <a:xfrm>
            <a:off x="2027631" y="2226586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=</a:t>
            </a:r>
            <a:endParaRPr lang="ko-KR" altLang="en-US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CBA2A-A354-BD8E-1748-84EA1EC64BC2}"/>
              </a:ext>
            </a:extLst>
          </p:cNvPr>
          <p:cNvSpPr txBox="1"/>
          <p:nvPr/>
        </p:nvSpPr>
        <p:spPr>
          <a:xfrm>
            <a:off x="3240635" y="2153899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+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6269294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35B0C-101C-E892-A633-7E4AEB36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03C5FE-5A3C-4AA4-AB80-6DCCC3BACF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배송품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일반인지 파손가능인지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일반일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고려 값 </a:t>
            </a:r>
            <a:r>
              <a:rPr lang="en-US" altLang="ko-KR" dirty="0">
                <a:sym typeface="Wingdings" panose="05000000000000000000" pitchFamily="2" charset="2"/>
              </a:rPr>
              <a:t>0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파손 가능한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플레이어가 얼마나 화물을 </a:t>
            </a:r>
            <a:r>
              <a:rPr lang="ko-KR" altLang="en-US" dirty="0" err="1">
                <a:sym typeface="Wingdings" panose="05000000000000000000" pitchFamily="2" charset="2"/>
              </a:rPr>
              <a:t>내려놓았는지의</a:t>
            </a:r>
            <a:r>
              <a:rPr lang="ko-KR" altLang="en-US" dirty="0">
                <a:sym typeface="Wingdings" panose="05000000000000000000" pitchFamily="2" charset="2"/>
              </a:rPr>
              <a:t> 수치를 받아 그것을 확률로 적용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C94192-705E-8A12-3C71-77DCCD73C1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경로에 따라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반응할 생물 목록 리스트업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차적으로 생물의 반응 수치와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수치를 계산해 반응성이 더 높은 생물을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거리에 기반해 반응가능한 생물이 얼마나 떨어져 있는지에 따라 반응 확률 증감</a:t>
            </a:r>
            <a:br>
              <a:rPr lang="en-US" altLang="ko-KR" dirty="0">
                <a:sym typeface="Wingdings" panose="05000000000000000000" pitchFamily="2" charset="2"/>
              </a:rPr>
            </a:b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BA6EE-89B7-FE73-EC72-2D9B108D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3A655C-112C-68B0-389E-A9DAE70B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9F6A97-9725-C30A-8CB4-BB8C31CB6D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0BB41-C2F6-40AD-EF8F-DB92CD7B418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72E71-EABD-3446-D2E6-90344B9563DC}"/>
              </a:ext>
            </a:extLst>
          </p:cNvPr>
          <p:cNvSpPr txBox="1"/>
          <p:nvPr/>
        </p:nvSpPr>
        <p:spPr>
          <a:xfrm>
            <a:off x="3714438" y="1134240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배송품은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01280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C7F7C-B045-DA5F-807F-1C2DB795F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2B85D6-5A37-C27C-9653-E2D84BA6E7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화물의 자극 확산 정도</a:t>
            </a:r>
            <a:r>
              <a:rPr lang="en-US" altLang="ko-KR" dirty="0"/>
              <a:t>, </a:t>
            </a:r>
            <a:r>
              <a:rPr lang="ko-KR" altLang="en-US" dirty="0"/>
              <a:t>자극에 반응할 생물</a:t>
            </a:r>
            <a:r>
              <a:rPr lang="en-US" altLang="ko-KR" dirty="0"/>
              <a:t>, </a:t>
            </a:r>
            <a:r>
              <a:rPr lang="ko-KR" altLang="en-US" dirty="0"/>
              <a:t>생물의 예측 경로</a:t>
            </a:r>
            <a:r>
              <a:rPr lang="en-US" altLang="ko-KR" dirty="0"/>
              <a:t>, </a:t>
            </a:r>
            <a:r>
              <a:rPr lang="ko-KR" altLang="en-US" dirty="0"/>
              <a:t>생물의 예측 경로에 따라 반응의 종류와 정도 예측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위험도 계산에 반영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8619A7-0AD5-75B1-5F94-936A7D80C5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D27793-2C22-C5D5-6D5A-167729F7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4C7544-DF7B-50EB-9616-8A11E654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333AA4-432E-B0AF-AE60-DF3AAC8D70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97D801-CB28-EB2F-E923-A7E820CB269E}"/>
              </a:ext>
            </a:extLst>
          </p:cNvPr>
          <p:cNvSpPr/>
          <p:nvPr/>
        </p:nvSpPr>
        <p:spPr>
          <a:xfrm>
            <a:off x="821987" y="842169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9A839E-AA3E-EFE9-A9DB-6B6E1952643A}"/>
              </a:ext>
            </a:extLst>
          </p:cNvPr>
          <p:cNvSpPr txBox="1"/>
          <p:nvPr/>
        </p:nvSpPr>
        <p:spPr>
          <a:xfrm>
            <a:off x="3429000" y="985930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생물의 행동은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2975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DF53D5C-146D-7E01-2FD6-E7842AA4CD95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주거지 </a:t>
            </a:r>
            <a:r>
              <a:rPr lang="en-US" altLang="ko-KR" sz="2400" dirty="0"/>
              <a:t>: 4 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r>
              <a:rPr lang="ko-KR" altLang="en-US" sz="2400" dirty="0"/>
              <a:t>지형 </a:t>
            </a:r>
            <a:r>
              <a:rPr lang="en-US" altLang="ko-KR" sz="2400" dirty="0"/>
              <a:t>: </a:t>
            </a:r>
            <a:r>
              <a:rPr lang="ko-KR" altLang="en-US" sz="2400" dirty="0"/>
              <a:t>숲</a:t>
            </a:r>
            <a:r>
              <a:rPr lang="en-US" altLang="ko-KR" sz="2400" dirty="0"/>
              <a:t>, </a:t>
            </a:r>
            <a:r>
              <a:rPr lang="ko-KR" altLang="en-US" sz="2400" dirty="0"/>
              <a:t>산</a:t>
            </a:r>
            <a:r>
              <a:rPr lang="en-US" altLang="ko-KR" sz="2400" dirty="0"/>
              <a:t>, </a:t>
            </a:r>
            <a:r>
              <a:rPr lang="ko-KR" altLang="en-US" sz="2400" dirty="0"/>
              <a:t>강</a:t>
            </a:r>
            <a:r>
              <a:rPr lang="en-US" altLang="ko-KR" sz="2400" dirty="0"/>
              <a:t>, </a:t>
            </a:r>
            <a:r>
              <a:rPr lang="ko-KR" altLang="en-US" sz="2400" dirty="0"/>
              <a:t>모래언덕</a:t>
            </a:r>
            <a:r>
              <a:rPr lang="en-US" altLang="ko-KR" sz="2400" dirty="0"/>
              <a:t>, </a:t>
            </a:r>
            <a:r>
              <a:rPr lang="ko-KR" altLang="en-US" sz="2400" dirty="0"/>
              <a:t>늪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돌밭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본거지 </a:t>
            </a:r>
            <a:r>
              <a:rPr lang="en-US" altLang="ko-KR" sz="2400" dirty="0"/>
              <a:t>: </a:t>
            </a:r>
            <a:r>
              <a:rPr lang="ko-KR" altLang="en-US" sz="2400" dirty="0"/>
              <a:t>시작점</a:t>
            </a:r>
            <a:r>
              <a:rPr lang="en-US" altLang="ko-KR" sz="2400" dirty="0"/>
              <a:t>, </a:t>
            </a:r>
            <a:r>
              <a:rPr lang="ko-KR" altLang="en-US" sz="2400" dirty="0"/>
              <a:t>끝점</a:t>
            </a:r>
            <a:r>
              <a:rPr lang="en-US" altLang="ko-KR" sz="2400" dirty="0"/>
              <a:t>. </a:t>
            </a:r>
            <a:r>
              <a:rPr lang="ko-KR" altLang="en-US" sz="2400" dirty="0"/>
              <a:t>화물을 받는 곳</a:t>
            </a:r>
            <a:endParaRPr lang="en-US" altLang="ko-KR" sz="2400" dirty="0"/>
          </a:p>
          <a:p>
            <a:r>
              <a:rPr lang="ko-KR" altLang="en-US" sz="2400" dirty="0"/>
              <a:t>중간 기지 </a:t>
            </a:r>
            <a:r>
              <a:rPr lang="en-US" altLang="ko-KR" sz="2400" dirty="0"/>
              <a:t>: </a:t>
            </a:r>
            <a:r>
              <a:rPr lang="ko-KR" altLang="en-US" sz="2400" dirty="0"/>
              <a:t>본거지와의 거리가</a:t>
            </a:r>
            <a:br>
              <a:rPr lang="en-US" altLang="ko-KR" sz="2400" dirty="0"/>
            </a:br>
            <a:r>
              <a:rPr lang="ko-KR" altLang="en-US" sz="2400" dirty="0"/>
              <a:t>너무 멀 때 화물을 받는 곳</a:t>
            </a:r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28F00EC-0C1F-C438-8EC5-3A4151D031BA}"/>
              </a:ext>
            </a:extLst>
          </p:cNvPr>
          <p:cNvSpPr/>
          <p:nvPr/>
        </p:nvSpPr>
        <p:spPr>
          <a:xfrm>
            <a:off x="1248077" y="1539622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DA41E25-0B9F-C020-B5C6-4017C974E5C6}"/>
              </a:ext>
            </a:extLst>
          </p:cNvPr>
          <p:cNvSpPr/>
          <p:nvPr/>
        </p:nvSpPr>
        <p:spPr>
          <a:xfrm>
            <a:off x="1242326" y="2741569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2A8F5DE6-E66E-664A-463E-E0C2FA823EC5}"/>
              </a:ext>
            </a:extLst>
          </p:cNvPr>
          <p:cNvSpPr/>
          <p:nvPr/>
        </p:nvSpPr>
        <p:spPr>
          <a:xfrm>
            <a:off x="2271745" y="2730067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C8CABF43-7B8B-F951-A2D8-38D91F10CFBE}"/>
              </a:ext>
            </a:extLst>
          </p:cNvPr>
          <p:cNvSpPr/>
          <p:nvPr/>
        </p:nvSpPr>
        <p:spPr>
          <a:xfrm>
            <a:off x="2892846" y="2425267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24B98C6-76C5-9DE2-06EF-9E9578092C06}"/>
              </a:ext>
            </a:extLst>
          </p:cNvPr>
          <p:cNvSpPr/>
          <p:nvPr/>
        </p:nvSpPr>
        <p:spPr>
          <a:xfrm>
            <a:off x="3433435" y="3655969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rgbClr val="CC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2415B75-F984-F122-83ED-FC66B30F1118}"/>
              </a:ext>
            </a:extLst>
          </p:cNvPr>
          <p:cNvSpPr/>
          <p:nvPr/>
        </p:nvSpPr>
        <p:spPr>
          <a:xfrm>
            <a:off x="4123548" y="2172226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98952" y="175859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3121574" y="4320817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5071057" y="412426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1E33E32C-F956-475D-D669-DD5313BE2B0B}"/>
              </a:ext>
            </a:extLst>
          </p:cNvPr>
          <p:cNvSpPr/>
          <p:nvPr/>
        </p:nvSpPr>
        <p:spPr>
          <a:xfrm>
            <a:off x="3709788" y="3112802"/>
            <a:ext cx="561073" cy="438586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2F54DCBB-B79E-61EB-83B3-CF42ADC75E80}"/>
              </a:ext>
            </a:extLst>
          </p:cNvPr>
          <p:cNvSpPr/>
          <p:nvPr/>
        </p:nvSpPr>
        <p:spPr>
          <a:xfrm>
            <a:off x="1246038" y="27556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1574999" y="264382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EFF060AC-13CE-2986-9EEF-E357351BD4E5}"/>
              </a:ext>
            </a:extLst>
          </p:cNvPr>
          <p:cNvSpPr/>
          <p:nvPr/>
        </p:nvSpPr>
        <p:spPr>
          <a:xfrm>
            <a:off x="3222720" y="4880610"/>
            <a:ext cx="324390" cy="563880"/>
          </a:xfrm>
          <a:custGeom>
            <a:avLst/>
            <a:gdLst>
              <a:gd name="csX0" fmla="*/ 183420 w 324390"/>
              <a:gd name="csY0" fmla="*/ 506730 h 563880"/>
              <a:gd name="csX1" fmla="*/ 164370 w 324390"/>
              <a:gd name="csY1" fmla="*/ 499110 h 563880"/>
              <a:gd name="csX2" fmla="*/ 111030 w 324390"/>
              <a:gd name="csY2" fmla="*/ 438150 h 563880"/>
              <a:gd name="csX3" fmla="*/ 57690 w 324390"/>
              <a:gd name="csY3" fmla="*/ 358140 h 563880"/>
              <a:gd name="csX4" fmla="*/ 38640 w 324390"/>
              <a:gd name="csY4" fmla="*/ 293370 h 563880"/>
              <a:gd name="csX5" fmla="*/ 4350 w 324390"/>
              <a:gd name="csY5" fmla="*/ 167640 h 563880"/>
              <a:gd name="csX6" fmla="*/ 540 w 324390"/>
              <a:gd name="csY6" fmla="*/ 110490 h 563880"/>
              <a:gd name="csX7" fmla="*/ 65310 w 324390"/>
              <a:gd name="csY7" fmla="*/ 15240 h 563880"/>
              <a:gd name="csX8" fmla="*/ 118650 w 324390"/>
              <a:gd name="csY8" fmla="*/ 0 h 563880"/>
              <a:gd name="csX9" fmla="*/ 156750 w 324390"/>
              <a:gd name="csY9" fmla="*/ 3810 h 563880"/>
              <a:gd name="csX10" fmla="*/ 187230 w 324390"/>
              <a:gd name="csY10" fmla="*/ 38100 h 563880"/>
              <a:gd name="csX11" fmla="*/ 206280 w 324390"/>
              <a:gd name="csY11" fmla="*/ 41910 h 563880"/>
              <a:gd name="csX12" fmla="*/ 232950 w 324390"/>
              <a:gd name="csY12" fmla="*/ 60960 h 563880"/>
              <a:gd name="csX13" fmla="*/ 252000 w 324390"/>
              <a:gd name="csY13" fmla="*/ 80010 h 563880"/>
              <a:gd name="csX14" fmla="*/ 297720 w 324390"/>
              <a:gd name="csY14" fmla="*/ 144780 h 563880"/>
              <a:gd name="csX15" fmla="*/ 305340 w 324390"/>
              <a:gd name="csY15" fmla="*/ 179070 h 563880"/>
              <a:gd name="csX16" fmla="*/ 316770 w 324390"/>
              <a:gd name="csY16" fmla="*/ 217170 h 563880"/>
              <a:gd name="csX17" fmla="*/ 324390 w 324390"/>
              <a:gd name="csY17" fmla="*/ 262890 h 563880"/>
              <a:gd name="csX18" fmla="*/ 301530 w 324390"/>
              <a:gd name="csY18" fmla="*/ 415290 h 563880"/>
              <a:gd name="csX19" fmla="*/ 267240 w 324390"/>
              <a:gd name="csY19" fmla="*/ 529590 h 563880"/>
              <a:gd name="csX20" fmla="*/ 252000 w 324390"/>
              <a:gd name="csY20" fmla="*/ 556260 h 563880"/>
              <a:gd name="csX21" fmla="*/ 229140 w 324390"/>
              <a:gd name="csY21" fmla="*/ 563880 h 563880"/>
              <a:gd name="csX22" fmla="*/ 164370 w 324390"/>
              <a:gd name="csY22" fmla="*/ 548640 h 563880"/>
              <a:gd name="csX23" fmla="*/ 145320 w 324390"/>
              <a:gd name="csY23" fmla="*/ 541020 h 563880"/>
              <a:gd name="csX24" fmla="*/ 183420 w 324390"/>
              <a:gd name="csY24" fmla="*/ 506730 h 563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24390" h="563880">
                <a:moveTo>
                  <a:pt x="183420" y="506730"/>
                </a:moveTo>
                <a:cubicBezTo>
                  <a:pt x="177070" y="504190"/>
                  <a:pt x="169748" y="503335"/>
                  <a:pt x="164370" y="499110"/>
                </a:cubicBezTo>
                <a:cubicBezTo>
                  <a:pt x="125125" y="468274"/>
                  <a:pt x="137604" y="470418"/>
                  <a:pt x="111030" y="438150"/>
                </a:cubicBezTo>
                <a:cubicBezTo>
                  <a:pt x="61811" y="378384"/>
                  <a:pt x="87999" y="424819"/>
                  <a:pt x="57690" y="358140"/>
                </a:cubicBezTo>
                <a:cubicBezTo>
                  <a:pt x="50587" y="301319"/>
                  <a:pt x="60166" y="354033"/>
                  <a:pt x="38640" y="293370"/>
                </a:cubicBezTo>
                <a:cubicBezTo>
                  <a:pt x="11415" y="216645"/>
                  <a:pt x="15399" y="228409"/>
                  <a:pt x="4350" y="167640"/>
                </a:cubicBezTo>
                <a:cubicBezTo>
                  <a:pt x="3080" y="148590"/>
                  <a:pt x="-1568" y="129466"/>
                  <a:pt x="540" y="110490"/>
                </a:cubicBezTo>
                <a:cubicBezTo>
                  <a:pt x="3987" y="79464"/>
                  <a:pt x="32292" y="22577"/>
                  <a:pt x="65310" y="15240"/>
                </a:cubicBezTo>
                <a:cubicBezTo>
                  <a:pt x="106276" y="6136"/>
                  <a:pt x="88729" y="11969"/>
                  <a:pt x="118650" y="0"/>
                </a:cubicBezTo>
                <a:cubicBezTo>
                  <a:pt x="131350" y="1270"/>
                  <a:pt x="144900" y="-930"/>
                  <a:pt x="156750" y="3810"/>
                </a:cubicBezTo>
                <a:cubicBezTo>
                  <a:pt x="192393" y="18067"/>
                  <a:pt x="161853" y="22240"/>
                  <a:pt x="187230" y="38100"/>
                </a:cubicBezTo>
                <a:cubicBezTo>
                  <a:pt x="192721" y="41532"/>
                  <a:pt x="199930" y="40640"/>
                  <a:pt x="206280" y="41910"/>
                </a:cubicBezTo>
                <a:cubicBezTo>
                  <a:pt x="215170" y="48260"/>
                  <a:pt x="224557" y="53966"/>
                  <a:pt x="232950" y="60960"/>
                </a:cubicBezTo>
                <a:cubicBezTo>
                  <a:pt x="239849" y="66709"/>
                  <a:pt x="246156" y="73192"/>
                  <a:pt x="252000" y="80010"/>
                </a:cubicBezTo>
                <a:cubicBezTo>
                  <a:pt x="276678" y="108801"/>
                  <a:pt x="278730" y="114396"/>
                  <a:pt x="297720" y="144780"/>
                </a:cubicBezTo>
                <a:cubicBezTo>
                  <a:pt x="300260" y="156210"/>
                  <a:pt x="302360" y="167747"/>
                  <a:pt x="305340" y="179070"/>
                </a:cubicBezTo>
                <a:cubicBezTo>
                  <a:pt x="308714" y="191893"/>
                  <a:pt x="313831" y="204241"/>
                  <a:pt x="316770" y="217170"/>
                </a:cubicBezTo>
                <a:cubicBezTo>
                  <a:pt x="320194" y="232236"/>
                  <a:pt x="321850" y="247650"/>
                  <a:pt x="324390" y="262890"/>
                </a:cubicBezTo>
                <a:cubicBezTo>
                  <a:pt x="316089" y="329301"/>
                  <a:pt x="316977" y="361928"/>
                  <a:pt x="301530" y="415290"/>
                </a:cubicBezTo>
                <a:cubicBezTo>
                  <a:pt x="290470" y="453499"/>
                  <a:pt x="286975" y="495053"/>
                  <a:pt x="267240" y="529590"/>
                </a:cubicBezTo>
                <a:cubicBezTo>
                  <a:pt x="262160" y="538480"/>
                  <a:pt x="259611" y="549410"/>
                  <a:pt x="252000" y="556260"/>
                </a:cubicBezTo>
                <a:cubicBezTo>
                  <a:pt x="246030" y="561633"/>
                  <a:pt x="236760" y="561340"/>
                  <a:pt x="229140" y="563880"/>
                </a:cubicBezTo>
                <a:cubicBezTo>
                  <a:pt x="207550" y="558800"/>
                  <a:pt x="185768" y="554476"/>
                  <a:pt x="164370" y="548640"/>
                </a:cubicBezTo>
                <a:cubicBezTo>
                  <a:pt x="157772" y="546840"/>
                  <a:pt x="150156" y="545856"/>
                  <a:pt x="145320" y="541020"/>
                </a:cubicBezTo>
                <a:lnTo>
                  <a:pt x="183420" y="50673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8A4611F8-0B0A-D91D-A4C1-2F197C7A640C}"/>
              </a:ext>
            </a:extLst>
          </p:cNvPr>
          <p:cNvSpPr/>
          <p:nvPr/>
        </p:nvSpPr>
        <p:spPr>
          <a:xfrm>
            <a:off x="3115783" y="4781550"/>
            <a:ext cx="646492" cy="727710"/>
          </a:xfrm>
          <a:custGeom>
            <a:avLst/>
            <a:gdLst>
              <a:gd name="csX0" fmla="*/ 35087 w 646492"/>
              <a:gd name="csY0" fmla="*/ 415290 h 727710"/>
              <a:gd name="csX1" fmla="*/ 27467 w 646492"/>
              <a:gd name="csY1" fmla="*/ 361950 h 727710"/>
              <a:gd name="csX2" fmla="*/ 19847 w 646492"/>
              <a:gd name="csY2" fmla="*/ 278130 h 727710"/>
              <a:gd name="csX3" fmla="*/ 8417 w 646492"/>
              <a:gd name="csY3" fmla="*/ 247650 h 727710"/>
              <a:gd name="csX4" fmla="*/ 797 w 646492"/>
              <a:gd name="csY4" fmla="*/ 194310 h 727710"/>
              <a:gd name="csX5" fmla="*/ 31277 w 646492"/>
              <a:gd name="csY5" fmla="*/ 129540 h 727710"/>
              <a:gd name="csX6" fmla="*/ 88427 w 646492"/>
              <a:gd name="csY6" fmla="*/ 60960 h 727710"/>
              <a:gd name="csX7" fmla="*/ 160817 w 646492"/>
              <a:gd name="csY7" fmla="*/ 0 h 727710"/>
              <a:gd name="csX8" fmla="*/ 400847 w 646492"/>
              <a:gd name="csY8" fmla="*/ 38100 h 727710"/>
              <a:gd name="csX9" fmla="*/ 503717 w 646492"/>
              <a:gd name="csY9" fmla="*/ 110490 h 727710"/>
              <a:gd name="csX10" fmla="*/ 572297 w 646492"/>
              <a:gd name="csY10" fmla="*/ 133350 h 727710"/>
              <a:gd name="csX11" fmla="*/ 591347 w 646492"/>
              <a:gd name="csY11" fmla="*/ 167640 h 727710"/>
              <a:gd name="csX12" fmla="*/ 602777 w 646492"/>
              <a:gd name="csY12" fmla="*/ 175260 h 727710"/>
              <a:gd name="csX13" fmla="*/ 629447 w 646492"/>
              <a:gd name="csY13" fmla="*/ 236220 h 727710"/>
              <a:gd name="csX14" fmla="*/ 637067 w 646492"/>
              <a:gd name="csY14" fmla="*/ 426720 h 727710"/>
              <a:gd name="csX15" fmla="*/ 618017 w 646492"/>
              <a:gd name="csY15" fmla="*/ 472440 h 727710"/>
              <a:gd name="csX16" fmla="*/ 534197 w 646492"/>
              <a:gd name="csY16" fmla="*/ 544830 h 727710"/>
              <a:gd name="csX17" fmla="*/ 488477 w 646492"/>
              <a:gd name="csY17" fmla="*/ 586740 h 727710"/>
              <a:gd name="csX18" fmla="*/ 412277 w 646492"/>
              <a:gd name="csY18" fmla="*/ 640080 h 727710"/>
              <a:gd name="csX19" fmla="*/ 351317 w 646492"/>
              <a:gd name="csY19" fmla="*/ 697230 h 727710"/>
              <a:gd name="csX20" fmla="*/ 324647 w 646492"/>
              <a:gd name="csY20" fmla="*/ 708660 h 727710"/>
              <a:gd name="csX21" fmla="*/ 282737 w 646492"/>
              <a:gd name="csY21" fmla="*/ 727710 h 727710"/>
              <a:gd name="csX22" fmla="*/ 183677 w 646492"/>
              <a:gd name="csY22" fmla="*/ 678180 h 727710"/>
              <a:gd name="csX23" fmla="*/ 137957 w 646492"/>
              <a:gd name="csY23" fmla="*/ 613410 h 727710"/>
              <a:gd name="csX24" fmla="*/ 103667 w 646492"/>
              <a:gd name="csY24" fmla="*/ 552450 h 727710"/>
              <a:gd name="csX25" fmla="*/ 84617 w 646492"/>
              <a:gd name="csY25" fmla="*/ 521970 h 727710"/>
              <a:gd name="csX26" fmla="*/ 80807 w 646492"/>
              <a:gd name="csY26" fmla="*/ 502920 h 727710"/>
              <a:gd name="csX27" fmla="*/ 65567 w 646492"/>
              <a:gd name="csY27" fmla="*/ 476250 h 727710"/>
              <a:gd name="csX28" fmla="*/ 50327 w 646492"/>
              <a:gd name="csY28" fmla="*/ 438150 h 727710"/>
              <a:gd name="csX29" fmla="*/ 35087 w 646492"/>
              <a:gd name="csY29" fmla="*/ 41529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46492" h="727710">
                <a:moveTo>
                  <a:pt x="35087" y="415290"/>
                </a:moveTo>
                <a:cubicBezTo>
                  <a:pt x="32547" y="397510"/>
                  <a:pt x="29450" y="379801"/>
                  <a:pt x="27467" y="361950"/>
                </a:cubicBezTo>
                <a:cubicBezTo>
                  <a:pt x="24369" y="334066"/>
                  <a:pt x="24459" y="305803"/>
                  <a:pt x="19847" y="278130"/>
                </a:cubicBezTo>
                <a:cubicBezTo>
                  <a:pt x="18063" y="267427"/>
                  <a:pt x="12227" y="257810"/>
                  <a:pt x="8417" y="247650"/>
                </a:cubicBezTo>
                <a:cubicBezTo>
                  <a:pt x="5877" y="229870"/>
                  <a:pt x="-2616" y="211943"/>
                  <a:pt x="797" y="194310"/>
                </a:cubicBezTo>
                <a:cubicBezTo>
                  <a:pt x="5331" y="170884"/>
                  <a:pt x="18173" y="149481"/>
                  <a:pt x="31277" y="129540"/>
                </a:cubicBezTo>
                <a:cubicBezTo>
                  <a:pt x="47619" y="104672"/>
                  <a:pt x="68521" y="83078"/>
                  <a:pt x="88427" y="60960"/>
                </a:cubicBezTo>
                <a:cubicBezTo>
                  <a:pt x="130484" y="14230"/>
                  <a:pt x="120614" y="22973"/>
                  <a:pt x="160817" y="0"/>
                </a:cubicBezTo>
                <a:cubicBezTo>
                  <a:pt x="240827" y="12700"/>
                  <a:pt x="323739" y="13254"/>
                  <a:pt x="400847" y="38100"/>
                </a:cubicBezTo>
                <a:cubicBezTo>
                  <a:pt x="440756" y="50959"/>
                  <a:pt x="467064" y="90127"/>
                  <a:pt x="503717" y="110490"/>
                </a:cubicBezTo>
                <a:cubicBezTo>
                  <a:pt x="524781" y="122192"/>
                  <a:pt x="549437" y="125730"/>
                  <a:pt x="572297" y="133350"/>
                </a:cubicBezTo>
                <a:cubicBezTo>
                  <a:pt x="578647" y="144780"/>
                  <a:pt x="583656" y="157065"/>
                  <a:pt x="591347" y="167640"/>
                </a:cubicBezTo>
                <a:cubicBezTo>
                  <a:pt x="594040" y="171343"/>
                  <a:pt x="600553" y="171257"/>
                  <a:pt x="602777" y="175260"/>
                </a:cubicBezTo>
                <a:cubicBezTo>
                  <a:pt x="613548" y="194648"/>
                  <a:pt x="620557" y="215900"/>
                  <a:pt x="629447" y="236220"/>
                </a:cubicBezTo>
                <a:cubicBezTo>
                  <a:pt x="646165" y="323991"/>
                  <a:pt x="653938" y="327905"/>
                  <a:pt x="637067" y="426720"/>
                </a:cubicBezTo>
                <a:cubicBezTo>
                  <a:pt x="634288" y="442995"/>
                  <a:pt x="628860" y="459990"/>
                  <a:pt x="618017" y="472440"/>
                </a:cubicBezTo>
                <a:cubicBezTo>
                  <a:pt x="593770" y="500279"/>
                  <a:pt x="561879" y="520405"/>
                  <a:pt x="534197" y="544830"/>
                </a:cubicBezTo>
                <a:cubicBezTo>
                  <a:pt x="518695" y="558508"/>
                  <a:pt x="505414" y="574884"/>
                  <a:pt x="488477" y="586740"/>
                </a:cubicBezTo>
                <a:cubicBezTo>
                  <a:pt x="463077" y="604520"/>
                  <a:pt x="434201" y="618156"/>
                  <a:pt x="412277" y="640080"/>
                </a:cubicBezTo>
                <a:cubicBezTo>
                  <a:pt x="408173" y="644184"/>
                  <a:pt x="367866" y="687576"/>
                  <a:pt x="351317" y="697230"/>
                </a:cubicBezTo>
                <a:cubicBezTo>
                  <a:pt x="342963" y="702103"/>
                  <a:pt x="333298" y="704335"/>
                  <a:pt x="324647" y="708660"/>
                </a:cubicBezTo>
                <a:cubicBezTo>
                  <a:pt x="276911" y="732528"/>
                  <a:pt x="382145" y="690432"/>
                  <a:pt x="282737" y="727710"/>
                </a:cubicBezTo>
                <a:cubicBezTo>
                  <a:pt x="249717" y="711200"/>
                  <a:pt x="204967" y="708340"/>
                  <a:pt x="183677" y="678180"/>
                </a:cubicBezTo>
                <a:cubicBezTo>
                  <a:pt x="168437" y="656590"/>
                  <a:pt x="148121" y="637804"/>
                  <a:pt x="137957" y="613410"/>
                </a:cubicBezTo>
                <a:cubicBezTo>
                  <a:pt x="116144" y="561058"/>
                  <a:pt x="130581" y="579364"/>
                  <a:pt x="103667" y="552450"/>
                </a:cubicBezTo>
                <a:cubicBezTo>
                  <a:pt x="93405" y="501142"/>
                  <a:pt x="110143" y="562811"/>
                  <a:pt x="84617" y="521970"/>
                </a:cubicBezTo>
                <a:cubicBezTo>
                  <a:pt x="81185" y="516479"/>
                  <a:pt x="83298" y="508898"/>
                  <a:pt x="80807" y="502920"/>
                </a:cubicBezTo>
                <a:cubicBezTo>
                  <a:pt x="76869" y="493469"/>
                  <a:pt x="69927" y="485514"/>
                  <a:pt x="65567" y="476250"/>
                </a:cubicBezTo>
                <a:cubicBezTo>
                  <a:pt x="59743" y="463874"/>
                  <a:pt x="55407" y="450850"/>
                  <a:pt x="50327" y="438150"/>
                </a:cubicBezTo>
                <a:lnTo>
                  <a:pt x="35087" y="41529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070B4F45-0CBE-F35A-EDDE-8DBA1DEAC58A}"/>
              </a:ext>
            </a:extLst>
          </p:cNvPr>
          <p:cNvSpPr/>
          <p:nvPr/>
        </p:nvSpPr>
        <p:spPr>
          <a:xfrm>
            <a:off x="2941170" y="4650842"/>
            <a:ext cx="1162200" cy="957478"/>
          </a:xfrm>
          <a:custGeom>
            <a:avLst/>
            <a:gdLst>
              <a:gd name="csX0" fmla="*/ 312570 w 1162200"/>
              <a:gd name="csY0" fmla="*/ 65938 h 957478"/>
              <a:gd name="csX1" fmla="*/ 533550 w 1162200"/>
              <a:gd name="csY1" fmla="*/ 16408 h 957478"/>
              <a:gd name="csX2" fmla="*/ 605940 w 1162200"/>
              <a:gd name="csY2" fmla="*/ 35458 h 957478"/>
              <a:gd name="csX3" fmla="*/ 689760 w 1162200"/>
              <a:gd name="csY3" fmla="*/ 96418 h 957478"/>
              <a:gd name="csX4" fmla="*/ 743100 w 1162200"/>
              <a:gd name="csY4" fmla="*/ 138328 h 957478"/>
              <a:gd name="csX5" fmla="*/ 781200 w 1162200"/>
              <a:gd name="csY5" fmla="*/ 157378 h 957478"/>
              <a:gd name="csX6" fmla="*/ 895500 w 1162200"/>
              <a:gd name="csY6" fmla="*/ 210718 h 957478"/>
              <a:gd name="csX7" fmla="*/ 941220 w 1162200"/>
              <a:gd name="csY7" fmla="*/ 214528 h 957478"/>
              <a:gd name="csX8" fmla="*/ 983130 w 1162200"/>
              <a:gd name="csY8" fmla="*/ 256438 h 957478"/>
              <a:gd name="csX9" fmla="*/ 1074570 w 1162200"/>
              <a:gd name="csY9" fmla="*/ 317398 h 957478"/>
              <a:gd name="csX10" fmla="*/ 1146960 w 1162200"/>
              <a:gd name="csY10" fmla="*/ 424078 h 957478"/>
              <a:gd name="csX11" fmla="*/ 1162200 w 1162200"/>
              <a:gd name="csY11" fmla="*/ 465988 h 957478"/>
              <a:gd name="csX12" fmla="*/ 1131720 w 1162200"/>
              <a:gd name="csY12" fmla="*/ 610768 h 957478"/>
              <a:gd name="csX13" fmla="*/ 1127910 w 1162200"/>
              <a:gd name="csY13" fmla="*/ 648868 h 957478"/>
              <a:gd name="csX14" fmla="*/ 1097430 w 1162200"/>
              <a:gd name="csY14" fmla="*/ 698398 h 957478"/>
              <a:gd name="csX15" fmla="*/ 1040280 w 1162200"/>
              <a:gd name="csY15" fmla="*/ 766978 h 957478"/>
              <a:gd name="csX16" fmla="*/ 1021230 w 1162200"/>
              <a:gd name="csY16" fmla="*/ 793648 h 957478"/>
              <a:gd name="csX17" fmla="*/ 967890 w 1162200"/>
              <a:gd name="csY17" fmla="*/ 835558 h 957478"/>
              <a:gd name="csX18" fmla="*/ 918360 w 1162200"/>
              <a:gd name="csY18" fmla="*/ 877468 h 957478"/>
              <a:gd name="csX19" fmla="*/ 865020 w 1162200"/>
              <a:gd name="csY19" fmla="*/ 888898 h 957478"/>
              <a:gd name="csX20" fmla="*/ 781200 w 1162200"/>
              <a:gd name="csY20" fmla="*/ 915568 h 957478"/>
              <a:gd name="csX21" fmla="*/ 739290 w 1162200"/>
              <a:gd name="csY21" fmla="*/ 930808 h 957478"/>
              <a:gd name="csX22" fmla="*/ 693570 w 1162200"/>
              <a:gd name="csY22" fmla="*/ 949858 h 957478"/>
              <a:gd name="csX23" fmla="*/ 617370 w 1162200"/>
              <a:gd name="csY23" fmla="*/ 957478 h 957478"/>
              <a:gd name="csX24" fmla="*/ 426870 w 1162200"/>
              <a:gd name="csY24" fmla="*/ 953668 h 957478"/>
              <a:gd name="csX25" fmla="*/ 373530 w 1162200"/>
              <a:gd name="csY25" fmla="*/ 904138 h 957478"/>
              <a:gd name="csX26" fmla="*/ 312570 w 1162200"/>
              <a:gd name="csY26" fmla="*/ 854608 h 957478"/>
              <a:gd name="csX27" fmla="*/ 301140 w 1162200"/>
              <a:gd name="csY27" fmla="*/ 835558 h 957478"/>
              <a:gd name="csX28" fmla="*/ 293520 w 1162200"/>
              <a:gd name="csY28" fmla="*/ 801268 h 957478"/>
              <a:gd name="csX29" fmla="*/ 270660 w 1162200"/>
              <a:gd name="csY29" fmla="*/ 782218 h 957478"/>
              <a:gd name="csX30" fmla="*/ 236370 w 1162200"/>
              <a:gd name="csY30" fmla="*/ 740308 h 957478"/>
              <a:gd name="csX31" fmla="*/ 217320 w 1162200"/>
              <a:gd name="csY31" fmla="*/ 721258 h 957478"/>
              <a:gd name="csX32" fmla="*/ 175410 w 1162200"/>
              <a:gd name="csY32" fmla="*/ 648868 h 957478"/>
              <a:gd name="csX33" fmla="*/ 152550 w 1162200"/>
              <a:gd name="csY33" fmla="*/ 622198 h 957478"/>
              <a:gd name="csX34" fmla="*/ 118260 w 1162200"/>
              <a:gd name="csY34" fmla="*/ 576478 h 957478"/>
              <a:gd name="csX35" fmla="*/ 95400 w 1162200"/>
              <a:gd name="csY35" fmla="*/ 549808 h 957478"/>
              <a:gd name="csX36" fmla="*/ 64920 w 1162200"/>
              <a:gd name="csY36" fmla="*/ 485038 h 957478"/>
              <a:gd name="csX37" fmla="*/ 45870 w 1162200"/>
              <a:gd name="csY37" fmla="*/ 465988 h 957478"/>
              <a:gd name="csX38" fmla="*/ 3960 w 1162200"/>
              <a:gd name="csY38" fmla="*/ 393598 h 957478"/>
              <a:gd name="csX39" fmla="*/ 150 w 1162200"/>
              <a:gd name="csY39" fmla="*/ 336448 h 957478"/>
              <a:gd name="csX40" fmla="*/ 26820 w 1162200"/>
              <a:gd name="csY40" fmla="*/ 279298 h 957478"/>
              <a:gd name="csX41" fmla="*/ 53490 w 1162200"/>
              <a:gd name="csY41" fmla="*/ 260248 h 957478"/>
              <a:gd name="csX42" fmla="*/ 129690 w 1162200"/>
              <a:gd name="csY42" fmla="*/ 180238 h 957478"/>
              <a:gd name="csX43" fmla="*/ 186840 w 1162200"/>
              <a:gd name="csY43" fmla="*/ 142138 h 957478"/>
              <a:gd name="csX44" fmla="*/ 221130 w 1162200"/>
              <a:gd name="csY44" fmla="*/ 119278 h 957478"/>
              <a:gd name="csX45" fmla="*/ 240180 w 1162200"/>
              <a:gd name="csY45" fmla="*/ 115468 h 957478"/>
              <a:gd name="csX46" fmla="*/ 278280 w 1162200"/>
              <a:gd name="csY46" fmla="*/ 100228 h 957478"/>
              <a:gd name="csX47" fmla="*/ 343050 w 1162200"/>
              <a:gd name="csY47" fmla="*/ 81178 h 957478"/>
              <a:gd name="csX48" fmla="*/ 369720 w 1162200"/>
              <a:gd name="csY48" fmla="*/ 73558 h 957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162200" h="957478">
                <a:moveTo>
                  <a:pt x="312570" y="65938"/>
                </a:moveTo>
                <a:cubicBezTo>
                  <a:pt x="443894" y="-11045"/>
                  <a:pt x="390557" y="-10403"/>
                  <a:pt x="533550" y="16408"/>
                </a:cubicBezTo>
                <a:cubicBezTo>
                  <a:pt x="558074" y="21006"/>
                  <a:pt x="581810" y="29108"/>
                  <a:pt x="605940" y="35458"/>
                </a:cubicBezTo>
                <a:cubicBezTo>
                  <a:pt x="653625" y="83143"/>
                  <a:pt x="602137" y="35082"/>
                  <a:pt x="689760" y="96418"/>
                </a:cubicBezTo>
                <a:cubicBezTo>
                  <a:pt x="708284" y="109385"/>
                  <a:pt x="724286" y="125785"/>
                  <a:pt x="743100" y="138328"/>
                </a:cubicBezTo>
                <a:cubicBezTo>
                  <a:pt x="754914" y="146204"/>
                  <a:pt x="768671" y="150696"/>
                  <a:pt x="781200" y="157378"/>
                </a:cubicBezTo>
                <a:cubicBezTo>
                  <a:pt x="819959" y="178050"/>
                  <a:pt x="840478" y="206133"/>
                  <a:pt x="895500" y="210718"/>
                </a:cubicBezTo>
                <a:lnTo>
                  <a:pt x="941220" y="214528"/>
                </a:lnTo>
                <a:cubicBezTo>
                  <a:pt x="955190" y="228498"/>
                  <a:pt x="967470" y="244392"/>
                  <a:pt x="983130" y="256438"/>
                </a:cubicBezTo>
                <a:cubicBezTo>
                  <a:pt x="1027144" y="290295"/>
                  <a:pt x="1039399" y="282227"/>
                  <a:pt x="1074570" y="317398"/>
                </a:cubicBezTo>
                <a:cubicBezTo>
                  <a:pt x="1103362" y="346190"/>
                  <a:pt x="1129350" y="388857"/>
                  <a:pt x="1146960" y="424078"/>
                </a:cubicBezTo>
                <a:cubicBezTo>
                  <a:pt x="1153608" y="437374"/>
                  <a:pt x="1157120" y="452018"/>
                  <a:pt x="1162200" y="465988"/>
                </a:cubicBezTo>
                <a:cubicBezTo>
                  <a:pt x="1152040" y="514248"/>
                  <a:pt x="1140809" y="562295"/>
                  <a:pt x="1131720" y="610768"/>
                </a:cubicBezTo>
                <a:cubicBezTo>
                  <a:pt x="1129368" y="623313"/>
                  <a:pt x="1132561" y="636982"/>
                  <a:pt x="1127910" y="648868"/>
                </a:cubicBezTo>
                <a:cubicBezTo>
                  <a:pt x="1120846" y="666921"/>
                  <a:pt x="1108981" y="682829"/>
                  <a:pt x="1097430" y="698398"/>
                </a:cubicBezTo>
                <a:cubicBezTo>
                  <a:pt x="1079699" y="722296"/>
                  <a:pt x="1058869" y="743742"/>
                  <a:pt x="1040280" y="766978"/>
                </a:cubicBezTo>
                <a:cubicBezTo>
                  <a:pt x="1033455" y="775509"/>
                  <a:pt x="1028612" y="785595"/>
                  <a:pt x="1021230" y="793648"/>
                </a:cubicBezTo>
                <a:cubicBezTo>
                  <a:pt x="1012123" y="803583"/>
                  <a:pt x="976204" y="828828"/>
                  <a:pt x="967890" y="835558"/>
                </a:cubicBezTo>
                <a:cubicBezTo>
                  <a:pt x="951080" y="849166"/>
                  <a:pt x="937560" y="867513"/>
                  <a:pt x="918360" y="877468"/>
                </a:cubicBezTo>
                <a:cubicBezTo>
                  <a:pt x="902217" y="885838"/>
                  <a:pt x="882800" y="885088"/>
                  <a:pt x="865020" y="888898"/>
                </a:cubicBezTo>
                <a:cubicBezTo>
                  <a:pt x="791478" y="925669"/>
                  <a:pt x="864454" y="893850"/>
                  <a:pt x="781200" y="915568"/>
                </a:cubicBezTo>
                <a:cubicBezTo>
                  <a:pt x="766816" y="919320"/>
                  <a:pt x="753133" y="925391"/>
                  <a:pt x="739290" y="930808"/>
                </a:cubicBezTo>
                <a:cubicBezTo>
                  <a:pt x="723915" y="936824"/>
                  <a:pt x="709699" y="946330"/>
                  <a:pt x="693570" y="949858"/>
                </a:cubicBezTo>
                <a:cubicBezTo>
                  <a:pt x="668633" y="955313"/>
                  <a:pt x="642770" y="954938"/>
                  <a:pt x="617370" y="957478"/>
                </a:cubicBezTo>
                <a:lnTo>
                  <a:pt x="426870" y="953668"/>
                </a:lnTo>
                <a:cubicBezTo>
                  <a:pt x="392895" y="950213"/>
                  <a:pt x="389624" y="926085"/>
                  <a:pt x="373530" y="904138"/>
                </a:cubicBezTo>
                <a:cubicBezTo>
                  <a:pt x="349414" y="871252"/>
                  <a:pt x="350107" y="877130"/>
                  <a:pt x="312570" y="854608"/>
                </a:cubicBezTo>
                <a:cubicBezTo>
                  <a:pt x="308760" y="848258"/>
                  <a:pt x="303631" y="842532"/>
                  <a:pt x="301140" y="835558"/>
                </a:cubicBezTo>
                <a:cubicBezTo>
                  <a:pt x="297202" y="824531"/>
                  <a:pt x="299329" y="811434"/>
                  <a:pt x="293520" y="801268"/>
                </a:cubicBezTo>
                <a:cubicBezTo>
                  <a:pt x="288599" y="792656"/>
                  <a:pt x="277444" y="789454"/>
                  <a:pt x="270660" y="782218"/>
                </a:cubicBezTo>
                <a:cubicBezTo>
                  <a:pt x="258315" y="769050"/>
                  <a:pt x="248256" y="753892"/>
                  <a:pt x="236370" y="740308"/>
                </a:cubicBezTo>
                <a:cubicBezTo>
                  <a:pt x="230456" y="733550"/>
                  <a:pt x="222930" y="728270"/>
                  <a:pt x="217320" y="721258"/>
                </a:cubicBezTo>
                <a:cubicBezTo>
                  <a:pt x="151174" y="638575"/>
                  <a:pt x="223010" y="725028"/>
                  <a:pt x="175410" y="648868"/>
                </a:cubicBezTo>
                <a:cubicBezTo>
                  <a:pt x="169204" y="638939"/>
                  <a:pt x="159805" y="631388"/>
                  <a:pt x="152550" y="622198"/>
                </a:cubicBezTo>
                <a:cubicBezTo>
                  <a:pt x="140746" y="607246"/>
                  <a:pt x="130064" y="591430"/>
                  <a:pt x="118260" y="576478"/>
                </a:cubicBezTo>
                <a:cubicBezTo>
                  <a:pt x="111005" y="567288"/>
                  <a:pt x="101300" y="559922"/>
                  <a:pt x="95400" y="549808"/>
                </a:cubicBezTo>
                <a:cubicBezTo>
                  <a:pt x="83377" y="529197"/>
                  <a:pt x="77059" y="505581"/>
                  <a:pt x="64920" y="485038"/>
                </a:cubicBezTo>
                <a:cubicBezTo>
                  <a:pt x="60351" y="477307"/>
                  <a:pt x="51197" y="473218"/>
                  <a:pt x="45870" y="465988"/>
                </a:cubicBezTo>
                <a:cubicBezTo>
                  <a:pt x="14477" y="423383"/>
                  <a:pt x="17296" y="426938"/>
                  <a:pt x="3960" y="393598"/>
                </a:cubicBezTo>
                <a:cubicBezTo>
                  <a:pt x="2690" y="374548"/>
                  <a:pt x="-758" y="355519"/>
                  <a:pt x="150" y="336448"/>
                </a:cubicBezTo>
                <a:cubicBezTo>
                  <a:pt x="786" y="323084"/>
                  <a:pt x="21969" y="284958"/>
                  <a:pt x="26820" y="279298"/>
                </a:cubicBezTo>
                <a:cubicBezTo>
                  <a:pt x="33930" y="271003"/>
                  <a:pt x="45621" y="267826"/>
                  <a:pt x="53490" y="260248"/>
                </a:cubicBezTo>
                <a:cubicBezTo>
                  <a:pt x="80019" y="234701"/>
                  <a:pt x="99518" y="201359"/>
                  <a:pt x="129690" y="180238"/>
                </a:cubicBezTo>
                <a:cubicBezTo>
                  <a:pt x="224637" y="113775"/>
                  <a:pt x="130240" y="178524"/>
                  <a:pt x="186840" y="142138"/>
                </a:cubicBezTo>
                <a:cubicBezTo>
                  <a:pt x="198395" y="134710"/>
                  <a:pt x="208843" y="125421"/>
                  <a:pt x="221130" y="119278"/>
                </a:cubicBezTo>
                <a:cubicBezTo>
                  <a:pt x="226922" y="116382"/>
                  <a:pt x="234037" y="117516"/>
                  <a:pt x="240180" y="115468"/>
                </a:cubicBezTo>
                <a:cubicBezTo>
                  <a:pt x="253156" y="111143"/>
                  <a:pt x="265304" y="104553"/>
                  <a:pt x="278280" y="100228"/>
                </a:cubicBezTo>
                <a:cubicBezTo>
                  <a:pt x="299630" y="93111"/>
                  <a:pt x="321446" y="87479"/>
                  <a:pt x="343050" y="81178"/>
                </a:cubicBezTo>
                <a:lnTo>
                  <a:pt x="369720" y="7355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077E0CC8-345D-EA51-F7BC-BA392CDBDBE8}"/>
              </a:ext>
            </a:extLst>
          </p:cNvPr>
          <p:cNvSpPr/>
          <p:nvPr/>
        </p:nvSpPr>
        <p:spPr>
          <a:xfrm>
            <a:off x="2807970" y="4562684"/>
            <a:ext cx="1368650" cy="1045636"/>
          </a:xfrm>
          <a:custGeom>
            <a:avLst/>
            <a:gdLst>
              <a:gd name="csX0" fmla="*/ 430530 w 1368650"/>
              <a:gd name="csY0" fmla="*/ 119806 h 1045636"/>
              <a:gd name="csX1" fmla="*/ 377190 w 1368650"/>
              <a:gd name="csY1" fmla="*/ 127426 h 1045636"/>
              <a:gd name="csX2" fmla="*/ 358140 w 1368650"/>
              <a:gd name="csY2" fmla="*/ 146476 h 1045636"/>
              <a:gd name="csX3" fmla="*/ 300990 w 1368650"/>
              <a:gd name="csY3" fmla="*/ 154096 h 1045636"/>
              <a:gd name="csX4" fmla="*/ 236220 w 1368650"/>
              <a:gd name="csY4" fmla="*/ 192196 h 1045636"/>
              <a:gd name="csX5" fmla="*/ 217170 w 1368650"/>
              <a:gd name="csY5" fmla="*/ 207436 h 1045636"/>
              <a:gd name="csX6" fmla="*/ 148590 w 1368650"/>
              <a:gd name="csY6" fmla="*/ 272206 h 1045636"/>
              <a:gd name="csX7" fmla="*/ 129540 w 1368650"/>
              <a:gd name="csY7" fmla="*/ 306496 h 1045636"/>
              <a:gd name="csX8" fmla="*/ 60960 w 1368650"/>
              <a:gd name="csY8" fmla="*/ 375076 h 1045636"/>
              <a:gd name="csX9" fmla="*/ 45720 w 1368650"/>
              <a:gd name="csY9" fmla="*/ 394126 h 1045636"/>
              <a:gd name="csX10" fmla="*/ 26670 w 1368650"/>
              <a:gd name="csY10" fmla="*/ 447466 h 1045636"/>
              <a:gd name="csX11" fmla="*/ 0 w 1368650"/>
              <a:gd name="csY11" fmla="*/ 531286 h 1045636"/>
              <a:gd name="csX12" fmla="*/ 3810 w 1368650"/>
              <a:gd name="csY12" fmla="*/ 672256 h 1045636"/>
              <a:gd name="csX13" fmla="*/ 15240 w 1368650"/>
              <a:gd name="csY13" fmla="*/ 679876 h 1045636"/>
              <a:gd name="csX14" fmla="*/ 49530 w 1368650"/>
              <a:gd name="csY14" fmla="*/ 740836 h 1045636"/>
              <a:gd name="csX15" fmla="*/ 64770 w 1368650"/>
              <a:gd name="csY15" fmla="*/ 767506 h 1045636"/>
              <a:gd name="csX16" fmla="*/ 144780 w 1368650"/>
              <a:gd name="csY16" fmla="*/ 851326 h 1045636"/>
              <a:gd name="csX17" fmla="*/ 186690 w 1368650"/>
              <a:gd name="csY17" fmla="*/ 893236 h 1045636"/>
              <a:gd name="csX18" fmla="*/ 224790 w 1368650"/>
              <a:gd name="csY18" fmla="*/ 946576 h 1045636"/>
              <a:gd name="csX19" fmla="*/ 255270 w 1368650"/>
              <a:gd name="csY19" fmla="*/ 965626 h 1045636"/>
              <a:gd name="csX20" fmla="*/ 278130 w 1368650"/>
              <a:gd name="csY20" fmla="*/ 988486 h 1045636"/>
              <a:gd name="csX21" fmla="*/ 316230 w 1368650"/>
              <a:gd name="csY21" fmla="*/ 1007536 h 1045636"/>
              <a:gd name="csX22" fmla="*/ 342900 w 1368650"/>
              <a:gd name="csY22" fmla="*/ 1026586 h 1045636"/>
              <a:gd name="csX23" fmla="*/ 377190 w 1368650"/>
              <a:gd name="csY23" fmla="*/ 1045636 h 1045636"/>
              <a:gd name="csX24" fmla="*/ 773430 w 1368650"/>
              <a:gd name="csY24" fmla="*/ 1026586 h 1045636"/>
              <a:gd name="csX25" fmla="*/ 1024890 w 1368650"/>
              <a:gd name="csY25" fmla="*/ 1022776 h 1045636"/>
              <a:gd name="csX26" fmla="*/ 1082040 w 1368650"/>
              <a:gd name="csY26" fmla="*/ 1007536 h 1045636"/>
              <a:gd name="csX27" fmla="*/ 1116330 w 1368650"/>
              <a:gd name="csY27" fmla="*/ 1003726 h 1045636"/>
              <a:gd name="csX28" fmla="*/ 1154430 w 1368650"/>
              <a:gd name="csY28" fmla="*/ 973246 h 1045636"/>
              <a:gd name="csX29" fmla="*/ 1181100 w 1368650"/>
              <a:gd name="csY29" fmla="*/ 969436 h 1045636"/>
              <a:gd name="csX30" fmla="*/ 1253490 w 1368650"/>
              <a:gd name="csY30" fmla="*/ 908476 h 1045636"/>
              <a:gd name="csX31" fmla="*/ 1272540 w 1368650"/>
              <a:gd name="csY31" fmla="*/ 881806 h 1045636"/>
              <a:gd name="csX32" fmla="*/ 1310640 w 1368650"/>
              <a:gd name="csY32" fmla="*/ 855136 h 1045636"/>
              <a:gd name="csX33" fmla="*/ 1314450 w 1368650"/>
              <a:gd name="csY33" fmla="*/ 836086 h 1045636"/>
              <a:gd name="csX34" fmla="*/ 1329690 w 1368650"/>
              <a:gd name="csY34" fmla="*/ 817036 h 1045636"/>
              <a:gd name="csX35" fmla="*/ 1348740 w 1368650"/>
              <a:gd name="csY35" fmla="*/ 782746 h 1045636"/>
              <a:gd name="csX36" fmla="*/ 1337310 w 1368650"/>
              <a:gd name="csY36" fmla="*/ 653206 h 1045636"/>
              <a:gd name="csX37" fmla="*/ 1333500 w 1368650"/>
              <a:gd name="csY37" fmla="*/ 626536 h 1045636"/>
              <a:gd name="csX38" fmla="*/ 1363980 w 1368650"/>
              <a:gd name="csY38" fmla="*/ 516046 h 1045636"/>
              <a:gd name="csX39" fmla="*/ 1367790 w 1368650"/>
              <a:gd name="csY39" fmla="*/ 443656 h 1045636"/>
              <a:gd name="csX40" fmla="*/ 1333500 w 1368650"/>
              <a:gd name="csY40" fmla="*/ 268396 h 1045636"/>
              <a:gd name="csX41" fmla="*/ 1314450 w 1368650"/>
              <a:gd name="csY41" fmla="*/ 230296 h 1045636"/>
              <a:gd name="csX42" fmla="*/ 1272540 w 1368650"/>
              <a:gd name="csY42" fmla="*/ 196006 h 1045636"/>
              <a:gd name="csX43" fmla="*/ 1230630 w 1368650"/>
              <a:gd name="csY43" fmla="*/ 157906 h 1045636"/>
              <a:gd name="csX44" fmla="*/ 1188720 w 1368650"/>
              <a:gd name="csY44" fmla="*/ 135046 h 1045636"/>
              <a:gd name="csX45" fmla="*/ 1169670 w 1368650"/>
              <a:gd name="csY45" fmla="*/ 131236 h 1045636"/>
              <a:gd name="csX46" fmla="*/ 1112520 w 1368650"/>
              <a:gd name="csY46" fmla="*/ 104566 h 1045636"/>
              <a:gd name="csX47" fmla="*/ 1055370 w 1368650"/>
              <a:gd name="csY47" fmla="*/ 62656 h 1045636"/>
              <a:gd name="csX48" fmla="*/ 1013460 w 1368650"/>
              <a:gd name="csY48" fmla="*/ 43606 h 1045636"/>
              <a:gd name="csX49" fmla="*/ 941070 w 1368650"/>
              <a:gd name="csY49" fmla="*/ 9316 h 1045636"/>
              <a:gd name="csX50" fmla="*/ 883920 w 1368650"/>
              <a:gd name="csY50" fmla="*/ 1696 h 1045636"/>
              <a:gd name="csX51" fmla="*/ 609600 w 1368650"/>
              <a:gd name="csY51" fmla="*/ 5506 h 1045636"/>
              <a:gd name="csX52" fmla="*/ 487680 w 1368650"/>
              <a:gd name="csY52" fmla="*/ 47416 h 1045636"/>
              <a:gd name="csX53" fmla="*/ 388620 w 1368650"/>
              <a:gd name="csY53" fmla="*/ 93136 h 1045636"/>
              <a:gd name="csX54" fmla="*/ 354330 w 1368650"/>
              <a:gd name="csY54" fmla="*/ 112186 h 1045636"/>
              <a:gd name="csX55" fmla="*/ 384810 w 1368650"/>
              <a:gd name="csY55" fmla="*/ 150286 h 1045636"/>
              <a:gd name="csX56" fmla="*/ 403860 w 1368650"/>
              <a:gd name="csY56" fmla="*/ 138856 h 1045636"/>
              <a:gd name="csX57" fmla="*/ 430530 w 1368650"/>
              <a:gd name="csY57" fmla="*/ 119806 h 1045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1368650" h="1045636">
                <a:moveTo>
                  <a:pt x="430530" y="119806"/>
                </a:moveTo>
                <a:cubicBezTo>
                  <a:pt x="426085" y="117901"/>
                  <a:pt x="394043" y="121217"/>
                  <a:pt x="377190" y="127426"/>
                </a:cubicBezTo>
                <a:cubicBezTo>
                  <a:pt x="368763" y="130531"/>
                  <a:pt x="366616" y="143509"/>
                  <a:pt x="358140" y="146476"/>
                </a:cubicBezTo>
                <a:cubicBezTo>
                  <a:pt x="340000" y="152825"/>
                  <a:pt x="320040" y="151556"/>
                  <a:pt x="300990" y="154096"/>
                </a:cubicBezTo>
                <a:cubicBezTo>
                  <a:pt x="260216" y="174483"/>
                  <a:pt x="268984" y="167623"/>
                  <a:pt x="236220" y="192196"/>
                </a:cubicBezTo>
                <a:cubicBezTo>
                  <a:pt x="229714" y="197075"/>
                  <a:pt x="222462" y="201262"/>
                  <a:pt x="217170" y="207436"/>
                </a:cubicBezTo>
                <a:cubicBezTo>
                  <a:pt x="163143" y="270468"/>
                  <a:pt x="222657" y="225072"/>
                  <a:pt x="148590" y="272206"/>
                </a:cubicBezTo>
                <a:cubicBezTo>
                  <a:pt x="142240" y="283636"/>
                  <a:pt x="138019" y="296542"/>
                  <a:pt x="129540" y="306496"/>
                </a:cubicBezTo>
                <a:cubicBezTo>
                  <a:pt x="108576" y="331106"/>
                  <a:pt x="81156" y="349831"/>
                  <a:pt x="60960" y="375076"/>
                </a:cubicBezTo>
                <a:lnTo>
                  <a:pt x="45720" y="394126"/>
                </a:lnTo>
                <a:cubicBezTo>
                  <a:pt x="38300" y="431224"/>
                  <a:pt x="46774" y="396090"/>
                  <a:pt x="26670" y="447466"/>
                </a:cubicBezTo>
                <a:cubicBezTo>
                  <a:pt x="7918" y="495389"/>
                  <a:pt x="10080" y="490965"/>
                  <a:pt x="0" y="531286"/>
                </a:cubicBezTo>
                <a:cubicBezTo>
                  <a:pt x="1270" y="578276"/>
                  <a:pt x="-986" y="625494"/>
                  <a:pt x="3810" y="672256"/>
                </a:cubicBezTo>
                <a:cubicBezTo>
                  <a:pt x="4277" y="676811"/>
                  <a:pt x="13047" y="675856"/>
                  <a:pt x="15240" y="679876"/>
                </a:cubicBezTo>
                <a:cubicBezTo>
                  <a:pt x="88125" y="813498"/>
                  <a:pt x="-37296" y="619280"/>
                  <a:pt x="49530" y="740836"/>
                </a:cubicBezTo>
                <a:cubicBezTo>
                  <a:pt x="55481" y="749168"/>
                  <a:pt x="58819" y="759174"/>
                  <a:pt x="64770" y="767506"/>
                </a:cubicBezTo>
                <a:cubicBezTo>
                  <a:pt x="82259" y="791991"/>
                  <a:pt x="132050" y="837990"/>
                  <a:pt x="144780" y="851326"/>
                </a:cubicBezTo>
                <a:cubicBezTo>
                  <a:pt x="186467" y="894998"/>
                  <a:pt x="149097" y="863161"/>
                  <a:pt x="186690" y="893236"/>
                </a:cubicBezTo>
                <a:cubicBezTo>
                  <a:pt x="200877" y="918773"/>
                  <a:pt x="202829" y="929683"/>
                  <a:pt x="224790" y="946576"/>
                </a:cubicBezTo>
                <a:cubicBezTo>
                  <a:pt x="234287" y="953881"/>
                  <a:pt x="245849" y="958224"/>
                  <a:pt x="255270" y="965626"/>
                </a:cubicBezTo>
                <a:cubicBezTo>
                  <a:pt x="263744" y="972284"/>
                  <a:pt x="269790" y="981662"/>
                  <a:pt x="278130" y="988486"/>
                </a:cubicBezTo>
                <a:cubicBezTo>
                  <a:pt x="301812" y="1007862"/>
                  <a:pt x="291442" y="993077"/>
                  <a:pt x="316230" y="1007536"/>
                </a:cubicBezTo>
                <a:cubicBezTo>
                  <a:pt x="325667" y="1013041"/>
                  <a:pt x="333636" y="1020796"/>
                  <a:pt x="342900" y="1026586"/>
                </a:cubicBezTo>
                <a:cubicBezTo>
                  <a:pt x="353988" y="1033516"/>
                  <a:pt x="365760" y="1039286"/>
                  <a:pt x="377190" y="1045636"/>
                </a:cubicBezTo>
                <a:cubicBezTo>
                  <a:pt x="709864" y="1020370"/>
                  <a:pt x="577641" y="1018754"/>
                  <a:pt x="773430" y="1026586"/>
                </a:cubicBezTo>
                <a:lnTo>
                  <a:pt x="1024890" y="1022776"/>
                </a:lnTo>
                <a:cubicBezTo>
                  <a:pt x="1044568" y="1021561"/>
                  <a:pt x="1062739" y="1011557"/>
                  <a:pt x="1082040" y="1007536"/>
                </a:cubicBezTo>
                <a:cubicBezTo>
                  <a:pt x="1093299" y="1005190"/>
                  <a:pt x="1104900" y="1004996"/>
                  <a:pt x="1116330" y="1003726"/>
                </a:cubicBezTo>
                <a:cubicBezTo>
                  <a:pt x="1129030" y="993566"/>
                  <a:pt x="1140056" y="980856"/>
                  <a:pt x="1154430" y="973246"/>
                </a:cubicBezTo>
                <a:cubicBezTo>
                  <a:pt x="1162367" y="969044"/>
                  <a:pt x="1173792" y="974656"/>
                  <a:pt x="1181100" y="969436"/>
                </a:cubicBezTo>
                <a:cubicBezTo>
                  <a:pt x="1292163" y="890105"/>
                  <a:pt x="1196709" y="931188"/>
                  <a:pt x="1253490" y="908476"/>
                </a:cubicBezTo>
                <a:cubicBezTo>
                  <a:pt x="1259840" y="899586"/>
                  <a:pt x="1264553" y="889260"/>
                  <a:pt x="1272540" y="881806"/>
                </a:cubicBezTo>
                <a:cubicBezTo>
                  <a:pt x="1283873" y="871228"/>
                  <a:pt x="1300165" y="866564"/>
                  <a:pt x="1310640" y="855136"/>
                </a:cubicBezTo>
                <a:cubicBezTo>
                  <a:pt x="1315016" y="850362"/>
                  <a:pt x="1311554" y="841878"/>
                  <a:pt x="1314450" y="836086"/>
                </a:cubicBezTo>
                <a:cubicBezTo>
                  <a:pt x="1318087" y="828813"/>
                  <a:pt x="1325293" y="823876"/>
                  <a:pt x="1329690" y="817036"/>
                </a:cubicBezTo>
                <a:cubicBezTo>
                  <a:pt x="1336761" y="806037"/>
                  <a:pt x="1342390" y="794176"/>
                  <a:pt x="1348740" y="782746"/>
                </a:cubicBezTo>
                <a:cubicBezTo>
                  <a:pt x="1344930" y="739566"/>
                  <a:pt x="1341519" y="696349"/>
                  <a:pt x="1337310" y="653206"/>
                </a:cubicBezTo>
                <a:cubicBezTo>
                  <a:pt x="1336438" y="644268"/>
                  <a:pt x="1332508" y="635461"/>
                  <a:pt x="1333500" y="626536"/>
                </a:cubicBezTo>
                <a:cubicBezTo>
                  <a:pt x="1340708" y="561662"/>
                  <a:pt x="1343283" y="562615"/>
                  <a:pt x="1363980" y="516046"/>
                </a:cubicBezTo>
                <a:cubicBezTo>
                  <a:pt x="1365250" y="491916"/>
                  <a:pt x="1370742" y="467638"/>
                  <a:pt x="1367790" y="443656"/>
                </a:cubicBezTo>
                <a:cubicBezTo>
                  <a:pt x="1360518" y="384574"/>
                  <a:pt x="1346051" y="326586"/>
                  <a:pt x="1333500" y="268396"/>
                </a:cubicBezTo>
                <a:cubicBezTo>
                  <a:pt x="1331753" y="260298"/>
                  <a:pt x="1320061" y="235907"/>
                  <a:pt x="1314450" y="230296"/>
                </a:cubicBezTo>
                <a:cubicBezTo>
                  <a:pt x="1301687" y="217533"/>
                  <a:pt x="1285303" y="208769"/>
                  <a:pt x="1272540" y="196006"/>
                </a:cubicBezTo>
                <a:cubicBezTo>
                  <a:pt x="1260696" y="184162"/>
                  <a:pt x="1244683" y="166999"/>
                  <a:pt x="1230630" y="157906"/>
                </a:cubicBezTo>
                <a:cubicBezTo>
                  <a:pt x="1217270" y="149261"/>
                  <a:pt x="1203299" y="141424"/>
                  <a:pt x="1188720" y="135046"/>
                </a:cubicBezTo>
                <a:cubicBezTo>
                  <a:pt x="1182787" y="132450"/>
                  <a:pt x="1175873" y="133097"/>
                  <a:pt x="1169670" y="131236"/>
                </a:cubicBezTo>
                <a:cubicBezTo>
                  <a:pt x="1155687" y="127041"/>
                  <a:pt x="1118847" y="108616"/>
                  <a:pt x="1112520" y="104566"/>
                </a:cubicBezTo>
                <a:cubicBezTo>
                  <a:pt x="1092623" y="91832"/>
                  <a:pt x="1075489" y="75037"/>
                  <a:pt x="1055370" y="62656"/>
                </a:cubicBezTo>
                <a:cubicBezTo>
                  <a:pt x="1042301" y="54613"/>
                  <a:pt x="1027185" y="50469"/>
                  <a:pt x="1013460" y="43606"/>
                </a:cubicBezTo>
                <a:cubicBezTo>
                  <a:pt x="990866" y="32309"/>
                  <a:pt x="966783" y="14906"/>
                  <a:pt x="941070" y="9316"/>
                </a:cubicBezTo>
                <a:cubicBezTo>
                  <a:pt x="922290" y="5233"/>
                  <a:pt x="902970" y="4236"/>
                  <a:pt x="883920" y="1696"/>
                </a:cubicBezTo>
                <a:cubicBezTo>
                  <a:pt x="792480" y="2966"/>
                  <a:pt x="700446" y="-4976"/>
                  <a:pt x="609600" y="5506"/>
                </a:cubicBezTo>
                <a:cubicBezTo>
                  <a:pt x="566909" y="10432"/>
                  <a:pt x="526699" y="29407"/>
                  <a:pt x="487680" y="47416"/>
                </a:cubicBezTo>
                <a:lnTo>
                  <a:pt x="388620" y="93136"/>
                </a:lnTo>
                <a:cubicBezTo>
                  <a:pt x="359359" y="106351"/>
                  <a:pt x="379048" y="93648"/>
                  <a:pt x="354330" y="112186"/>
                </a:cubicBezTo>
                <a:cubicBezTo>
                  <a:pt x="359456" y="120730"/>
                  <a:pt x="373771" y="148078"/>
                  <a:pt x="384810" y="150286"/>
                </a:cubicBezTo>
                <a:cubicBezTo>
                  <a:pt x="392072" y="151738"/>
                  <a:pt x="397510" y="142666"/>
                  <a:pt x="403860" y="138856"/>
                </a:cubicBezTo>
                <a:cubicBezTo>
                  <a:pt x="423067" y="114847"/>
                  <a:pt x="434975" y="121711"/>
                  <a:pt x="430530" y="119806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C461077B-E1B3-288C-1EE8-126C62D0BE11}"/>
              </a:ext>
            </a:extLst>
          </p:cNvPr>
          <p:cNvSpPr/>
          <p:nvPr/>
        </p:nvSpPr>
        <p:spPr>
          <a:xfrm>
            <a:off x="3661410" y="4549140"/>
            <a:ext cx="590550" cy="727710"/>
          </a:xfrm>
          <a:custGeom>
            <a:avLst/>
            <a:gdLst>
              <a:gd name="csX0" fmla="*/ 0 w 590550"/>
              <a:gd name="csY0" fmla="*/ 0 h 727710"/>
              <a:gd name="csX1" fmla="*/ 76200 w 590550"/>
              <a:gd name="csY1" fmla="*/ 38100 h 727710"/>
              <a:gd name="csX2" fmla="*/ 220980 w 590550"/>
              <a:gd name="csY2" fmla="*/ 57150 h 727710"/>
              <a:gd name="csX3" fmla="*/ 308610 w 590550"/>
              <a:gd name="csY3" fmla="*/ 64770 h 727710"/>
              <a:gd name="csX4" fmla="*/ 381000 w 590550"/>
              <a:gd name="csY4" fmla="*/ 83820 h 727710"/>
              <a:gd name="csX5" fmla="*/ 438150 w 590550"/>
              <a:gd name="csY5" fmla="*/ 102870 h 727710"/>
              <a:gd name="csX6" fmla="*/ 495300 w 590550"/>
              <a:gd name="csY6" fmla="*/ 118110 h 727710"/>
              <a:gd name="csX7" fmla="*/ 518160 w 590550"/>
              <a:gd name="csY7" fmla="*/ 152400 h 727710"/>
              <a:gd name="csX8" fmla="*/ 541020 w 590550"/>
              <a:gd name="csY8" fmla="*/ 156210 h 727710"/>
              <a:gd name="csX9" fmla="*/ 560070 w 590550"/>
              <a:gd name="csY9" fmla="*/ 171450 h 727710"/>
              <a:gd name="csX10" fmla="*/ 575310 w 590550"/>
              <a:gd name="csY10" fmla="*/ 194310 h 727710"/>
              <a:gd name="csX11" fmla="*/ 590550 w 590550"/>
              <a:gd name="csY11" fmla="*/ 209550 h 727710"/>
              <a:gd name="csX12" fmla="*/ 579120 w 590550"/>
              <a:gd name="csY12" fmla="*/ 323850 h 727710"/>
              <a:gd name="csX13" fmla="*/ 560070 w 590550"/>
              <a:gd name="csY13" fmla="*/ 449580 h 727710"/>
              <a:gd name="csX14" fmla="*/ 533400 w 590550"/>
              <a:gd name="csY14" fmla="*/ 541020 h 727710"/>
              <a:gd name="csX15" fmla="*/ 499110 w 590550"/>
              <a:gd name="csY15" fmla="*/ 662940 h 727710"/>
              <a:gd name="csX16" fmla="*/ 464820 w 590550"/>
              <a:gd name="csY16" fmla="*/ 72771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90550" h="727710">
                <a:moveTo>
                  <a:pt x="0" y="0"/>
                </a:moveTo>
                <a:cubicBezTo>
                  <a:pt x="59838" y="38467"/>
                  <a:pt x="32491" y="30815"/>
                  <a:pt x="76200" y="38100"/>
                </a:cubicBezTo>
                <a:cubicBezTo>
                  <a:pt x="138577" y="73744"/>
                  <a:pt x="86840" y="49698"/>
                  <a:pt x="220980" y="57150"/>
                </a:cubicBezTo>
                <a:cubicBezTo>
                  <a:pt x="250255" y="58776"/>
                  <a:pt x="279400" y="62230"/>
                  <a:pt x="308610" y="64770"/>
                </a:cubicBezTo>
                <a:cubicBezTo>
                  <a:pt x="349933" y="89564"/>
                  <a:pt x="303661" y="65152"/>
                  <a:pt x="381000" y="83820"/>
                </a:cubicBezTo>
                <a:cubicBezTo>
                  <a:pt x="400520" y="88532"/>
                  <a:pt x="418916" y="97100"/>
                  <a:pt x="438150" y="102870"/>
                </a:cubicBezTo>
                <a:cubicBezTo>
                  <a:pt x="457034" y="108535"/>
                  <a:pt x="476250" y="113030"/>
                  <a:pt x="495300" y="118110"/>
                </a:cubicBezTo>
                <a:cubicBezTo>
                  <a:pt x="502920" y="129540"/>
                  <a:pt x="507607" y="143606"/>
                  <a:pt x="518160" y="152400"/>
                </a:cubicBezTo>
                <a:cubicBezTo>
                  <a:pt x="524095" y="157345"/>
                  <a:pt x="533987" y="153013"/>
                  <a:pt x="541020" y="156210"/>
                </a:cubicBezTo>
                <a:cubicBezTo>
                  <a:pt x="548423" y="159575"/>
                  <a:pt x="554630" y="165406"/>
                  <a:pt x="560070" y="171450"/>
                </a:cubicBezTo>
                <a:cubicBezTo>
                  <a:pt x="566196" y="178257"/>
                  <a:pt x="569589" y="187159"/>
                  <a:pt x="575310" y="194310"/>
                </a:cubicBezTo>
                <a:cubicBezTo>
                  <a:pt x="579798" y="199920"/>
                  <a:pt x="585470" y="204470"/>
                  <a:pt x="590550" y="209550"/>
                </a:cubicBezTo>
                <a:cubicBezTo>
                  <a:pt x="586740" y="247650"/>
                  <a:pt x="582716" y="285729"/>
                  <a:pt x="579120" y="323850"/>
                </a:cubicBezTo>
                <a:cubicBezTo>
                  <a:pt x="569265" y="428309"/>
                  <a:pt x="580416" y="381759"/>
                  <a:pt x="560070" y="449580"/>
                </a:cubicBezTo>
                <a:cubicBezTo>
                  <a:pt x="541878" y="576925"/>
                  <a:pt x="567253" y="439462"/>
                  <a:pt x="533400" y="541020"/>
                </a:cubicBezTo>
                <a:cubicBezTo>
                  <a:pt x="520050" y="581070"/>
                  <a:pt x="518863" y="625629"/>
                  <a:pt x="499110" y="662940"/>
                </a:cubicBezTo>
                <a:lnTo>
                  <a:pt x="464820" y="72771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73C0A5AA-71AD-E0C1-5115-95B59D6F8671}"/>
              </a:ext>
            </a:extLst>
          </p:cNvPr>
          <p:cNvSpPr/>
          <p:nvPr/>
        </p:nvSpPr>
        <p:spPr>
          <a:xfrm>
            <a:off x="2620604" y="4648013"/>
            <a:ext cx="1543726" cy="1173667"/>
          </a:xfrm>
          <a:custGeom>
            <a:avLst/>
            <a:gdLst>
              <a:gd name="csX0" fmla="*/ 1543726 w 1543726"/>
              <a:gd name="csY0" fmla="*/ 754567 h 1173667"/>
              <a:gd name="csX1" fmla="*/ 1486576 w 1543726"/>
              <a:gd name="csY1" fmla="*/ 819337 h 1173667"/>
              <a:gd name="csX2" fmla="*/ 1467526 w 1543726"/>
              <a:gd name="csY2" fmla="*/ 853627 h 1173667"/>
              <a:gd name="csX3" fmla="*/ 1425616 w 1543726"/>
              <a:gd name="csY3" fmla="*/ 899347 h 1173667"/>
              <a:gd name="csX4" fmla="*/ 1391326 w 1543726"/>
              <a:gd name="csY4" fmla="*/ 952687 h 1173667"/>
              <a:gd name="csX5" fmla="*/ 1387516 w 1543726"/>
              <a:gd name="csY5" fmla="*/ 964117 h 1173667"/>
              <a:gd name="csX6" fmla="*/ 1353226 w 1543726"/>
              <a:gd name="csY6" fmla="*/ 971737 h 1173667"/>
              <a:gd name="csX7" fmla="*/ 1311316 w 1543726"/>
              <a:gd name="csY7" fmla="*/ 1006027 h 1173667"/>
              <a:gd name="csX8" fmla="*/ 1280836 w 1543726"/>
              <a:gd name="csY8" fmla="*/ 1032697 h 1173667"/>
              <a:gd name="csX9" fmla="*/ 1177966 w 1543726"/>
              <a:gd name="csY9" fmla="*/ 1074607 h 1173667"/>
              <a:gd name="csX10" fmla="*/ 1158916 w 1543726"/>
              <a:gd name="csY10" fmla="*/ 1086037 h 1173667"/>
              <a:gd name="csX11" fmla="*/ 1071286 w 1543726"/>
              <a:gd name="csY11" fmla="*/ 1105087 h 1173667"/>
              <a:gd name="csX12" fmla="*/ 979846 w 1543726"/>
              <a:gd name="csY12" fmla="*/ 1127947 h 1173667"/>
              <a:gd name="csX13" fmla="*/ 934126 w 1543726"/>
              <a:gd name="csY13" fmla="*/ 1146997 h 1173667"/>
              <a:gd name="csX14" fmla="*/ 827446 w 1543726"/>
              <a:gd name="csY14" fmla="*/ 1173667 h 1173667"/>
              <a:gd name="csX15" fmla="*/ 667426 w 1543726"/>
              <a:gd name="csY15" fmla="*/ 1166047 h 1173667"/>
              <a:gd name="csX16" fmla="*/ 629326 w 1543726"/>
              <a:gd name="csY16" fmla="*/ 1158427 h 1173667"/>
              <a:gd name="csX17" fmla="*/ 602656 w 1543726"/>
              <a:gd name="csY17" fmla="*/ 1139377 h 1173667"/>
              <a:gd name="csX18" fmla="*/ 522646 w 1543726"/>
              <a:gd name="csY18" fmla="*/ 1097467 h 1173667"/>
              <a:gd name="csX19" fmla="*/ 503596 w 1543726"/>
              <a:gd name="csY19" fmla="*/ 1078417 h 1173667"/>
              <a:gd name="csX20" fmla="*/ 473116 w 1543726"/>
              <a:gd name="csY20" fmla="*/ 1070797 h 1173667"/>
              <a:gd name="csX21" fmla="*/ 450256 w 1543726"/>
              <a:gd name="csY21" fmla="*/ 1051747 h 1173667"/>
              <a:gd name="csX22" fmla="*/ 385486 w 1543726"/>
              <a:gd name="csY22" fmla="*/ 1025077 h 1173667"/>
              <a:gd name="csX23" fmla="*/ 366436 w 1543726"/>
              <a:gd name="csY23" fmla="*/ 1006027 h 1173667"/>
              <a:gd name="csX24" fmla="*/ 339766 w 1543726"/>
              <a:gd name="csY24" fmla="*/ 986977 h 1173667"/>
              <a:gd name="csX25" fmla="*/ 335956 w 1543726"/>
              <a:gd name="csY25" fmla="*/ 967927 h 1173667"/>
              <a:gd name="csX26" fmla="*/ 274996 w 1543726"/>
              <a:gd name="csY26" fmla="*/ 933637 h 1173667"/>
              <a:gd name="csX27" fmla="*/ 225466 w 1543726"/>
              <a:gd name="csY27" fmla="*/ 895537 h 1173667"/>
              <a:gd name="csX28" fmla="*/ 160696 w 1543726"/>
              <a:gd name="csY28" fmla="*/ 853627 h 1173667"/>
              <a:gd name="csX29" fmla="*/ 118786 w 1543726"/>
              <a:gd name="csY29" fmla="*/ 823147 h 1173667"/>
              <a:gd name="csX30" fmla="*/ 57826 w 1543726"/>
              <a:gd name="csY30" fmla="*/ 765997 h 1173667"/>
              <a:gd name="csX31" fmla="*/ 38776 w 1543726"/>
              <a:gd name="csY31" fmla="*/ 735517 h 1173667"/>
              <a:gd name="csX32" fmla="*/ 19726 w 1543726"/>
              <a:gd name="csY32" fmla="*/ 708847 h 1173667"/>
              <a:gd name="csX33" fmla="*/ 676 w 1543726"/>
              <a:gd name="csY33" fmla="*/ 674557 h 1173667"/>
              <a:gd name="csX34" fmla="*/ 4486 w 1543726"/>
              <a:gd name="csY34" fmla="*/ 491677 h 1173667"/>
              <a:gd name="csX35" fmla="*/ 31156 w 1543726"/>
              <a:gd name="csY35" fmla="*/ 445957 h 1173667"/>
              <a:gd name="csX36" fmla="*/ 84496 w 1543726"/>
              <a:gd name="csY36" fmla="*/ 365947 h 1173667"/>
              <a:gd name="csX37" fmla="*/ 111166 w 1543726"/>
              <a:gd name="csY37" fmla="*/ 350707 h 1173667"/>
              <a:gd name="csX38" fmla="*/ 141646 w 1543726"/>
              <a:gd name="csY38" fmla="*/ 312607 h 1173667"/>
              <a:gd name="csX39" fmla="*/ 145456 w 1543726"/>
              <a:gd name="csY39" fmla="*/ 293557 h 1173667"/>
              <a:gd name="csX40" fmla="*/ 187366 w 1543726"/>
              <a:gd name="csY40" fmla="*/ 270697 h 1173667"/>
              <a:gd name="csX41" fmla="*/ 236896 w 1543726"/>
              <a:gd name="csY41" fmla="*/ 228787 h 1173667"/>
              <a:gd name="csX42" fmla="*/ 255946 w 1543726"/>
              <a:gd name="csY42" fmla="*/ 209737 h 1173667"/>
              <a:gd name="csX43" fmla="*/ 290236 w 1543726"/>
              <a:gd name="csY43" fmla="*/ 190687 h 1173667"/>
              <a:gd name="csX44" fmla="*/ 347386 w 1543726"/>
              <a:gd name="csY44" fmla="*/ 167827 h 1173667"/>
              <a:gd name="csX45" fmla="*/ 358816 w 1543726"/>
              <a:gd name="csY45" fmla="*/ 144967 h 1173667"/>
              <a:gd name="csX46" fmla="*/ 415966 w 1543726"/>
              <a:gd name="csY46" fmla="*/ 106867 h 1173667"/>
              <a:gd name="csX47" fmla="*/ 431206 w 1543726"/>
              <a:gd name="csY47" fmla="*/ 80197 h 1173667"/>
              <a:gd name="csX48" fmla="*/ 515026 w 1543726"/>
              <a:gd name="csY48" fmla="*/ 38287 h 1173667"/>
              <a:gd name="csX49" fmla="*/ 598846 w 1543726"/>
              <a:gd name="csY49" fmla="*/ 187 h 1173667"/>
              <a:gd name="csX50" fmla="*/ 610276 w 1543726"/>
              <a:gd name="csY50" fmla="*/ 187 h 11736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543726" h="1173667">
                <a:moveTo>
                  <a:pt x="1543726" y="754567"/>
                </a:moveTo>
                <a:cubicBezTo>
                  <a:pt x="1525536" y="772757"/>
                  <a:pt x="1497538" y="799605"/>
                  <a:pt x="1486576" y="819337"/>
                </a:cubicBezTo>
                <a:cubicBezTo>
                  <a:pt x="1480226" y="830767"/>
                  <a:pt x="1474934" y="842852"/>
                  <a:pt x="1467526" y="853627"/>
                </a:cubicBezTo>
                <a:cubicBezTo>
                  <a:pt x="1457001" y="868936"/>
                  <a:pt x="1439002" y="885961"/>
                  <a:pt x="1425616" y="899347"/>
                </a:cubicBezTo>
                <a:cubicBezTo>
                  <a:pt x="1402602" y="953046"/>
                  <a:pt x="1428920" y="898981"/>
                  <a:pt x="1391326" y="952687"/>
                </a:cubicBezTo>
                <a:cubicBezTo>
                  <a:pt x="1389023" y="955977"/>
                  <a:pt x="1391108" y="962321"/>
                  <a:pt x="1387516" y="964117"/>
                </a:cubicBezTo>
                <a:cubicBezTo>
                  <a:pt x="1377043" y="969353"/>
                  <a:pt x="1364656" y="969197"/>
                  <a:pt x="1353226" y="971737"/>
                </a:cubicBezTo>
                <a:cubicBezTo>
                  <a:pt x="1311176" y="1013787"/>
                  <a:pt x="1358499" y="968955"/>
                  <a:pt x="1311316" y="1006027"/>
                </a:cubicBezTo>
                <a:cubicBezTo>
                  <a:pt x="1300700" y="1014368"/>
                  <a:pt x="1292069" y="1025208"/>
                  <a:pt x="1280836" y="1032697"/>
                </a:cubicBezTo>
                <a:cubicBezTo>
                  <a:pt x="1249595" y="1053525"/>
                  <a:pt x="1212046" y="1060665"/>
                  <a:pt x="1177966" y="1074607"/>
                </a:cubicBezTo>
                <a:cubicBezTo>
                  <a:pt x="1171112" y="1077411"/>
                  <a:pt x="1166036" y="1084003"/>
                  <a:pt x="1158916" y="1086037"/>
                </a:cubicBezTo>
                <a:cubicBezTo>
                  <a:pt x="1130174" y="1094249"/>
                  <a:pt x="1100236" y="1097643"/>
                  <a:pt x="1071286" y="1105087"/>
                </a:cubicBezTo>
                <a:cubicBezTo>
                  <a:pt x="960065" y="1133687"/>
                  <a:pt x="1090312" y="1109536"/>
                  <a:pt x="979846" y="1127947"/>
                </a:cubicBezTo>
                <a:cubicBezTo>
                  <a:pt x="964606" y="1134297"/>
                  <a:pt x="949789" y="1141776"/>
                  <a:pt x="934126" y="1146997"/>
                </a:cubicBezTo>
                <a:cubicBezTo>
                  <a:pt x="908393" y="1155575"/>
                  <a:pt x="855116" y="1167282"/>
                  <a:pt x="827446" y="1173667"/>
                </a:cubicBezTo>
                <a:cubicBezTo>
                  <a:pt x="774106" y="1171127"/>
                  <a:pt x="720669" y="1170143"/>
                  <a:pt x="667426" y="1166047"/>
                </a:cubicBezTo>
                <a:cubicBezTo>
                  <a:pt x="654513" y="1165054"/>
                  <a:pt x="641302" y="1163358"/>
                  <a:pt x="629326" y="1158427"/>
                </a:cubicBezTo>
                <a:cubicBezTo>
                  <a:pt x="619224" y="1154267"/>
                  <a:pt x="612142" y="1144797"/>
                  <a:pt x="602656" y="1139377"/>
                </a:cubicBezTo>
                <a:cubicBezTo>
                  <a:pt x="576516" y="1124440"/>
                  <a:pt x="543935" y="1118756"/>
                  <a:pt x="522646" y="1097467"/>
                </a:cubicBezTo>
                <a:cubicBezTo>
                  <a:pt x="516296" y="1091117"/>
                  <a:pt x="511503" y="1082675"/>
                  <a:pt x="503596" y="1078417"/>
                </a:cubicBezTo>
                <a:cubicBezTo>
                  <a:pt x="494375" y="1073452"/>
                  <a:pt x="483276" y="1073337"/>
                  <a:pt x="473116" y="1070797"/>
                </a:cubicBezTo>
                <a:cubicBezTo>
                  <a:pt x="465496" y="1064447"/>
                  <a:pt x="458667" y="1057004"/>
                  <a:pt x="450256" y="1051747"/>
                </a:cubicBezTo>
                <a:cubicBezTo>
                  <a:pt x="420970" y="1033443"/>
                  <a:pt x="414685" y="1033419"/>
                  <a:pt x="385486" y="1025077"/>
                </a:cubicBezTo>
                <a:cubicBezTo>
                  <a:pt x="379136" y="1018727"/>
                  <a:pt x="373335" y="1011776"/>
                  <a:pt x="366436" y="1006027"/>
                </a:cubicBezTo>
                <a:cubicBezTo>
                  <a:pt x="358043" y="999033"/>
                  <a:pt x="346591" y="995508"/>
                  <a:pt x="339766" y="986977"/>
                </a:cubicBezTo>
                <a:cubicBezTo>
                  <a:pt x="335721" y="981920"/>
                  <a:pt x="340955" y="972044"/>
                  <a:pt x="335956" y="967927"/>
                </a:cubicBezTo>
                <a:cubicBezTo>
                  <a:pt x="317959" y="953106"/>
                  <a:pt x="294497" y="946414"/>
                  <a:pt x="274996" y="933637"/>
                </a:cubicBezTo>
                <a:cubicBezTo>
                  <a:pt x="257573" y="922222"/>
                  <a:pt x="242530" y="907482"/>
                  <a:pt x="225466" y="895537"/>
                </a:cubicBezTo>
                <a:cubicBezTo>
                  <a:pt x="204399" y="880790"/>
                  <a:pt x="181975" y="868066"/>
                  <a:pt x="160696" y="853627"/>
                </a:cubicBezTo>
                <a:cubicBezTo>
                  <a:pt x="146402" y="843928"/>
                  <a:pt x="131626" y="834703"/>
                  <a:pt x="118786" y="823147"/>
                </a:cubicBezTo>
                <a:cubicBezTo>
                  <a:pt x="29901" y="743150"/>
                  <a:pt x="128635" y="816575"/>
                  <a:pt x="57826" y="765997"/>
                </a:cubicBezTo>
                <a:cubicBezTo>
                  <a:pt x="51476" y="755837"/>
                  <a:pt x="45422" y="745486"/>
                  <a:pt x="38776" y="735517"/>
                </a:cubicBezTo>
                <a:cubicBezTo>
                  <a:pt x="32716" y="726427"/>
                  <a:pt x="25516" y="718111"/>
                  <a:pt x="19726" y="708847"/>
                </a:cubicBezTo>
                <a:cubicBezTo>
                  <a:pt x="12796" y="697759"/>
                  <a:pt x="7026" y="685987"/>
                  <a:pt x="676" y="674557"/>
                </a:cubicBezTo>
                <a:cubicBezTo>
                  <a:pt x="1946" y="613597"/>
                  <a:pt x="-3572" y="552115"/>
                  <a:pt x="4486" y="491677"/>
                </a:cubicBezTo>
                <a:cubicBezTo>
                  <a:pt x="6818" y="474188"/>
                  <a:pt x="23266" y="461738"/>
                  <a:pt x="31156" y="445957"/>
                </a:cubicBezTo>
                <a:cubicBezTo>
                  <a:pt x="44364" y="419540"/>
                  <a:pt x="64490" y="377379"/>
                  <a:pt x="84496" y="365947"/>
                </a:cubicBezTo>
                <a:lnTo>
                  <a:pt x="111166" y="350707"/>
                </a:lnTo>
                <a:cubicBezTo>
                  <a:pt x="121326" y="338007"/>
                  <a:pt x="133278" y="326553"/>
                  <a:pt x="141646" y="312607"/>
                </a:cubicBezTo>
                <a:cubicBezTo>
                  <a:pt x="144978" y="307054"/>
                  <a:pt x="141480" y="298669"/>
                  <a:pt x="145456" y="293557"/>
                </a:cubicBezTo>
                <a:cubicBezTo>
                  <a:pt x="154052" y="282505"/>
                  <a:pt x="174715" y="275757"/>
                  <a:pt x="187366" y="270697"/>
                </a:cubicBezTo>
                <a:cubicBezTo>
                  <a:pt x="203876" y="256727"/>
                  <a:pt x="220732" y="243155"/>
                  <a:pt x="236896" y="228787"/>
                </a:cubicBezTo>
                <a:cubicBezTo>
                  <a:pt x="243608" y="222821"/>
                  <a:pt x="248638" y="214957"/>
                  <a:pt x="255946" y="209737"/>
                </a:cubicBezTo>
                <a:cubicBezTo>
                  <a:pt x="266586" y="202137"/>
                  <a:pt x="278665" y="196777"/>
                  <a:pt x="290236" y="190687"/>
                </a:cubicBezTo>
                <a:cubicBezTo>
                  <a:pt x="330588" y="169449"/>
                  <a:pt x="316027" y="174099"/>
                  <a:pt x="347386" y="167827"/>
                </a:cubicBezTo>
                <a:cubicBezTo>
                  <a:pt x="351196" y="160207"/>
                  <a:pt x="353805" y="151857"/>
                  <a:pt x="358816" y="144967"/>
                </a:cubicBezTo>
                <a:cubicBezTo>
                  <a:pt x="375439" y="122110"/>
                  <a:pt x="389546" y="120077"/>
                  <a:pt x="415966" y="106867"/>
                </a:cubicBezTo>
                <a:cubicBezTo>
                  <a:pt x="421046" y="97977"/>
                  <a:pt x="423374" y="86792"/>
                  <a:pt x="431206" y="80197"/>
                </a:cubicBezTo>
                <a:cubicBezTo>
                  <a:pt x="467966" y="49241"/>
                  <a:pt x="478780" y="48643"/>
                  <a:pt x="515026" y="38287"/>
                </a:cubicBezTo>
                <a:cubicBezTo>
                  <a:pt x="565686" y="9791"/>
                  <a:pt x="558633" y="4655"/>
                  <a:pt x="598846" y="187"/>
                </a:cubicBezTo>
                <a:cubicBezTo>
                  <a:pt x="602633" y="-234"/>
                  <a:pt x="606466" y="187"/>
                  <a:pt x="610276" y="18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8E0329DB-F9EA-A097-93B7-CD80F36BD44F}"/>
              </a:ext>
            </a:extLst>
          </p:cNvPr>
          <p:cNvSpPr/>
          <p:nvPr/>
        </p:nvSpPr>
        <p:spPr>
          <a:xfrm>
            <a:off x="2366514" y="4560570"/>
            <a:ext cx="1020576" cy="1288632"/>
          </a:xfrm>
          <a:custGeom>
            <a:avLst/>
            <a:gdLst>
              <a:gd name="csX0" fmla="*/ 1020576 w 1020576"/>
              <a:gd name="csY0" fmla="*/ 0 h 1257300"/>
              <a:gd name="csX1" fmla="*/ 837696 w 1020576"/>
              <a:gd name="csY1" fmla="*/ 15240 h 1257300"/>
              <a:gd name="csX2" fmla="*/ 795786 w 1020576"/>
              <a:gd name="csY2" fmla="*/ 22860 h 1257300"/>
              <a:gd name="csX3" fmla="*/ 723396 w 1020576"/>
              <a:gd name="csY3" fmla="*/ 57150 h 1257300"/>
              <a:gd name="csX4" fmla="*/ 570996 w 1020576"/>
              <a:gd name="csY4" fmla="*/ 83820 h 1257300"/>
              <a:gd name="csX5" fmla="*/ 479556 w 1020576"/>
              <a:gd name="csY5" fmla="*/ 118110 h 1257300"/>
              <a:gd name="csX6" fmla="*/ 391926 w 1020576"/>
              <a:gd name="csY6" fmla="*/ 163830 h 1257300"/>
              <a:gd name="csX7" fmla="*/ 300486 w 1020576"/>
              <a:gd name="csY7" fmla="*/ 198120 h 1257300"/>
              <a:gd name="csX8" fmla="*/ 254766 w 1020576"/>
              <a:gd name="csY8" fmla="*/ 240030 h 1257300"/>
              <a:gd name="csX9" fmla="*/ 201426 w 1020576"/>
              <a:gd name="csY9" fmla="*/ 274320 h 1257300"/>
              <a:gd name="csX10" fmla="*/ 106176 w 1020576"/>
              <a:gd name="csY10" fmla="*/ 350520 h 1257300"/>
              <a:gd name="csX11" fmla="*/ 71886 w 1020576"/>
              <a:gd name="csY11" fmla="*/ 426720 h 1257300"/>
              <a:gd name="csX12" fmla="*/ 64266 w 1020576"/>
              <a:gd name="csY12" fmla="*/ 453390 h 1257300"/>
              <a:gd name="csX13" fmla="*/ 52836 w 1020576"/>
              <a:gd name="csY13" fmla="*/ 476250 h 1257300"/>
              <a:gd name="csX14" fmla="*/ 45216 w 1020576"/>
              <a:gd name="csY14" fmla="*/ 514350 h 1257300"/>
              <a:gd name="csX15" fmla="*/ 26166 w 1020576"/>
              <a:gd name="csY15" fmla="*/ 598170 h 1257300"/>
              <a:gd name="csX16" fmla="*/ 10926 w 1020576"/>
              <a:gd name="csY16" fmla="*/ 800100 h 1257300"/>
              <a:gd name="csX17" fmla="*/ 33786 w 1020576"/>
              <a:gd name="csY17" fmla="*/ 1002030 h 1257300"/>
              <a:gd name="csX18" fmla="*/ 45216 w 1020576"/>
              <a:gd name="csY18" fmla="*/ 1009650 h 1257300"/>
              <a:gd name="csX19" fmla="*/ 64266 w 1020576"/>
              <a:gd name="csY19" fmla="*/ 1013460 h 1257300"/>
              <a:gd name="csX20" fmla="*/ 83316 w 1020576"/>
              <a:gd name="csY20" fmla="*/ 1028700 h 1257300"/>
              <a:gd name="csX21" fmla="*/ 90936 w 1020576"/>
              <a:gd name="csY21" fmla="*/ 1047750 h 1257300"/>
              <a:gd name="csX22" fmla="*/ 125226 w 1020576"/>
              <a:gd name="csY22" fmla="*/ 1055370 h 1257300"/>
              <a:gd name="csX23" fmla="*/ 193806 w 1020576"/>
              <a:gd name="csY23" fmla="*/ 1108710 h 1257300"/>
              <a:gd name="csX24" fmla="*/ 220476 w 1020576"/>
              <a:gd name="csY24" fmla="*/ 1131570 h 1257300"/>
              <a:gd name="csX25" fmla="*/ 315726 w 1020576"/>
              <a:gd name="csY25" fmla="*/ 1192530 h 1257300"/>
              <a:gd name="csX26" fmla="*/ 357636 w 1020576"/>
              <a:gd name="csY26" fmla="*/ 1219200 h 1257300"/>
              <a:gd name="csX27" fmla="*/ 372876 w 1020576"/>
              <a:gd name="csY27" fmla="*/ 1234440 h 1257300"/>
              <a:gd name="csX28" fmla="*/ 395736 w 1020576"/>
              <a:gd name="csY28" fmla="*/ 1253490 h 1257300"/>
              <a:gd name="csX29" fmla="*/ 738636 w 1020576"/>
              <a:gd name="csY29" fmla="*/ 1242060 h 1257300"/>
              <a:gd name="csX30" fmla="*/ 795786 w 1020576"/>
              <a:gd name="csY30" fmla="*/ 1234440 h 1257300"/>
              <a:gd name="csX31" fmla="*/ 944376 w 1020576"/>
              <a:gd name="csY31" fmla="*/ 1238250 h 1257300"/>
              <a:gd name="csX32" fmla="*/ 974856 w 1020576"/>
              <a:gd name="csY32" fmla="*/ 1257300 h 1257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020576" h="1257300">
                <a:moveTo>
                  <a:pt x="1020576" y="0"/>
                </a:moveTo>
                <a:lnTo>
                  <a:pt x="837696" y="15240"/>
                </a:lnTo>
                <a:cubicBezTo>
                  <a:pt x="823570" y="16677"/>
                  <a:pt x="809117" y="17972"/>
                  <a:pt x="795786" y="22860"/>
                </a:cubicBezTo>
                <a:cubicBezTo>
                  <a:pt x="770718" y="32052"/>
                  <a:pt x="748526" y="48129"/>
                  <a:pt x="723396" y="57150"/>
                </a:cubicBezTo>
                <a:cubicBezTo>
                  <a:pt x="664917" y="78143"/>
                  <a:pt x="631826" y="77737"/>
                  <a:pt x="570996" y="83820"/>
                </a:cubicBezTo>
                <a:cubicBezTo>
                  <a:pt x="540516" y="95250"/>
                  <a:pt x="507674" y="101708"/>
                  <a:pt x="479556" y="118110"/>
                </a:cubicBezTo>
                <a:cubicBezTo>
                  <a:pt x="448798" y="136052"/>
                  <a:pt x="425356" y="151795"/>
                  <a:pt x="391926" y="163830"/>
                </a:cubicBezTo>
                <a:cubicBezTo>
                  <a:pt x="355416" y="176974"/>
                  <a:pt x="331719" y="175405"/>
                  <a:pt x="300486" y="198120"/>
                </a:cubicBezTo>
                <a:cubicBezTo>
                  <a:pt x="283766" y="210280"/>
                  <a:pt x="271153" y="227425"/>
                  <a:pt x="254766" y="240030"/>
                </a:cubicBezTo>
                <a:cubicBezTo>
                  <a:pt x="238012" y="252917"/>
                  <a:pt x="218826" y="262320"/>
                  <a:pt x="201426" y="274320"/>
                </a:cubicBezTo>
                <a:cubicBezTo>
                  <a:pt x="145226" y="313079"/>
                  <a:pt x="151183" y="310014"/>
                  <a:pt x="106176" y="350520"/>
                </a:cubicBezTo>
                <a:cubicBezTo>
                  <a:pt x="84554" y="415385"/>
                  <a:pt x="99670" y="391990"/>
                  <a:pt x="71886" y="426720"/>
                </a:cubicBezTo>
                <a:cubicBezTo>
                  <a:pt x="69346" y="435610"/>
                  <a:pt x="67585" y="444761"/>
                  <a:pt x="64266" y="453390"/>
                </a:cubicBezTo>
                <a:cubicBezTo>
                  <a:pt x="61208" y="461342"/>
                  <a:pt x="55377" y="468118"/>
                  <a:pt x="52836" y="476250"/>
                </a:cubicBezTo>
                <a:cubicBezTo>
                  <a:pt x="48973" y="488612"/>
                  <a:pt x="48086" y="501721"/>
                  <a:pt x="45216" y="514350"/>
                </a:cubicBezTo>
                <a:cubicBezTo>
                  <a:pt x="20931" y="621205"/>
                  <a:pt x="44876" y="504621"/>
                  <a:pt x="26166" y="598170"/>
                </a:cubicBezTo>
                <a:cubicBezTo>
                  <a:pt x="21086" y="665480"/>
                  <a:pt x="12950" y="732629"/>
                  <a:pt x="10926" y="800100"/>
                </a:cubicBezTo>
                <a:cubicBezTo>
                  <a:pt x="7547" y="912742"/>
                  <a:pt x="-22256" y="945988"/>
                  <a:pt x="33786" y="1002030"/>
                </a:cubicBezTo>
                <a:cubicBezTo>
                  <a:pt x="37024" y="1005268"/>
                  <a:pt x="40929" y="1008042"/>
                  <a:pt x="45216" y="1009650"/>
                </a:cubicBezTo>
                <a:cubicBezTo>
                  <a:pt x="51279" y="1011924"/>
                  <a:pt x="57916" y="1012190"/>
                  <a:pt x="64266" y="1013460"/>
                </a:cubicBezTo>
                <a:cubicBezTo>
                  <a:pt x="70616" y="1018540"/>
                  <a:pt x="78323" y="1022281"/>
                  <a:pt x="83316" y="1028700"/>
                </a:cubicBezTo>
                <a:cubicBezTo>
                  <a:pt x="87515" y="1034099"/>
                  <a:pt x="85166" y="1044078"/>
                  <a:pt x="90936" y="1047750"/>
                </a:cubicBezTo>
                <a:cubicBezTo>
                  <a:pt x="100814" y="1054036"/>
                  <a:pt x="113796" y="1052830"/>
                  <a:pt x="125226" y="1055370"/>
                </a:cubicBezTo>
                <a:cubicBezTo>
                  <a:pt x="171358" y="1101502"/>
                  <a:pt x="147262" y="1085438"/>
                  <a:pt x="193806" y="1108710"/>
                </a:cubicBezTo>
                <a:cubicBezTo>
                  <a:pt x="208255" y="1144833"/>
                  <a:pt x="190531" y="1115946"/>
                  <a:pt x="220476" y="1131570"/>
                </a:cubicBezTo>
                <a:cubicBezTo>
                  <a:pt x="228602" y="1135810"/>
                  <a:pt x="295709" y="1175593"/>
                  <a:pt x="315726" y="1192530"/>
                </a:cubicBezTo>
                <a:cubicBezTo>
                  <a:pt x="349698" y="1221276"/>
                  <a:pt x="324093" y="1212491"/>
                  <a:pt x="357636" y="1219200"/>
                </a:cubicBezTo>
                <a:cubicBezTo>
                  <a:pt x="362716" y="1224280"/>
                  <a:pt x="366596" y="1230951"/>
                  <a:pt x="372876" y="1234440"/>
                </a:cubicBezTo>
                <a:cubicBezTo>
                  <a:pt x="399557" y="1249263"/>
                  <a:pt x="388337" y="1223893"/>
                  <a:pt x="395736" y="1253490"/>
                </a:cubicBezTo>
                <a:lnTo>
                  <a:pt x="738636" y="1242060"/>
                </a:lnTo>
                <a:cubicBezTo>
                  <a:pt x="757833" y="1241146"/>
                  <a:pt x="776571" y="1234796"/>
                  <a:pt x="795786" y="1234440"/>
                </a:cubicBezTo>
                <a:lnTo>
                  <a:pt x="944376" y="1238250"/>
                </a:lnTo>
                <a:cubicBezTo>
                  <a:pt x="969599" y="1255065"/>
                  <a:pt x="959045" y="1249394"/>
                  <a:pt x="974856" y="125730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487B1B31-D3FB-E709-A534-169954F7C1C5}"/>
              </a:ext>
            </a:extLst>
          </p:cNvPr>
          <p:cNvSpPr/>
          <p:nvPr/>
        </p:nvSpPr>
        <p:spPr>
          <a:xfrm>
            <a:off x="3947160" y="5433060"/>
            <a:ext cx="194310" cy="404178"/>
          </a:xfrm>
          <a:custGeom>
            <a:avLst/>
            <a:gdLst>
              <a:gd name="csX0" fmla="*/ 194310 w 194310"/>
              <a:gd name="csY0" fmla="*/ 0 h 434650"/>
              <a:gd name="csX1" fmla="*/ 190500 w 194310"/>
              <a:gd name="csY1" fmla="*/ 87630 h 434650"/>
              <a:gd name="csX2" fmla="*/ 175260 w 194310"/>
              <a:gd name="csY2" fmla="*/ 110490 h 434650"/>
              <a:gd name="csX3" fmla="*/ 171450 w 194310"/>
              <a:gd name="csY3" fmla="*/ 144780 h 434650"/>
              <a:gd name="csX4" fmla="*/ 129540 w 194310"/>
              <a:gd name="csY4" fmla="*/ 220980 h 434650"/>
              <a:gd name="csX5" fmla="*/ 118110 w 194310"/>
              <a:gd name="csY5" fmla="*/ 270510 h 434650"/>
              <a:gd name="csX6" fmla="*/ 99060 w 194310"/>
              <a:gd name="csY6" fmla="*/ 312420 h 434650"/>
              <a:gd name="csX7" fmla="*/ 83820 w 194310"/>
              <a:gd name="csY7" fmla="*/ 331470 h 434650"/>
              <a:gd name="csX8" fmla="*/ 57150 w 194310"/>
              <a:gd name="csY8" fmla="*/ 373380 h 434650"/>
              <a:gd name="csX9" fmla="*/ 45720 w 194310"/>
              <a:gd name="csY9" fmla="*/ 392430 h 434650"/>
              <a:gd name="csX10" fmla="*/ 26670 w 194310"/>
              <a:gd name="csY10" fmla="*/ 426720 h 434650"/>
              <a:gd name="csX11" fmla="*/ 7620 w 194310"/>
              <a:gd name="csY11" fmla="*/ 434340 h 434650"/>
              <a:gd name="csX12" fmla="*/ 0 w 194310"/>
              <a:gd name="csY12" fmla="*/ 434340 h 434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94310" h="434650">
                <a:moveTo>
                  <a:pt x="194310" y="0"/>
                </a:moveTo>
                <a:cubicBezTo>
                  <a:pt x="193040" y="29210"/>
                  <a:pt x="195468" y="58818"/>
                  <a:pt x="190500" y="87630"/>
                </a:cubicBezTo>
                <a:cubicBezTo>
                  <a:pt x="188944" y="96655"/>
                  <a:pt x="178156" y="101802"/>
                  <a:pt x="175260" y="110490"/>
                </a:cubicBezTo>
                <a:cubicBezTo>
                  <a:pt x="171623" y="121400"/>
                  <a:pt x="174913" y="133813"/>
                  <a:pt x="171450" y="144780"/>
                </a:cubicBezTo>
                <a:cubicBezTo>
                  <a:pt x="165745" y="162847"/>
                  <a:pt x="138877" y="205418"/>
                  <a:pt x="129540" y="220980"/>
                </a:cubicBezTo>
                <a:cubicBezTo>
                  <a:pt x="125730" y="237490"/>
                  <a:pt x="122645" y="254184"/>
                  <a:pt x="118110" y="270510"/>
                </a:cubicBezTo>
                <a:cubicBezTo>
                  <a:pt x="115631" y="279435"/>
                  <a:pt x="103203" y="305909"/>
                  <a:pt x="99060" y="312420"/>
                </a:cubicBezTo>
                <a:cubicBezTo>
                  <a:pt x="94694" y="319281"/>
                  <a:pt x="88900" y="325120"/>
                  <a:pt x="83820" y="331470"/>
                </a:cubicBezTo>
                <a:cubicBezTo>
                  <a:pt x="77105" y="371759"/>
                  <a:pt x="87581" y="339568"/>
                  <a:pt x="57150" y="373380"/>
                </a:cubicBezTo>
                <a:cubicBezTo>
                  <a:pt x="52196" y="378884"/>
                  <a:pt x="49032" y="385806"/>
                  <a:pt x="45720" y="392430"/>
                </a:cubicBezTo>
                <a:cubicBezTo>
                  <a:pt x="39558" y="404755"/>
                  <a:pt x="38660" y="417727"/>
                  <a:pt x="26670" y="426720"/>
                </a:cubicBezTo>
                <a:cubicBezTo>
                  <a:pt x="21199" y="430823"/>
                  <a:pt x="14196" y="432461"/>
                  <a:pt x="7620" y="434340"/>
                </a:cubicBezTo>
                <a:cubicBezTo>
                  <a:pt x="5178" y="435038"/>
                  <a:pt x="2540" y="434340"/>
                  <a:pt x="0" y="43434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F53B9FDF-432B-B4D6-2D3C-474F01AD170F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4036618" y="895502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692236" y="357926"/>
            <a:ext cx="218493" cy="21772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2079750" y="1555788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2252483" y="2328517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334356" y="2328516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334352" y="2328518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046565" y="1662215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546783" y="2162433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132476" y="1577972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347532" y="3103989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626708" y="3103989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243326" y="2464296"/>
            <a:ext cx="333680" cy="94570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940485" y="2712842"/>
            <a:ext cx="333680" cy="44861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594018" y="2328516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7249349" y="2327086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791591" y="918857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580823" y="1555787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942772" y="284619"/>
            <a:ext cx="218492" cy="23238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433041" y="1778479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970817" y="2327087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456138" y="254310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439ECC-C7CE-E6FD-B961-9A283F596B40}"/>
              </a:ext>
            </a:extLst>
          </p:cNvPr>
          <p:cNvSpPr/>
          <p:nvPr/>
        </p:nvSpPr>
        <p:spPr>
          <a:xfrm>
            <a:off x="8924440" y="2327085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냄새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12" name="꺾인 양쪽 화살표 연결선 18">
            <a:extLst>
              <a:ext uri="{FF2B5EF4-FFF2-40B4-BE49-F238E27FC236}">
                <a16:creationId xmlns:a16="http://schemas.microsoft.com/office/drawing/2014/main" id="{6C8F10DE-668D-582B-476F-DFB1C50A8B71}"/>
              </a:ext>
            </a:extLst>
          </p:cNvPr>
          <p:cNvCxnSpPr>
            <a:cxnSpLocks/>
            <a:stCxn id="30" idx="2"/>
            <a:endCxn id="10" idx="0"/>
          </p:cNvCxnSpPr>
          <p:nvPr/>
        </p:nvCxnSpPr>
        <p:spPr>
          <a:xfrm rot="16200000" flipH="1">
            <a:off x="8270587" y="940932"/>
            <a:ext cx="329505" cy="24427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2175061-8717-5126-E2F8-A4E704A8E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059428"/>
              </p:ext>
            </p:extLst>
          </p:nvPr>
        </p:nvGraphicFramePr>
        <p:xfrm>
          <a:off x="5248072" y="2912130"/>
          <a:ext cx="57226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냄새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Smelly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62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62A930E-8CC2-6012-2583-50CD6146A08C}"/>
              </a:ext>
            </a:extLst>
          </p:cNvPr>
          <p:cNvSpPr/>
          <p:nvPr/>
        </p:nvSpPr>
        <p:spPr>
          <a:xfrm>
            <a:off x="509655" y="1196719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E03BDDF-CB04-CDC5-5414-43CCC85D5432}"/>
              </a:ext>
            </a:extLst>
          </p:cNvPr>
          <p:cNvSpPr/>
          <p:nvPr/>
        </p:nvSpPr>
        <p:spPr>
          <a:xfrm>
            <a:off x="10344825" y="3217763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위치 및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기획 목표 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55B9E-719C-75A8-8038-6DB706B5A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전체 경로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24BDA-4CE2-33FA-C9C0-0201072879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F5795B-337A-6FAC-9D7F-FFA570CC7A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최종 배달지에서 </a:t>
            </a:r>
            <a:br>
              <a:rPr lang="en-US" altLang="ko-KR" dirty="0"/>
            </a:br>
            <a:r>
              <a:rPr lang="ko-KR" altLang="en-US" dirty="0"/>
              <a:t>산을 넘을 수 있는 물품을 </a:t>
            </a:r>
            <a:br>
              <a:rPr lang="en-US" altLang="ko-KR" dirty="0"/>
            </a:br>
            <a:r>
              <a:rPr lang="ko-KR" altLang="en-US" dirty="0"/>
              <a:t>보상으로 받은 후 본거지로 </a:t>
            </a:r>
            <a:br>
              <a:rPr lang="en-US" altLang="ko-KR" dirty="0"/>
            </a:br>
            <a:r>
              <a:rPr lang="ko-KR" altLang="en-US" dirty="0"/>
              <a:t>귀환 가능하도록 </a:t>
            </a:r>
            <a:br>
              <a:rPr lang="en-US" altLang="ko-KR" dirty="0"/>
            </a:br>
            <a:r>
              <a:rPr lang="ko-KR" altLang="en-US" dirty="0" err="1"/>
              <a:t>맵의</a:t>
            </a:r>
            <a:r>
              <a:rPr lang="ko-KR" altLang="en-US" dirty="0"/>
              <a:t> 구조를 기획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4707A4-A264-BBB7-7A6D-3BE9D6CA1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60B6A9-409D-E85D-15B1-6A0039ACE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8B0718A-6E1F-5CFA-E632-C607BB381A4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8F034F5-A629-CE50-34C6-DBEBF8CB5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3" name="사각형: 잘린 대각선 방향 모서리 12">
            <a:extLst>
              <a:ext uri="{FF2B5EF4-FFF2-40B4-BE49-F238E27FC236}">
                <a16:creationId xmlns:a16="http://schemas.microsoft.com/office/drawing/2014/main" id="{386E55AC-8BE0-24AC-1276-58352606C79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E01204D-C348-D474-8F52-BB88484B9682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B4948F3-986D-BA10-60F9-522F765F8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573BDAF9-8E10-5E2D-A500-97CDB18866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2A7EC1D-5701-3ADC-9B43-A89199A0D3E1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1B900FB-8835-9265-969A-1D5AACB442F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23A857-60D8-5B71-665C-798E8D0357F1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3148BA-9936-FF32-75E1-3CEF7BA201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ysClr val="windowText" lastClr="000000"/>
                </a:solidFill>
              </a:rPr>
              <a:t>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F277CB-1DA7-3604-3EAC-A5005FECAA2C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41" name="평행 사변형 40">
            <a:extLst>
              <a:ext uri="{FF2B5EF4-FFF2-40B4-BE49-F238E27FC236}">
                <a16:creationId xmlns:a16="http://schemas.microsoft.com/office/drawing/2014/main" id="{000C7BB0-37FB-EAFF-36A6-38CA40294C18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3" name="십자형 42">
            <a:extLst>
              <a:ext uri="{FF2B5EF4-FFF2-40B4-BE49-F238E27FC236}">
                <a16:creationId xmlns:a16="http://schemas.microsoft.com/office/drawing/2014/main" id="{C753C0D2-C1CD-34A2-0B3C-E8ED3EECE55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5" name="이등변 삼각형 44">
            <a:extLst>
              <a:ext uri="{FF2B5EF4-FFF2-40B4-BE49-F238E27FC236}">
                <a16:creationId xmlns:a16="http://schemas.microsoft.com/office/drawing/2014/main" id="{6664B951-5462-89CA-53D2-633439870DA9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49" name="이등변 삼각형 48">
            <a:extLst>
              <a:ext uri="{FF2B5EF4-FFF2-40B4-BE49-F238E27FC236}">
                <a16:creationId xmlns:a16="http://schemas.microsoft.com/office/drawing/2014/main" id="{F1914C1E-3F8B-133B-4103-8FAB8EB0BF1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BC8FA6D5-D4CC-97DE-C794-62763A92375F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3" name="이등변 삼각형 52">
            <a:extLst>
              <a:ext uri="{FF2B5EF4-FFF2-40B4-BE49-F238E27FC236}">
                <a16:creationId xmlns:a16="http://schemas.microsoft.com/office/drawing/2014/main" id="{483F43AD-3F5C-CD0F-80A3-0BDC104733BB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5" name="십자형 54">
            <a:extLst>
              <a:ext uri="{FF2B5EF4-FFF2-40B4-BE49-F238E27FC236}">
                <a16:creationId xmlns:a16="http://schemas.microsoft.com/office/drawing/2014/main" id="{A2473AC5-87C9-DF7A-28F9-98F73D9B41F0}"/>
              </a:ext>
            </a:extLst>
          </p:cNvPr>
          <p:cNvSpPr/>
          <p:nvPr/>
        </p:nvSpPr>
        <p:spPr>
          <a:xfrm>
            <a:off x="2642224" y="4112030"/>
            <a:ext cx="561073" cy="438586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24D53E14-A20E-F398-F9A4-6B4CF3265F89}"/>
              </a:ext>
            </a:extLst>
          </p:cNvPr>
          <p:cNvCxnSpPr>
            <a:cxnSpLocks/>
            <a:stCxn id="43" idx="0"/>
            <a:endCxn id="27" idx="0"/>
          </p:cNvCxnSpPr>
          <p:nvPr/>
        </p:nvCxnSpPr>
        <p:spPr>
          <a:xfrm rot="5400000" flipH="1" flipV="1">
            <a:off x="2367728" y="2721801"/>
            <a:ext cx="1874409" cy="3114189"/>
          </a:xfrm>
          <a:prstGeom prst="curvedConnector3">
            <a:avLst>
              <a:gd name="adj1" fmla="val 137355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연결선: 구부러짐 69">
            <a:extLst>
              <a:ext uri="{FF2B5EF4-FFF2-40B4-BE49-F238E27FC236}">
                <a16:creationId xmlns:a16="http://schemas.microsoft.com/office/drawing/2014/main" id="{BC636D52-D538-C01B-CBAB-0B34EA143BC3}"/>
              </a:ext>
            </a:extLst>
          </p:cNvPr>
          <p:cNvCxnSpPr>
            <a:cxnSpLocks/>
            <a:endCxn id="49" idx="5"/>
          </p:cNvCxnSpPr>
          <p:nvPr/>
        </p:nvCxnSpPr>
        <p:spPr>
          <a:xfrm rot="5400000">
            <a:off x="3843586" y="4382949"/>
            <a:ext cx="2051862" cy="313616"/>
          </a:xfrm>
          <a:prstGeom prst="curvedConnector2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구부러짐 76">
            <a:extLst>
              <a:ext uri="{FF2B5EF4-FFF2-40B4-BE49-F238E27FC236}">
                <a16:creationId xmlns:a16="http://schemas.microsoft.com/office/drawing/2014/main" id="{6D0EDE59-CC85-ABCF-233B-AC1EAB297EB9}"/>
              </a:ext>
            </a:extLst>
          </p:cNvPr>
          <p:cNvCxnSpPr>
            <a:cxnSpLocks/>
            <a:endCxn id="43" idx="3"/>
          </p:cNvCxnSpPr>
          <p:nvPr/>
        </p:nvCxnSpPr>
        <p:spPr>
          <a:xfrm rot="10800000">
            <a:off x="2209801" y="5511374"/>
            <a:ext cx="2285025" cy="149564"/>
          </a:xfrm>
          <a:prstGeom prst="curvedConnector3">
            <a:avLst>
              <a:gd name="adj1" fmla="val 50000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013246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671A9-F68B-BC85-69A9-FDB5FE37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6F45F-CCA8-6BA1-A2CA-29E08DCCD4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080573-67B0-3536-D4A2-A7EA9D051B1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78325-C60F-24FF-950A-CA7D282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5B9C9-C309-E4BC-3899-EAA327F0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30AA93-DEDD-F32D-5271-BF30F87E1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CA9BBF-E4C0-6798-C1EE-66A5645C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E553973E-D8CA-9557-14A9-296A88364806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51D339E-5C2E-A673-173C-699796ADD7A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FC68B9-344E-79D6-DFB7-0088D699F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B11321F-6CAB-EF59-C2AD-713DADB7CE48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1ACF9D6-F860-E435-CBD0-12A9F63CE034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56448C-A265-2B75-6690-CB5752FA8CAE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89B5B84-C959-6765-9683-9337D709ACFB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493F8-3EA3-0DA0-8FB5-26A2F6AC07BB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C42916-7CFF-B5A4-7DDF-0E8E52FFD642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24453819-4545-A836-C7C8-5A6BD6941C1D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4F0AE6D-A05C-6307-19AE-3BAFD409510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2A054509-38E0-584C-5B3D-58175334C088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53600590-5A09-0FA8-609F-C91CDE5EA139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D801EDAC-D9C6-055D-4A2D-435C28BF90AA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0BB992C8-55A7-798B-7971-644BDE64309E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53679552-882C-B9A4-7EEA-5FDDDEADF382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A2476E-83A7-7D2C-C015-2491FD95CA91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26A5A98-A49C-815E-803A-D0F9B1741F00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D9850530-6206-7BC3-8CA4-B2C749060336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731E2C-60AC-D269-9939-98B380030793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A90DE10A-F4C3-B36A-B114-5FF034D50166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8CC165ED-0B8D-01C5-F74A-F924EFCC7316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C49B220-AA83-F53B-BF8A-4DB55DFB0645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EB4C606-72EE-B7AB-D327-1EFF39D337D3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F0E42AF-7A63-C4D0-C574-C17351F19674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7A867D3-B0F6-A6EA-F32C-B91BB06E17F8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67BE0BE6-775C-E1E7-C382-588152476D85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2900D8E2-2B9D-756E-D928-1653FC573059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9609F5D1-858E-0988-1522-54318A4BBEC9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7251AE09-A80D-65F2-CA2A-E299B6F699B7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2FEB02F-1C03-923B-CAE1-0A43B3911835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D67F352-1C25-8F87-BE9C-CBA1AB26D52D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BDB511AC-D136-1C5F-F723-9B340D92CEAC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A518AE02-A640-5761-8BD8-F60CC94172B1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EEF59F-5540-9931-469F-1D3D107ACCF7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022F9F2-6609-13DE-BE19-DA9B4981A039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21C92DAE-E202-3403-5F62-9D8B082F808C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FC970F4-8399-340A-448C-5EB68971E2C1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88366D07-B52C-115F-B293-98E1D26E58BD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6243BCA9-BB27-3A4F-4B82-3F2FA7FAF3F4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1469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5410</TotalTime>
  <Words>4545</Words>
  <Application>Microsoft Office PowerPoint</Application>
  <PresentationFormat>와이드스크린</PresentationFormat>
  <Paragraphs>945</Paragraphs>
  <Slides>74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74</vt:i4>
      </vt:variant>
    </vt:vector>
  </HeadingPairs>
  <TitlesOfParts>
    <vt:vector size="79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레퍼런스 게임</vt:lpstr>
      <vt:lpstr>도우미 AI 참고 프리뷰</vt:lpstr>
      <vt:lpstr>게임 정보</vt:lpstr>
      <vt:lpstr>기획 목표</vt:lpstr>
      <vt:lpstr>메인 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PowerPoint 프레젠테이션</vt:lpstr>
      <vt:lpstr>도우미 AI 구현 계획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도우미 AI 구현 아키텍쳐</vt:lpstr>
      <vt:lpstr>PowerPoint 프레젠테이션</vt:lpstr>
      <vt:lpstr>PowerPoint 프레젠테이션</vt:lpstr>
      <vt:lpstr>경로 단계 설명</vt:lpstr>
      <vt:lpstr>PowerPoint 프레젠테이션</vt:lpstr>
      <vt:lpstr>PowerPoint 프레젠테이션</vt:lpstr>
      <vt:lpstr>경로 후보 생성 예시</vt:lpstr>
      <vt:lpstr>경로 후보 생성 예시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UI_세부_시간예측분석UI_후보1</vt:lpstr>
      <vt:lpstr>UI_세부_시간예측분석UI_후보2</vt:lpstr>
      <vt:lpstr>UI_세부_시간예측분석UI_후보3</vt:lpstr>
      <vt:lpstr>기획 목표 어째서 2인인가!</vt:lpstr>
      <vt:lpstr>프로토타입 플로우</vt:lpstr>
      <vt:lpstr>데이터 테이블_맵</vt:lpstr>
      <vt:lpstr>NPC_생물_벌 행동트리</vt:lpstr>
      <vt:lpstr>경로 예측</vt:lpstr>
      <vt:lpstr>맵 전체 경로 흐름</vt:lpstr>
      <vt:lpstr>데이터 테이블_NPC,플레이어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204</cp:revision>
  <dcterms:created xsi:type="dcterms:W3CDTF">2026-09-16T19:24:55Z</dcterms:created>
  <dcterms:modified xsi:type="dcterms:W3CDTF">2026-10-27T13:28:46Z</dcterms:modified>
</cp:coreProperties>
</file>