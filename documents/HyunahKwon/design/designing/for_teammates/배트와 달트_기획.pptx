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103"/>
  </p:notesMasterIdLst>
  <p:sldIdLst>
    <p:sldId id="256" r:id="rId3"/>
    <p:sldId id="281" r:id="rId4"/>
    <p:sldId id="257" r:id="rId5"/>
    <p:sldId id="258" r:id="rId6"/>
    <p:sldId id="315" r:id="rId7"/>
    <p:sldId id="348" r:id="rId8"/>
    <p:sldId id="292" r:id="rId9"/>
    <p:sldId id="259" r:id="rId10"/>
    <p:sldId id="261" r:id="rId11"/>
    <p:sldId id="347" r:id="rId12"/>
    <p:sldId id="314" r:id="rId13"/>
    <p:sldId id="265" r:id="rId14"/>
    <p:sldId id="260" r:id="rId15"/>
    <p:sldId id="271" r:id="rId16"/>
    <p:sldId id="268" r:id="rId17"/>
    <p:sldId id="272" r:id="rId18"/>
    <p:sldId id="273" r:id="rId19"/>
    <p:sldId id="328" r:id="rId20"/>
    <p:sldId id="303" r:id="rId21"/>
    <p:sldId id="335" r:id="rId22"/>
    <p:sldId id="336" r:id="rId23"/>
    <p:sldId id="337" r:id="rId24"/>
    <p:sldId id="338" r:id="rId25"/>
    <p:sldId id="339" r:id="rId26"/>
    <p:sldId id="340" r:id="rId27"/>
    <p:sldId id="331" r:id="rId28"/>
    <p:sldId id="344" r:id="rId29"/>
    <p:sldId id="351" r:id="rId30"/>
    <p:sldId id="353" r:id="rId31"/>
    <p:sldId id="376" r:id="rId32"/>
    <p:sldId id="354" r:id="rId33"/>
    <p:sldId id="355" r:id="rId34"/>
    <p:sldId id="356" r:id="rId35"/>
    <p:sldId id="357" r:id="rId36"/>
    <p:sldId id="359" r:id="rId37"/>
    <p:sldId id="360" r:id="rId38"/>
    <p:sldId id="361" r:id="rId39"/>
    <p:sldId id="358" r:id="rId40"/>
    <p:sldId id="363" r:id="rId41"/>
    <p:sldId id="352" r:id="rId42"/>
    <p:sldId id="364" r:id="rId43"/>
    <p:sldId id="366" r:id="rId44"/>
    <p:sldId id="367" r:id="rId45"/>
    <p:sldId id="368" r:id="rId46"/>
    <p:sldId id="369" r:id="rId47"/>
    <p:sldId id="370" r:id="rId48"/>
    <p:sldId id="365" r:id="rId49"/>
    <p:sldId id="341" r:id="rId50"/>
    <p:sldId id="371" r:id="rId51"/>
    <p:sldId id="377" r:id="rId52"/>
    <p:sldId id="372" r:id="rId53"/>
    <p:sldId id="345" r:id="rId54"/>
    <p:sldId id="374" r:id="rId55"/>
    <p:sldId id="375" r:id="rId56"/>
    <p:sldId id="378" r:id="rId57"/>
    <p:sldId id="333" r:id="rId58"/>
    <p:sldId id="334" r:id="rId59"/>
    <p:sldId id="350" r:id="rId60"/>
    <p:sldId id="278" r:id="rId61"/>
    <p:sldId id="296" r:id="rId62"/>
    <p:sldId id="286" r:id="rId63"/>
    <p:sldId id="277" r:id="rId64"/>
    <p:sldId id="297" r:id="rId65"/>
    <p:sldId id="279" r:id="rId66"/>
    <p:sldId id="262" r:id="rId67"/>
    <p:sldId id="318" r:id="rId68"/>
    <p:sldId id="321" r:id="rId69"/>
    <p:sldId id="323" r:id="rId70"/>
    <p:sldId id="322" r:id="rId71"/>
    <p:sldId id="319" r:id="rId72"/>
    <p:sldId id="320" r:id="rId73"/>
    <p:sldId id="324" r:id="rId74"/>
    <p:sldId id="325" r:id="rId75"/>
    <p:sldId id="326" r:id="rId76"/>
    <p:sldId id="269" r:id="rId77"/>
    <p:sldId id="274" r:id="rId78"/>
    <p:sldId id="289" r:id="rId79"/>
    <p:sldId id="294" r:id="rId80"/>
    <p:sldId id="291" r:id="rId81"/>
    <p:sldId id="288" r:id="rId82"/>
    <p:sldId id="290" r:id="rId83"/>
    <p:sldId id="276" r:id="rId84"/>
    <p:sldId id="263" r:id="rId85"/>
    <p:sldId id="270" r:id="rId86"/>
    <p:sldId id="316" r:id="rId87"/>
    <p:sldId id="285" r:id="rId88"/>
    <p:sldId id="295" r:id="rId89"/>
    <p:sldId id="275" r:id="rId90"/>
    <p:sldId id="282" r:id="rId91"/>
    <p:sldId id="283" r:id="rId92"/>
    <p:sldId id="317" r:id="rId93"/>
    <p:sldId id="311" r:id="rId94"/>
    <p:sldId id="307" r:id="rId95"/>
    <p:sldId id="310" r:id="rId96"/>
    <p:sldId id="306" r:id="rId97"/>
    <p:sldId id="349" r:id="rId98"/>
    <p:sldId id="312" r:id="rId99"/>
    <p:sldId id="313" r:id="rId100"/>
    <p:sldId id="327" r:id="rId101"/>
    <p:sldId id="346" r:id="rId10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ableStyles" Target="tableStyle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5D5BE-4056-4DAA-BE66-7F263EA8172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70652-F611-44D5-8ECC-2E3540F76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8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 : </a:t>
            </a:r>
            <a:r>
              <a:rPr lang="ko-KR" altLang="ko-KR" dirty="0"/>
              <a:t>격자 기반 </a:t>
            </a:r>
            <a:r>
              <a:rPr lang="ko-KR" altLang="ko-KR" dirty="0" err="1"/>
              <a:t>인플루언스</a:t>
            </a:r>
            <a:r>
              <a:rPr lang="ko-KR" altLang="ko-KR" dirty="0"/>
              <a:t> </a:t>
            </a:r>
            <a:r>
              <a:rPr lang="ko-KR" altLang="ko-KR" dirty="0" err="1"/>
              <a:t>맵으로</a:t>
            </a:r>
            <a:r>
              <a:rPr lang="ko-KR" altLang="ko-KR" dirty="0"/>
              <a:t> </a:t>
            </a:r>
            <a:r>
              <a:rPr lang="ko-KR" altLang="ko-KR" dirty="0" err="1"/>
              <a:t>T초</a:t>
            </a:r>
            <a:r>
              <a:rPr lang="ko-KR" altLang="ko-KR" dirty="0"/>
              <a:t> 후 위험 밀도 예측</a:t>
            </a:r>
            <a:r>
              <a:rPr lang="en-US" altLang="ko-KR" dirty="0"/>
              <a:t>. (</a:t>
            </a:r>
            <a:r>
              <a:rPr lang="ko-KR" altLang="en-US" dirty="0">
                <a:solidFill>
                  <a:sysClr val="windowText" lastClr="000000"/>
                </a:solidFill>
              </a:rPr>
              <a:t>개별 위치로 시뮬레이션</a:t>
            </a:r>
            <a:r>
              <a:rPr lang="en-US" altLang="ko-KR" dirty="0">
                <a:solidFill>
                  <a:sysClr val="windowText" lastClr="000000"/>
                </a:solidFill>
              </a:rPr>
              <a:t>X, </a:t>
            </a:r>
            <a:r>
              <a:rPr lang="ko-KR" altLang="en-US" dirty="0">
                <a:solidFill>
                  <a:sysClr val="windowText" lastClr="000000"/>
                </a:solidFill>
              </a:rPr>
              <a:t>격자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단위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인플루언스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맵으로</a:t>
            </a:r>
            <a:r>
              <a:rPr lang="ko-KR" altLang="en-US" dirty="0">
                <a:solidFill>
                  <a:sysClr val="windowText" lastClr="000000"/>
                </a:solidFill>
              </a:rPr>
              <a:t> 위험 밀도를 누적</a:t>
            </a:r>
            <a:r>
              <a:rPr lang="en-US" altLang="ko-KR" dirty="0">
                <a:solidFill>
                  <a:sysClr val="windowText" lastClr="000000"/>
                </a:solidFill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2CA9A-BF5F-43D5-A722-B8AEA70DD60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78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5073-3D75-4506-8C91-5119827B979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youtube.com/watch?v=W7tYP_bk52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hyperlink" Target="https://kor.pngtree.com/so/%EB%A7%88%EC%9A%B0%EC%8A%A4" TargetMode="External"/><Relationship Id="rId3" Type="http://schemas.openxmlformats.org/officeDocument/2006/relationships/hyperlink" Target="https://www.reddit.com/r/PartyAnimalsGame/comments/1b0dmqw/how_to_get_a_new_exclusive_tiagra_skin/" TargetMode="External"/><Relationship Id="rId7" Type="http://schemas.openxmlformats.org/officeDocument/2006/relationships/hyperlink" Target="https://creatorjoseph.com/268#google_vignette" TargetMode="External"/><Relationship Id="rId2" Type="http://schemas.openxmlformats.org/officeDocument/2006/relationships/hyperlink" Target="https://namu.wiki/w/%EB%8F%99%EB%AC%BC%EC%9D%98%20%EC%88%B2%20%EC%8B%9C%EB%A6%AC%EC%A6%88/%EC%9D%BC%EB%B0%98%20%EC%A3%BC%EB%AF%BC/%EA%B3%B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velog.io/@dev_sensational/Unity-3%EC%9D%B8%EC%B9%AD-Back-view-%EC%8A%88%ED%8C%85%EA%B2%8C%EC%9E%84TPS-%ED%94%84%EB%A1%9C%EC%A0%9D%ED%8A%B8-%EC%8B%9C%EC%9E%91" TargetMode="External"/><Relationship Id="rId5" Type="http://schemas.openxmlformats.org/officeDocument/2006/relationships/hyperlink" Target="https://www.youtube.com/watch?v=eNRvtvpl1Io&amp;t=872s" TargetMode="External"/><Relationship Id="rId4" Type="http://schemas.openxmlformats.org/officeDocument/2006/relationships/hyperlink" Target="https://page.onstove.com/indie/global/view/9597749" TargetMode="Externa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arca.live/b/fallout76/19323367" TargetMode="Externa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hyperlink" Target="https://gameuidatabase.com/index.php?&amp;scrn=71&amp;set=1&amp;plat=1&amp;tag=131&amp;series=106&amp;sort=2&amp;r=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constante.tistory.com/entry/%EA%B7%B8%EB%A6%B0-%ED%97%ACGreen-Hell-%EC%B4%88%EB%B3%B4%EA%B0%80%EC%9D%B4%EB%93%9C-%ED%8A%9C%ED%86%A0%EB%A6%AC%EC%96%BC-%ED%95%B4%EC%95%BC-%ED%95%98%EB%8A%94-%EC%9D%B4%EC%9C%A0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r>
              <a:rPr lang="ko-KR" altLang="en-US" sz="4800" dirty="0"/>
              <a:t>기획서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곽예린</a:t>
            </a:r>
            <a:r>
              <a:rPr lang="ko-KR" altLang="en-US" dirty="0"/>
              <a:t> 권현아 김진아</a:t>
            </a:r>
          </a:p>
        </p:txBody>
      </p:sp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D08547-37A1-E3B2-6FAD-B80A2923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 정리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4E81B8-0B77-EDAD-6246-69BCE7BA2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0"/>
            <a:ext cx="10515600" cy="4811713"/>
          </a:xfrm>
        </p:spPr>
        <p:txBody>
          <a:bodyPr>
            <a:normAutofit/>
          </a:bodyPr>
          <a:lstStyle/>
          <a:p>
            <a:r>
              <a:rPr lang="ko-KR" altLang="en-US" sz="2400" dirty="0" err="1"/>
              <a:t>배송품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배달품</a:t>
            </a:r>
            <a:r>
              <a:rPr lang="en-US" altLang="ko-KR" sz="2400" dirty="0"/>
              <a:t>, </a:t>
            </a:r>
            <a:r>
              <a:rPr lang="ko-KR" altLang="en-US" sz="2400" dirty="0"/>
              <a:t>화물 </a:t>
            </a:r>
            <a:r>
              <a:rPr lang="en-US" altLang="ko-KR" sz="2400" dirty="0"/>
              <a:t>: </a:t>
            </a:r>
            <a:r>
              <a:rPr lang="ko-KR" altLang="en-US" sz="2400" dirty="0"/>
              <a:t>모두 동일한 의미로 사용됨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플레이어가 배달을 </a:t>
            </a:r>
            <a:br>
              <a:rPr lang="en-US" altLang="ko-KR" sz="2400" dirty="0"/>
            </a:br>
            <a:r>
              <a:rPr lang="ko-KR" altLang="en-US" sz="2400" dirty="0"/>
              <a:t>진행해야 하는 아이템</a:t>
            </a:r>
            <a:endParaRPr lang="en-US" altLang="ko-KR" sz="2400" dirty="0"/>
          </a:p>
          <a:p>
            <a:r>
              <a:rPr lang="ko-KR" altLang="en-US" sz="2400" dirty="0"/>
              <a:t>방향전환율</a:t>
            </a:r>
            <a:r>
              <a:rPr lang="en-US" altLang="ko-KR" sz="2400" dirty="0"/>
              <a:t>, </a:t>
            </a:r>
            <a:r>
              <a:rPr lang="ko-KR" altLang="en-US" sz="2400" dirty="0"/>
              <a:t>방향회전율 </a:t>
            </a:r>
            <a:r>
              <a:rPr lang="en-US" altLang="ko-KR" sz="2400" dirty="0"/>
              <a:t>: </a:t>
            </a:r>
            <a:r>
              <a:rPr lang="ko-KR" altLang="en-US" sz="2400" dirty="0"/>
              <a:t>모두 동일한 의미로 사용됨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플레이어가 </a:t>
            </a:r>
            <a:br>
              <a:rPr lang="en-US" altLang="ko-KR" sz="2400" dirty="0"/>
            </a:br>
            <a:r>
              <a:rPr lang="ko-KR" altLang="en-US" sz="2400" dirty="0"/>
              <a:t>회전하는 정도</a:t>
            </a:r>
            <a:endParaRPr lang="en-US" altLang="ko-KR" sz="2400" dirty="0"/>
          </a:p>
          <a:p>
            <a:r>
              <a:rPr lang="ko-KR" altLang="en-US" sz="2400" dirty="0"/>
              <a:t>도우미 </a:t>
            </a:r>
            <a:r>
              <a:rPr lang="en-US" altLang="ko-KR" sz="2400" dirty="0"/>
              <a:t>AI, </a:t>
            </a:r>
            <a:r>
              <a:rPr lang="ko-KR" altLang="en-US" sz="2400" dirty="0"/>
              <a:t>경로 안내 </a:t>
            </a:r>
            <a:r>
              <a:rPr lang="en-US" altLang="ko-KR" sz="2400" dirty="0"/>
              <a:t>AI : </a:t>
            </a:r>
            <a:r>
              <a:rPr lang="ko-KR" altLang="en-US" sz="2400" dirty="0"/>
              <a:t>둘은 동일한 의미</a:t>
            </a:r>
            <a:r>
              <a:rPr lang="en-US" altLang="ko-KR" sz="2400" dirty="0"/>
              <a:t>. </a:t>
            </a:r>
            <a:r>
              <a:rPr lang="ko-KR" altLang="en-US" sz="2400" dirty="0"/>
              <a:t>경로를 보여주고 배달 예상</a:t>
            </a:r>
            <a:br>
              <a:rPr lang="en-US" altLang="ko-KR" sz="2400" dirty="0"/>
            </a:br>
            <a:r>
              <a:rPr lang="ko-KR" altLang="en-US" sz="2400" dirty="0"/>
              <a:t>시간을 예측해 알려주는 </a:t>
            </a:r>
            <a:r>
              <a:rPr lang="en-US" altLang="ko-KR" sz="2400" dirty="0"/>
              <a:t>AI</a:t>
            </a:r>
          </a:p>
          <a:p>
            <a:r>
              <a:rPr lang="ko-KR" altLang="en-US" sz="2400" dirty="0"/>
              <a:t>배송지</a:t>
            </a:r>
            <a:r>
              <a:rPr lang="en-US" altLang="ko-KR" sz="2400" dirty="0"/>
              <a:t>, </a:t>
            </a:r>
            <a:r>
              <a:rPr lang="ko-KR" altLang="en-US" sz="2400" dirty="0"/>
              <a:t>주거지</a:t>
            </a:r>
            <a:r>
              <a:rPr lang="en-US" altLang="ko-KR" sz="2400" dirty="0"/>
              <a:t>, </a:t>
            </a:r>
            <a:r>
              <a:rPr lang="ko-KR" altLang="en-US" sz="2400" dirty="0"/>
              <a:t>목적지 </a:t>
            </a:r>
            <a:r>
              <a:rPr lang="en-US" altLang="ko-KR" sz="2400" dirty="0"/>
              <a:t>: </a:t>
            </a:r>
            <a:r>
              <a:rPr lang="ko-KR" altLang="en-US" sz="2400" dirty="0"/>
              <a:t>배송품을 전달해야 하는 최종 장소</a:t>
            </a:r>
            <a:endParaRPr lang="en-US" altLang="ko-KR" sz="2400" dirty="0"/>
          </a:p>
          <a:p>
            <a:r>
              <a:rPr lang="ko-KR" altLang="en-US" sz="2400" dirty="0" err="1"/>
              <a:t>운반자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현재 화물을 소지하여 들고 있는 플레이어</a:t>
            </a:r>
            <a:endParaRPr lang="en-US" altLang="ko-KR" sz="2400" dirty="0"/>
          </a:p>
          <a:p>
            <a:r>
              <a:rPr lang="en-US" altLang="ko-KR" sz="2400" dirty="0"/>
              <a:t>ETA : </a:t>
            </a:r>
            <a:r>
              <a:rPr lang="ko-KR" altLang="en-US" sz="2400" dirty="0"/>
              <a:t>경로 예측 시간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7E5AFA-7451-4018-1D9E-19765E590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해당 문서에서 자주 사용되는 단어들</a:t>
            </a:r>
          </a:p>
        </p:txBody>
      </p:sp>
    </p:spTree>
    <p:extLst>
      <p:ext uri="{BB962C8B-B14F-4D97-AF65-F5344CB8AC3E}">
        <p14:creationId xmlns:p14="http://schemas.microsoft.com/office/powerpoint/2010/main" val="244943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BA673A-9754-955E-E2BE-50FEE622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2144712" cy="1600200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A3521E-F03E-CCD2-5860-75445C05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1" y="987425"/>
            <a:ext cx="7977188" cy="4873625"/>
          </a:xfrm>
        </p:spPr>
        <p:txBody>
          <a:bodyPr numCol="2" anchor="ctr">
            <a:normAutofit fontScale="925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게임 소개</a:t>
            </a:r>
            <a:br>
              <a:rPr lang="en-US" altLang="ko-KR" sz="2400" b="1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개요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정보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기획 목표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전체</a:t>
            </a:r>
            <a:br>
              <a:rPr lang="en-US" altLang="ko-KR" sz="2400" dirty="0"/>
            </a:br>
            <a:r>
              <a:rPr lang="en-US" altLang="ko-KR" sz="2400" dirty="0"/>
              <a:t>	-</a:t>
            </a:r>
            <a:r>
              <a:rPr lang="ko-KR" altLang="en-US" sz="2400" dirty="0"/>
              <a:t> 세부</a:t>
            </a:r>
            <a:endParaRPr lang="en-US" altLang="ko-KR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컨텐츠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스토리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 err="1"/>
              <a:t>플레이어블</a:t>
            </a:r>
            <a:r>
              <a:rPr lang="ko-KR" altLang="en-US" sz="2400" dirty="0"/>
              <a:t> 캐릭터</a:t>
            </a:r>
            <a:br>
              <a:rPr lang="en-US" altLang="ko-KR" sz="2400" dirty="0"/>
            </a:br>
            <a:r>
              <a:rPr lang="en-US" altLang="ko-KR" sz="2400" dirty="0"/>
              <a:t>&gt; NPC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반응 생물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주민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맵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상호작용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지형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 err="1"/>
              <a:t>배달품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생물</a:t>
            </a:r>
            <a:endParaRPr lang="en-US" altLang="ko-KR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시스템</a:t>
            </a:r>
            <a:br>
              <a:rPr lang="en-US" altLang="ko-KR" sz="2400" dirty="0"/>
            </a:br>
            <a:r>
              <a:rPr lang="en-US" altLang="ko-KR" sz="2400" dirty="0"/>
              <a:t>&gt; UI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세부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컨트롤</a:t>
            </a:r>
            <a:endParaRPr lang="en-US" altLang="ko-KR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참고문헌 및 출처</a:t>
            </a:r>
            <a:endParaRPr lang="en-US" altLang="ko-KR" sz="2400" b="1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부록</a:t>
            </a:r>
          </a:p>
        </p:txBody>
      </p:sp>
    </p:spTree>
    <p:extLst>
      <p:ext uri="{BB962C8B-B14F-4D97-AF65-F5344CB8AC3E}">
        <p14:creationId xmlns:p14="http://schemas.microsoft.com/office/powerpoint/2010/main" val="145431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650F7EC-D74B-E9B7-50BF-6581D245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69F915-976F-6F2C-D6C5-17B19A21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4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84C53-07B8-6679-DC10-6C00A552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B0374B-6FAE-FA61-D8E3-AC2B7B24D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25176"/>
            <a:ext cx="5392271" cy="4951787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인의 플레이어가 협동하여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한 명은 배달품을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다른 한 명은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총으로 방해를 헤쳐 나가며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제한 시간 안에 배달을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완료하는 것이 목표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배달과정에서 만나는 여러 변수들로 발생하는 시간 지연을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 안내 </a:t>
            </a: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의 안내를 보고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플레이어들끼리 상의하며 진행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0B756CC-EB09-0D4A-FA36-39C407DF49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C2B9DFD-FB46-8300-B9CD-36A580B70E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8" r="9371"/>
          <a:stretch>
            <a:fillRect/>
          </a:stretch>
        </p:blipFill>
        <p:spPr>
          <a:xfrm>
            <a:off x="838200" y="3381190"/>
            <a:ext cx="5179418" cy="29273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2F2AD41-60DE-C637-9129-BFD46C7F8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2" r="8922"/>
          <a:stretch>
            <a:fillRect/>
          </a:stretch>
        </p:blipFill>
        <p:spPr>
          <a:xfrm>
            <a:off x="838200" y="936295"/>
            <a:ext cx="5179418" cy="2909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8AC2F7-4018-2606-08C5-967D7C750E5D}"/>
              </a:ext>
            </a:extLst>
          </p:cNvPr>
          <p:cNvSpPr txBox="1"/>
          <p:nvPr/>
        </p:nvSpPr>
        <p:spPr>
          <a:xfrm>
            <a:off x="838200" y="6308540"/>
            <a:ext cx="578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2] Totally Reliable Delivery Service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2304751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14FEA-2BAE-4A67-10A3-E542E536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24DBF-662A-10CD-4B33-B13DA5CFA9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8CD9DB-C9F8-E616-785A-4C61685AF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6296"/>
            <a:ext cx="5181600" cy="5240667"/>
          </a:xfrm>
        </p:spPr>
        <p:txBody>
          <a:bodyPr anchor="ctr">
            <a:normAutofit/>
          </a:bodyPr>
          <a:lstStyle/>
          <a:p>
            <a:r>
              <a:rPr lang="en-US" altLang="ko-KR" sz="2400" dirty="0"/>
              <a:t>Totally Reliable Delivery Service : </a:t>
            </a:r>
            <a:r>
              <a:rPr lang="ko-KR" altLang="en-US" sz="2400" dirty="0"/>
              <a:t>액션 </a:t>
            </a:r>
            <a:r>
              <a:rPr lang="ko-KR" altLang="en-US" sz="2400" dirty="0" err="1"/>
              <a:t>샌드박스</a:t>
            </a:r>
            <a:r>
              <a:rPr lang="ko-KR" altLang="en-US" sz="2400" dirty="0"/>
              <a:t> 배달 시뮬레이션</a:t>
            </a:r>
            <a:br>
              <a:rPr lang="en-US" altLang="ko-KR" sz="2400" dirty="0"/>
            </a:br>
            <a:r>
              <a:rPr lang="en-US" altLang="ko-KR" sz="2400" dirty="0">
                <a:hlinkClick r:id="rId2"/>
              </a:rPr>
              <a:t>https://www.youtube.com/watch?v=W7tYP_bk524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배트와 </a:t>
            </a:r>
            <a:r>
              <a:rPr lang="ko-KR" altLang="en-US" sz="2400" dirty="0" err="1"/>
              <a:t>달트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>
                <a:solidFill>
                  <a:srgbClr val="000000"/>
                </a:solidFill>
              </a:rPr>
              <a:t>2인 협동 FPS 배달 시뮬레이션 게임</a:t>
            </a:r>
            <a:endParaRPr lang="ko-KR" altLang="en-US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15194C-6759-B946-29C2-C73F2C36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1D979-D910-4FD1-90AB-2ED6B4E8FB0D}" type="datetime1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622B28-F603-B91C-81B9-A746EA9C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C7C0465-07A6-94AE-04C3-C1BC93E537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8" name="내용 개체 틀 9">
            <a:extLst>
              <a:ext uri="{FF2B5EF4-FFF2-40B4-BE49-F238E27FC236}">
                <a16:creationId xmlns:a16="http://schemas.microsoft.com/office/drawing/2014/main" id="{B36D1811-93FA-6FFB-CFEC-71FB59848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8" r="9371"/>
          <a:stretch>
            <a:fillRect/>
          </a:stretch>
        </p:blipFill>
        <p:spPr>
          <a:xfrm>
            <a:off x="838200" y="3041881"/>
            <a:ext cx="5179418" cy="29273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2598712-1817-DD02-09E1-A57F8355D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2" r="8922" b="11613"/>
          <a:stretch>
            <a:fillRect/>
          </a:stretch>
        </p:blipFill>
        <p:spPr>
          <a:xfrm>
            <a:off x="838200" y="936296"/>
            <a:ext cx="5179418" cy="25717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D9FE4A-30EB-61B6-CA25-DD041506270B}"/>
              </a:ext>
            </a:extLst>
          </p:cNvPr>
          <p:cNvSpPr txBox="1"/>
          <p:nvPr/>
        </p:nvSpPr>
        <p:spPr>
          <a:xfrm>
            <a:off x="838200" y="5969231"/>
            <a:ext cx="578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1] Totally Reliable Delivery Service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8876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2A0AE-013B-0040-AB6F-5E356323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 </a:t>
            </a:r>
            <a:r>
              <a:rPr lang="ko-KR" altLang="en-US" dirty="0"/>
              <a:t>참고 프리뷰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B161191-5F06-C036-63E5-746F9D21D8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8" r="20559"/>
          <a:stretch>
            <a:fillRect/>
          </a:stretch>
        </p:blipFill>
        <p:spPr>
          <a:xfrm>
            <a:off x="838200" y="2183471"/>
            <a:ext cx="5020395" cy="345771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8F167D-D570-0907-EB2A-FB6FDCC98D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경로를 알려주고</a:t>
            </a:r>
            <a:r>
              <a:rPr lang="en-US" altLang="ko-KR" dirty="0"/>
              <a:t> </a:t>
            </a:r>
            <a:r>
              <a:rPr lang="ko-KR" altLang="en-US" dirty="0"/>
              <a:t>배달시간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배달 예상 시간을 실시간으로 알려주는 도우미 </a:t>
            </a:r>
            <a:r>
              <a:rPr lang="en-US" altLang="ko-KR" dirty="0"/>
              <a:t>AI</a:t>
            </a:r>
            <a:r>
              <a:rPr lang="ko-KR" altLang="en-US" dirty="0"/>
              <a:t>가 </a:t>
            </a:r>
            <a:br>
              <a:rPr lang="en-US" altLang="ko-KR" dirty="0"/>
            </a:br>
            <a:r>
              <a:rPr lang="ko-KR" altLang="en-US" dirty="0"/>
              <a:t>플레이어의 화면 가시화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의 안내를 보고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명의 플레이어는 서로 </a:t>
            </a:r>
            <a:br>
              <a:rPr lang="en-US" altLang="ko-KR" dirty="0"/>
            </a:br>
            <a:r>
              <a:rPr lang="ko-KR" altLang="en-US" dirty="0"/>
              <a:t>상의하고 경로를 정해 </a:t>
            </a:r>
            <a:br>
              <a:rPr lang="en-US" altLang="ko-KR" dirty="0"/>
            </a:br>
            <a:r>
              <a:rPr lang="ko-KR" altLang="en-US" dirty="0"/>
              <a:t>협동하며 목적지까지 도달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50CBACE-30A8-6D5D-580E-0382A48C84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6E359D-1041-3523-CFE9-5E70C9B34F58}"/>
              </a:ext>
            </a:extLst>
          </p:cNvPr>
          <p:cNvSpPr/>
          <p:nvPr/>
        </p:nvSpPr>
        <p:spPr>
          <a:xfrm>
            <a:off x="3418541" y="2183471"/>
            <a:ext cx="1428377" cy="3457711"/>
          </a:xfrm>
          <a:prstGeom prst="rect">
            <a:avLst/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7508F-E614-5548-0145-F60F900ABB64}"/>
              </a:ext>
            </a:extLst>
          </p:cNvPr>
          <p:cNvSpPr txBox="1"/>
          <p:nvPr/>
        </p:nvSpPr>
        <p:spPr>
          <a:xfrm>
            <a:off x="838200" y="5694971"/>
            <a:ext cx="578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3] Death Stranding </a:t>
            </a:r>
            <a:r>
              <a:rPr lang="ko-KR" altLang="en-US" sz="1400" dirty="0"/>
              <a:t>플레이 화면 중 일부</a:t>
            </a:r>
          </a:p>
        </p:txBody>
      </p:sp>
    </p:spTree>
    <p:extLst>
      <p:ext uri="{BB962C8B-B14F-4D97-AF65-F5344CB8AC3E}">
        <p14:creationId xmlns:p14="http://schemas.microsoft.com/office/powerpoint/2010/main" val="1659353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3E1773-B3C9-B24D-04A3-63300D2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8E3620E-D6D8-CBB7-2945-88565D46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344946"/>
              </p:ext>
            </p:extLst>
          </p:nvPr>
        </p:nvGraphicFramePr>
        <p:xfrm>
          <a:off x="1025824" y="963547"/>
          <a:ext cx="10140351" cy="5034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4768">
                  <a:extLst>
                    <a:ext uri="{9D8B030D-6E8A-4147-A177-3AD203B41FA5}">
                      <a16:colId xmlns:a16="http://schemas.microsoft.com/office/drawing/2014/main" val="1481076814"/>
                    </a:ext>
                  </a:extLst>
                </a:gridCol>
                <a:gridCol w="7635583">
                  <a:extLst>
                    <a:ext uri="{9D8B030D-6E8A-4147-A177-3AD203B41FA5}">
                      <a16:colId xmlns:a16="http://schemas.microsoft.com/office/drawing/2014/main" val="2932042606"/>
                    </a:ext>
                  </a:extLst>
                </a:gridCol>
              </a:tblGrid>
              <a:tr h="641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인칭 2인 협동 FPS 배달 시뮬레이션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08725"/>
                  </a:ext>
                </a:extLst>
              </a:tr>
              <a:tr h="11629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trike="noStrike" dirty="0"/>
                        <a:t>경로를 보여주고 배달 예상 시간을 예측해 알려주는 도우미 </a:t>
                      </a:r>
                      <a:r>
                        <a:rPr lang="en-US" altLang="ko-KR" sz="1800" strike="noStrike" dirty="0"/>
                        <a:t>ai</a:t>
                      </a:r>
                      <a:r>
                        <a:rPr lang="ko-KR" altLang="en-US" sz="1800" strike="noStrike" dirty="0"/>
                        <a:t>의</a:t>
                      </a:r>
                      <a:br>
                        <a:rPr lang="en-US" altLang="ko-KR" sz="1800" strike="noStrike" dirty="0"/>
                      </a:br>
                      <a:r>
                        <a:rPr lang="ko-KR" altLang="en-US" sz="1800" strike="noStrike" dirty="0"/>
                        <a:t>안내에 따라 판단하고</a:t>
                      </a:r>
                      <a:r>
                        <a:rPr lang="en-US" altLang="ko-KR" sz="1800" strike="noStrike" dirty="0"/>
                        <a:t>,</a:t>
                      </a:r>
                      <a:r>
                        <a:rPr lang="ko-KR" altLang="en-US" sz="1800" strike="noStrike" dirty="0"/>
                        <a:t> 주위의 적들과 배달품에 따라 변하는</a:t>
                      </a:r>
                      <a:br>
                        <a:rPr lang="en-US" altLang="ko-KR" sz="1800" strike="noStrike" dirty="0"/>
                      </a:br>
                      <a:r>
                        <a:rPr lang="ko-KR" altLang="en-US" sz="1800" strike="noStrike" dirty="0"/>
                        <a:t>생태계를 견제하며</a:t>
                      </a:r>
                      <a:r>
                        <a:rPr lang="en-US" altLang="ko-KR" sz="1800" strike="noStrike" dirty="0"/>
                        <a:t>,</a:t>
                      </a:r>
                      <a:r>
                        <a:rPr lang="ko-KR" altLang="en-US" sz="1800" strike="noStrike" dirty="0"/>
                        <a:t> 제한 시간 안에 배달을 완료하는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467976"/>
                  </a:ext>
                </a:extLst>
              </a:tr>
              <a:tr h="7347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클리어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시간 안에 배달을 성공적으로 완료하고 보수를 충분히 받아 떠나는 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12067"/>
                  </a:ext>
                </a:extLst>
              </a:tr>
              <a:tr h="933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타겟 유저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귀여운 분위기와 돌발상황을 친구와 함께 재밌게 </a:t>
                      </a:r>
                      <a:br>
                        <a:rPr lang="en-US" altLang="ko-KR" sz="180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헤쳐 나가며 가볍게 플레이하려는 사람들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323811"/>
                  </a:ext>
                </a:extLst>
              </a:tr>
              <a:tr h="781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602749"/>
                  </a:ext>
                </a:extLst>
              </a:tr>
              <a:tr h="781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예상 플레이 타임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약 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</a:rPr>
                        <a:t>1 ~ 2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045334"/>
                  </a:ext>
                </a:extLst>
              </a:tr>
            </a:tbl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BF454-365A-4CEC-2BD8-96FB70A429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D83C2AE-4044-24E4-A611-13AC54DFA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273" y="4649799"/>
            <a:ext cx="1670449" cy="3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0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6757B4-D983-2D61-C39C-50D61C95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 목표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8C2045-45F9-E24E-D52C-0E759A4040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0" name="설명선: 아래쪽 화살표 9">
            <a:extLst>
              <a:ext uri="{FF2B5EF4-FFF2-40B4-BE49-F238E27FC236}">
                <a16:creationId xmlns:a16="http://schemas.microsoft.com/office/drawing/2014/main" id="{A4C07938-75C4-DE26-9294-60E25770CCFC}"/>
              </a:ext>
            </a:extLst>
          </p:cNvPr>
          <p:cNvSpPr/>
          <p:nvPr/>
        </p:nvSpPr>
        <p:spPr>
          <a:xfrm>
            <a:off x="5167222" y="1680712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>
                <a:solidFill>
                  <a:sysClr val="windowText" lastClr="000000"/>
                </a:solidFill>
              </a:rPr>
              <a:t>배달과 FPS의</a:t>
            </a:r>
            <a:br>
              <a:rPr lang="en-US" altLang="ko-KR">
                <a:solidFill>
                  <a:sysClr val="windowText" lastClr="000000"/>
                </a:solidFill>
              </a:rPr>
            </a:br>
            <a:r>
              <a:rPr lang="ko-KR" altLang="ko-KR">
                <a:solidFill>
                  <a:sysClr val="windowText" lastClr="000000"/>
                </a:solidFill>
              </a:rPr>
              <a:t>결합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설명선: 아래쪽 화살표 11">
            <a:extLst>
              <a:ext uri="{FF2B5EF4-FFF2-40B4-BE49-F238E27FC236}">
                <a16:creationId xmlns:a16="http://schemas.microsoft.com/office/drawing/2014/main" id="{B5EC5924-72B1-84C9-1D16-C4C50C418DF0}"/>
              </a:ext>
            </a:extLst>
          </p:cNvPr>
          <p:cNvSpPr/>
          <p:nvPr/>
        </p:nvSpPr>
        <p:spPr>
          <a:xfrm>
            <a:off x="1629365" y="1680711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귀여움과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유쾌함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97DD45C7-29FA-5479-D86C-595907BB3A60}"/>
              </a:ext>
            </a:extLst>
          </p:cNvPr>
          <p:cNvSpPr/>
          <p:nvPr/>
        </p:nvSpPr>
        <p:spPr>
          <a:xfrm>
            <a:off x="8705079" y="1680710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긴장감과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자율성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6C605-483C-5B04-7AB1-4462287A507F}"/>
              </a:ext>
            </a:extLst>
          </p:cNvPr>
          <p:cNvSpPr txBox="1"/>
          <p:nvPr/>
        </p:nvSpPr>
        <p:spPr>
          <a:xfrm>
            <a:off x="1146289" y="3428997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돌발 상황과</a:t>
            </a:r>
            <a:endParaRPr lang="en-US" altLang="ko-KR" dirty="0"/>
          </a:p>
          <a:p>
            <a:pPr algn="ctr"/>
            <a:r>
              <a:rPr lang="ko-KR" altLang="ko-KR" dirty="0"/>
              <a:t>귀여운 캐릭터를 통해</a:t>
            </a:r>
            <a:br>
              <a:rPr lang="en-US" altLang="ko-KR" dirty="0"/>
            </a:br>
            <a:r>
              <a:rPr lang="ko-KR" altLang="en-US" dirty="0"/>
              <a:t>유쾌하고 </a:t>
            </a:r>
            <a:r>
              <a:rPr lang="ko-KR" altLang="ko-KR" dirty="0"/>
              <a:t>즐거운 플레이 경험 제공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CC909-81B5-6FE4-D3FE-574030106179}"/>
              </a:ext>
            </a:extLst>
          </p:cNvPr>
          <p:cNvSpPr txBox="1"/>
          <p:nvPr/>
        </p:nvSpPr>
        <p:spPr>
          <a:xfrm>
            <a:off x="8221999" y="3496892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실시간 변화와 </a:t>
            </a:r>
            <a:br>
              <a:rPr lang="en-US" altLang="ko-KR" dirty="0"/>
            </a:br>
            <a:r>
              <a:rPr lang="ko-KR" altLang="ko-KR" dirty="0"/>
              <a:t>예</a:t>
            </a:r>
            <a:r>
              <a:rPr lang="ko-KR" altLang="en-US" dirty="0"/>
              <a:t>측</a:t>
            </a:r>
            <a:r>
              <a:rPr lang="ko-KR" altLang="ko-KR" dirty="0"/>
              <a:t> 시간 정보를 </a:t>
            </a:r>
            <a:br>
              <a:rPr lang="en-US" altLang="ko-KR" dirty="0"/>
            </a:br>
            <a:r>
              <a:rPr lang="ko-KR" altLang="ko-KR" dirty="0"/>
              <a:t>바탕으로 플레이어의</a:t>
            </a:r>
            <a:br>
              <a:rPr lang="en-US" altLang="ko-KR" dirty="0"/>
            </a:br>
            <a:r>
              <a:rPr lang="ko-KR" altLang="en-US" dirty="0"/>
              <a:t>자율적 판단</a:t>
            </a:r>
            <a:r>
              <a:rPr lang="ko-KR" altLang="ko-KR" dirty="0"/>
              <a:t> 유도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EAE55-8E3C-2011-4161-75B651D4D74C}"/>
              </a:ext>
            </a:extLst>
          </p:cNvPr>
          <p:cNvSpPr txBox="1"/>
          <p:nvPr/>
        </p:nvSpPr>
        <p:spPr>
          <a:xfrm>
            <a:off x="4607944" y="3549126"/>
            <a:ext cx="297611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배달 목표에</a:t>
            </a:r>
            <a:br>
              <a:rPr lang="en-US" altLang="ko-KR" dirty="0"/>
            </a:br>
            <a:r>
              <a:rPr lang="ko-KR" altLang="ko-KR" dirty="0"/>
              <a:t>전투와 경로 전략을 결합한</a:t>
            </a:r>
            <a:br>
              <a:rPr lang="en-US" altLang="ko-KR" dirty="0"/>
            </a:br>
            <a:r>
              <a:rPr lang="ko-KR" altLang="ko-KR" dirty="0"/>
              <a:t>새로운 협동 경험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91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3C037-1491-908D-F241-83F115DB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기획 목표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F44B67-E220-97D4-6090-3A94F89C74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BB991C4A-F06D-D336-3047-55A8D51C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A76E-4E1F-4BA4-BF9D-7211A8136442}" type="datetime1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42163C-C71D-FB69-29E1-C0C81DBD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5CA42-39AE-A749-9C0A-5884B112E946}"/>
              </a:ext>
            </a:extLst>
          </p:cNvPr>
          <p:cNvSpPr txBox="1"/>
          <p:nvPr/>
        </p:nvSpPr>
        <p:spPr>
          <a:xfrm>
            <a:off x="1288211" y="2298793"/>
            <a:ext cx="958107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 err="1"/>
              <a:t>플레이어들끼리의</a:t>
            </a:r>
            <a:r>
              <a:rPr lang="ko-KR" altLang="en-US" dirty="0"/>
              <a:t> 의견 충돌로 인한 정체 시간 증가</a:t>
            </a:r>
            <a:r>
              <a:rPr lang="en-US" altLang="ko-KR" dirty="0"/>
              <a:t>. </a:t>
            </a:r>
            <a:r>
              <a:rPr lang="ko-KR" altLang="en-US" dirty="0"/>
              <a:t>운반하는 화물에 따른 다양한 </a:t>
            </a:r>
            <a:br>
              <a:rPr lang="en-US" altLang="ko-KR" dirty="0"/>
            </a:br>
            <a:r>
              <a:rPr lang="ko-KR" altLang="en-US" dirty="0"/>
              <a:t>생태계 변화</a:t>
            </a:r>
            <a:r>
              <a:rPr lang="en-US" altLang="ko-KR" dirty="0"/>
              <a:t>. </a:t>
            </a:r>
          </a:p>
          <a:p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DABE34-7BF5-3136-A48A-24B581AEDEEB}"/>
              </a:ext>
            </a:extLst>
          </p:cNvPr>
          <p:cNvSpPr/>
          <p:nvPr/>
        </p:nvSpPr>
        <p:spPr>
          <a:xfrm>
            <a:off x="8574655" y="1621913"/>
            <a:ext cx="2490159" cy="6511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ysClr val="windowText" lastClr="000000"/>
                </a:solidFill>
              </a:rPr>
              <a:t>다양한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 경험</a:t>
            </a: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D3403B95-89C2-82A8-FD37-0EF9F27FA077}"/>
              </a:ext>
            </a:extLst>
          </p:cNvPr>
          <p:cNvSpPr/>
          <p:nvPr/>
        </p:nvSpPr>
        <p:spPr>
          <a:xfrm>
            <a:off x="1178942" y="1616481"/>
            <a:ext cx="7775277" cy="656607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ysClr val="windowText" lastClr="000000"/>
                </a:solidFill>
              </a:rPr>
              <a:t>여러 돌발 상황과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플레이어의 자율적 판단으로 인해 변화하는 상황 경험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72E0F8-70B8-EFB8-EADE-52A677A5E9F5}"/>
              </a:ext>
            </a:extLst>
          </p:cNvPr>
          <p:cNvSpPr/>
          <p:nvPr/>
        </p:nvSpPr>
        <p:spPr>
          <a:xfrm>
            <a:off x="9724844" y="3867864"/>
            <a:ext cx="1431986" cy="6566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r>
              <a:rPr lang="ko-KR" altLang="en-US" dirty="0">
                <a:solidFill>
                  <a:sysClr val="windowText" lastClr="000000"/>
                </a:solidFill>
              </a:rPr>
              <a:t>인 협동</a:t>
            </a: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EC12173A-AF8F-32E0-41BC-969E485F69DD}"/>
              </a:ext>
            </a:extLst>
          </p:cNvPr>
          <p:cNvSpPr/>
          <p:nvPr/>
        </p:nvSpPr>
        <p:spPr>
          <a:xfrm>
            <a:off x="1178942" y="3867864"/>
            <a:ext cx="8919713" cy="656607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플레이 경험에 변수는 생기면서 </a:t>
            </a:r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r>
              <a:rPr lang="ko-KR" altLang="en-US" dirty="0">
                <a:solidFill>
                  <a:sysClr val="windowText" lastClr="000000"/>
                </a:solidFill>
              </a:rPr>
              <a:t>인 이상보다 비용이 적고 과하게 쉬운 난이도 방지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22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B5A58-80AC-EBD3-5146-FDD0892D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전체 플로우 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16193F1-225B-BAD9-4EB2-890F2E4D11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57448D-1D5B-0C23-260A-4A04A30B9298}"/>
              </a:ext>
            </a:extLst>
          </p:cNvPr>
          <p:cNvSpPr/>
          <p:nvPr/>
        </p:nvSpPr>
        <p:spPr>
          <a:xfrm>
            <a:off x="1646627" y="2929218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결정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F27F4A-9397-901D-2B91-7F25403DD471}"/>
              </a:ext>
            </a:extLst>
          </p:cNvPr>
          <p:cNvSpPr/>
          <p:nvPr/>
        </p:nvSpPr>
        <p:spPr>
          <a:xfrm>
            <a:off x="6573964" y="2779298"/>
            <a:ext cx="1687574" cy="103802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모든 </a:t>
            </a:r>
            <a:r>
              <a:rPr lang="ko-KR" altLang="en-US" dirty="0" err="1">
                <a:solidFill>
                  <a:srgbClr val="000000"/>
                </a:solidFill>
              </a:rPr>
              <a:t>배송품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7872B9-EEB5-1C8D-1C3A-F90EA193C91B}"/>
              </a:ext>
            </a:extLst>
          </p:cNvPr>
          <p:cNvSpPr/>
          <p:nvPr/>
        </p:nvSpPr>
        <p:spPr>
          <a:xfrm>
            <a:off x="8939589" y="2869551"/>
            <a:ext cx="1210826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</a:t>
            </a:r>
          </a:p>
        </p:txBody>
      </p:sp>
      <p:cxnSp>
        <p:nvCxnSpPr>
          <p:cNvPr id="15" name="화살표 12">
            <a:extLst>
              <a:ext uri="{FF2B5EF4-FFF2-40B4-BE49-F238E27FC236}">
                <a16:creationId xmlns:a16="http://schemas.microsoft.com/office/drawing/2014/main" id="{890C9CF8-0659-D5E1-6821-36DC4D0623DE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3051564" y="3298312"/>
            <a:ext cx="5428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405D8F-5CEF-A44B-0B94-1DE69364EA2A}"/>
              </a:ext>
            </a:extLst>
          </p:cNvPr>
          <p:cNvSpPr/>
          <p:nvPr/>
        </p:nvSpPr>
        <p:spPr>
          <a:xfrm>
            <a:off x="3594428" y="2752968"/>
            <a:ext cx="2300289" cy="109068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도우미 </a:t>
            </a: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의 안내에 따라 배송 진행</a:t>
            </a:r>
          </a:p>
        </p:txBody>
      </p:sp>
      <p:cxnSp>
        <p:nvCxnSpPr>
          <p:cNvPr id="93" name="화살표 12">
            <a:extLst>
              <a:ext uri="{FF2B5EF4-FFF2-40B4-BE49-F238E27FC236}">
                <a16:creationId xmlns:a16="http://schemas.microsoft.com/office/drawing/2014/main" id="{1B1E467F-8A29-E2A2-A3EC-33D2FCCB3D8C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>
            <a:off x="5894717" y="3298312"/>
            <a:ext cx="6792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화살표 12">
            <a:extLst>
              <a:ext uri="{FF2B5EF4-FFF2-40B4-BE49-F238E27FC236}">
                <a16:creationId xmlns:a16="http://schemas.microsoft.com/office/drawing/2014/main" id="{39790F2B-B39F-2523-29CE-1FC8D908B6E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261538" y="3298312"/>
            <a:ext cx="67805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55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플로우 세부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2A43F26-7E85-527E-E873-7E8A1744D98D}"/>
              </a:ext>
            </a:extLst>
          </p:cNvPr>
          <p:cNvSpPr/>
          <p:nvPr/>
        </p:nvSpPr>
        <p:spPr>
          <a:xfrm>
            <a:off x="3000281" y="1192590"/>
            <a:ext cx="1871553" cy="101547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본거지에서 랜덤 배달 물품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결정되어 조달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DCB7E2B-302B-1095-1E63-D0EB5DF359BA}"/>
              </a:ext>
            </a:extLst>
          </p:cNvPr>
          <p:cNvSpPr/>
          <p:nvPr/>
        </p:nvSpPr>
        <p:spPr>
          <a:xfrm>
            <a:off x="5058644" y="119465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0F079DB-81A2-7359-BE8C-B6972E90FA78}"/>
              </a:ext>
            </a:extLst>
          </p:cNvPr>
          <p:cNvSpPr/>
          <p:nvPr/>
        </p:nvSpPr>
        <p:spPr>
          <a:xfrm>
            <a:off x="7222362" y="1239181"/>
            <a:ext cx="1786308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배송지와 경로 파악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6427902-5ED1-DE85-D51D-F01DF0CF48BC}"/>
              </a:ext>
            </a:extLst>
          </p:cNvPr>
          <p:cNvSpPr/>
          <p:nvPr/>
        </p:nvSpPr>
        <p:spPr>
          <a:xfrm>
            <a:off x="3016714" y="2713827"/>
            <a:ext cx="1687574" cy="87519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5EAF61D-490B-0C78-6114-18FE409F8C52}"/>
              </a:ext>
            </a:extLst>
          </p:cNvPr>
          <p:cNvSpPr/>
          <p:nvPr/>
        </p:nvSpPr>
        <p:spPr>
          <a:xfrm>
            <a:off x="5070147" y="2446772"/>
            <a:ext cx="2074261" cy="76555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E1C1CD3-2F11-8AF6-A8BC-D04508B6ABD7}"/>
              </a:ext>
            </a:extLst>
          </p:cNvPr>
          <p:cNvSpPr/>
          <p:nvPr/>
        </p:nvSpPr>
        <p:spPr>
          <a:xfrm>
            <a:off x="5070147" y="3313647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2AF4398-E396-BC5A-D0B7-9BAD8333CF4D}"/>
              </a:ext>
            </a:extLst>
          </p:cNvPr>
          <p:cNvSpPr/>
          <p:nvPr/>
        </p:nvSpPr>
        <p:spPr>
          <a:xfrm>
            <a:off x="6952795" y="5001937"/>
            <a:ext cx="1460848" cy="697063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57" name="화살표 12">
            <a:extLst>
              <a:ext uri="{FF2B5EF4-FFF2-40B4-BE49-F238E27FC236}">
                <a16:creationId xmlns:a16="http://schemas.microsoft.com/office/drawing/2014/main" id="{49581783-2D23-1F6D-D814-1CD518F762D9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 flipV="1">
            <a:off x="4871834" y="1699366"/>
            <a:ext cx="186810" cy="9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화살표 13">
            <a:extLst>
              <a:ext uri="{FF2B5EF4-FFF2-40B4-BE49-F238E27FC236}">
                <a16:creationId xmlns:a16="http://schemas.microsoft.com/office/drawing/2014/main" id="{ABA195AC-2AF5-0231-F2D6-9A80837AFBB0}"/>
              </a:ext>
            </a:extLst>
          </p:cNvPr>
          <p:cNvCxnSpPr>
            <a:cxnSpLocks/>
            <a:stCxn id="51" idx="3"/>
            <a:endCxn id="63" idx="1"/>
          </p:cNvCxnSpPr>
          <p:nvPr/>
        </p:nvCxnSpPr>
        <p:spPr>
          <a:xfrm>
            <a:off x="9008670" y="1699366"/>
            <a:ext cx="151019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화살표 14">
            <a:extLst>
              <a:ext uri="{FF2B5EF4-FFF2-40B4-BE49-F238E27FC236}">
                <a16:creationId xmlns:a16="http://schemas.microsoft.com/office/drawing/2014/main" id="{B53A19B9-C06F-005D-5907-62D26446F9FB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>
            <a:off x="6876889" y="1699366"/>
            <a:ext cx="3454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양쪽 화살표 연결선 18">
            <a:extLst>
              <a:ext uri="{FF2B5EF4-FFF2-40B4-BE49-F238E27FC236}">
                <a16:creationId xmlns:a16="http://schemas.microsoft.com/office/drawing/2014/main" id="{32687D46-B68C-39EB-6243-86BB3E5DECEC}"/>
              </a:ext>
            </a:extLst>
          </p:cNvPr>
          <p:cNvCxnSpPr>
            <a:cxnSpLocks/>
            <a:stCxn id="54" idx="3"/>
            <a:endCxn id="77" idx="1"/>
          </p:cNvCxnSpPr>
          <p:nvPr/>
        </p:nvCxnSpPr>
        <p:spPr>
          <a:xfrm>
            <a:off x="7144408" y="2829547"/>
            <a:ext cx="777462" cy="2764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20">
            <a:extLst>
              <a:ext uri="{FF2B5EF4-FFF2-40B4-BE49-F238E27FC236}">
                <a16:creationId xmlns:a16="http://schemas.microsoft.com/office/drawing/2014/main" id="{1FF513BD-B6A6-D513-BF80-39FE51DCB2CC}"/>
              </a:ext>
            </a:extLst>
          </p:cNvPr>
          <p:cNvCxnSpPr>
            <a:cxnSpLocks/>
            <a:stCxn id="55" idx="3"/>
            <a:endCxn id="77" idx="1"/>
          </p:cNvCxnSpPr>
          <p:nvPr/>
        </p:nvCxnSpPr>
        <p:spPr>
          <a:xfrm flipV="1">
            <a:off x="7144408" y="3105989"/>
            <a:ext cx="777462" cy="5767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3C3BDE8-E559-D2D6-BE19-A6C26E829FF3}"/>
              </a:ext>
            </a:extLst>
          </p:cNvPr>
          <p:cNvSpPr/>
          <p:nvPr/>
        </p:nvSpPr>
        <p:spPr>
          <a:xfrm>
            <a:off x="6952795" y="4249942"/>
            <a:ext cx="1460849" cy="697063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6C5171D-26A0-D93F-3338-693E2770816A}"/>
              </a:ext>
            </a:extLst>
          </p:cNvPr>
          <p:cNvSpPr/>
          <p:nvPr/>
        </p:nvSpPr>
        <p:spPr>
          <a:xfrm>
            <a:off x="9159689" y="1243296"/>
            <a:ext cx="2091248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64" name="화살표 12">
            <a:extLst>
              <a:ext uri="{FF2B5EF4-FFF2-40B4-BE49-F238E27FC236}">
                <a16:creationId xmlns:a16="http://schemas.microsoft.com/office/drawing/2014/main" id="{E2D7AE2A-4544-35A7-BBC0-B2D09E49A8EC}"/>
              </a:ext>
            </a:extLst>
          </p:cNvPr>
          <p:cNvCxnSpPr>
            <a:cxnSpLocks/>
            <a:stCxn id="73" idx="3"/>
            <a:endCxn id="48" idx="1"/>
          </p:cNvCxnSpPr>
          <p:nvPr/>
        </p:nvCxnSpPr>
        <p:spPr>
          <a:xfrm>
            <a:off x="2601100" y="1694733"/>
            <a:ext cx="399181" cy="55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양쪽 화살표 연결선 20">
            <a:extLst>
              <a:ext uri="{FF2B5EF4-FFF2-40B4-BE49-F238E27FC236}">
                <a16:creationId xmlns:a16="http://schemas.microsoft.com/office/drawing/2014/main" id="{504757E3-AFE2-78FD-2139-C953D057C39F}"/>
              </a:ext>
            </a:extLst>
          </p:cNvPr>
          <p:cNvCxnSpPr>
            <a:cxnSpLocks/>
            <a:stCxn id="63" idx="3"/>
            <a:endCxn id="53" idx="1"/>
          </p:cNvCxnSpPr>
          <p:nvPr/>
        </p:nvCxnSpPr>
        <p:spPr>
          <a:xfrm flipH="1">
            <a:off x="3016714" y="1703481"/>
            <a:ext cx="8234223" cy="1447941"/>
          </a:xfrm>
          <a:prstGeom prst="bentConnector5">
            <a:avLst>
              <a:gd name="adj1" fmla="val -2776"/>
              <a:gd name="adj2" fmla="val 44425"/>
              <a:gd name="adj3" fmla="val 10277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양쪽 화살표 연결선 18">
            <a:extLst>
              <a:ext uri="{FF2B5EF4-FFF2-40B4-BE49-F238E27FC236}">
                <a16:creationId xmlns:a16="http://schemas.microsoft.com/office/drawing/2014/main" id="{AC26B622-1F1B-5527-2FB2-1152F170730A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4704288" y="2829547"/>
            <a:ext cx="365859" cy="32187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양쪽 화살표 연결선 18">
            <a:extLst>
              <a:ext uri="{FF2B5EF4-FFF2-40B4-BE49-F238E27FC236}">
                <a16:creationId xmlns:a16="http://schemas.microsoft.com/office/drawing/2014/main" id="{BDA0360D-B838-10E4-CC42-AAD81A95623B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>
            <a:off x="4704288" y="3151422"/>
            <a:ext cx="365859" cy="5313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양쪽 화살표 연결선 20">
            <a:extLst>
              <a:ext uri="{FF2B5EF4-FFF2-40B4-BE49-F238E27FC236}">
                <a16:creationId xmlns:a16="http://schemas.microsoft.com/office/drawing/2014/main" id="{193A8B79-9F34-01EF-B823-2A9AE70B34DB}"/>
              </a:ext>
            </a:extLst>
          </p:cNvPr>
          <p:cNvCxnSpPr>
            <a:cxnSpLocks/>
            <a:stCxn id="76" idx="3"/>
            <a:endCxn id="62" idx="1"/>
          </p:cNvCxnSpPr>
          <p:nvPr/>
        </p:nvCxnSpPr>
        <p:spPr>
          <a:xfrm flipV="1">
            <a:off x="6708194" y="4598474"/>
            <a:ext cx="244601" cy="3188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양쪽 화살표 연결선 20">
            <a:extLst>
              <a:ext uri="{FF2B5EF4-FFF2-40B4-BE49-F238E27FC236}">
                <a16:creationId xmlns:a16="http://schemas.microsoft.com/office/drawing/2014/main" id="{35F0BE94-7C3B-3BCA-CE9A-618769C812AE}"/>
              </a:ext>
            </a:extLst>
          </p:cNvPr>
          <p:cNvCxnSpPr>
            <a:cxnSpLocks/>
            <a:stCxn id="76" idx="3"/>
            <a:endCxn id="56" idx="1"/>
          </p:cNvCxnSpPr>
          <p:nvPr/>
        </p:nvCxnSpPr>
        <p:spPr>
          <a:xfrm>
            <a:off x="6708194" y="4917363"/>
            <a:ext cx="244601" cy="4331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양쪽 화살표 연결선 20">
            <a:extLst>
              <a:ext uri="{FF2B5EF4-FFF2-40B4-BE49-F238E27FC236}">
                <a16:creationId xmlns:a16="http://schemas.microsoft.com/office/drawing/2014/main" id="{2B5D69D3-5F6A-F93B-9AAC-F061F5F307C0}"/>
              </a:ext>
            </a:extLst>
          </p:cNvPr>
          <p:cNvCxnSpPr>
            <a:cxnSpLocks/>
            <a:stCxn id="77" idx="3"/>
            <a:endCxn id="76" idx="1"/>
          </p:cNvCxnSpPr>
          <p:nvPr/>
        </p:nvCxnSpPr>
        <p:spPr>
          <a:xfrm flipH="1">
            <a:off x="4604040" y="3105989"/>
            <a:ext cx="5267280" cy="1811374"/>
          </a:xfrm>
          <a:prstGeom prst="bentConnector5">
            <a:avLst>
              <a:gd name="adj1" fmla="val -4340"/>
              <a:gd name="adj2" fmla="val 57459"/>
              <a:gd name="adj3" fmla="val 10434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화살표 14">
            <a:extLst>
              <a:ext uri="{FF2B5EF4-FFF2-40B4-BE49-F238E27FC236}">
                <a16:creationId xmlns:a16="http://schemas.microsoft.com/office/drawing/2014/main" id="{685F7A65-2B5B-ADAC-5524-856BAF5BADCD}"/>
              </a:ext>
            </a:extLst>
          </p:cNvPr>
          <p:cNvCxnSpPr>
            <a:cxnSpLocks/>
            <a:stCxn id="62" idx="3"/>
            <a:endCxn id="74" idx="1"/>
          </p:cNvCxnSpPr>
          <p:nvPr/>
        </p:nvCxnSpPr>
        <p:spPr>
          <a:xfrm flipV="1">
            <a:off x="8413644" y="4597353"/>
            <a:ext cx="354406" cy="11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화살표 14">
            <a:extLst>
              <a:ext uri="{FF2B5EF4-FFF2-40B4-BE49-F238E27FC236}">
                <a16:creationId xmlns:a16="http://schemas.microsoft.com/office/drawing/2014/main" id="{339C6C28-2183-82CA-B690-CA2FF2595E9E}"/>
              </a:ext>
            </a:extLst>
          </p:cNvPr>
          <p:cNvCxnSpPr>
            <a:cxnSpLocks/>
            <a:stCxn id="56" idx="3"/>
            <a:endCxn id="75" idx="1"/>
          </p:cNvCxnSpPr>
          <p:nvPr/>
        </p:nvCxnSpPr>
        <p:spPr>
          <a:xfrm flipV="1">
            <a:off x="8413643" y="5350468"/>
            <a:ext cx="354407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5CABB06-C122-98BB-6EC7-ECF005EEB2FE}"/>
              </a:ext>
            </a:extLst>
          </p:cNvPr>
          <p:cNvSpPr/>
          <p:nvPr/>
        </p:nvSpPr>
        <p:spPr>
          <a:xfrm>
            <a:off x="1070825" y="1194655"/>
            <a:ext cx="1530275" cy="10001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캐릭터 선택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98284248-5349-E270-8C29-A57FD7A619B3}"/>
              </a:ext>
            </a:extLst>
          </p:cNvPr>
          <p:cNvSpPr/>
          <p:nvPr/>
        </p:nvSpPr>
        <p:spPr>
          <a:xfrm>
            <a:off x="8768050" y="4249942"/>
            <a:ext cx="1501630" cy="6948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0C55D3BA-B158-EDCF-D89F-46AF99E24321}"/>
              </a:ext>
            </a:extLst>
          </p:cNvPr>
          <p:cNvSpPr/>
          <p:nvPr/>
        </p:nvSpPr>
        <p:spPr>
          <a:xfrm>
            <a:off x="8768050" y="5001936"/>
            <a:ext cx="1501630" cy="6970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8C368F76-B0B6-D9F8-6209-604D1206DD37}"/>
              </a:ext>
            </a:extLst>
          </p:cNvPr>
          <p:cNvSpPr/>
          <p:nvPr/>
        </p:nvSpPr>
        <p:spPr>
          <a:xfrm>
            <a:off x="4604040" y="4534397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77" name="순서도: 천공 테이프 76">
            <a:extLst>
              <a:ext uri="{FF2B5EF4-FFF2-40B4-BE49-F238E27FC236}">
                <a16:creationId xmlns:a16="http://schemas.microsoft.com/office/drawing/2014/main" id="{5C16ACC8-EF03-BF04-314A-43BC99397619}"/>
              </a:ext>
            </a:extLst>
          </p:cNvPr>
          <p:cNvSpPr/>
          <p:nvPr/>
        </p:nvSpPr>
        <p:spPr>
          <a:xfrm>
            <a:off x="7921870" y="2613838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FB375C4-26F0-7086-BBDD-D3E88ABB2A50}"/>
              </a:ext>
            </a:extLst>
          </p:cNvPr>
          <p:cNvSpPr/>
          <p:nvPr/>
        </p:nvSpPr>
        <p:spPr>
          <a:xfrm>
            <a:off x="1008987" y="3903260"/>
            <a:ext cx="1714353" cy="67671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80" name="순서도: 천공 테이프 79">
            <a:extLst>
              <a:ext uri="{FF2B5EF4-FFF2-40B4-BE49-F238E27FC236}">
                <a16:creationId xmlns:a16="http://schemas.microsoft.com/office/drawing/2014/main" id="{EF1EBEEA-B83B-F63D-1E65-6216ACBFB02F}"/>
              </a:ext>
            </a:extLst>
          </p:cNvPr>
          <p:cNvSpPr/>
          <p:nvPr/>
        </p:nvSpPr>
        <p:spPr>
          <a:xfrm>
            <a:off x="1008987" y="4623034"/>
            <a:ext cx="1764061" cy="767740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플로우 진행 중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96115F6-D56F-0DE4-9DE5-F18BD832BFBC}"/>
              </a:ext>
            </a:extLst>
          </p:cNvPr>
          <p:cNvSpPr/>
          <p:nvPr/>
        </p:nvSpPr>
        <p:spPr>
          <a:xfrm>
            <a:off x="902897" y="3867709"/>
            <a:ext cx="1943819" cy="1550765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9B4F-A65A-750D-C0EB-4301310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19408-1360-0951-37B4-FE64C5EB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95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810B-8A0E-AB8E-012B-5A3B3929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5A7B401-3726-3058-8321-23D9614CDA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82488"/>
            <a:ext cx="5181600" cy="3370502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458BC6-D69C-A1A2-A6B1-13DF8BEF77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dirty="0"/>
              <a:t> 당신들은 자부심 넘치는 </a:t>
            </a:r>
            <a:br>
              <a:rPr lang="en-US" altLang="ko-KR" dirty="0"/>
            </a:br>
            <a:r>
              <a:rPr lang="ko-KR" altLang="en-US" dirty="0"/>
              <a:t>우주배달부입니다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오늘은 이 행성에 배달을 왔군요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그런데 이런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여러분의 배달 품목에는 조금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주의해야 할</a:t>
            </a:r>
            <a:r>
              <a:rPr lang="en-US" altLang="ko-KR" dirty="0"/>
              <a:t>”</a:t>
            </a:r>
            <a:r>
              <a:rPr lang="ko-KR" altLang="en-US" dirty="0"/>
              <a:t>것들이 있네요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하지만 걱정할 것 없죠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여러분은 전문 </a:t>
            </a:r>
            <a:r>
              <a:rPr lang="ko-KR" altLang="en-US" dirty="0" err="1"/>
              <a:t>배달부니까요</a:t>
            </a:r>
            <a:r>
              <a:rPr lang="en-US" altLang="ko-KR" dirty="0"/>
              <a:t>!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 과연 오늘도 제한 시간 안에 모든 배달을 마치고 귀환할 수 있을까요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48225F-E085-E798-1354-AE4ED835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C67C09-42E5-89D8-6707-AA2602E1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AEE668E-625C-3F6B-736B-BACF027D5A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CDC9D-F3E2-685F-9CA3-3259AAF33DA1}"/>
              </a:ext>
            </a:extLst>
          </p:cNvPr>
          <p:cNvSpPr txBox="1"/>
          <p:nvPr/>
        </p:nvSpPr>
        <p:spPr>
          <a:xfrm>
            <a:off x="838199" y="5352990"/>
            <a:ext cx="2974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1]</a:t>
            </a:r>
            <a:r>
              <a:rPr lang="ko-KR" altLang="en-US" sz="1200" dirty="0"/>
              <a:t>게임</a:t>
            </a:r>
            <a:r>
              <a:rPr lang="en-US" altLang="ko-KR" sz="1200" dirty="0"/>
              <a:t>”run pizza run”</a:t>
            </a:r>
            <a:r>
              <a:rPr lang="ko-KR" altLang="en-US" sz="1200" dirty="0"/>
              <a:t> 플레이화면</a:t>
            </a:r>
          </a:p>
        </p:txBody>
      </p:sp>
    </p:spTree>
    <p:extLst>
      <p:ext uri="{BB962C8B-B14F-4D97-AF65-F5344CB8AC3E}">
        <p14:creationId xmlns:p14="http://schemas.microsoft.com/office/powerpoint/2010/main" val="901643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5C9215-8215-D4B2-FF11-B22CEE31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플레이어블</a:t>
            </a:r>
            <a:r>
              <a:rPr lang="ko-KR" altLang="en-US" dirty="0"/>
              <a:t> 캐릭터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D2AE0A-0A6D-FA31-4890-32CBA0C9D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2400" dirty="0"/>
              <a:t>디자인 컨셉 </a:t>
            </a:r>
            <a:r>
              <a:rPr lang="en-US" altLang="ko-KR" sz="2400" dirty="0"/>
              <a:t>: </a:t>
            </a:r>
            <a:r>
              <a:rPr lang="ko-KR" altLang="en-US" sz="2400" dirty="0"/>
              <a:t>자료 이미지처럼 </a:t>
            </a:r>
            <a:br>
              <a:rPr lang="en-US" altLang="ko-KR" sz="2400" dirty="0"/>
            </a:br>
            <a:r>
              <a:rPr lang="ko-KR" altLang="en-US" sz="2400" dirty="0"/>
              <a:t>동글동글한 이족보행 동물 캐릭터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가능한 동작 </a:t>
            </a:r>
            <a:r>
              <a:rPr lang="en-US" altLang="ko-KR" sz="2400" dirty="0"/>
              <a:t>:</a:t>
            </a:r>
            <a:br>
              <a:rPr lang="en-US" altLang="ko-KR" sz="2400" dirty="0"/>
            </a:br>
            <a:r>
              <a:rPr lang="ko-KR" altLang="en-US" sz="2400" dirty="0"/>
              <a:t>걷기</a:t>
            </a:r>
            <a:r>
              <a:rPr lang="en-US" altLang="ko-KR" sz="2400" dirty="0"/>
              <a:t>, </a:t>
            </a:r>
            <a:r>
              <a:rPr lang="ko-KR" altLang="en-US" sz="2400" dirty="0"/>
              <a:t>달리기</a:t>
            </a:r>
            <a:r>
              <a:rPr lang="en-US" altLang="ko-KR" sz="2400" dirty="0"/>
              <a:t>, </a:t>
            </a:r>
            <a:r>
              <a:rPr lang="ko-KR" altLang="en-US" sz="2400" dirty="0"/>
              <a:t>상호작용</a:t>
            </a:r>
            <a:r>
              <a:rPr lang="en-US" altLang="ko-KR" sz="2400" dirty="0"/>
              <a:t>(</a:t>
            </a:r>
            <a:r>
              <a:rPr lang="ko-KR" altLang="en-US" sz="2400" dirty="0"/>
              <a:t>물품 들기</a:t>
            </a:r>
            <a:r>
              <a:rPr lang="en-US" altLang="ko-KR" sz="2400" dirty="0"/>
              <a:t>), </a:t>
            </a:r>
            <a:r>
              <a:rPr lang="ko-KR" altLang="en-US" sz="2400" dirty="0"/>
              <a:t>총 조준</a:t>
            </a:r>
            <a:r>
              <a:rPr lang="en-US" altLang="ko-KR" sz="2400" dirty="0"/>
              <a:t>, </a:t>
            </a:r>
            <a:r>
              <a:rPr lang="ko-KR" altLang="en-US" sz="2400" dirty="0"/>
              <a:t>총 발사</a:t>
            </a:r>
            <a:r>
              <a:rPr lang="en-US" altLang="ko-KR" sz="2400" dirty="0"/>
              <a:t>, </a:t>
            </a:r>
            <a:r>
              <a:rPr lang="ko-KR" altLang="en-US" sz="2400" dirty="0"/>
              <a:t>점프 등 기본적인 동작들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HP</a:t>
            </a:r>
            <a:r>
              <a:rPr lang="ko-KR" altLang="en-US" sz="2400" dirty="0"/>
              <a:t>가 </a:t>
            </a:r>
            <a:r>
              <a:rPr lang="en-US" altLang="ko-KR" sz="2400" dirty="0"/>
              <a:t>0</a:t>
            </a:r>
            <a:r>
              <a:rPr lang="ko-KR" altLang="en-US" sz="2400" dirty="0"/>
              <a:t>이 되어 사망 시 </a:t>
            </a:r>
            <a:r>
              <a:rPr lang="en-US" altLang="ko-KR" sz="2400" dirty="0"/>
              <a:t>: </a:t>
            </a:r>
            <a:br>
              <a:rPr lang="en-US" altLang="ko-KR" sz="2400" dirty="0"/>
            </a:br>
            <a:r>
              <a:rPr lang="ko-KR" altLang="en-US" sz="2400" dirty="0"/>
              <a:t>사망한 위치에서 </a:t>
            </a:r>
            <a:r>
              <a:rPr lang="en-US" altLang="ko-KR" sz="2400" dirty="0"/>
              <a:t>10</a:t>
            </a:r>
            <a:r>
              <a:rPr lang="ko-KR" altLang="en-US" sz="2400" dirty="0"/>
              <a:t>초 후 부활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동료 플레이어의 상호작용 시 </a:t>
            </a:r>
            <a:r>
              <a:rPr lang="en-US" altLang="ko-KR" sz="2400" dirty="0">
                <a:sym typeface="Wingdings" panose="05000000000000000000" pitchFamily="2" charset="2"/>
              </a:rPr>
              <a:t>: </a:t>
            </a:r>
            <a:r>
              <a:rPr lang="ko-KR" altLang="en-US" sz="2400" dirty="0">
                <a:sym typeface="Wingdings" panose="05000000000000000000" pitchFamily="2" charset="2"/>
              </a:rPr>
              <a:t>즉시 부활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B22C15-86A3-F2D5-9514-7E238DE9E2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3F6286-6394-F0E6-3780-8AA2C10C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64" y="1825625"/>
            <a:ext cx="1809575" cy="2575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FF547D-36F8-6D92-DD89-2ABCCA50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629" y="1660362"/>
            <a:ext cx="2324463" cy="2892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A06497-C397-ADAA-3DA5-1A99263FA041}"/>
              </a:ext>
            </a:extLst>
          </p:cNvPr>
          <p:cNvSpPr txBox="1"/>
          <p:nvPr/>
        </p:nvSpPr>
        <p:spPr>
          <a:xfrm>
            <a:off x="3365020" y="4584972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3]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 err="1"/>
              <a:t>파티애니멀즈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BF9A6-4880-3185-2CC3-6B9E831CD0CB}"/>
              </a:ext>
            </a:extLst>
          </p:cNvPr>
          <p:cNvSpPr txBox="1"/>
          <p:nvPr/>
        </p:nvSpPr>
        <p:spPr>
          <a:xfrm>
            <a:off x="1000664" y="4553190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2]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/>
              <a:t>동물의 숲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  <p:pic>
        <p:nvPicPr>
          <p:cNvPr id="2" name="내용 개체 틀 17">
            <a:extLst>
              <a:ext uri="{FF2B5EF4-FFF2-40B4-BE49-F238E27FC236}">
                <a16:creationId xmlns:a16="http://schemas.microsoft.com/office/drawing/2014/main" id="{927CEB0A-3158-A23C-6FE6-A38C79C68A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6"/>
          <a:stretch>
            <a:fillRect/>
          </a:stretch>
        </p:blipFill>
        <p:spPr>
          <a:xfrm>
            <a:off x="1481172" y="1359505"/>
            <a:ext cx="3802913" cy="319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26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1B812-CDBB-9D5A-A6C7-F92F8C0F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반응 생물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01151-47B6-C912-B338-FDB800779E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6A9D90-F02E-F595-E620-71D0297E2E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배송품에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다른 생물에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플레이어의 행동에 반응해 </a:t>
            </a:r>
            <a:br>
              <a:rPr lang="en-US" altLang="ko-KR" sz="2400" dirty="0"/>
            </a:br>
            <a:r>
              <a:rPr lang="ko-KR" altLang="en-US" sz="2400" dirty="0"/>
              <a:t>배송 시간에 영향을 주는 모든 </a:t>
            </a:r>
            <a:br>
              <a:rPr lang="en-US" altLang="ko-KR" sz="2400" dirty="0"/>
            </a:br>
            <a:r>
              <a:rPr lang="ko-KR" altLang="en-US" sz="2400" dirty="0"/>
              <a:t>생물들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특이사항 </a:t>
            </a:r>
            <a:r>
              <a:rPr lang="en-US" altLang="ko-KR" sz="2400" dirty="0"/>
              <a:t>: </a:t>
            </a:r>
            <a:r>
              <a:rPr lang="ko-KR" altLang="en-US" sz="2400" dirty="0"/>
              <a:t>상황에 따라</a:t>
            </a:r>
            <a:r>
              <a:rPr lang="en-US" altLang="ko-KR" sz="2400" dirty="0"/>
              <a:t> </a:t>
            </a:r>
            <a:r>
              <a:rPr lang="ko-KR" altLang="en-US" sz="2400" dirty="0"/>
              <a:t>행동반경이</a:t>
            </a:r>
            <a:br>
              <a:rPr lang="en-US" altLang="ko-KR" sz="2400" dirty="0"/>
            </a:br>
            <a:r>
              <a:rPr lang="ko-KR" altLang="en-US" sz="2400" dirty="0"/>
              <a:t>서식지에서 크게 벗어날 수 있음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260F7-3325-2433-9A2E-9ADBDA86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1B074-D4F3-9E87-21AC-400E1D7E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19D52D-25D6-D3FB-B5F8-0C1637DFE9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8" name="내용 개체 틀 9" descr="콘도르 단색으로 채워진">
            <a:extLst>
              <a:ext uri="{FF2B5EF4-FFF2-40B4-BE49-F238E27FC236}">
                <a16:creationId xmlns:a16="http://schemas.microsoft.com/office/drawing/2014/main" id="{2D68B087-C28C-8471-4889-08AB5019E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1173" y="2299772"/>
            <a:ext cx="1137254" cy="1137254"/>
          </a:xfrm>
          <a:prstGeom prst="rect">
            <a:avLst/>
          </a:prstGeom>
        </p:spPr>
      </p:pic>
      <p:pic>
        <p:nvPicPr>
          <p:cNvPr id="9" name="그래픽 8" descr="벌 단색으로 채워진">
            <a:extLst>
              <a:ext uri="{FF2B5EF4-FFF2-40B4-BE49-F238E27FC236}">
                <a16:creationId xmlns:a16="http://schemas.microsoft.com/office/drawing/2014/main" id="{076AFA3B-ADC6-3ADE-56C0-BC5DCD7DE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046" y="2293678"/>
            <a:ext cx="1135322" cy="1135322"/>
          </a:xfrm>
          <a:prstGeom prst="rect">
            <a:avLst/>
          </a:prstGeom>
        </p:spPr>
      </p:pic>
      <p:pic>
        <p:nvPicPr>
          <p:cNvPr id="10" name="그래픽 9" descr="늑대 단색으로 채워진">
            <a:extLst>
              <a:ext uri="{FF2B5EF4-FFF2-40B4-BE49-F238E27FC236}">
                <a16:creationId xmlns:a16="http://schemas.microsoft.com/office/drawing/2014/main" id="{00952808-C56B-6AA4-BFC1-9D7882CE4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0354" y="3731399"/>
            <a:ext cx="1137253" cy="1137253"/>
          </a:xfrm>
          <a:prstGeom prst="rect">
            <a:avLst/>
          </a:prstGeom>
        </p:spPr>
      </p:pic>
      <p:pic>
        <p:nvPicPr>
          <p:cNvPr id="12" name="그래픽 11" descr="참새 단색으로 채워진">
            <a:extLst>
              <a:ext uri="{FF2B5EF4-FFF2-40B4-BE49-F238E27FC236}">
                <a16:creationId xmlns:a16="http://schemas.microsoft.com/office/drawing/2014/main" id="{66ADEBC4-E888-254F-0812-BE25DB554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3046" y="3733330"/>
            <a:ext cx="1135322" cy="113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6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4EEE1-7513-70FD-A7D8-685ADD62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주민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4275D-3DDE-E1B9-C73E-BF0F2457C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5E10D-98DC-8DAC-4F62-6C32F0F5A6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배달품을 주문해 전달받는 행성 주민</a:t>
            </a:r>
            <a:br>
              <a:rPr lang="en-US" altLang="ko-KR" sz="2400" dirty="0"/>
            </a:br>
            <a:endParaRPr lang="en-US" altLang="ko-KR" sz="2400" dirty="0"/>
          </a:p>
          <a:p>
            <a:r>
              <a:rPr lang="ko-KR" altLang="en-US" sz="2400" dirty="0"/>
              <a:t>특징 </a:t>
            </a:r>
            <a:r>
              <a:rPr lang="en-US" altLang="ko-KR" sz="2400" dirty="0"/>
              <a:t>: </a:t>
            </a:r>
            <a:r>
              <a:rPr lang="ko-KR" altLang="en-US" sz="2400" dirty="0"/>
              <a:t>반응 생물들과는 달리 직접 플레이어가 방문하지</a:t>
            </a:r>
            <a:r>
              <a:rPr lang="en-US" altLang="ko-KR" sz="2400" dirty="0"/>
              <a:t> </a:t>
            </a:r>
            <a:r>
              <a:rPr lang="ko-KR" altLang="en-US" sz="2400" dirty="0"/>
              <a:t>않는 이상 </a:t>
            </a:r>
            <a:br>
              <a:rPr lang="en-US" altLang="ko-KR" sz="2400" dirty="0"/>
            </a:br>
            <a:r>
              <a:rPr lang="ko-KR" altLang="en-US" sz="2400" dirty="0"/>
              <a:t>주거지에서 나오지 않음 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A206D-048B-30A6-A29E-89FB4AC2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ECEE5D-A882-C018-91BC-370AA20C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7E42B92-E8FB-2528-B25F-EE8DC6E90A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래픽 8" descr="댄스 단색으로 채워진">
            <a:extLst>
              <a:ext uri="{FF2B5EF4-FFF2-40B4-BE49-F238E27FC236}">
                <a16:creationId xmlns:a16="http://schemas.microsoft.com/office/drawing/2014/main" id="{E6D7FDC7-8F4F-4266-4224-EE5B89982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8013" y="2713059"/>
            <a:ext cx="2009957" cy="200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0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B156CE2-8B5E-7A7F-4862-3B27227A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연구주제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EEFADC5-12B2-EC84-7249-EE36AA825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AB76A-3C33-55A0-4007-9902BEAB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75071-29FB-C058-C1B3-B0F4D676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882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18B30-7F03-02EC-39B9-2E52F1A6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 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909B55-7CAE-4747-DF68-93099566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95E6-717A-4F75-ADB4-B202670E9437}" type="datetime1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40EE3-21B5-3C3B-9239-F3851A43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4A80355-FD95-48B5-8E7E-4A19AC3FBF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연구과제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D5735-58BD-AD2A-5BD7-69A82B6CBDD7}"/>
              </a:ext>
            </a:extLst>
          </p:cNvPr>
          <p:cNvSpPr/>
          <p:nvPr/>
        </p:nvSpPr>
        <p:spPr>
          <a:xfrm>
            <a:off x="3865643" y="1653872"/>
            <a:ext cx="6667393" cy="853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배송품</a:t>
            </a:r>
            <a:r>
              <a:rPr lang="ko-KR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자극원</a:t>
            </a:r>
            <a:r>
              <a:rPr lang="ko-KR" altLang="ko-KR" dirty="0">
                <a:solidFill>
                  <a:sysClr val="windowText" lastClr="000000"/>
                </a:solidFill>
              </a:rPr>
              <a:t>) 데이터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테이블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지형 비용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종간 관계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C299C9DE-AEE8-9365-0348-CE4C190DF7C0}"/>
              </a:ext>
            </a:extLst>
          </p:cNvPr>
          <p:cNvSpPr/>
          <p:nvPr/>
        </p:nvSpPr>
        <p:spPr>
          <a:xfrm>
            <a:off x="2406957" y="1653872"/>
            <a:ext cx="2004020" cy="85353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데이터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모델 설계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BB3943-A14F-7B9A-AB7A-7DD734EB4C32}"/>
              </a:ext>
            </a:extLst>
          </p:cNvPr>
          <p:cNvSpPr/>
          <p:nvPr/>
        </p:nvSpPr>
        <p:spPr>
          <a:xfrm>
            <a:off x="3100764" y="4868995"/>
            <a:ext cx="7896478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경로 </a:t>
            </a:r>
            <a:r>
              <a:rPr lang="ko-KR" altLang="ko-KR" dirty="0">
                <a:solidFill>
                  <a:sysClr val="windowText" lastClr="000000"/>
                </a:solidFill>
              </a:rPr>
              <a:t>결정</a:t>
            </a:r>
            <a:r>
              <a:rPr lang="ko-KR" altLang="en-US" dirty="0">
                <a:solidFill>
                  <a:sysClr val="windowText" lastClr="000000"/>
                </a:solidFill>
              </a:rPr>
              <a:t>에</a:t>
            </a:r>
            <a:r>
              <a:rPr lang="ko-KR" altLang="ko-KR" dirty="0">
                <a:solidFill>
                  <a:sysClr val="windowText" lastClr="000000"/>
                </a:solidFill>
              </a:rPr>
              <a:t> 깊이 부여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반복 플레이</a:t>
            </a:r>
            <a:r>
              <a:rPr lang="ko-KR" altLang="en-US" dirty="0">
                <a:solidFill>
                  <a:sysClr val="windowText" lastClr="000000"/>
                </a:solidFill>
              </a:rPr>
              <a:t>를 해도</a:t>
            </a:r>
            <a:r>
              <a:rPr lang="ko-KR" altLang="ko-KR" dirty="0">
                <a:solidFill>
                  <a:sysClr val="windowText" lastClr="000000"/>
                </a:solidFill>
              </a:rPr>
              <a:t> 학습된 예측</a:t>
            </a:r>
            <a:r>
              <a:rPr lang="ko-KR" altLang="en-US" dirty="0">
                <a:solidFill>
                  <a:sysClr val="windowText" lastClr="000000"/>
                </a:solidFill>
              </a:rPr>
              <a:t>보단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 동적 대응 요구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ko-KR" dirty="0">
                <a:solidFill>
                  <a:sysClr val="windowText" lastClr="000000"/>
                </a:solidFill>
              </a:rPr>
              <a:t>연쇄 반응 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생물간 반응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화물에 따라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>
                <a:solidFill>
                  <a:sysClr val="windowText" lastClr="000000"/>
                </a:solidFill>
              </a:rPr>
              <a:t>차별화된 경로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위험도 적용</a:t>
            </a: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0BAED63B-DC64-D745-71EB-83272A06B565}"/>
              </a:ext>
            </a:extLst>
          </p:cNvPr>
          <p:cNvSpPr/>
          <p:nvPr/>
        </p:nvSpPr>
        <p:spPr>
          <a:xfrm>
            <a:off x="1642078" y="4868995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C4B92-241A-4CD1-3226-6ED9B1B58C68}"/>
              </a:ext>
            </a:extLst>
          </p:cNvPr>
          <p:cNvSpPr txBox="1"/>
          <p:nvPr/>
        </p:nvSpPr>
        <p:spPr>
          <a:xfrm>
            <a:off x="665117" y="833523"/>
            <a:ext cx="108617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/>
              <a:t>도우미 </a:t>
            </a:r>
            <a:r>
              <a:rPr lang="en-US" altLang="ko-KR" sz="1700" dirty="0"/>
              <a:t>AI : </a:t>
            </a:r>
            <a:r>
              <a:rPr lang="ko-KR" altLang="en-US" sz="1700" dirty="0"/>
              <a:t>플레이어가 소지 중인 아이템의 특성</a:t>
            </a:r>
            <a:r>
              <a:rPr lang="en-US" altLang="ko-KR" sz="1700" dirty="0"/>
              <a:t>, </a:t>
            </a:r>
            <a:r>
              <a:rPr lang="ko-KR" altLang="en-US" sz="1700" dirty="0"/>
              <a:t>몬스터 별 민감도와 반응</a:t>
            </a:r>
            <a:r>
              <a:rPr lang="en-US" altLang="ko-KR" sz="1700" dirty="0"/>
              <a:t>, </a:t>
            </a:r>
            <a:r>
              <a:rPr lang="ko-KR" altLang="en-US" sz="1700" dirty="0"/>
              <a:t>거리</a:t>
            </a:r>
            <a:r>
              <a:rPr lang="en-US" altLang="ko-KR" sz="1700" dirty="0"/>
              <a:t>, </a:t>
            </a:r>
            <a:r>
              <a:rPr lang="ko-KR" altLang="en-US" sz="1700" dirty="0"/>
              <a:t>생태계 생물 종간 </a:t>
            </a:r>
            <a:br>
              <a:rPr lang="en-US" altLang="ko-KR" sz="1700" dirty="0"/>
            </a:br>
            <a:r>
              <a:rPr lang="ko-KR" altLang="en-US" sz="1700" dirty="0"/>
              <a:t>관계를 이용해 계획 경로로의 위험도를 예측</a:t>
            </a:r>
            <a:r>
              <a:rPr lang="en-US" altLang="ko-KR" sz="1700" dirty="0"/>
              <a:t>, </a:t>
            </a:r>
            <a:r>
              <a:rPr lang="ko-KR" altLang="en-US" sz="1700" dirty="0"/>
              <a:t>플레이어에게 </a:t>
            </a:r>
            <a:r>
              <a:rPr lang="ko-KR" altLang="en-US" sz="1700" u="sng" dirty="0"/>
              <a:t>경로와 경로별 예측 시간을</a:t>
            </a:r>
            <a:r>
              <a:rPr lang="ko-KR" altLang="en-US" sz="1700" dirty="0"/>
              <a:t> 고지할 수 있어야 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AB67F6-F788-CC32-890B-AFEF9FC55AA6}"/>
              </a:ext>
            </a:extLst>
          </p:cNvPr>
          <p:cNvSpPr/>
          <p:nvPr/>
        </p:nvSpPr>
        <p:spPr>
          <a:xfrm>
            <a:off x="3865643" y="2599662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자극 확산 계산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스코어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반응 발생 가능성</a:t>
            </a:r>
            <a:r>
              <a:rPr lang="en-US" altLang="ko-KR" dirty="0">
                <a:solidFill>
                  <a:sysClr val="windowText" lastClr="000000"/>
                </a:solidFill>
              </a:rPr>
              <a:t>),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ETA 계산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화살표: 오각형 19">
            <a:extLst>
              <a:ext uri="{FF2B5EF4-FFF2-40B4-BE49-F238E27FC236}">
                <a16:creationId xmlns:a16="http://schemas.microsoft.com/office/drawing/2014/main" id="{03361DF7-20CA-4AF8-EA53-810F3F937218}"/>
              </a:ext>
            </a:extLst>
          </p:cNvPr>
          <p:cNvSpPr/>
          <p:nvPr/>
        </p:nvSpPr>
        <p:spPr>
          <a:xfrm>
            <a:off x="2406957" y="2599662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알고리즘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파이프라인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구성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0EED32-2010-9D8A-F794-5CD0D65EAAE3}"/>
              </a:ext>
            </a:extLst>
          </p:cNvPr>
          <p:cNvSpPr/>
          <p:nvPr/>
        </p:nvSpPr>
        <p:spPr>
          <a:xfrm>
            <a:off x="765201" y="1582780"/>
            <a:ext cx="1580733" cy="101688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_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곰</a:t>
            </a:r>
            <a:br>
              <a:rPr lang="en-US" altLang="ko-KR" sz="1600" dirty="0">
                <a:solidFill>
                  <a:sysClr val="windowText" lastClr="000000"/>
                </a:solidFill>
              </a:rPr>
            </a:br>
            <a:r>
              <a:rPr lang="en-US" altLang="ko-KR" sz="16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강탈 시도</a:t>
            </a:r>
          </a:p>
        </p:txBody>
      </p:sp>
      <p:sp>
        <p:nvSpPr>
          <p:cNvPr id="24" name="배지 23">
            <a:extLst>
              <a:ext uri="{FF2B5EF4-FFF2-40B4-BE49-F238E27FC236}">
                <a16:creationId xmlns:a16="http://schemas.microsoft.com/office/drawing/2014/main" id="{18AD1EBE-68F7-8A34-69A9-85191512AC77}"/>
              </a:ext>
            </a:extLst>
          </p:cNvPr>
          <p:cNvSpPr/>
          <p:nvPr/>
        </p:nvSpPr>
        <p:spPr>
          <a:xfrm>
            <a:off x="387398" y="2813256"/>
            <a:ext cx="960089" cy="55285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기억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활성화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A0E7E7-33ED-7698-A839-9AE402FB0519}"/>
              </a:ext>
            </a:extLst>
          </p:cNvPr>
          <p:cNvSpPr/>
          <p:nvPr/>
        </p:nvSpPr>
        <p:spPr>
          <a:xfrm>
            <a:off x="1377926" y="2835005"/>
            <a:ext cx="1029031" cy="47510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600" dirty="0">
                <a:solidFill>
                  <a:srgbClr val="000000"/>
                </a:solidFill>
              </a:rPr>
              <a:t>경로</a:t>
            </a:r>
            <a:r>
              <a:rPr lang="en-US" altLang="ko-KR" sz="1600" dirty="0">
                <a:solidFill>
                  <a:srgbClr val="000000"/>
                </a:solidFill>
              </a:rPr>
              <a:t>a_</a:t>
            </a:r>
            <a:r>
              <a:rPr lang="ko-KR" altLang="en-US" sz="1600" dirty="0">
                <a:solidFill>
                  <a:srgbClr val="000000"/>
                </a:solidFill>
              </a:rPr>
              <a:t>숲</a:t>
            </a:r>
            <a:endParaRPr lang="en-US" altLang="ko-KR" sz="1600" dirty="0">
              <a:solidFill>
                <a:srgbClr val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DA6479-C678-E6F1-6597-1E31784EA71C}"/>
              </a:ext>
            </a:extLst>
          </p:cNvPr>
          <p:cNvSpPr/>
          <p:nvPr/>
        </p:nvSpPr>
        <p:spPr>
          <a:xfrm>
            <a:off x="3865643" y="3657451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계산 주체는 서버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호스트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무거운 계산은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비동기로 처리한 후 결과만 메인 스레드에 반영</a:t>
            </a:r>
          </a:p>
        </p:txBody>
      </p:sp>
      <p:sp>
        <p:nvSpPr>
          <p:cNvPr id="30" name="화살표: 오각형 29">
            <a:extLst>
              <a:ext uri="{FF2B5EF4-FFF2-40B4-BE49-F238E27FC236}">
                <a16:creationId xmlns:a16="http://schemas.microsoft.com/office/drawing/2014/main" id="{9B74FA54-B0EF-29A9-3B59-1EF12C510C6A}"/>
              </a:ext>
            </a:extLst>
          </p:cNvPr>
          <p:cNvSpPr/>
          <p:nvPr/>
        </p:nvSpPr>
        <p:spPr>
          <a:xfrm>
            <a:off x="2406957" y="3657451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구현 매핑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F194D-1C85-D7EC-D3B1-10F9DDDBB3AE}"/>
              </a:ext>
            </a:extLst>
          </p:cNvPr>
          <p:cNvSpPr txBox="1"/>
          <p:nvPr/>
        </p:nvSpPr>
        <p:spPr>
          <a:xfrm>
            <a:off x="306014" y="158278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848560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997EE-B274-8088-B771-BF97C235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 과정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EE1F62-2B3C-88B7-0507-D27E8281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BBD54-CB3F-8D50-1F02-CDA7BF31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80CFED-803C-81BF-9C7F-9ABB4647BD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25" y="1497402"/>
            <a:ext cx="7180893" cy="4018162"/>
          </a:xfrm>
          <a:prstGeom prst="rect">
            <a:avLst/>
          </a:prstGeom>
        </p:spPr>
      </p:pic>
      <p:grpSp>
        <p:nvGrpSpPr>
          <p:cNvPr id="14" name="내용 개체 틀 12" descr="남자 단색으로 채워진">
            <a:extLst>
              <a:ext uri="{FF2B5EF4-FFF2-40B4-BE49-F238E27FC236}">
                <a16:creationId xmlns:a16="http://schemas.microsoft.com/office/drawing/2014/main" id="{4C1E2800-1DD5-6DA1-A1BA-0C11D9413431}"/>
              </a:ext>
            </a:extLst>
          </p:cNvPr>
          <p:cNvGrpSpPr/>
          <p:nvPr/>
        </p:nvGrpSpPr>
        <p:grpSpPr>
          <a:xfrm>
            <a:off x="5825728" y="4185047"/>
            <a:ext cx="832247" cy="11082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BF7C240-FEDB-6CEE-1592-5687E9048522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75F702C1-0B50-D8E7-F31A-3AE1CE5EDDD6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252AA07-97A2-04F0-4821-500B8AC5C411}"/>
              </a:ext>
            </a:extLst>
          </p:cNvPr>
          <p:cNvSpPr txBox="1"/>
          <p:nvPr/>
        </p:nvSpPr>
        <p:spPr>
          <a:xfrm>
            <a:off x="7867266" y="1505745"/>
            <a:ext cx="181918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 dirty="0"/>
              <a:t>목적지 파악</a:t>
            </a:r>
          </a:p>
        </p:txBody>
      </p:sp>
      <p:grpSp>
        <p:nvGrpSpPr>
          <p:cNvPr id="30" name="내용 개체 틀 12" descr="남자 단색으로 채워진">
            <a:extLst>
              <a:ext uri="{FF2B5EF4-FFF2-40B4-BE49-F238E27FC236}">
                <a16:creationId xmlns:a16="http://schemas.microsoft.com/office/drawing/2014/main" id="{37475D58-4ED7-0C15-B520-7EA71F6D6414}"/>
              </a:ext>
            </a:extLst>
          </p:cNvPr>
          <p:cNvGrpSpPr/>
          <p:nvPr/>
        </p:nvGrpSpPr>
        <p:grpSpPr>
          <a:xfrm>
            <a:off x="8752936" y="3157902"/>
            <a:ext cx="582723" cy="9338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  <a:scene3d>
            <a:camera prst="isometricRightUp"/>
            <a:lightRig rig="threePt" dir="t"/>
          </a:scene3d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B8DCC95-9156-4836-D209-2363B4E5A086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B750BA4B-BDFB-982E-BA05-ADC27E6C2B87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789CEB-D3D5-316B-A0DB-A78E4679528F}"/>
              </a:ext>
            </a:extLst>
          </p:cNvPr>
          <p:cNvSpPr/>
          <p:nvPr/>
        </p:nvSpPr>
        <p:spPr>
          <a:xfrm>
            <a:off x="3121495" y="1429716"/>
            <a:ext cx="35582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4400" b="1" cap="none" spc="0" dirty="0">
                <a:ln/>
                <a:solidFill>
                  <a:schemeClr val="accent4"/>
                </a:solidFill>
                <a:effectLst/>
              </a:rPr>
              <a:t>!</a:t>
            </a:r>
          </a:p>
        </p:txBody>
      </p:sp>
      <p:pic>
        <p:nvPicPr>
          <p:cNvPr id="36" name="그래픽 35" descr="전나무 윤곽선">
            <a:extLst>
              <a:ext uri="{FF2B5EF4-FFF2-40B4-BE49-F238E27FC236}">
                <a16:creationId xmlns:a16="http://schemas.microsoft.com/office/drawing/2014/main" id="{2C0F655B-DECF-0B21-A9F6-7F6E009A77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664" y="1957473"/>
            <a:ext cx="1466170" cy="1466170"/>
          </a:xfrm>
          <a:prstGeom prst="rect">
            <a:avLst/>
          </a:prstGeom>
        </p:spPr>
      </p:pic>
      <p:pic>
        <p:nvPicPr>
          <p:cNvPr id="38" name="그래픽 37" descr="전나무 윤곽선">
            <a:extLst>
              <a:ext uri="{FF2B5EF4-FFF2-40B4-BE49-F238E27FC236}">
                <a16:creationId xmlns:a16="http://schemas.microsoft.com/office/drawing/2014/main" id="{6AA635E1-B0A9-C57B-2A4E-5982FC275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8322" y="2750936"/>
            <a:ext cx="1651381" cy="1651381"/>
          </a:xfrm>
          <a:prstGeom prst="rect">
            <a:avLst/>
          </a:prstGeom>
        </p:spPr>
      </p:pic>
      <p:pic>
        <p:nvPicPr>
          <p:cNvPr id="40" name="그래픽 39" descr="전나무 윤곽선">
            <a:extLst>
              <a:ext uri="{FF2B5EF4-FFF2-40B4-BE49-F238E27FC236}">
                <a16:creationId xmlns:a16="http://schemas.microsoft.com/office/drawing/2014/main" id="{65C1B0C5-A555-8150-F50A-93BEEE1CF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081" y="1497402"/>
            <a:ext cx="1651381" cy="1651381"/>
          </a:xfrm>
          <a:prstGeom prst="rect">
            <a:avLst/>
          </a:prstGeom>
        </p:spPr>
      </p:pic>
      <p:pic>
        <p:nvPicPr>
          <p:cNvPr id="42" name="그래픽 41" descr="전나무 윤곽선">
            <a:extLst>
              <a:ext uri="{FF2B5EF4-FFF2-40B4-BE49-F238E27FC236}">
                <a16:creationId xmlns:a16="http://schemas.microsoft.com/office/drawing/2014/main" id="{FDB6B5BF-1687-68DE-E0EE-71BA0E8CE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3495" y="2652523"/>
            <a:ext cx="1851628" cy="1851628"/>
          </a:xfrm>
          <a:prstGeom prst="rect">
            <a:avLst/>
          </a:prstGeom>
        </p:spPr>
      </p:pic>
      <p:pic>
        <p:nvPicPr>
          <p:cNvPr id="44" name="그래픽 43" descr="전나무 윤곽선">
            <a:extLst>
              <a:ext uri="{FF2B5EF4-FFF2-40B4-BE49-F238E27FC236}">
                <a16:creationId xmlns:a16="http://schemas.microsoft.com/office/drawing/2014/main" id="{334A85EE-7A80-D6EA-B847-DB7B10DC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4473" y="1577209"/>
            <a:ext cx="999988" cy="99998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CD443C85-7695-D5FD-F7E7-F4F8A8E8C4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87" t="16133"/>
          <a:stretch>
            <a:fillRect/>
          </a:stretch>
        </p:blipFill>
        <p:spPr>
          <a:xfrm>
            <a:off x="2521386" y="1502472"/>
            <a:ext cx="652555" cy="769195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A2C64E7-B983-4993-676E-07CF62032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638" y="1508301"/>
            <a:ext cx="470197" cy="470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BAFA4052-53EB-A8FD-6CEC-191542136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835" y="1583627"/>
            <a:ext cx="470197" cy="47019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4E567DA-F59F-5729-1C75-FFC8F17C0867}"/>
              </a:ext>
            </a:extLst>
          </p:cNvPr>
          <p:cNvSpPr txBox="1"/>
          <p:nvPr/>
        </p:nvSpPr>
        <p:spPr>
          <a:xfrm>
            <a:off x="2517825" y="1115424"/>
            <a:ext cx="31813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방식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2" name="내용 개체 틀 6">
            <a:extLst>
              <a:ext uri="{FF2B5EF4-FFF2-40B4-BE49-F238E27FC236}">
                <a16:creationId xmlns:a16="http://schemas.microsoft.com/office/drawing/2014/main" id="{7BA8458C-03A8-A02A-2BB5-345CD6EE9002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컨텐츠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9889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F4BB-0CA9-9212-7867-BC9E93DB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F10CB3E-ADEB-8A8D-FFB9-9D8E332A80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25" y="1497402"/>
            <a:ext cx="7180893" cy="4018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1BB188C-2E9E-0897-0C9D-2A39B45F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 과정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388B09-5794-3765-48F8-F82576E9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D631B-51EA-D3D0-91BC-3FCAC751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21</a:t>
            </a:fld>
            <a:endParaRPr lang="ko-KR" altLang="en-US"/>
          </a:p>
        </p:txBody>
      </p:sp>
      <p:grpSp>
        <p:nvGrpSpPr>
          <p:cNvPr id="14" name="내용 개체 틀 12" descr="남자 단색으로 채워진">
            <a:extLst>
              <a:ext uri="{FF2B5EF4-FFF2-40B4-BE49-F238E27FC236}">
                <a16:creationId xmlns:a16="http://schemas.microsoft.com/office/drawing/2014/main" id="{36EB4A1C-A929-9E65-2C0D-6D9A514EBD59}"/>
              </a:ext>
            </a:extLst>
          </p:cNvPr>
          <p:cNvGrpSpPr/>
          <p:nvPr/>
        </p:nvGrpSpPr>
        <p:grpSpPr>
          <a:xfrm>
            <a:off x="5825728" y="4185047"/>
            <a:ext cx="832247" cy="11082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A610389-1B7F-AEF4-528C-8782AB8C5AE4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DD3A5AD3-8A34-70AE-F2C4-96956FFDEC21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B0BD086-785B-17AF-69A0-2A7C97AA099D}"/>
              </a:ext>
            </a:extLst>
          </p:cNvPr>
          <p:cNvSpPr txBox="1"/>
          <p:nvPr/>
        </p:nvSpPr>
        <p:spPr>
          <a:xfrm>
            <a:off x="7418854" y="1508301"/>
            <a:ext cx="2267592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/>
              <a:t>목적지까지의 경로 후보 </a:t>
            </a:r>
            <a:r>
              <a:rPr lang="ko-KR" altLang="en-US" sz="2400" dirty="0"/>
              <a:t>파악</a:t>
            </a:r>
          </a:p>
        </p:txBody>
      </p:sp>
      <p:pic>
        <p:nvPicPr>
          <p:cNvPr id="38" name="그래픽 37" descr="전나무 윤곽선">
            <a:extLst>
              <a:ext uri="{FF2B5EF4-FFF2-40B4-BE49-F238E27FC236}">
                <a16:creationId xmlns:a16="http://schemas.microsoft.com/office/drawing/2014/main" id="{965AF44C-6A20-CD5A-48AD-99A32C7D0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8322" y="2750936"/>
            <a:ext cx="1651381" cy="1651381"/>
          </a:xfrm>
          <a:prstGeom prst="rect">
            <a:avLst/>
          </a:prstGeom>
        </p:spPr>
      </p:pic>
      <p:pic>
        <p:nvPicPr>
          <p:cNvPr id="42" name="그래픽 41" descr="전나무 윤곽선">
            <a:extLst>
              <a:ext uri="{FF2B5EF4-FFF2-40B4-BE49-F238E27FC236}">
                <a16:creationId xmlns:a16="http://schemas.microsoft.com/office/drawing/2014/main" id="{1EA4EBAD-A498-A950-43C0-E059FAC481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3495" y="2652523"/>
            <a:ext cx="1851628" cy="185162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0C7C061C-308C-E3B0-93FC-986F9514C5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87" t="16133"/>
          <a:stretch>
            <a:fillRect/>
          </a:stretch>
        </p:blipFill>
        <p:spPr>
          <a:xfrm>
            <a:off x="2521386" y="1502472"/>
            <a:ext cx="652555" cy="7691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3DAFE36-740E-1BDE-F0D9-5F2999295784}"/>
              </a:ext>
            </a:extLst>
          </p:cNvPr>
          <p:cNvSpPr/>
          <p:nvPr/>
        </p:nvSpPr>
        <p:spPr>
          <a:xfrm>
            <a:off x="3121495" y="1429716"/>
            <a:ext cx="35582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4400" b="1" cap="none" spc="0" dirty="0">
                <a:ln/>
                <a:solidFill>
                  <a:schemeClr val="accent4"/>
                </a:solidFill>
                <a:effectLst/>
              </a:rPr>
              <a:t>!</a:t>
            </a: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A12D5185-D280-E999-92A0-D3251A2C20DA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7876" y="2291424"/>
            <a:ext cx="2846263" cy="2643199"/>
          </a:xfrm>
          <a:prstGeom prst="curvedConnector3">
            <a:avLst>
              <a:gd name="adj1" fmla="val 137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CBA7892F-764D-C32F-492B-371E7EC2AE21}"/>
              </a:ext>
            </a:extLst>
          </p:cNvPr>
          <p:cNvCxnSpPr/>
          <p:nvPr/>
        </p:nvCxnSpPr>
        <p:spPr>
          <a:xfrm rot="10800000">
            <a:off x="3431716" y="1831676"/>
            <a:ext cx="3331034" cy="2993084"/>
          </a:xfrm>
          <a:prstGeom prst="curvedConnector3">
            <a:avLst>
              <a:gd name="adj1" fmla="val -23060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래픽 39" descr="전나무 윤곽선">
            <a:extLst>
              <a:ext uri="{FF2B5EF4-FFF2-40B4-BE49-F238E27FC236}">
                <a16:creationId xmlns:a16="http://schemas.microsoft.com/office/drawing/2014/main" id="{77B75783-A772-D497-21B8-B0D776CE8F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081" y="1497402"/>
            <a:ext cx="1651381" cy="1651381"/>
          </a:xfrm>
          <a:prstGeom prst="rect">
            <a:avLst/>
          </a:prstGeom>
        </p:spPr>
      </p:pic>
      <p:pic>
        <p:nvPicPr>
          <p:cNvPr id="44" name="그래픽 43" descr="전나무 윤곽선">
            <a:extLst>
              <a:ext uri="{FF2B5EF4-FFF2-40B4-BE49-F238E27FC236}">
                <a16:creationId xmlns:a16="http://schemas.microsoft.com/office/drawing/2014/main" id="{11D60C4E-AEBE-3BE9-D9DF-E9EF10E33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4473" y="1577209"/>
            <a:ext cx="999988" cy="99998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8D0B3850-2A56-07E1-4222-D85C61CEE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638" y="1508301"/>
            <a:ext cx="470197" cy="470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57CCA49-B96B-B96F-982A-C46D55FCE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835" y="1583627"/>
            <a:ext cx="470197" cy="470197"/>
          </a:xfrm>
          <a:prstGeom prst="rect">
            <a:avLst/>
          </a:prstGeom>
        </p:spPr>
      </p:pic>
      <p:pic>
        <p:nvPicPr>
          <p:cNvPr id="36" name="그래픽 35" descr="전나무 윤곽선">
            <a:extLst>
              <a:ext uri="{FF2B5EF4-FFF2-40B4-BE49-F238E27FC236}">
                <a16:creationId xmlns:a16="http://schemas.microsoft.com/office/drawing/2014/main" id="{3540D7AB-0E16-42D2-5148-0F03AA39E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664" y="1957473"/>
            <a:ext cx="1466170" cy="1466170"/>
          </a:xfrm>
          <a:prstGeom prst="rect">
            <a:avLst/>
          </a:prstGeom>
        </p:spPr>
      </p:pic>
      <p:grpSp>
        <p:nvGrpSpPr>
          <p:cNvPr id="45" name="내용 개체 틀 12" descr="남자 단색으로 채워진">
            <a:extLst>
              <a:ext uri="{FF2B5EF4-FFF2-40B4-BE49-F238E27FC236}">
                <a16:creationId xmlns:a16="http://schemas.microsoft.com/office/drawing/2014/main" id="{F48FEBDC-4AFF-0A8B-959D-C88C2276F662}"/>
              </a:ext>
            </a:extLst>
          </p:cNvPr>
          <p:cNvGrpSpPr/>
          <p:nvPr/>
        </p:nvGrpSpPr>
        <p:grpSpPr>
          <a:xfrm>
            <a:off x="8752936" y="3157902"/>
            <a:ext cx="582723" cy="9338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  <a:scene3d>
            <a:camera prst="isometricRightUp"/>
            <a:lightRig rig="threePt" dir="t"/>
          </a:scene3d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12DFDB31-96E1-BDD5-00D4-FDFF19C7FAFF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24D84F37-2177-AD03-532B-B5875D5E5927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67FABA5-9C5F-CE0E-8ED4-7C1AABF73C36}"/>
              </a:ext>
            </a:extLst>
          </p:cNvPr>
          <p:cNvSpPr txBox="1"/>
          <p:nvPr/>
        </p:nvSpPr>
        <p:spPr>
          <a:xfrm>
            <a:off x="2517825" y="1115424"/>
            <a:ext cx="31813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방식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내용 개체 틀 6">
            <a:extLst>
              <a:ext uri="{FF2B5EF4-FFF2-40B4-BE49-F238E27FC236}">
                <a16:creationId xmlns:a16="http://schemas.microsoft.com/office/drawing/2014/main" id="{1041FC35-AE50-AD9A-42DB-61ECC6A8A75C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컨텐츠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4561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83929-538E-C3E9-41BD-AE51BDDF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09A296C-8C99-903B-1CAD-9E3878FE94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25" y="1497402"/>
            <a:ext cx="7180893" cy="4018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E169E9D-2DFA-9AE7-2D28-369714EF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 과정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52E6C8-5A57-F8AC-79DA-555E834C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50AD27-F225-2C0D-3C69-14B24E89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14" name="내용 개체 틀 12" descr="남자 단색으로 채워진">
            <a:extLst>
              <a:ext uri="{FF2B5EF4-FFF2-40B4-BE49-F238E27FC236}">
                <a16:creationId xmlns:a16="http://schemas.microsoft.com/office/drawing/2014/main" id="{CB6ECF0B-21C6-8D7F-8AD8-CCA4D6444C30}"/>
              </a:ext>
            </a:extLst>
          </p:cNvPr>
          <p:cNvGrpSpPr/>
          <p:nvPr/>
        </p:nvGrpSpPr>
        <p:grpSpPr>
          <a:xfrm>
            <a:off x="5825728" y="4185047"/>
            <a:ext cx="832247" cy="11082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2DDADBC-1687-A7FD-75E0-7B7CF6A5188A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B663B8CD-0A8A-CDEF-EA52-80062148B268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EDB4C41-670B-99BD-F45B-4926AC59837A}"/>
              </a:ext>
            </a:extLst>
          </p:cNvPr>
          <p:cNvSpPr txBox="1"/>
          <p:nvPr/>
        </p:nvSpPr>
        <p:spPr>
          <a:xfrm>
            <a:off x="7400458" y="1509500"/>
            <a:ext cx="2267592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dirty="0"/>
              <a:t>AI</a:t>
            </a:r>
            <a:r>
              <a:rPr lang="ko-KR" altLang="en-US" sz="2400" dirty="0"/>
              <a:t> 계산을 통해 </a:t>
            </a:r>
            <a:r>
              <a:rPr lang="en-US" altLang="ko-KR" sz="2400" dirty="0"/>
              <a:t>ETA</a:t>
            </a:r>
            <a:r>
              <a:rPr lang="ko-KR" altLang="en-US" sz="2400" dirty="0"/>
              <a:t>계산</a:t>
            </a:r>
          </a:p>
        </p:txBody>
      </p:sp>
      <p:pic>
        <p:nvPicPr>
          <p:cNvPr id="38" name="그래픽 37" descr="전나무 윤곽선">
            <a:extLst>
              <a:ext uri="{FF2B5EF4-FFF2-40B4-BE49-F238E27FC236}">
                <a16:creationId xmlns:a16="http://schemas.microsoft.com/office/drawing/2014/main" id="{C32AB5A4-AB98-2CEC-A2B7-1EA20997CD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8322" y="2750936"/>
            <a:ext cx="1651381" cy="1651381"/>
          </a:xfrm>
          <a:prstGeom prst="rect">
            <a:avLst/>
          </a:prstGeom>
        </p:spPr>
      </p:pic>
      <p:pic>
        <p:nvPicPr>
          <p:cNvPr id="42" name="그래픽 41" descr="전나무 윤곽선">
            <a:extLst>
              <a:ext uri="{FF2B5EF4-FFF2-40B4-BE49-F238E27FC236}">
                <a16:creationId xmlns:a16="http://schemas.microsoft.com/office/drawing/2014/main" id="{2C5039FC-8195-A97C-5E9E-9EC3ABE66F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3495" y="2652523"/>
            <a:ext cx="1851628" cy="185162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4AED4E91-EE29-8E4D-875B-7F4B23566A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87" t="16133"/>
          <a:stretch>
            <a:fillRect/>
          </a:stretch>
        </p:blipFill>
        <p:spPr>
          <a:xfrm>
            <a:off x="2521386" y="1502472"/>
            <a:ext cx="652555" cy="7691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4A6A125-C492-84E5-2C94-FDD1D8DBDA0F}"/>
              </a:ext>
            </a:extLst>
          </p:cNvPr>
          <p:cNvSpPr/>
          <p:nvPr/>
        </p:nvSpPr>
        <p:spPr>
          <a:xfrm>
            <a:off x="3121495" y="1429716"/>
            <a:ext cx="35582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4400" b="1" cap="none" spc="0" dirty="0">
                <a:ln/>
                <a:solidFill>
                  <a:schemeClr val="accent4"/>
                </a:solidFill>
                <a:effectLst/>
              </a:rPr>
              <a:t>!</a:t>
            </a: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123E4517-CCF3-C321-807D-44E21F65BD9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7876" y="2291424"/>
            <a:ext cx="2846263" cy="2643199"/>
          </a:xfrm>
          <a:prstGeom prst="curvedConnector3">
            <a:avLst>
              <a:gd name="adj1" fmla="val 137"/>
            </a:avLst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285C51F0-A93A-9431-5B9F-BC241F731E9B}"/>
              </a:ext>
            </a:extLst>
          </p:cNvPr>
          <p:cNvCxnSpPr/>
          <p:nvPr/>
        </p:nvCxnSpPr>
        <p:spPr>
          <a:xfrm rot="10800000">
            <a:off x="3431716" y="1831676"/>
            <a:ext cx="3331034" cy="2993084"/>
          </a:xfrm>
          <a:prstGeom prst="curvedConnector3">
            <a:avLst>
              <a:gd name="adj1" fmla="val -23060"/>
            </a:avLst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래픽 39" descr="전나무 윤곽선">
            <a:extLst>
              <a:ext uri="{FF2B5EF4-FFF2-40B4-BE49-F238E27FC236}">
                <a16:creationId xmlns:a16="http://schemas.microsoft.com/office/drawing/2014/main" id="{B5569DBF-2892-1340-B6B4-7017680BA2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081" y="1497402"/>
            <a:ext cx="1651381" cy="1651381"/>
          </a:xfrm>
          <a:prstGeom prst="rect">
            <a:avLst/>
          </a:prstGeom>
        </p:spPr>
      </p:pic>
      <p:pic>
        <p:nvPicPr>
          <p:cNvPr id="44" name="그래픽 43" descr="전나무 윤곽선">
            <a:extLst>
              <a:ext uri="{FF2B5EF4-FFF2-40B4-BE49-F238E27FC236}">
                <a16:creationId xmlns:a16="http://schemas.microsoft.com/office/drawing/2014/main" id="{9A03D8BF-C02B-CE6F-1E49-714529922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4473" y="1577209"/>
            <a:ext cx="999988" cy="99998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6858759-5F83-3EB8-EA09-FAD9B635E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638" y="1508301"/>
            <a:ext cx="470197" cy="470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F4F442A-7AA6-C461-4BAB-91CB83909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835" y="1583627"/>
            <a:ext cx="470197" cy="470197"/>
          </a:xfrm>
          <a:prstGeom prst="rect">
            <a:avLst/>
          </a:prstGeom>
        </p:spPr>
      </p:pic>
      <p:pic>
        <p:nvPicPr>
          <p:cNvPr id="36" name="그래픽 35" descr="전나무 윤곽선">
            <a:extLst>
              <a:ext uri="{FF2B5EF4-FFF2-40B4-BE49-F238E27FC236}">
                <a16:creationId xmlns:a16="http://schemas.microsoft.com/office/drawing/2014/main" id="{F7320D23-5BEB-1770-86AA-658B24BD1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664" y="1957473"/>
            <a:ext cx="1466170" cy="1466170"/>
          </a:xfrm>
          <a:prstGeom prst="rect">
            <a:avLst/>
          </a:prstGeom>
        </p:spPr>
      </p:pic>
      <p:pic>
        <p:nvPicPr>
          <p:cNvPr id="4" name="그래픽 3" descr="화살표 원 단색으로 채워진">
            <a:extLst>
              <a:ext uri="{FF2B5EF4-FFF2-40B4-BE49-F238E27FC236}">
                <a16:creationId xmlns:a16="http://schemas.microsoft.com/office/drawing/2014/main" id="{A53795E9-088B-D31D-F3CD-2E5D3FA54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8936" y="4222858"/>
            <a:ext cx="813297" cy="813297"/>
          </a:xfrm>
          <a:prstGeom prst="rect">
            <a:avLst/>
          </a:prstGeom>
        </p:spPr>
      </p:pic>
      <p:pic>
        <p:nvPicPr>
          <p:cNvPr id="9" name="그래픽 8" descr="화살표 원 단색으로 채워진">
            <a:extLst>
              <a:ext uri="{FF2B5EF4-FFF2-40B4-BE49-F238E27FC236}">
                <a16:creationId xmlns:a16="http://schemas.microsoft.com/office/drawing/2014/main" id="{CA839D90-DBFB-FA8D-28EC-B8E9E11BB8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8949" y="3682984"/>
            <a:ext cx="813297" cy="813297"/>
          </a:xfrm>
          <a:prstGeom prst="rect">
            <a:avLst/>
          </a:prstGeom>
        </p:spPr>
      </p:pic>
      <p:grpSp>
        <p:nvGrpSpPr>
          <p:cNvPr id="12" name="내용 개체 틀 12" descr="남자 단색으로 채워진">
            <a:extLst>
              <a:ext uri="{FF2B5EF4-FFF2-40B4-BE49-F238E27FC236}">
                <a16:creationId xmlns:a16="http://schemas.microsoft.com/office/drawing/2014/main" id="{1F233A24-9C53-2EBB-BD15-74DF72BE7C63}"/>
              </a:ext>
            </a:extLst>
          </p:cNvPr>
          <p:cNvGrpSpPr/>
          <p:nvPr/>
        </p:nvGrpSpPr>
        <p:grpSpPr>
          <a:xfrm>
            <a:off x="8752936" y="3157902"/>
            <a:ext cx="582723" cy="9338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  <a:scene3d>
            <a:camera prst="isometricRightUp"/>
            <a:lightRig rig="threePt" dir="t"/>
          </a:scene3d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15E16BE-AFE4-8A71-7440-F58BD05823AC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D7F353CC-434C-DDA6-EBA5-9834C1644660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E45A41F-26D4-E640-BE85-ECC7F6DC6C8A}"/>
              </a:ext>
            </a:extLst>
          </p:cNvPr>
          <p:cNvSpPr txBox="1"/>
          <p:nvPr/>
        </p:nvSpPr>
        <p:spPr>
          <a:xfrm>
            <a:off x="2517825" y="1115424"/>
            <a:ext cx="31813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방식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9" name="내용 개체 틀 6">
            <a:extLst>
              <a:ext uri="{FF2B5EF4-FFF2-40B4-BE49-F238E27FC236}">
                <a16:creationId xmlns:a16="http://schemas.microsoft.com/office/drawing/2014/main" id="{849CC8EB-F108-76F4-E8ED-C79BCB44D4E8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컨텐츠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773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6C5F-B34B-695D-133E-797B3ADB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FE150B3-9D72-852A-F1A5-EE6569A648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25" y="1497402"/>
            <a:ext cx="7180893" cy="4018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99C2CF-0BF5-0B7F-A73D-D318DE7E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 과정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70F25B-642C-9082-CD15-72671724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DC62-E81C-D2BD-A6F2-2F8C8CB9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14" name="내용 개체 틀 12" descr="남자 단색으로 채워진">
            <a:extLst>
              <a:ext uri="{FF2B5EF4-FFF2-40B4-BE49-F238E27FC236}">
                <a16:creationId xmlns:a16="http://schemas.microsoft.com/office/drawing/2014/main" id="{17BBA6D6-E0BB-D3BA-E6EC-80E04C188064}"/>
              </a:ext>
            </a:extLst>
          </p:cNvPr>
          <p:cNvGrpSpPr/>
          <p:nvPr/>
        </p:nvGrpSpPr>
        <p:grpSpPr>
          <a:xfrm>
            <a:off x="5825728" y="4185047"/>
            <a:ext cx="832247" cy="11082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56D12C7-733A-D637-26AF-DB87CA192B10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C10124AA-1187-EB54-04F4-90983814C029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5F3C2F-2D1F-995A-0345-C2F6931EFB0D}"/>
              </a:ext>
            </a:extLst>
          </p:cNvPr>
          <p:cNvSpPr/>
          <p:nvPr/>
        </p:nvSpPr>
        <p:spPr>
          <a:xfrm>
            <a:off x="4817975" y="4444182"/>
            <a:ext cx="89800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none" spc="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20T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603836-D225-2D07-E9C4-44651FA0EA78}"/>
              </a:ext>
            </a:extLst>
          </p:cNvPr>
          <p:cNvSpPr txBox="1"/>
          <p:nvPr/>
        </p:nvSpPr>
        <p:spPr>
          <a:xfrm>
            <a:off x="6895057" y="1508301"/>
            <a:ext cx="2772993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 dirty="0"/>
              <a:t>각 경로별 </a:t>
            </a:r>
            <a:r>
              <a:rPr lang="en-US" altLang="ko-KR" sz="2400" dirty="0"/>
              <a:t>ETA</a:t>
            </a:r>
            <a:r>
              <a:rPr lang="ko-KR" altLang="en-US" sz="2400" dirty="0"/>
              <a:t>를 플레이어에게 고지</a:t>
            </a:r>
          </a:p>
        </p:txBody>
      </p:sp>
      <p:pic>
        <p:nvPicPr>
          <p:cNvPr id="38" name="그래픽 37" descr="전나무 윤곽선">
            <a:extLst>
              <a:ext uri="{FF2B5EF4-FFF2-40B4-BE49-F238E27FC236}">
                <a16:creationId xmlns:a16="http://schemas.microsoft.com/office/drawing/2014/main" id="{00EF1B0E-5C82-9E91-B321-F3E3FE3A2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8322" y="2750936"/>
            <a:ext cx="1651381" cy="1651381"/>
          </a:xfrm>
          <a:prstGeom prst="rect">
            <a:avLst/>
          </a:prstGeom>
        </p:spPr>
      </p:pic>
      <p:pic>
        <p:nvPicPr>
          <p:cNvPr id="42" name="그래픽 41" descr="전나무 윤곽선">
            <a:extLst>
              <a:ext uri="{FF2B5EF4-FFF2-40B4-BE49-F238E27FC236}">
                <a16:creationId xmlns:a16="http://schemas.microsoft.com/office/drawing/2014/main" id="{798871A7-9DA5-F892-0DE1-25BE6054D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3495" y="2652523"/>
            <a:ext cx="1851628" cy="185162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EFB653D-CEAA-8FD3-0338-103B123BAB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87" t="16133"/>
          <a:stretch>
            <a:fillRect/>
          </a:stretch>
        </p:blipFill>
        <p:spPr>
          <a:xfrm>
            <a:off x="2521386" y="1502472"/>
            <a:ext cx="652555" cy="7691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80E250-5B2E-80A2-9D94-317A6ACEFF6A}"/>
              </a:ext>
            </a:extLst>
          </p:cNvPr>
          <p:cNvSpPr/>
          <p:nvPr/>
        </p:nvSpPr>
        <p:spPr>
          <a:xfrm>
            <a:off x="3121495" y="1429716"/>
            <a:ext cx="35582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4400" b="1" cap="none" spc="0" dirty="0">
                <a:ln/>
                <a:solidFill>
                  <a:schemeClr val="accent4"/>
                </a:solidFill>
                <a:effectLst/>
              </a:rPr>
              <a:t>!</a:t>
            </a: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F5E9F415-8140-BC8D-1FC3-1CCA53B9DCEE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7876" y="2291424"/>
            <a:ext cx="2846263" cy="2643199"/>
          </a:xfrm>
          <a:prstGeom prst="curvedConnector3">
            <a:avLst>
              <a:gd name="adj1" fmla="val 137"/>
            </a:avLst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E1B557D0-080E-9D2B-A8B2-99B161C7F357}"/>
              </a:ext>
            </a:extLst>
          </p:cNvPr>
          <p:cNvCxnSpPr/>
          <p:nvPr/>
        </p:nvCxnSpPr>
        <p:spPr>
          <a:xfrm rot="10800000">
            <a:off x="3431716" y="1831676"/>
            <a:ext cx="3331034" cy="2993084"/>
          </a:xfrm>
          <a:prstGeom prst="curvedConnector3">
            <a:avLst>
              <a:gd name="adj1" fmla="val -23060"/>
            </a:avLst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래픽 39" descr="전나무 윤곽선">
            <a:extLst>
              <a:ext uri="{FF2B5EF4-FFF2-40B4-BE49-F238E27FC236}">
                <a16:creationId xmlns:a16="http://schemas.microsoft.com/office/drawing/2014/main" id="{587F5C73-D56A-6243-1241-727990F813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081" y="1497402"/>
            <a:ext cx="1651381" cy="1651381"/>
          </a:xfrm>
          <a:prstGeom prst="rect">
            <a:avLst/>
          </a:prstGeom>
        </p:spPr>
      </p:pic>
      <p:pic>
        <p:nvPicPr>
          <p:cNvPr id="44" name="그래픽 43" descr="전나무 윤곽선">
            <a:extLst>
              <a:ext uri="{FF2B5EF4-FFF2-40B4-BE49-F238E27FC236}">
                <a16:creationId xmlns:a16="http://schemas.microsoft.com/office/drawing/2014/main" id="{3A9370FE-C7D1-9472-64BD-CDA250747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4473" y="1577209"/>
            <a:ext cx="999988" cy="99998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88AF393D-2725-2E4E-24C7-5CF4C339E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638" y="1508301"/>
            <a:ext cx="470197" cy="470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1AE0483-2452-359D-7E2F-93DB62663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835" y="1583627"/>
            <a:ext cx="470197" cy="470197"/>
          </a:xfrm>
          <a:prstGeom prst="rect">
            <a:avLst/>
          </a:prstGeom>
        </p:spPr>
      </p:pic>
      <p:pic>
        <p:nvPicPr>
          <p:cNvPr id="36" name="그래픽 35" descr="전나무 윤곽선">
            <a:extLst>
              <a:ext uri="{FF2B5EF4-FFF2-40B4-BE49-F238E27FC236}">
                <a16:creationId xmlns:a16="http://schemas.microsoft.com/office/drawing/2014/main" id="{C0570E01-B345-DC82-EA45-5DE82C997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664" y="1957473"/>
            <a:ext cx="1466170" cy="146617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3905A8-8F58-04BF-4457-D0B2BC61EBC1}"/>
              </a:ext>
            </a:extLst>
          </p:cNvPr>
          <p:cNvSpPr/>
          <p:nvPr/>
        </p:nvSpPr>
        <p:spPr>
          <a:xfrm>
            <a:off x="6824923" y="3823415"/>
            <a:ext cx="8980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  <a:r>
              <a:rPr lang="en-US" altLang="ko-KR" sz="3200" b="1" cap="none" spc="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0T</a:t>
            </a:r>
          </a:p>
        </p:txBody>
      </p:sp>
      <p:grpSp>
        <p:nvGrpSpPr>
          <p:cNvPr id="3" name="내용 개체 틀 12" descr="남자 단색으로 채워진">
            <a:extLst>
              <a:ext uri="{FF2B5EF4-FFF2-40B4-BE49-F238E27FC236}">
                <a16:creationId xmlns:a16="http://schemas.microsoft.com/office/drawing/2014/main" id="{988F0506-0454-CF3C-A9F1-AFCE5DFF508F}"/>
              </a:ext>
            </a:extLst>
          </p:cNvPr>
          <p:cNvGrpSpPr/>
          <p:nvPr/>
        </p:nvGrpSpPr>
        <p:grpSpPr>
          <a:xfrm>
            <a:off x="8752936" y="3157902"/>
            <a:ext cx="582723" cy="9338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  <a:scene3d>
            <a:camera prst="isometricRightUp"/>
            <a:lightRig rig="threePt" dir="t"/>
          </a:scene3d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29E66B3-C0AA-A579-FF6F-E04BE941E5B2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AC3772AE-33C6-5D25-5A0E-E3A1154BEC2C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27B7438-4B8F-1D60-A3CB-16AA63966993}"/>
              </a:ext>
            </a:extLst>
          </p:cNvPr>
          <p:cNvSpPr txBox="1"/>
          <p:nvPr/>
        </p:nvSpPr>
        <p:spPr>
          <a:xfrm>
            <a:off x="2517825" y="1115424"/>
            <a:ext cx="31813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방식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내용 개체 틀 6">
            <a:extLst>
              <a:ext uri="{FF2B5EF4-FFF2-40B4-BE49-F238E27FC236}">
                <a16:creationId xmlns:a16="http://schemas.microsoft.com/office/drawing/2014/main" id="{471A4C76-1871-A2EB-AACB-02CFA5601F24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컨텐츠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308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1C5A-D124-F12C-CA48-12D7C837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15CCE76-CC6F-3A63-3064-EB7EBE79EB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25" y="1497402"/>
            <a:ext cx="7180893" cy="4018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2844B4-E2D8-5AAB-D230-837D7D2D0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 과정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AED424-E406-08A7-726A-A82B8A7A9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A27DBC-86BB-AA27-9ED9-1FBBE844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14" name="내용 개체 틀 12" descr="남자 단색으로 채워진">
            <a:extLst>
              <a:ext uri="{FF2B5EF4-FFF2-40B4-BE49-F238E27FC236}">
                <a16:creationId xmlns:a16="http://schemas.microsoft.com/office/drawing/2014/main" id="{CA3347D5-BB79-275D-953C-B3E1D8B9039C}"/>
              </a:ext>
            </a:extLst>
          </p:cNvPr>
          <p:cNvGrpSpPr/>
          <p:nvPr/>
        </p:nvGrpSpPr>
        <p:grpSpPr>
          <a:xfrm>
            <a:off x="5825728" y="4185047"/>
            <a:ext cx="832247" cy="11082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6F95444-87C0-AC49-39BE-7AE07ADA8FA9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372244F4-BEB5-2F86-CFE3-41E3FD0C09BF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85A4226-BBE3-AA26-E3CE-C4E334B0FC24}"/>
              </a:ext>
            </a:extLst>
          </p:cNvPr>
          <p:cNvSpPr/>
          <p:nvPr/>
        </p:nvSpPr>
        <p:spPr>
          <a:xfrm>
            <a:off x="4817975" y="4444182"/>
            <a:ext cx="89800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20T</a:t>
            </a:r>
          </a:p>
        </p:txBody>
      </p:sp>
      <p:pic>
        <p:nvPicPr>
          <p:cNvPr id="38" name="그래픽 37" descr="전나무 윤곽선">
            <a:extLst>
              <a:ext uri="{FF2B5EF4-FFF2-40B4-BE49-F238E27FC236}">
                <a16:creationId xmlns:a16="http://schemas.microsoft.com/office/drawing/2014/main" id="{0F71515C-EA80-937A-5F2D-C1A298C45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8322" y="2750936"/>
            <a:ext cx="1651381" cy="1651381"/>
          </a:xfrm>
          <a:prstGeom prst="rect">
            <a:avLst/>
          </a:prstGeom>
        </p:spPr>
      </p:pic>
      <p:pic>
        <p:nvPicPr>
          <p:cNvPr id="42" name="그래픽 41" descr="전나무 윤곽선">
            <a:extLst>
              <a:ext uri="{FF2B5EF4-FFF2-40B4-BE49-F238E27FC236}">
                <a16:creationId xmlns:a16="http://schemas.microsoft.com/office/drawing/2014/main" id="{CB0D1134-BB2C-4EAA-D4B5-C2C64DA61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3495" y="2652523"/>
            <a:ext cx="1851628" cy="185162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60ABAD1-F16D-646F-DE9B-22D6CB58DB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87" t="16133"/>
          <a:stretch>
            <a:fillRect/>
          </a:stretch>
        </p:blipFill>
        <p:spPr>
          <a:xfrm>
            <a:off x="2521386" y="1502472"/>
            <a:ext cx="652555" cy="7691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6938631-0372-842F-DEAC-8FE3925FEC64}"/>
              </a:ext>
            </a:extLst>
          </p:cNvPr>
          <p:cNvSpPr/>
          <p:nvPr/>
        </p:nvSpPr>
        <p:spPr>
          <a:xfrm>
            <a:off x="3121495" y="1429716"/>
            <a:ext cx="35582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4400" b="1" cap="none" spc="0" dirty="0">
                <a:ln/>
                <a:solidFill>
                  <a:schemeClr val="accent4"/>
                </a:solidFill>
                <a:effectLst/>
              </a:rPr>
              <a:t>!</a:t>
            </a: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6E33901A-026F-C655-87CF-61B2AA54488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7876" y="2291424"/>
            <a:ext cx="2846263" cy="2643199"/>
          </a:xfrm>
          <a:prstGeom prst="curvedConnector3">
            <a:avLst>
              <a:gd name="adj1" fmla="val 137"/>
            </a:avLst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2BFA968A-EC70-6B7B-9B19-19651D38F692}"/>
              </a:ext>
            </a:extLst>
          </p:cNvPr>
          <p:cNvCxnSpPr/>
          <p:nvPr/>
        </p:nvCxnSpPr>
        <p:spPr>
          <a:xfrm rot="10800000">
            <a:off x="3431716" y="1831676"/>
            <a:ext cx="3331034" cy="2993084"/>
          </a:xfrm>
          <a:prstGeom prst="curvedConnector3">
            <a:avLst>
              <a:gd name="adj1" fmla="val -23060"/>
            </a:avLst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래픽 39" descr="전나무 윤곽선">
            <a:extLst>
              <a:ext uri="{FF2B5EF4-FFF2-40B4-BE49-F238E27FC236}">
                <a16:creationId xmlns:a16="http://schemas.microsoft.com/office/drawing/2014/main" id="{B067B3C0-7500-DFBB-41C2-3C5852EF8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081" y="1497402"/>
            <a:ext cx="1651381" cy="1651381"/>
          </a:xfrm>
          <a:prstGeom prst="rect">
            <a:avLst/>
          </a:prstGeom>
        </p:spPr>
      </p:pic>
      <p:pic>
        <p:nvPicPr>
          <p:cNvPr id="44" name="그래픽 43" descr="전나무 윤곽선">
            <a:extLst>
              <a:ext uri="{FF2B5EF4-FFF2-40B4-BE49-F238E27FC236}">
                <a16:creationId xmlns:a16="http://schemas.microsoft.com/office/drawing/2014/main" id="{9CB43A82-19C4-E9F7-BF2F-D9CCBF3E04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4473" y="1577209"/>
            <a:ext cx="999988" cy="99998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BF137B47-D959-CB45-DC59-DEDFC623B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638" y="1508301"/>
            <a:ext cx="470197" cy="470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C2DB9C28-B0BE-E0CF-582E-A3F405664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835" y="1583627"/>
            <a:ext cx="470197" cy="470197"/>
          </a:xfrm>
          <a:prstGeom prst="rect">
            <a:avLst/>
          </a:prstGeom>
        </p:spPr>
      </p:pic>
      <p:pic>
        <p:nvPicPr>
          <p:cNvPr id="36" name="그래픽 35" descr="전나무 윤곽선">
            <a:extLst>
              <a:ext uri="{FF2B5EF4-FFF2-40B4-BE49-F238E27FC236}">
                <a16:creationId xmlns:a16="http://schemas.microsoft.com/office/drawing/2014/main" id="{95D648CA-5912-BF89-A03A-804BB9366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664" y="1957473"/>
            <a:ext cx="1466170" cy="146617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BEF5C6-CC9A-5616-76A5-3B00F171E5FC}"/>
              </a:ext>
            </a:extLst>
          </p:cNvPr>
          <p:cNvSpPr/>
          <p:nvPr/>
        </p:nvSpPr>
        <p:spPr>
          <a:xfrm>
            <a:off x="6824923" y="3823415"/>
            <a:ext cx="8980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  <a:r>
              <a:rPr lang="en-US" altLang="ko-KR" sz="3200" b="1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0T</a:t>
            </a:r>
          </a:p>
        </p:txBody>
      </p:sp>
      <p:pic>
        <p:nvPicPr>
          <p:cNvPr id="4" name="그래픽 3" descr="말풍선 단색으로 채워진">
            <a:extLst>
              <a:ext uri="{FF2B5EF4-FFF2-40B4-BE49-F238E27FC236}">
                <a16:creationId xmlns:a16="http://schemas.microsoft.com/office/drawing/2014/main" id="{3146E0CA-5D85-EC1E-B010-E3AD210A4E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5530" y="3328218"/>
            <a:ext cx="914400" cy="914400"/>
          </a:xfrm>
          <a:prstGeom prst="rect">
            <a:avLst/>
          </a:prstGeom>
        </p:spPr>
      </p:pic>
      <p:pic>
        <p:nvPicPr>
          <p:cNvPr id="9" name="그래픽 8" descr="말풍선 단색으로 채워진">
            <a:extLst>
              <a:ext uri="{FF2B5EF4-FFF2-40B4-BE49-F238E27FC236}">
                <a16:creationId xmlns:a16="http://schemas.microsoft.com/office/drawing/2014/main" id="{689FC158-3531-DC8D-8806-579882A19F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7367" y="2617206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17089FA-3862-122B-9368-EC331ED65223}"/>
              </a:ext>
            </a:extLst>
          </p:cNvPr>
          <p:cNvSpPr txBox="1"/>
          <p:nvPr/>
        </p:nvSpPr>
        <p:spPr>
          <a:xfrm>
            <a:off x="5948358" y="1521377"/>
            <a:ext cx="3725444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000"/>
              <a:t>결과를 토대로 </a:t>
            </a:r>
            <a:r>
              <a:rPr lang="ko-KR" altLang="en-US" sz="2000" dirty="0"/>
              <a:t>플레이어들끼리 상의를 통해 경로 지정</a:t>
            </a:r>
          </a:p>
        </p:txBody>
      </p:sp>
      <p:grpSp>
        <p:nvGrpSpPr>
          <p:cNvPr id="12" name="내용 개체 틀 12" descr="남자 단색으로 채워진">
            <a:extLst>
              <a:ext uri="{FF2B5EF4-FFF2-40B4-BE49-F238E27FC236}">
                <a16:creationId xmlns:a16="http://schemas.microsoft.com/office/drawing/2014/main" id="{993719F2-2DA3-527D-2F46-4F642424C972}"/>
              </a:ext>
            </a:extLst>
          </p:cNvPr>
          <p:cNvGrpSpPr/>
          <p:nvPr/>
        </p:nvGrpSpPr>
        <p:grpSpPr>
          <a:xfrm>
            <a:off x="8752936" y="3157902"/>
            <a:ext cx="582723" cy="9338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  <a:scene3d>
            <a:camera prst="isometricRightUp"/>
            <a:lightRig rig="threePt" dir="t"/>
          </a:scene3d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015F46A-0ACD-C901-D07B-C79127D8C315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5BCB7972-6A93-A20B-A676-E546AD3F305B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BE43F32-5B8C-1F0F-43FB-4D414A0034AA}"/>
              </a:ext>
            </a:extLst>
          </p:cNvPr>
          <p:cNvSpPr txBox="1"/>
          <p:nvPr/>
        </p:nvSpPr>
        <p:spPr>
          <a:xfrm>
            <a:off x="2517825" y="1115424"/>
            <a:ext cx="31813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방식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내용 개체 틀 6">
            <a:extLst>
              <a:ext uri="{FF2B5EF4-FFF2-40B4-BE49-F238E27FC236}">
                <a16:creationId xmlns:a16="http://schemas.microsoft.com/office/drawing/2014/main" id="{2EF9A2C0-E96E-EDFD-B0E3-C05501BAF816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컨텐츠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7016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32B6C-C6FC-A967-434D-6457A3FE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1E2133B-F08A-D5C3-CE61-71FFF6937A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25" y="1497402"/>
            <a:ext cx="7180893" cy="4018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C439570-1936-8FAA-AF85-2107EA96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 과정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A0B65C-87D0-302C-5AC7-4AA7C04E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0F4B8D-A6A4-546C-3712-1644FA79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25</a:t>
            </a:fld>
            <a:endParaRPr lang="ko-KR" altLang="en-US"/>
          </a:p>
        </p:txBody>
      </p:sp>
      <p:grpSp>
        <p:nvGrpSpPr>
          <p:cNvPr id="14" name="내용 개체 틀 12" descr="남자 단색으로 채워진">
            <a:extLst>
              <a:ext uri="{FF2B5EF4-FFF2-40B4-BE49-F238E27FC236}">
                <a16:creationId xmlns:a16="http://schemas.microsoft.com/office/drawing/2014/main" id="{15CB80D6-69E2-9344-A3FF-555F7F00D152}"/>
              </a:ext>
            </a:extLst>
          </p:cNvPr>
          <p:cNvGrpSpPr/>
          <p:nvPr/>
        </p:nvGrpSpPr>
        <p:grpSpPr>
          <a:xfrm>
            <a:off x="6535133" y="3091221"/>
            <a:ext cx="832247" cy="11082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6D7813E-E552-E670-9819-E4508ADFB21F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83CA2AB6-07DB-FFA1-05AF-FE3B27CABE75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381E4A-B6E3-11C3-28DC-5AA6A521CC26}"/>
              </a:ext>
            </a:extLst>
          </p:cNvPr>
          <p:cNvSpPr/>
          <p:nvPr/>
        </p:nvSpPr>
        <p:spPr>
          <a:xfrm>
            <a:off x="4817975" y="4444182"/>
            <a:ext cx="89800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none" spc="0" dirty="0">
                <a:ln w="0"/>
                <a:solidFill>
                  <a:schemeClr val="bg2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20T</a:t>
            </a:r>
          </a:p>
        </p:txBody>
      </p:sp>
      <p:pic>
        <p:nvPicPr>
          <p:cNvPr id="38" name="그래픽 37" descr="전나무 윤곽선">
            <a:extLst>
              <a:ext uri="{FF2B5EF4-FFF2-40B4-BE49-F238E27FC236}">
                <a16:creationId xmlns:a16="http://schemas.microsoft.com/office/drawing/2014/main" id="{F84B5620-F031-E926-5380-188E16B952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8322" y="2750936"/>
            <a:ext cx="1651381" cy="1651381"/>
          </a:xfrm>
          <a:prstGeom prst="rect">
            <a:avLst/>
          </a:prstGeom>
        </p:spPr>
      </p:pic>
      <p:pic>
        <p:nvPicPr>
          <p:cNvPr id="42" name="그래픽 41" descr="전나무 윤곽선">
            <a:extLst>
              <a:ext uri="{FF2B5EF4-FFF2-40B4-BE49-F238E27FC236}">
                <a16:creationId xmlns:a16="http://schemas.microsoft.com/office/drawing/2014/main" id="{F6B39565-2E89-155C-1E51-1ED6C172B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3495" y="2652523"/>
            <a:ext cx="1851628" cy="185162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53DD75C5-8BB6-D7D3-8844-9BB5FED125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87" t="16133"/>
          <a:stretch>
            <a:fillRect/>
          </a:stretch>
        </p:blipFill>
        <p:spPr>
          <a:xfrm>
            <a:off x="2521386" y="1502472"/>
            <a:ext cx="652555" cy="7691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595BC0D-79A1-301D-055D-F4F8A4477021}"/>
              </a:ext>
            </a:extLst>
          </p:cNvPr>
          <p:cNvSpPr/>
          <p:nvPr/>
        </p:nvSpPr>
        <p:spPr>
          <a:xfrm>
            <a:off x="3121495" y="1429716"/>
            <a:ext cx="35582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4400" b="1" cap="none" spc="0" dirty="0">
                <a:ln/>
                <a:solidFill>
                  <a:schemeClr val="accent4"/>
                </a:solidFill>
                <a:effectLst/>
              </a:rPr>
              <a:t>!</a:t>
            </a: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7F9F0905-47E8-2558-B8DD-81ABFD75933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7876" y="2291424"/>
            <a:ext cx="2846263" cy="2643199"/>
          </a:xfrm>
          <a:prstGeom prst="curvedConnector3">
            <a:avLst>
              <a:gd name="adj1" fmla="val 137"/>
            </a:avLst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72C3B480-595F-1D67-F23B-6E91C3CF6C33}"/>
              </a:ext>
            </a:extLst>
          </p:cNvPr>
          <p:cNvCxnSpPr/>
          <p:nvPr/>
        </p:nvCxnSpPr>
        <p:spPr>
          <a:xfrm rot="10800000">
            <a:off x="3431716" y="1831676"/>
            <a:ext cx="3331034" cy="2993084"/>
          </a:xfrm>
          <a:prstGeom prst="curvedConnector3">
            <a:avLst>
              <a:gd name="adj1" fmla="val -23060"/>
            </a:avLst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래픽 39" descr="전나무 윤곽선">
            <a:extLst>
              <a:ext uri="{FF2B5EF4-FFF2-40B4-BE49-F238E27FC236}">
                <a16:creationId xmlns:a16="http://schemas.microsoft.com/office/drawing/2014/main" id="{189A6A27-37CA-79A4-4226-956302DCDA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081" y="1497402"/>
            <a:ext cx="1651381" cy="1651381"/>
          </a:xfrm>
          <a:prstGeom prst="rect">
            <a:avLst/>
          </a:prstGeom>
        </p:spPr>
      </p:pic>
      <p:pic>
        <p:nvPicPr>
          <p:cNvPr id="44" name="그래픽 43" descr="전나무 윤곽선">
            <a:extLst>
              <a:ext uri="{FF2B5EF4-FFF2-40B4-BE49-F238E27FC236}">
                <a16:creationId xmlns:a16="http://schemas.microsoft.com/office/drawing/2014/main" id="{3408FAE4-99AD-AC09-BFEA-70AF3490F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4473" y="1577209"/>
            <a:ext cx="999988" cy="99998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2DCFBAF-2967-07B4-BC41-A34BF52C4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638" y="1508301"/>
            <a:ext cx="470197" cy="470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E08AFC3-010A-190C-2E8A-A4A1D3791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835" y="1583627"/>
            <a:ext cx="470197" cy="470197"/>
          </a:xfrm>
          <a:prstGeom prst="rect">
            <a:avLst/>
          </a:prstGeom>
        </p:spPr>
      </p:pic>
      <p:pic>
        <p:nvPicPr>
          <p:cNvPr id="36" name="그래픽 35" descr="전나무 윤곽선">
            <a:extLst>
              <a:ext uri="{FF2B5EF4-FFF2-40B4-BE49-F238E27FC236}">
                <a16:creationId xmlns:a16="http://schemas.microsoft.com/office/drawing/2014/main" id="{68D78142-7D9B-7E7F-041A-24366E5050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664" y="1957473"/>
            <a:ext cx="1466170" cy="146617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BBEDC0-EF01-6E54-EA09-B145E030DD27}"/>
              </a:ext>
            </a:extLst>
          </p:cNvPr>
          <p:cNvSpPr/>
          <p:nvPr/>
        </p:nvSpPr>
        <p:spPr>
          <a:xfrm>
            <a:off x="6824923" y="3823415"/>
            <a:ext cx="8980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  <a:r>
              <a:rPr lang="en-US" altLang="ko-KR" sz="3200" b="1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0T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B30DC5-0B0D-B0D6-864E-145822A57EBD}"/>
              </a:ext>
            </a:extLst>
          </p:cNvPr>
          <p:cNvSpPr txBox="1"/>
          <p:nvPr/>
        </p:nvSpPr>
        <p:spPr>
          <a:xfrm>
            <a:off x="6962388" y="1533891"/>
            <a:ext cx="271141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/>
              <a:t>정한 경로로 이동</a:t>
            </a:r>
            <a:endParaRPr lang="ko-KR" altLang="en-US" sz="2400" dirty="0"/>
          </a:p>
        </p:txBody>
      </p:sp>
      <p:grpSp>
        <p:nvGrpSpPr>
          <p:cNvPr id="12" name="내용 개체 틀 12" descr="남자 단색으로 채워진">
            <a:extLst>
              <a:ext uri="{FF2B5EF4-FFF2-40B4-BE49-F238E27FC236}">
                <a16:creationId xmlns:a16="http://schemas.microsoft.com/office/drawing/2014/main" id="{8560D2C8-03BD-D3BE-A222-7228779DF572}"/>
              </a:ext>
            </a:extLst>
          </p:cNvPr>
          <p:cNvGrpSpPr/>
          <p:nvPr/>
        </p:nvGrpSpPr>
        <p:grpSpPr>
          <a:xfrm>
            <a:off x="7500056" y="2718348"/>
            <a:ext cx="761137" cy="933847"/>
            <a:chOff x="7754079" y="2021759"/>
            <a:chExt cx="1755449" cy="4103382"/>
          </a:xfrm>
          <a:solidFill>
            <a:schemeClr val="bg2">
              <a:lumMod val="75000"/>
            </a:schemeClr>
          </a:solidFill>
          <a:scene3d>
            <a:camera prst="isometricOffAxis1Right"/>
            <a:lightRig rig="threePt" dir="t"/>
          </a:scene3d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CAD4861-2422-3975-F870-08D584A60454}"/>
                </a:ext>
              </a:extLst>
            </p:cNvPr>
            <p:cNvSpPr/>
            <p:nvPr/>
          </p:nvSpPr>
          <p:spPr>
            <a:xfrm>
              <a:off x="8250207" y="2021759"/>
              <a:ext cx="763189" cy="1316640"/>
            </a:xfrm>
            <a:prstGeom prst="ellipse">
              <a:avLst/>
            </a:pr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BCC118D6-0647-A2D0-130A-5691FCC23B02}"/>
                </a:ext>
              </a:extLst>
            </p:cNvPr>
            <p:cNvSpPr/>
            <p:nvPr/>
          </p:nvSpPr>
          <p:spPr>
            <a:xfrm>
              <a:off x="7754079" y="3407460"/>
              <a:ext cx="1755449" cy="2717681"/>
            </a:xfrm>
            <a:custGeom>
              <a:avLst/>
              <a:gdLst>
                <a:gd name="csX0" fmla="*/ 2089235 w 2098774"/>
                <a:gd name="csY0" fmla="*/ 1488222 h 3434358"/>
                <a:gd name="csX1" fmla="*/ 1822118 w 2098774"/>
                <a:gd name="csY1" fmla="*/ 352976 h 3434358"/>
                <a:gd name="csX2" fmla="*/ 1764878 w 2098774"/>
                <a:gd name="csY2" fmla="*/ 248037 h 3434358"/>
                <a:gd name="csX3" fmla="*/ 1364203 w 2098774"/>
                <a:gd name="csY3" fmla="*/ 38159 h 3434358"/>
                <a:gd name="csX4" fmla="*/ 1049387 w 2098774"/>
                <a:gd name="csY4" fmla="*/ 0 h 3434358"/>
                <a:gd name="csX5" fmla="*/ 734571 w 2098774"/>
                <a:gd name="csY5" fmla="*/ 47699 h 3434358"/>
                <a:gd name="csX6" fmla="*/ 333896 w 2098774"/>
                <a:gd name="csY6" fmla="*/ 257577 h 3434358"/>
                <a:gd name="csX7" fmla="*/ 276657 w 2098774"/>
                <a:gd name="csY7" fmla="*/ 362516 h 3434358"/>
                <a:gd name="csX8" fmla="*/ 9540 w 2098774"/>
                <a:gd name="csY8" fmla="*/ 1497762 h 3434358"/>
                <a:gd name="csX9" fmla="*/ 0 w 2098774"/>
                <a:gd name="csY9" fmla="*/ 1545461 h 3434358"/>
                <a:gd name="csX10" fmla="*/ 190798 w 2098774"/>
                <a:gd name="csY10" fmla="*/ 1736259 h 3434358"/>
                <a:gd name="csX11" fmla="*/ 372055 w 2098774"/>
                <a:gd name="csY11" fmla="*/ 1593161 h 3434358"/>
                <a:gd name="csX12" fmla="*/ 572393 w 2098774"/>
                <a:gd name="csY12" fmla="*/ 763191 h 3434358"/>
                <a:gd name="csX13" fmla="*/ 572393 w 2098774"/>
                <a:gd name="csY13" fmla="*/ 3434358 h 3434358"/>
                <a:gd name="csX14" fmla="*/ 953988 w 2098774"/>
                <a:gd name="csY14" fmla="*/ 3434358 h 3434358"/>
                <a:gd name="csX15" fmla="*/ 953988 w 2098774"/>
                <a:gd name="csY15" fmla="*/ 1717179 h 3434358"/>
                <a:gd name="csX16" fmla="*/ 1144786 w 2098774"/>
                <a:gd name="csY16" fmla="*/ 1717179 h 3434358"/>
                <a:gd name="csX17" fmla="*/ 1144786 w 2098774"/>
                <a:gd name="csY17" fmla="*/ 3434358 h 3434358"/>
                <a:gd name="csX18" fmla="*/ 1526381 w 2098774"/>
                <a:gd name="csY18" fmla="*/ 3434358 h 3434358"/>
                <a:gd name="csX19" fmla="*/ 1526381 w 2098774"/>
                <a:gd name="csY19" fmla="*/ 753651 h 3434358"/>
                <a:gd name="csX20" fmla="*/ 1726719 w 2098774"/>
                <a:gd name="csY20" fmla="*/ 1583621 h 3434358"/>
                <a:gd name="csX21" fmla="*/ 1907977 w 2098774"/>
                <a:gd name="csY21" fmla="*/ 1726719 h 3434358"/>
                <a:gd name="csX22" fmla="*/ 2098774 w 2098774"/>
                <a:gd name="csY22" fmla="*/ 1535921 h 3434358"/>
                <a:gd name="csX23" fmla="*/ 2089235 w 2098774"/>
                <a:gd name="csY23" fmla="*/ 1488222 h 3434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8774" h="3434358">
                  <a:moveTo>
                    <a:pt x="2089235" y="1488222"/>
                  </a:moveTo>
                  <a:lnTo>
                    <a:pt x="1822118" y="352976"/>
                  </a:lnTo>
                  <a:cubicBezTo>
                    <a:pt x="1812578" y="314816"/>
                    <a:pt x="1793498" y="276657"/>
                    <a:pt x="1764878" y="248037"/>
                  </a:cubicBezTo>
                  <a:cubicBezTo>
                    <a:pt x="1650400" y="152638"/>
                    <a:pt x="1516841" y="85859"/>
                    <a:pt x="1364203" y="38159"/>
                  </a:cubicBezTo>
                  <a:cubicBezTo>
                    <a:pt x="1259265" y="19080"/>
                    <a:pt x="1154326" y="0"/>
                    <a:pt x="1049387" y="0"/>
                  </a:cubicBezTo>
                  <a:cubicBezTo>
                    <a:pt x="944448" y="0"/>
                    <a:pt x="839510" y="19080"/>
                    <a:pt x="734571" y="47699"/>
                  </a:cubicBezTo>
                  <a:cubicBezTo>
                    <a:pt x="581933" y="85859"/>
                    <a:pt x="448375" y="162178"/>
                    <a:pt x="333896" y="257577"/>
                  </a:cubicBezTo>
                  <a:cubicBezTo>
                    <a:pt x="305276" y="286197"/>
                    <a:pt x="286197" y="324356"/>
                    <a:pt x="276657" y="362516"/>
                  </a:cubicBezTo>
                  <a:lnTo>
                    <a:pt x="9540" y="1497762"/>
                  </a:lnTo>
                  <a:cubicBezTo>
                    <a:pt x="9540" y="1507302"/>
                    <a:pt x="0" y="1526381"/>
                    <a:pt x="0" y="1545461"/>
                  </a:cubicBezTo>
                  <a:cubicBezTo>
                    <a:pt x="0" y="1650400"/>
                    <a:pt x="85859" y="1736259"/>
                    <a:pt x="190798" y="1736259"/>
                  </a:cubicBezTo>
                  <a:cubicBezTo>
                    <a:pt x="276657" y="1736259"/>
                    <a:pt x="352976" y="1669480"/>
                    <a:pt x="372055" y="1593161"/>
                  </a:cubicBezTo>
                  <a:lnTo>
                    <a:pt x="572393" y="763191"/>
                  </a:lnTo>
                  <a:lnTo>
                    <a:pt x="572393" y="3434358"/>
                  </a:lnTo>
                  <a:lnTo>
                    <a:pt x="953988" y="3434358"/>
                  </a:lnTo>
                  <a:lnTo>
                    <a:pt x="953988" y="1717179"/>
                  </a:lnTo>
                  <a:lnTo>
                    <a:pt x="1144786" y="1717179"/>
                  </a:lnTo>
                  <a:lnTo>
                    <a:pt x="1144786" y="3434358"/>
                  </a:lnTo>
                  <a:lnTo>
                    <a:pt x="1526381" y="3434358"/>
                  </a:lnTo>
                  <a:lnTo>
                    <a:pt x="1526381" y="753651"/>
                  </a:lnTo>
                  <a:lnTo>
                    <a:pt x="1726719" y="1583621"/>
                  </a:lnTo>
                  <a:cubicBezTo>
                    <a:pt x="1745799" y="1659940"/>
                    <a:pt x="1822118" y="1726719"/>
                    <a:pt x="1907977" y="1726719"/>
                  </a:cubicBezTo>
                  <a:cubicBezTo>
                    <a:pt x="2012915" y="1726719"/>
                    <a:pt x="2098774" y="1640860"/>
                    <a:pt x="2098774" y="1535921"/>
                  </a:cubicBezTo>
                  <a:cubicBezTo>
                    <a:pt x="2098774" y="1516841"/>
                    <a:pt x="2089235" y="1497762"/>
                    <a:pt x="2089235" y="1488222"/>
                  </a:cubicBezTo>
                  <a:close/>
                </a:path>
              </a:pathLst>
            </a:custGeom>
            <a:grpFill/>
            <a:ln w="47625" cap="flat">
              <a:noFill/>
              <a:prstDash val="solid"/>
              <a:miter/>
            </a:ln>
            <a:sp3d>
              <a:bevelT/>
            </a:sp3d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23B42A3-8143-680C-5777-4E2558F35145}"/>
              </a:ext>
            </a:extLst>
          </p:cNvPr>
          <p:cNvSpPr txBox="1"/>
          <p:nvPr/>
        </p:nvSpPr>
        <p:spPr>
          <a:xfrm>
            <a:off x="2517825" y="1115424"/>
            <a:ext cx="31813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방식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내용 개체 틀 6">
            <a:extLst>
              <a:ext uri="{FF2B5EF4-FFF2-40B4-BE49-F238E27FC236}">
                <a16:creationId xmlns:a16="http://schemas.microsoft.com/office/drawing/2014/main" id="{EE6E0676-BF2F-3AF7-7380-3F2C3C7DE639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컨텐츠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341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2694F-BB34-3865-78CB-427B6F6F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 구현 </a:t>
            </a:r>
            <a:r>
              <a:rPr lang="ko-KR" altLang="en-US" dirty="0" err="1"/>
              <a:t>아키텍쳐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F598EA-1663-6B6C-63A8-528F641B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86EC-EB96-8A4D-568C-42C42576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6E97A5A-C7C0-27D5-DF76-DD2CE357EA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6CDC0C-5224-9483-DA14-F55174EDA89E}"/>
              </a:ext>
            </a:extLst>
          </p:cNvPr>
          <p:cNvSpPr/>
          <p:nvPr/>
        </p:nvSpPr>
        <p:spPr>
          <a:xfrm>
            <a:off x="1324583" y="208191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7E657A-902A-84B2-863E-84A97D7E864A}"/>
              </a:ext>
            </a:extLst>
          </p:cNvPr>
          <p:cNvSpPr/>
          <p:nvPr/>
        </p:nvSpPr>
        <p:spPr>
          <a:xfrm>
            <a:off x="5035685" y="2055164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생물 </a:t>
            </a:r>
            <a:r>
              <a:rPr lang="en-US" altLang="ko-KR" dirty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행동 트리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위치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C89F67-5D53-B461-827B-C5E1A6919E2B}"/>
              </a:ext>
            </a:extLst>
          </p:cNvPr>
          <p:cNvSpPr/>
          <p:nvPr/>
        </p:nvSpPr>
        <p:spPr>
          <a:xfrm>
            <a:off x="8746787" y="208191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606E67-A596-4E9F-D6B2-CC5FCBECE082}"/>
              </a:ext>
            </a:extLst>
          </p:cNvPr>
          <p:cNvSpPr/>
          <p:nvPr/>
        </p:nvSpPr>
        <p:spPr>
          <a:xfrm>
            <a:off x="3579472" y="4226358"/>
            <a:ext cx="253378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비동기 </a:t>
            </a:r>
            <a: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  <a:t>ETA </a:t>
            </a:r>
            <a:r>
              <a:rPr lang="ko-KR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계산</a:t>
            </a:r>
            <a:b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  <a:t>AI </a:t>
            </a:r>
            <a:r>
              <a:rPr lang="ko-KR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매니저</a:t>
            </a:r>
            <a:b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  <a:t>((</a:t>
            </a:r>
            <a:r>
              <a:rPr lang="ko-KR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반드시</a:t>
            </a:r>
            <a: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  <a:t>)</a:t>
            </a:r>
            <a:r>
              <a:rPr lang="ko-KR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서버에서 실행</a:t>
            </a:r>
            <a: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  <a:t>)</a:t>
            </a:r>
            <a:endParaRPr lang="ko-KR" alt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776141-E99D-915D-9DBE-275D49F94EC7}"/>
              </a:ext>
            </a:extLst>
          </p:cNvPr>
          <p:cNvSpPr/>
          <p:nvPr/>
        </p:nvSpPr>
        <p:spPr>
          <a:xfrm>
            <a:off x="6304686" y="4226359"/>
            <a:ext cx="2399976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ETA </a:t>
            </a:r>
            <a:r>
              <a:rPr lang="ko-KR" altLang="en-US" dirty="0">
                <a:solidFill>
                  <a:schemeClr val="tx1"/>
                </a:solidFill>
              </a:rPr>
              <a:t>구조체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경로별 </a:t>
            </a:r>
            <a:r>
              <a:rPr lang="en-US" altLang="ko-KR" dirty="0">
                <a:solidFill>
                  <a:schemeClr val="tx1"/>
                </a:solidFill>
              </a:rPr>
              <a:t>ETA + </a:t>
            </a:r>
            <a:r>
              <a:rPr lang="ko-KR" altLang="en-US" dirty="0">
                <a:solidFill>
                  <a:schemeClr val="tx1"/>
                </a:solidFill>
              </a:rPr>
              <a:t>위험도 </a:t>
            </a:r>
            <a:r>
              <a:rPr lang="en-US" altLang="ko-KR" dirty="0">
                <a:solidFill>
                  <a:schemeClr val="tx1"/>
                </a:solidFill>
              </a:rPr>
              <a:t>+</a:t>
            </a:r>
            <a:r>
              <a:rPr lang="ko-KR" altLang="en-US" dirty="0">
                <a:solidFill>
                  <a:schemeClr val="tx1"/>
                </a:solidFill>
              </a:rPr>
              <a:t> 지형 영향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B5739B-D5C2-F945-0EC4-A074D86B408D}"/>
              </a:ext>
            </a:extLst>
          </p:cNvPr>
          <p:cNvSpPr/>
          <p:nvPr/>
        </p:nvSpPr>
        <p:spPr>
          <a:xfrm>
            <a:off x="9000285" y="3770424"/>
            <a:ext cx="27594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클라</a:t>
            </a:r>
            <a:r>
              <a:rPr lang="en-US" altLang="ko-KR" dirty="0">
                <a:solidFill>
                  <a:schemeClr val="tx1"/>
                </a:solidFill>
              </a:rPr>
              <a:t>1 UMG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분기점 </a:t>
            </a:r>
            <a:r>
              <a:rPr lang="ko-KR" altLang="en-US" dirty="0" err="1">
                <a:solidFill>
                  <a:schemeClr val="tx1"/>
                </a:solidFill>
              </a:rPr>
              <a:t>웨이포인트</a:t>
            </a:r>
            <a:r>
              <a:rPr lang="ko-KR" altLang="en-US" dirty="0">
                <a:solidFill>
                  <a:schemeClr val="tx1"/>
                </a:solidFill>
              </a:rPr>
              <a:t> 표시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</a:t>
            </a:r>
            <a:r>
              <a:rPr lang="en-US" altLang="ko-KR" dirty="0">
                <a:solidFill>
                  <a:schemeClr val="tx1"/>
                </a:solidFill>
              </a:rPr>
              <a:t>1 : 10t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6A4F68-BB1D-02C2-2F3A-EEEEF406E941}"/>
              </a:ext>
            </a:extLst>
          </p:cNvPr>
          <p:cNvSpPr/>
          <p:nvPr/>
        </p:nvSpPr>
        <p:spPr>
          <a:xfrm>
            <a:off x="9000285" y="4704280"/>
            <a:ext cx="27594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클라</a:t>
            </a:r>
            <a:r>
              <a:rPr lang="en-US" altLang="ko-KR" dirty="0">
                <a:solidFill>
                  <a:schemeClr val="tx1"/>
                </a:solidFill>
              </a:rPr>
              <a:t>2 UMG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분기점 </a:t>
            </a:r>
            <a:r>
              <a:rPr lang="ko-KR" altLang="en-US" dirty="0" err="1">
                <a:solidFill>
                  <a:schemeClr val="tx1"/>
                </a:solidFill>
              </a:rPr>
              <a:t>웨이포인트</a:t>
            </a:r>
            <a:r>
              <a:rPr lang="ko-KR" altLang="en-US" dirty="0">
                <a:solidFill>
                  <a:schemeClr val="tx1"/>
                </a:solidFill>
              </a:rPr>
              <a:t> 표시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</a:t>
            </a:r>
            <a:r>
              <a:rPr lang="en-US" altLang="ko-KR" dirty="0">
                <a:solidFill>
                  <a:schemeClr val="tx1"/>
                </a:solidFill>
              </a:rPr>
              <a:t>2: 20t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4B8056-3F1A-6FF9-9F17-F4914557C25E}"/>
              </a:ext>
            </a:extLst>
          </p:cNvPr>
          <p:cNvSpPr/>
          <p:nvPr/>
        </p:nvSpPr>
        <p:spPr>
          <a:xfrm>
            <a:off x="637862" y="4117624"/>
            <a:ext cx="2743201" cy="1151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경로 후보 </a:t>
            </a:r>
            <a:r>
              <a:rPr lang="en-US" altLang="ko-KR" dirty="0">
                <a:solidFill>
                  <a:schemeClr val="tx1"/>
                </a:solidFill>
              </a:rPr>
              <a:t>1,2,3</a:t>
            </a:r>
            <a:r>
              <a:rPr lang="ko-KR" altLang="en-US" dirty="0">
                <a:solidFill>
                  <a:schemeClr val="tx1"/>
                </a:solidFill>
              </a:rPr>
              <a:t>의 데이터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기본 소요 시간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지형 비율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생물 위험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FF9E76-02BB-6614-DDB2-D55DD7BE8FE6}"/>
              </a:ext>
            </a:extLst>
          </p:cNvPr>
          <p:cNvSpPr/>
          <p:nvPr/>
        </p:nvSpPr>
        <p:spPr>
          <a:xfrm>
            <a:off x="4947081" y="961347"/>
            <a:ext cx="2784223" cy="73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배송품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목적지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플레이어 현재 지점 확인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292B3E80-8E0F-5228-4CE1-F58B1913D81B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rot="5400000">
            <a:off x="6160504" y="1876475"/>
            <a:ext cx="357378" cy="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양쪽 화살표 연결선 18">
            <a:extLst>
              <a:ext uri="{FF2B5EF4-FFF2-40B4-BE49-F238E27FC236}">
                <a16:creationId xmlns:a16="http://schemas.microsoft.com/office/drawing/2014/main" id="{9CA199E6-7DF1-1886-D72D-CE8E84A4A76C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 rot="5400000">
            <a:off x="4291580" y="34297"/>
            <a:ext cx="384124" cy="371110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양쪽 화살표 연결선 18">
            <a:extLst>
              <a:ext uri="{FF2B5EF4-FFF2-40B4-BE49-F238E27FC236}">
                <a16:creationId xmlns:a16="http://schemas.microsoft.com/office/drawing/2014/main" id="{59FCCBF1-6F82-7647-3FBC-6D8E944B533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16200000" flipH="1">
            <a:off x="8002681" y="34297"/>
            <a:ext cx="384124" cy="37111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양쪽 화살표 연결선 18">
            <a:extLst>
              <a:ext uri="{FF2B5EF4-FFF2-40B4-BE49-F238E27FC236}">
                <a16:creationId xmlns:a16="http://schemas.microsoft.com/office/drawing/2014/main" id="{8412A750-7BED-4256-D535-7B7F196F032D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 rot="5400000">
            <a:off x="3610026" y="1388457"/>
            <a:ext cx="1128605" cy="432972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양쪽 화살표 연결선 18">
            <a:extLst>
              <a:ext uri="{FF2B5EF4-FFF2-40B4-BE49-F238E27FC236}">
                <a16:creationId xmlns:a16="http://schemas.microsoft.com/office/drawing/2014/main" id="{6FE2729C-2CE7-1408-D887-CDA775CBF8BC}"/>
              </a:ext>
            </a:extLst>
          </p:cNvPr>
          <p:cNvCxnSpPr>
            <a:cxnSpLocks/>
            <a:stCxn id="23" idx="3"/>
            <a:endCxn id="15" idx="1"/>
          </p:cNvCxnSpPr>
          <p:nvPr/>
        </p:nvCxnSpPr>
        <p:spPr>
          <a:xfrm>
            <a:off x="3381063" y="4693285"/>
            <a:ext cx="198409" cy="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양쪽 화살표 연결선 18">
            <a:extLst>
              <a:ext uri="{FF2B5EF4-FFF2-40B4-BE49-F238E27FC236}">
                <a16:creationId xmlns:a16="http://schemas.microsoft.com/office/drawing/2014/main" id="{44AE257E-0436-F864-69CC-A1916FF9EE8D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6113255" y="4693286"/>
            <a:ext cx="191431" cy="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양쪽 화살표 연결선 18">
            <a:extLst>
              <a:ext uri="{FF2B5EF4-FFF2-40B4-BE49-F238E27FC236}">
                <a16:creationId xmlns:a16="http://schemas.microsoft.com/office/drawing/2014/main" id="{0EB0306E-4B3C-7761-26BE-7034FC272FF2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8704662" y="4693287"/>
            <a:ext cx="295623" cy="47792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양쪽 화살표 연결선 18">
            <a:extLst>
              <a:ext uri="{FF2B5EF4-FFF2-40B4-BE49-F238E27FC236}">
                <a16:creationId xmlns:a16="http://schemas.microsoft.com/office/drawing/2014/main" id="{A2F5E3A9-86B8-A04B-4EA8-0AA7A77418F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8704662" y="4237352"/>
            <a:ext cx="295623" cy="45593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양쪽 화살표 연결선 18">
            <a:extLst>
              <a:ext uri="{FF2B5EF4-FFF2-40B4-BE49-F238E27FC236}">
                <a16:creationId xmlns:a16="http://schemas.microsoft.com/office/drawing/2014/main" id="{2999D8F3-0CCD-BE5E-19BD-E5CD4FA2357D}"/>
              </a:ext>
            </a:extLst>
          </p:cNvPr>
          <p:cNvCxnSpPr>
            <a:cxnSpLocks/>
            <a:stCxn id="12" idx="2"/>
            <a:endCxn id="23" idx="0"/>
          </p:cNvCxnSpPr>
          <p:nvPr/>
        </p:nvCxnSpPr>
        <p:spPr>
          <a:xfrm rot="5400000">
            <a:off x="5478950" y="-453721"/>
            <a:ext cx="1101859" cy="80408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양쪽 화살표 연결선 18">
            <a:extLst>
              <a:ext uri="{FF2B5EF4-FFF2-40B4-BE49-F238E27FC236}">
                <a16:creationId xmlns:a16="http://schemas.microsoft.com/office/drawing/2014/main" id="{F50A5E99-6D20-A8C7-F82D-5D358741422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5400000">
            <a:off x="1767848" y="3257381"/>
            <a:ext cx="1101859" cy="618627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937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1B5D0-BC24-6D59-6CA0-83CED52F4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A39CC6-1073-FA53-35AA-DCE6E546B2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strike="sngStrike" dirty="0"/>
              <a:t>목적지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플레이어의 현재 지점 확인 </a:t>
            </a:r>
            <a:r>
              <a:rPr lang="en-US" altLang="ko-KR" strike="sngStrike" dirty="0"/>
              <a:t>: </a:t>
            </a:r>
            <a:br>
              <a:rPr lang="en-US" altLang="ko-KR" strike="sngStrike" dirty="0"/>
            </a:br>
            <a:r>
              <a:rPr lang="en-US" altLang="ko-KR" strike="sngStrike" dirty="0">
                <a:sym typeface="Wingdings" panose="05000000000000000000" pitchFamily="2" charset="2"/>
              </a:rPr>
              <a:t> </a:t>
            </a:r>
            <a:r>
              <a:rPr lang="ko-KR" altLang="en-US" strike="sngStrike" dirty="0">
                <a:sym typeface="Wingdings" panose="05000000000000000000" pitchFamily="2" charset="2"/>
              </a:rPr>
              <a:t>플레이어의 현재 지점은 화물을 든 플레이어 기준</a:t>
            </a:r>
            <a:br>
              <a:rPr lang="en-US" altLang="ko-KR" strike="sngStrike" dirty="0">
                <a:sym typeface="Wingdings" panose="05000000000000000000" pitchFamily="2" charset="2"/>
              </a:rPr>
            </a:br>
            <a:r>
              <a:rPr lang="en-US" altLang="ko-KR" strike="sngStrike" dirty="0">
                <a:sym typeface="Wingdings" panose="05000000000000000000" pitchFamily="2" charset="2"/>
              </a:rPr>
              <a:t> </a:t>
            </a:r>
            <a:r>
              <a:rPr lang="ko-KR" altLang="en-US" strike="sngStrike" dirty="0">
                <a:sym typeface="Wingdings" panose="05000000000000000000" pitchFamily="2" charset="2"/>
              </a:rPr>
              <a:t>목적지까지의 후보 경로 확인</a:t>
            </a:r>
            <a:r>
              <a:rPr lang="en-US" altLang="ko-KR" strike="sngStrike" dirty="0">
                <a:sym typeface="Wingdings" panose="05000000000000000000" pitchFamily="2" charset="2"/>
              </a:rPr>
              <a:t>, </a:t>
            </a:r>
            <a:r>
              <a:rPr lang="ko-KR" altLang="en-US" strike="sngStrike" dirty="0">
                <a:sym typeface="Wingdings" panose="05000000000000000000" pitchFamily="2" charset="2"/>
              </a:rPr>
              <a:t>후보경로의 </a:t>
            </a:r>
            <a:r>
              <a:rPr lang="en-US" altLang="ko-KR" strike="sngStrike" dirty="0">
                <a:sym typeface="Wingdings" panose="05000000000000000000" pitchFamily="2" charset="2"/>
              </a:rPr>
              <a:t>“</a:t>
            </a:r>
            <a:r>
              <a:rPr lang="ko-KR" altLang="en-US" strike="sngStrike" dirty="0">
                <a:sym typeface="Wingdings" panose="05000000000000000000" pitchFamily="2" charset="2"/>
              </a:rPr>
              <a:t>단계</a:t>
            </a:r>
            <a:r>
              <a:rPr lang="en-US" altLang="ko-KR" strike="sngStrike" dirty="0">
                <a:sym typeface="Wingdings" panose="05000000000000000000" pitchFamily="2" charset="2"/>
              </a:rPr>
              <a:t>” </a:t>
            </a:r>
            <a:r>
              <a:rPr lang="ko-KR" altLang="en-US" strike="sngStrike" dirty="0">
                <a:sym typeface="Wingdings" panose="05000000000000000000" pitchFamily="2" charset="2"/>
              </a:rPr>
              <a:t>확인</a:t>
            </a:r>
            <a:br>
              <a:rPr lang="en-US" altLang="ko-KR" strike="sngStrike" dirty="0">
                <a:sym typeface="Wingdings" panose="05000000000000000000" pitchFamily="2" charset="2"/>
              </a:rPr>
            </a:br>
            <a:r>
              <a:rPr lang="en-US" altLang="ko-KR" strike="sngStrike" dirty="0">
                <a:sym typeface="Wingdings" panose="05000000000000000000" pitchFamily="2" charset="2"/>
              </a:rPr>
              <a:t>(</a:t>
            </a:r>
            <a:r>
              <a:rPr lang="ko-KR" altLang="en-US" strike="sngStrike" dirty="0">
                <a:sym typeface="Wingdings" panose="05000000000000000000" pitchFamily="2" charset="2"/>
              </a:rPr>
              <a:t>단계 </a:t>
            </a:r>
            <a:r>
              <a:rPr lang="en-US" altLang="ko-KR" strike="sngStrike" dirty="0">
                <a:sym typeface="Wingdings" panose="05000000000000000000" pitchFamily="2" charset="2"/>
              </a:rPr>
              <a:t>: </a:t>
            </a:r>
            <a:r>
              <a:rPr lang="ko-KR" altLang="en-US" strike="sngStrike" dirty="0">
                <a:sym typeface="Wingdings" panose="05000000000000000000" pitchFamily="2" charset="2"/>
              </a:rPr>
              <a:t>현재 위치에서 특정 지형까지 도달하는 것을 하나의 단계로 본다</a:t>
            </a:r>
            <a:r>
              <a:rPr lang="en-US" altLang="ko-KR" strike="sngStrike" dirty="0">
                <a:sym typeface="Wingdings" panose="05000000000000000000" pitchFamily="2" charset="2"/>
              </a:rPr>
              <a:t>. </a:t>
            </a:r>
            <a:r>
              <a:rPr lang="ko-KR" altLang="en-US" strike="sngStrike" dirty="0">
                <a:sym typeface="Wingdings" panose="05000000000000000000" pitchFamily="2" charset="2"/>
              </a:rPr>
              <a:t>주로 목적지까지의 경로는 두개의 단계가 존재함</a:t>
            </a:r>
            <a:r>
              <a:rPr lang="en-US" altLang="ko-KR" strike="sngStrike">
                <a:sym typeface="Wingdings" panose="05000000000000000000" pitchFamily="2" charset="2"/>
              </a:rPr>
              <a:t>)</a:t>
            </a:r>
            <a:endParaRPr lang="ko-KR" altLang="en-US" strike="sngStrike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8764A9-8650-4F80-15D3-E66BDB53BA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trike="sngStrike" dirty="0"/>
              <a:t>하나의 단계마다 각 경로별로 직선거리</a:t>
            </a:r>
            <a:r>
              <a:rPr lang="en-US" altLang="ko-KR" strike="sngStrike" dirty="0"/>
              <a:t>(</a:t>
            </a:r>
            <a:r>
              <a:rPr lang="ko-KR" altLang="en-US" strike="sngStrike" dirty="0"/>
              <a:t>혹은 </a:t>
            </a:r>
            <a:r>
              <a:rPr lang="en-US" altLang="ko-KR" strike="sngStrike" dirty="0"/>
              <a:t>A*)</a:t>
            </a:r>
            <a:r>
              <a:rPr lang="ko-KR" altLang="en-US" strike="sngStrike" dirty="0"/>
              <a:t>로 최단경로를 확인</a:t>
            </a:r>
            <a:br>
              <a:rPr lang="en-US" altLang="ko-KR" strike="sngStrike" dirty="0"/>
            </a:br>
            <a:r>
              <a:rPr lang="en-US" altLang="ko-KR" strike="sngStrike" dirty="0">
                <a:sym typeface="Wingdings" panose="05000000000000000000" pitchFamily="2" charset="2"/>
              </a:rPr>
              <a:t> </a:t>
            </a:r>
            <a:r>
              <a:rPr lang="ko-KR" altLang="en-US" strike="sngStrike" dirty="0">
                <a:sym typeface="Wingdings" panose="05000000000000000000" pitchFamily="2" charset="2"/>
              </a:rPr>
              <a:t>플레이어의 평균속도로 해당 최단 거리 돌파 시간 예측</a:t>
            </a:r>
            <a:endParaRPr lang="ko-KR" altLang="en-US" strike="sngStrike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A4C4E5-A097-0430-AA85-62CB89A2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91F97-45C5-870F-F2A0-F0CB9A9A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AC477B-02FE-1905-E2AD-E4CC44117E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DDB45F-D778-43F5-475D-7877C0D46B82}"/>
              </a:ext>
            </a:extLst>
          </p:cNvPr>
          <p:cNvSpPr/>
          <p:nvPr/>
        </p:nvSpPr>
        <p:spPr>
          <a:xfrm>
            <a:off x="838200" y="1089186"/>
            <a:ext cx="2784223" cy="73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배송품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목적지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플레이어 현재 지점 확인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4B267-D9C9-8BBC-9940-CFC5CCA5F27E}"/>
              </a:ext>
            </a:extLst>
          </p:cNvPr>
          <p:cNvSpPr txBox="1"/>
          <p:nvPr/>
        </p:nvSpPr>
        <p:spPr>
          <a:xfrm>
            <a:off x="6265155" y="1061725"/>
            <a:ext cx="576006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목적지와 플레이어 확인은 뼈대가 되는 시간 계산을 위함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0C0786-340F-D172-5D80-CF20AA973819}"/>
              </a:ext>
            </a:extLst>
          </p:cNvPr>
          <p:cNvSpPr/>
          <p:nvPr/>
        </p:nvSpPr>
        <p:spPr>
          <a:xfrm>
            <a:off x="3658142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1661213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BB99C-E732-6051-F210-7A450E38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3E084A-82E1-8AC6-8039-0499D3EB35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sym typeface="Wingdings" panose="05000000000000000000" pitchFamily="2" charset="2"/>
              </a:rPr>
              <a:t>시작점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현재 화물을 든 플레이어의 위치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목적지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배송 최종 목적지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sym typeface="Wingdings" panose="05000000000000000000" pitchFamily="2" charset="2"/>
              </a:rPr>
              <a:t>시작점과 목적지 파악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3434AA-2623-31F3-FCDD-FD51914375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5DEE0B-CD46-E691-04D3-722FE254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146B3-90B8-0F79-6246-A6A51F91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64C29B5-1ED6-A0BD-7371-F9959553CB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CC4029-EDD2-9C20-B397-825D9EE280E2}"/>
              </a:ext>
            </a:extLst>
          </p:cNvPr>
          <p:cNvSpPr/>
          <p:nvPr/>
        </p:nvSpPr>
        <p:spPr>
          <a:xfrm>
            <a:off x="838200" y="1089186"/>
            <a:ext cx="2784223" cy="73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배송품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목적지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플레이어 현재 지점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025159-7486-5EDD-8225-2D90777F793B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/>
              <a:t>1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B1CBA4-4245-F1C4-91C7-DC19EB895CF1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목적지와 시작점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99F6EA1-C651-AEB3-F9AA-CB4A2D2B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37C7D3A5-EAFC-E16B-8366-6EB8193C639B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DA56646-84B9-2351-90CB-012F94E0D220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7796DA6-4B2D-25E4-2247-91751EECA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D319213-F7E2-0799-DCF9-F69753372D53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63DC2245-7B4B-16EE-44E3-57C14B4BDD83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A6A5F5A-1E12-5DDC-33DA-0F0ADA30B556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EDCC4BC-5649-FAE4-6BB1-AF98481910AC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487B0D-A5CA-3BA3-4560-56EC3E124B7A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11E04D-7221-8CAB-9578-AA0AABD26012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3CFEA4A3-FEBA-F5AD-C7B2-57D2EB2D8598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592AE4F-9416-032B-DCFA-08A263FD9B46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7B1F3113-0FDC-4736-8909-0A0D7F2D0B37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E4652176-66F2-6762-C7A9-C928548C0D66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3133EEF2-63FB-7349-C535-935539CB4396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58CDE335-AF17-CA44-34C2-E0AB5A499205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AACD18B3-13A5-007B-A5D4-C74E8DB0A680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05BCE90-F4F0-1150-FC53-2F7572AFF0F5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65F745F-62C6-46EB-3125-A4041E18201B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301E097C-711B-F3D4-A3EC-D5B5D7828E87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F802981-9C40-92EE-6BE1-301303B66EFF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F0CF78C-3A6A-E3D3-4E2C-915747A2DC2B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27467D3-DF21-42A4-0AF5-3A6B6C00D352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D356D1C-113F-9D9B-695E-D6DE274A6FAD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F9F96D3-093A-9496-3B64-1EE1AA1BFE19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83983C6-FD9B-7028-C3BE-5F898B5D920D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AD2ABCE-AC86-6339-A25C-A180ADD62B11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B7955CF-8492-1550-B465-2BDD10243913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6966C265-6444-5893-731B-1882B0B30827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3CE6A471-B5CD-7106-10DF-8FDC4BFFA59B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9F33366D-D222-DED2-D198-3AD4A6444E79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5971F644-5571-BCC8-70F7-45EB4A55C80A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E437C87D-39CC-E56B-6315-145C65441625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1D294E90-5CCC-D9D1-FBF3-A27B1C1C6256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CA805603-B5F5-98A5-A8BD-F0631120F5C5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05CACBC-714A-B8A2-2FBA-9598019823E1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715EE81-3690-ED9B-C730-70D895196711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CE7F874-B789-4B41-A65B-F6E5BFC5DED2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A3471AA-03A6-37EF-07F6-60CDD9DDD22C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B3FEA1EC-E01F-E789-3351-E0CC79AB9DD4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72394134-4A05-413D-E0BE-EF80C9E09DB0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F43AB3C-79BD-6343-E15F-6FB933437CF0}"/>
              </a:ext>
            </a:extLst>
          </p:cNvPr>
          <p:cNvSpPr/>
          <p:nvPr/>
        </p:nvSpPr>
        <p:spPr>
          <a:xfrm>
            <a:off x="6570453" y="5364493"/>
            <a:ext cx="1074023" cy="943460"/>
          </a:xfrm>
          <a:prstGeom prst="ellipse">
            <a:avLst/>
          </a:prstGeom>
          <a:solidFill>
            <a:srgbClr val="92D050">
              <a:alpha val="18000"/>
            </a:srgb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886C5D02-A5F9-B4E6-8070-E89C519DECC7}"/>
              </a:ext>
            </a:extLst>
          </p:cNvPr>
          <p:cNvSpPr/>
          <p:nvPr/>
        </p:nvSpPr>
        <p:spPr>
          <a:xfrm>
            <a:off x="9186630" y="1806964"/>
            <a:ext cx="650423" cy="679430"/>
          </a:xfrm>
          <a:prstGeom prst="ellipse">
            <a:avLst/>
          </a:prstGeom>
          <a:solidFill>
            <a:srgbClr val="92D050">
              <a:alpha val="18000"/>
            </a:srgb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26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A749-0B56-4E51-F7C3-F90E4484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89FCC-A4C2-B894-0773-10A3171D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E606E-B4EC-0C4E-1712-C74B20E06F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sym typeface="Wingdings" panose="05000000000000000000" pitchFamily="2" charset="2"/>
              </a:rPr>
              <a:t>시작점부터 목적지까지 사이에 있는 거칠 수 있는 모든 지형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목적지를 향한 방향에 위치하고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시작점의 주변을 둘러싸는 지형을 확인</a:t>
            </a:r>
            <a:r>
              <a:rPr lang="en-US" altLang="ko-KR" dirty="0">
                <a:sym typeface="Wingdings" panose="05000000000000000000" pitchFamily="2" charset="2"/>
              </a:rPr>
              <a:t>, 1</a:t>
            </a:r>
            <a:r>
              <a:rPr lang="ko-KR" altLang="en-US" dirty="0">
                <a:sym typeface="Wingdings" panose="05000000000000000000" pitchFamily="2" charset="2"/>
              </a:rPr>
              <a:t>차 후보로 지정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499FE9-4E2C-2EF8-22D8-A1611A7077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AA41D9-68F8-BCAB-39C2-6DEA53C0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E238E4-928D-D106-9124-1EB801F2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6CBB2F0-908D-9331-1A17-ACE2804516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249DD5-FB83-CC28-1A4A-E786172DC3F8}"/>
              </a:ext>
            </a:extLst>
          </p:cNvPr>
          <p:cNvSpPr/>
          <p:nvPr/>
        </p:nvSpPr>
        <p:spPr>
          <a:xfrm>
            <a:off x="838200" y="1089186"/>
            <a:ext cx="2784223" cy="73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배송품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목적지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플레이어 현재 지점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AF60D-2325-67A8-36FC-76A25A24D7CC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2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3E1B76-029A-08F0-9CE9-6F66C9838BE2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지형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DD725AB-6CEA-307B-2936-79FF035D6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405B68F2-706C-D993-7B62-515D23F0F3A9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26A4060-1670-27FD-683E-2E46C0BEED46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926DA1C-217A-2930-37D2-19A5A5261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E0FCADE7-9616-618F-2F64-2F0DCECA9F55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5F98C9FD-85E6-F7DC-500B-F3195F0DFB15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487B971-E312-5376-76E8-8FA8FFB3DA41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EACE50F-9C47-F42C-6DA5-192DC4862D46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EB97E7-6A3B-9C00-EF09-FEF18EA6F4D5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DE7758-F056-3CBC-F448-F7436B124DF8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0AABFFC1-5481-170A-E092-2C11D3AE9116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9918F562-779B-EFE3-3D75-AA9BC7E98045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8D83DEBF-CF4A-4D51-95E8-0D88A2EB3CCC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A7D9E034-9ADE-B137-A816-AD71B9CC7E15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CE3AE266-5F4E-6ADF-DCFA-99268D032059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67B63B66-E79D-94FB-8786-0E6139C73A57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D9F59B76-3F76-718A-1778-E8ACFDA0FB24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93BD0CD-2D18-F064-B615-08493B8CFCA1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5DCFC0-FEE7-C163-06C6-30BBE8253D65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835EE6BA-A9F2-0E36-E1E4-F5E721ECC72B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EEFECD8-441E-E68C-67A6-34B34791909D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ED7F72A-E708-911C-3C00-219476E5259F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CBCDA8C-9CF7-371A-8290-AA55B52E976E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03A9107-AF63-309E-4C95-471772EA96AF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43ABDFC-6612-1000-AD39-D48D7854C76B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340080D-951E-47D5-91A3-90ED6F0A9AAF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361D825-DD82-C842-909B-10B8DAEA6E35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E6466FB-211F-E270-069B-C79AFBA02E64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4B154407-5621-B372-08D7-331E2F6B119A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25ED3AEB-7BB4-88C1-99DA-A26D1B8F9856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C07C53BC-5939-AFD7-D37E-3AA43E11D77C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35FFCCD1-932C-9DCB-706B-64880D22400F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FF88F4AD-0163-C3DB-4EFE-09F2A40B78EB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E703D539-4ED4-8CD1-D3D3-A0287A641751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848EB8BA-EE15-CFCB-F1F3-23DCE75709CE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A9422F8-C9CA-ADE5-D751-E4B77B1C4C1B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E1E434E-38C3-11C6-8EE5-C6822DB30471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CFD0D91-4272-2B56-6EAF-673F1B329B59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0BDCFB2-49E8-44D6-9893-3B1C37CCAA66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C8FC97B0-495D-6EA6-C18D-200039B54DDC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225BF0B5-0B0F-3AD0-EC45-BF6A497D4A47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6DDFA7C-560F-2259-B5FB-35D521ADD0F5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14D2282-061F-4DE9-1C07-371CEE1299BA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8F03FCE-9D01-7EEE-7B8E-DF82454979DF}"/>
              </a:ext>
            </a:extLst>
          </p:cNvPr>
          <p:cNvSpPr/>
          <p:nvPr/>
        </p:nvSpPr>
        <p:spPr>
          <a:xfrm>
            <a:off x="8413683" y="3043380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F3E2C031-7E68-B9FB-EDA9-F6AF3E3B31FB}"/>
              </a:ext>
            </a:extLst>
          </p:cNvPr>
          <p:cNvSpPr/>
          <p:nvPr/>
        </p:nvSpPr>
        <p:spPr>
          <a:xfrm>
            <a:off x="7097438" y="1932243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DBD22279-28C9-EDFC-7E0E-634776F43521}"/>
              </a:ext>
            </a:extLst>
          </p:cNvPr>
          <p:cNvSpPr/>
          <p:nvPr/>
        </p:nvSpPr>
        <p:spPr>
          <a:xfrm>
            <a:off x="9613643" y="275971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542F48D4-98C2-253B-2EA3-E4D7007423D8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655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B7109-C661-E64F-8006-B7AB9847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0BF9D-ECE9-D850-E8E5-D0CA78E7A4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A5C132-FFF4-D1F1-0332-63A28915AA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D1646F-2808-AC5B-B84B-BE9A8D91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98954-FFBA-022B-181C-1FBC43D1F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861E56B-7B65-74C6-7633-57D220E8D2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185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8CC26-FAD8-0C85-0C36-04134EB8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F6F84-41BC-EA1C-A524-A0219283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765D8-ECBC-1EF3-41D6-F715C81AA8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목적지를 향한 방향에 위치하고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시작점의 주변을 둘러싸는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인접한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지형을 확인</a:t>
            </a:r>
            <a:r>
              <a:rPr lang="en-US" altLang="ko-KR" dirty="0">
                <a:sym typeface="Wingdings" panose="05000000000000000000" pitchFamily="2" charset="2"/>
              </a:rPr>
              <a:t>, 1</a:t>
            </a:r>
            <a:r>
              <a:rPr lang="ko-KR" altLang="en-US" dirty="0">
                <a:sym typeface="Wingdings" panose="05000000000000000000" pitchFamily="2" charset="2"/>
              </a:rPr>
              <a:t>차 후보로 지정</a:t>
            </a:r>
            <a:endParaRPr lang="ko-KR" altLang="en-US" dirty="0"/>
          </a:p>
          <a:p>
            <a:endParaRPr lang="en-US" altLang="ko-KR" dirty="0"/>
          </a:p>
          <a:p>
            <a:r>
              <a:rPr lang="ko-KR" altLang="en-US" dirty="0"/>
              <a:t>시작점에서 각 후보로 가는 경로 확인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91AD49-ABB0-EEDE-6958-EEEF4BF64F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60C24E-646E-66F2-9246-F488911B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460855-343F-E625-152C-E61E86A9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A12594B-98D9-5E00-7F71-1327DA1EE6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1E062D-74AF-69C6-D4CF-D95EE6EB29FE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1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8E2AF-4F88-9A4E-EE39-764CAD428E35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1</a:t>
            </a:r>
            <a:r>
              <a:rPr lang="ko-KR" altLang="en-US" sz="2400" dirty="0"/>
              <a:t>차 지형 후보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EC31615-7C1F-7F60-D17D-1CCD7E3A3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F6C8C81E-5D4F-9FEF-5CD6-A59295BB1422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8C0FF1F-840B-7477-25E1-71FC7A5A3142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1DDA74F-0F57-AB5B-0278-D3EE4E3B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9C1B6572-29C0-A9A5-38AF-FD2A22306001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EB494B5-44ED-9147-2374-FF256282AB26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AAC3DBD-4FED-AF40-0B4B-CF76673A8A43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A7385F5-C20A-2A6B-FB9A-4801621001B1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337CBD-09EE-15CE-6C3C-B8C710480580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B6A737-B05A-808F-187C-DC8FF642FF80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C05E4BD2-CF0D-A427-296C-A5D286447470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CB62529-19B4-32D3-063B-532B94AC3484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E615F021-4008-C44B-37DE-9F2B985C408E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6F403C75-87A4-394A-7C77-DE7B84DA4C1D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03A73F93-000A-86A0-F5AF-114482C675A3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D0597F94-DD3C-EA84-ADA2-D3B1605A49B3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1FB14314-1762-1F2F-6AEA-CCA4997A3694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771D7E6-99A3-E23A-50BC-EB731C2DED96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97915B8-30A9-AB1A-54B4-9ED88B35132C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3A759800-A93A-8D63-DADA-45F3E26B4FCA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02CC131-53D0-3A54-B031-5B0E72899365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D83A95D-1982-C7CD-9D19-C2FCCCC3E967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81EB716-FA09-65EF-94BD-96663AC1ABDD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66344AE-1C0F-8295-5796-59A9CDF94986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26EA1CA-1962-B54F-9A5E-552220A473A8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3739F2C-C673-6DC5-32E9-4B878D110121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5CB2B8F-51F5-C283-7476-4AE401305000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B4E0917-D7C5-FF15-EC64-C74354A6715A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F0E670B4-02F5-5EAE-B528-5CC4FF1C1852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14886ECA-2EB9-9DA8-7A6C-8EF5745D413B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56AE8ECA-9947-2499-B112-0B7EDA94F6DA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AADC34B3-AF77-3A96-BAE9-E9E26D2753C8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692AD69B-2ED2-A79A-CEC1-614954BEAEB1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E3EE6E27-719C-3DF1-8107-A7A402CD9CD3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5D10CD22-16AA-AF5D-5F79-1B3D5814AD10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BF6B9AB-9CAA-4485-925A-5C00457B4015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1DC7401-DA03-F9C6-AC53-BEDE7C683D6A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F23FBD8-0173-B0D9-1EB8-F8D071BC404C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8D677A6-92D4-7FD1-7347-61B6D415D195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CD9FB6BD-FFBD-140A-0442-9E61A4434E39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CF53E5E1-789C-EB8C-AD13-FB593913F4F4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C798DE6-0CE8-2DAA-6090-879FF298C569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58C5170-A11A-A565-3BA3-3DE1DE98072B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DEEBBD41-6FD1-A4DC-9BB4-CFBC0FCCC567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7B29E6B-D920-D528-1765-4B69E7AF078E}"/>
              </a:ext>
            </a:extLst>
          </p:cNvPr>
          <p:cNvCxnSpPr>
            <a:cxnSpLocks/>
            <a:stCxn id="12" idx="4"/>
          </p:cNvCxnSpPr>
          <p:nvPr/>
        </p:nvCxnSpPr>
        <p:spPr>
          <a:xfrm flipH="1">
            <a:off x="7263442" y="4130467"/>
            <a:ext cx="708617" cy="1477560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FD0E411D-407B-7E37-7DAE-6B9B4C8303E7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131259" y="4374634"/>
            <a:ext cx="132183" cy="1233393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67823474-2B76-E4CE-7E33-5FBECE717116}"/>
              </a:ext>
            </a:extLst>
          </p:cNvPr>
          <p:cNvCxnSpPr>
            <a:cxnSpLocks/>
            <a:stCxn id="66" idx="3"/>
          </p:cNvCxnSpPr>
          <p:nvPr/>
        </p:nvCxnSpPr>
        <p:spPr>
          <a:xfrm flipH="1">
            <a:off x="7223185" y="4576223"/>
            <a:ext cx="1902806" cy="1031804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/2 액자 12">
            <a:extLst>
              <a:ext uri="{FF2B5EF4-FFF2-40B4-BE49-F238E27FC236}">
                <a16:creationId xmlns:a16="http://schemas.microsoft.com/office/drawing/2014/main" id="{8C658EB3-98BF-EC8A-B4D4-4A5C78212459}"/>
              </a:ext>
            </a:extLst>
          </p:cNvPr>
          <p:cNvSpPr/>
          <p:nvPr/>
        </p:nvSpPr>
        <p:spPr>
          <a:xfrm rot="4366437">
            <a:off x="7823091" y="4123423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1/2 액자 58">
            <a:extLst>
              <a:ext uri="{FF2B5EF4-FFF2-40B4-BE49-F238E27FC236}">
                <a16:creationId xmlns:a16="http://schemas.microsoft.com/office/drawing/2014/main" id="{9077DE89-05C8-3F20-CFD8-022F98BFC88F}"/>
              </a:ext>
            </a:extLst>
          </p:cNvPr>
          <p:cNvSpPr/>
          <p:nvPr/>
        </p:nvSpPr>
        <p:spPr>
          <a:xfrm rot="6352122">
            <a:off x="8855388" y="4551870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1/2 액자 61">
            <a:extLst>
              <a:ext uri="{FF2B5EF4-FFF2-40B4-BE49-F238E27FC236}">
                <a16:creationId xmlns:a16="http://schemas.microsoft.com/office/drawing/2014/main" id="{6B2A70B3-B963-233B-D8D0-BBC9307A789F}"/>
              </a:ext>
            </a:extLst>
          </p:cNvPr>
          <p:cNvSpPr/>
          <p:nvPr/>
        </p:nvSpPr>
        <p:spPr>
          <a:xfrm rot="2382494">
            <a:off x="7043836" y="4408095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59E571E-BC3A-77C5-DF80-7F9A22A636CE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1888774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3186-C8AC-30EC-A21D-EE546431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5037-5D93-46DB-2DC6-094069F8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A8F0D-B54B-B632-8870-ED431EE06F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 지형들을 시작점으로 간주하고 동일한 작업 진행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22253E-2E86-6CAD-F387-2E76C8E408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B0366-1C1F-1986-3841-369454CE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05EB35-DDF6-6365-3E22-5CEC664D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A67DC7B-1A7A-1F0E-2264-B9714E19FE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5FDDE-D276-D8F9-E1CB-59FBC05F0B7D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2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1CA2F-8991-7351-DA36-6DC4E5D3F87C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1</a:t>
            </a:r>
            <a:r>
              <a:rPr lang="ko-KR" altLang="en-US" sz="2400" dirty="0"/>
              <a:t>차 후보 기준으로 동일 작업 진행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0537A1F-D812-8CD8-8A48-472808D76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59EDE567-C684-5150-4923-3FA8657FD6EE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6224C5F-9C14-1315-3C1C-76937354F926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88AACC-5310-E4E5-3720-EA965E29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CA86490D-2DA4-486D-AB05-399A76F4F321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5E6E26BA-E4C6-2602-9612-96623E938EA3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7ABC01A-ED70-5628-9A11-1F219B386A07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DB89502-53A1-71EB-6E99-EF4A4F272A84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9318D0-E775-5A7F-482F-D44B7E7B970A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7926DC-D2D6-0699-6B02-C22340AAED80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89AE68DA-7A2D-C7A7-7599-B4BE760CEF64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BB7EE230-A14F-1139-E754-A4A3CFBA60A5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01B53CB9-2F5F-7895-C512-19BB08D79D9C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5F562B94-1323-E912-3BE2-556DEE05388B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D97D5DBC-7820-471D-7B03-EBE1CA221BB5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0EE9EDBC-A905-E83C-49D5-22A0E1C057B2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073C1250-6DAA-1966-4B7D-F363E562E695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14C3B64-8163-7DE2-4556-8C030F2FDA3B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8677196-6B33-2755-9ACD-783ED149B678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1BE80483-C440-FEDE-2A89-D6892DF3C821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AC1AC8F-C1BE-279E-B4E5-2A82AACF8216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131C52F-DF64-27AA-9FA1-01860DD4A48D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84C30B6-F16E-E5D1-858F-E2A2A8476F60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D91D320-2B76-A27F-7BF9-0BC66B71154F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653B984-4445-AC3A-A9D2-22ECACB606CD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5ABC4F1-3198-C436-D0D6-CEBD2F9CD61E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80C7356-0E21-38D4-1587-7C92E8D4951C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A47F975-C5A0-E3C1-1BFD-5C4BA110EC8C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B0ABEA6E-8CBA-900A-2EFA-C02E7E660549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7B149E3F-8E0C-D587-A16B-B7EF653E9840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497A9105-21A2-5F9F-FB90-6D9044AF702C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37502F3A-17CC-82C6-D542-337600A5AAB3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4CBC1DF1-8292-6069-B241-B194AD1700CA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178B3C48-B777-1AC7-BD6A-47A1A238F8B0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AD9ED1AE-F937-4C13-6826-6B75629B03A5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DE64575-22F5-434B-3FC8-09AC0CA5822B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B8AE49-9504-77D7-0C2E-46F0984369F5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C09FAEF-F5A7-695A-A65A-6B4ECC0FB61D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ADEFEA9-CF18-EABC-5BF4-E98F3A93E46D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BF24AC35-0932-5C7C-FC61-E64933B831A6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88EBD475-A49A-5F67-43C0-B9528122C149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0BB1E61-CDC6-C393-F5E2-49C02BF4F23D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B63A203-342D-F05E-40B6-1816E3665E68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F9D43D5-9BF5-88C7-3ACA-21E7FC501183}"/>
              </a:ext>
            </a:extLst>
          </p:cNvPr>
          <p:cNvSpPr/>
          <p:nvPr/>
        </p:nvSpPr>
        <p:spPr>
          <a:xfrm>
            <a:off x="8413683" y="3043380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EEFBD428-84F9-AACA-2EAD-0110AB7A5C76}"/>
              </a:ext>
            </a:extLst>
          </p:cNvPr>
          <p:cNvSpPr/>
          <p:nvPr/>
        </p:nvSpPr>
        <p:spPr>
          <a:xfrm>
            <a:off x="7097438" y="1932243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36787AD-ECC4-8EE8-CAC8-477C06C595E5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131259" y="2716710"/>
            <a:ext cx="373607" cy="816845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E1863E7-9A55-67A0-BE40-365A94E455FE}"/>
              </a:ext>
            </a:extLst>
          </p:cNvPr>
          <p:cNvCxnSpPr>
            <a:cxnSpLocks/>
          </p:cNvCxnSpPr>
          <p:nvPr/>
        </p:nvCxnSpPr>
        <p:spPr>
          <a:xfrm flipH="1">
            <a:off x="7428123" y="3865111"/>
            <a:ext cx="359281" cy="53078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1/2 액자 57">
            <a:extLst>
              <a:ext uri="{FF2B5EF4-FFF2-40B4-BE49-F238E27FC236}">
                <a16:creationId xmlns:a16="http://schemas.microsoft.com/office/drawing/2014/main" id="{C5235F4C-FB92-33C9-62B9-11BF948249FB}"/>
              </a:ext>
            </a:extLst>
          </p:cNvPr>
          <p:cNvSpPr/>
          <p:nvPr/>
        </p:nvSpPr>
        <p:spPr>
          <a:xfrm rot="7598955">
            <a:off x="7478031" y="3789865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1/2 액자 59">
            <a:extLst>
              <a:ext uri="{FF2B5EF4-FFF2-40B4-BE49-F238E27FC236}">
                <a16:creationId xmlns:a16="http://schemas.microsoft.com/office/drawing/2014/main" id="{0F8971C4-4559-D4E6-8D07-BAFABFBC10D7}"/>
              </a:ext>
            </a:extLst>
          </p:cNvPr>
          <p:cNvSpPr/>
          <p:nvPr/>
        </p:nvSpPr>
        <p:spPr>
          <a:xfrm rot="4892587">
            <a:off x="7331380" y="2734567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8149DFD-7353-F929-DBE1-DC723F118DFB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2000620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C454-FC13-663D-05BD-895C1DC6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21ED3-CB1E-EA09-1E59-C5F9E3A1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BE9454-38AE-DAC1-9A39-84AE8B1C77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 지형들을 시작점으로 간주하고 동일한 작업 진행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3D5A40-CA34-58E5-062F-9875ED4792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8A6880-D34D-147A-59B9-ED01F310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F088D-F884-6813-45AE-2BD569CB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13E490-42E8-4180-17EA-A86A3E4E82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6B199-ECB9-0033-27D5-7119EA92D135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2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7A7149-DFE2-A18C-0EB1-554E9FE4582D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1</a:t>
            </a:r>
            <a:r>
              <a:rPr lang="ko-KR" altLang="en-US" sz="2400" dirty="0"/>
              <a:t>차 후보 기준으로 동일 작업 진행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4466FBE-B2F1-004F-2DDC-49CF6904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03ACE96A-04A6-C0AB-9FFB-EB1BA4B8F7CF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3D3A345-75C7-7417-78E6-26B1686206D0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5D15F31-679D-ACE5-6BA7-BDA9DB36F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48F5B16-4BB2-9BE3-D4E6-61338E04A4AE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CC1E463-2CB7-7AEA-CF2A-AA0BA4D193B3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0D610FD-750F-49B3-6D19-79596F5C0A13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C134809-816E-AEDF-A2C0-9702B0E42C30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C6EA00-2D96-F923-C242-4B51BB0153B4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B9816-1C82-1863-F43B-36F48570A6B0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47077B40-AF89-EDC0-CF77-1DDE23284627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5D239A68-2736-5D81-3BF0-01FD5EE1A586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CCB00A7C-D478-2380-ACCD-8592575D44E7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055C25D6-5F7A-9FC8-5F8C-3C2B86CAC609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80D70352-4468-AD2D-5B00-749DBD6F64FE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E120FD9F-7319-0B41-9745-B66E5BF6F589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93B43AD6-1BDD-48A9-9D50-B76658F6C5DB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46345DA-BB4A-F0B5-1B64-DEC9F8B07CA2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7D2C90-5984-2682-A081-54E5D6BAFD19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7D1D6887-A73B-21E2-08C2-01F6CBDDDC49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37FF652-D7E4-C7BE-3EA1-C413B824D088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E690412-4E8E-EAE0-45DD-5F1F1AAF61CB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4C020DA-73A5-A851-61E0-B74984259B4D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AAB0974-E56E-49DF-EAA3-056148213486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9942F5E-65E5-6404-FD74-BBF21425AE44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50494C5-1540-26F3-42AD-7731F9BA6BB2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70AFE8B-6382-9CEF-9220-281B1EAAA811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0362DB6-A4A2-DDF2-3FF3-B76D72027676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0E7A1468-C72C-1D74-9D3D-F3AB238DE8CA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E3328393-C313-A8DF-6988-0FFC6883DCE9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87C5867F-63F1-734A-801D-862C1A26C753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88DABCAC-A53E-15FA-BFFB-5AC7DA4F4FF8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8E60867B-126A-C6D2-F31F-A3CBD52BB568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8E967BD9-CE39-A079-CF08-246E41C78FA9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59CED1B3-65EE-A233-00E6-CC6DD1FB9297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6009973-FC40-08BB-BFC3-A36DF27B6265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9FEA7DF-6E47-88C3-732E-428D25062165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C294C8E-6897-43C2-3A4C-F22CE703BD2C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80FED5-B40E-E712-6A97-0DDADF46DBFD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05271FF6-78F8-0B34-0F1B-F60F434D6A60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8AE3B88A-50F3-020A-615C-43FACD5596BE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8EA33B9-C4CA-F2B2-452E-CBA4FA6BB993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5D412A9-7EC4-0348-E1A1-DFE9AA4F8F2D}"/>
              </a:ext>
            </a:extLst>
          </p:cNvPr>
          <p:cNvSpPr/>
          <p:nvPr/>
        </p:nvSpPr>
        <p:spPr>
          <a:xfrm>
            <a:off x="8413683" y="3043380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D2BCD070-E74E-D70C-6E7E-1CA8BA5DE38B}"/>
              </a:ext>
            </a:extLst>
          </p:cNvPr>
          <p:cNvSpPr/>
          <p:nvPr/>
        </p:nvSpPr>
        <p:spPr>
          <a:xfrm>
            <a:off x="7097438" y="1932243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BD6B54-8920-AA69-1C9B-F167C63E89AC}"/>
              </a:ext>
            </a:extLst>
          </p:cNvPr>
          <p:cNvCxnSpPr>
            <a:cxnSpLocks/>
          </p:cNvCxnSpPr>
          <p:nvPr/>
        </p:nvCxnSpPr>
        <p:spPr>
          <a:xfrm>
            <a:off x="7504866" y="2716710"/>
            <a:ext cx="384238" cy="95239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14D0C5E-EE3C-1A1D-9ADE-E397C0734DEA}"/>
              </a:ext>
            </a:extLst>
          </p:cNvPr>
          <p:cNvCxnSpPr>
            <a:cxnSpLocks/>
          </p:cNvCxnSpPr>
          <p:nvPr/>
        </p:nvCxnSpPr>
        <p:spPr>
          <a:xfrm flipH="1">
            <a:off x="8177842" y="3600794"/>
            <a:ext cx="307462" cy="17374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/2 액자 10">
            <a:extLst>
              <a:ext uri="{FF2B5EF4-FFF2-40B4-BE49-F238E27FC236}">
                <a16:creationId xmlns:a16="http://schemas.microsoft.com/office/drawing/2014/main" id="{CB4395CC-AA06-FA4B-1D19-5EED5143E237}"/>
              </a:ext>
            </a:extLst>
          </p:cNvPr>
          <p:cNvSpPr/>
          <p:nvPr/>
        </p:nvSpPr>
        <p:spPr>
          <a:xfrm rot="6897182">
            <a:off x="8248664" y="3571328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1/2 액자 58">
            <a:extLst>
              <a:ext uri="{FF2B5EF4-FFF2-40B4-BE49-F238E27FC236}">
                <a16:creationId xmlns:a16="http://schemas.microsoft.com/office/drawing/2014/main" id="{8D4CCB81-E683-B7A8-2690-4634BEB8682C}"/>
              </a:ext>
            </a:extLst>
          </p:cNvPr>
          <p:cNvSpPr/>
          <p:nvPr/>
        </p:nvSpPr>
        <p:spPr>
          <a:xfrm rot="1991478">
            <a:off x="7449276" y="2771945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C865D68-37A9-4632-2553-E67751B8943C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3610037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194E-C76E-C62D-334A-6AB1EB8C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FB812-D38B-2C6B-0572-3240FE866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BEC88-CE80-7177-3FD2-227BBA67D7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 지형들을 시작점으로 간주하고 동일한 작업 진행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A22462-75F9-BD79-D2FE-D2CEE6EC99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FE02B7-5197-731B-0265-BA9C4E8C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1B87B5-1A51-00C6-CB6E-E27C58F6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2A0BD96-CC9E-7698-24B8-7C5B165284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457E4-4D71-2D07-5FFC-911228304A6F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2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4054A7-10AE-CBB7-88F3-A157B5EFA17A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1</a:t>
            </a:r>
            <a:r>
              <a:rPr lang="ko-KR" altLang="en-US" sz="2400" dirty="0"/>
              <a:t>차 후보 기준으로 동일 작업 진행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32FBB3A-167C-AF57-2FE8-B42FFAB43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2D48962E-9AA3-F180-E061-453D49C708FD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3C5C84E-08D5-A496-1EC1-5E8F39E709B9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2E95EE8-C18F-E2BC-7A14-DB3777C41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834E013-919E-C0BE-2689-8D16226C68A9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38C23713-6C44-B349-D84D-8DA12D33D1B1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273360D-DDF7-0CC4-0AD7-C76F753EE5BD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ED8ED8B-7A64-AB09-D122-317D127BCF7A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4BBDFA-E05F-2C65-DFE1-52E0089B2E81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7ACD36-583F-2EE9-263B-BB884EBF58F5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559FE062-1E6B-62D0-97A2-17EF493B1BC8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3A25E87E-B988-1E40-F63B-D8DEE2FBA272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7D5915B2-62DA-7175-B758-3E896110BECA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47F724AC-CE34-20E4-FAC7-BEC7757F88AD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DA4D1529-08F9-9456-6393-9A9710D7FE05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D024E9E9-069E-A8B0-314B-71FBDAE6A292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24C93AE1-B8ED-B4E2-78E6-60693EC24353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6BD5F96-9D77-927F-69DC-B749B192CD92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F31BCB-DB3F-BBA9-969C-27216D3B01AF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EA261AED-570A-FD61-FBF1-B4A0353F3EE5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B024CF3-DB2A-9E95-DF8E-99DB14C5EC26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ED11C73-36E5-B190-D039-6DE808DA49C4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893D357-DB15-4BE0-1321-71D8881C904A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75D946A-9BC3-82B2-91DB-F696DD096B54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A9E0804-F8A2-9319-37C6-70682C30E670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A77319B-44B5-1DA4-71E5-CCCC5B55BA56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DB37AE0-6FE4-A349-438E-2EFAE7E0F398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4F8F7E8-0BD5-54ED-A230-D73FA8D56BBE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90C3B2C9-9625-293B-8E77-18CA7BFC30A8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1151C2BC-0AB3-0BF7-D6DA-22924CC9A1BE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5771CD72-FF9A-0B97-244E-EF4B26918819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3653009E-C65E-CE16-E7AC-1BFA618199B8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89C77BC-53ED-65D2-4A1F-2A385F15CB5A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66F53A4D-DF0F-6781-9B0F-20153B8EA13A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565B3C34-63FD-B137-A5FB-E266C45788D5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8A1F8D1-7821-39C6-48F5-277FF3F0E235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96CDED1-BA49-E32B-F4FE-17F506B036D6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6848009-7CF2-2D5B-68A2-6327B876A816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4447C8E-41A3-6ACC-B749-623F6C197FEF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85242887-E357-9FA5-3996-E7E8A888AFDE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6FC167FE-D214-B0D0-CA28-D57BB766B687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8C77445-24FF-D6C8-3992-20BA5B3DC013}"/>
              </a:ext>
            </a:extLst>
          </p:cNvPr>
          <p:cNvSpPr/>
          <p:nvPr/>
        </p:nvSpPr>
        <p:spPr>
          <a:xfrm>
            <a:off x="8413683" y="3043380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5F6D1F64-53BB-4BDF-BDBF-9BBA31C78742}"/>
              </a:ext>
            </a:extLst>
          </p:cNvPr>
          <p:cNvSpPr/>
          <p:nvPr/>
        </p:nvSpPr>
        <p:spPr>
          <a:xfrm>
            <a:off x="9613643" y="275971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029FB5B6-B978-1C13-74C6-0CDA063DACAD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E894979-2E12-13A6-EAD2-FED475FD1A9E}"/>
              </a:ext>
            </a:extLst>
          </p:cNvPr>
          <p:cNvCxnSpPr>
            <a:cxnSpLocks/>
          </p:cNvCxnSpPr>
          <p:nvPr/>
        </p:nvCxnSpPr>
        <p:spPr>
          <a:xfrm>
            <a:off x="9056188" y="3848271"/>
            <a:ext cx="204646" cy="342484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907E81C-B75C-EF29-A3ED-DEACA9BD6259}"/>
              </a:ext>
            </a:extLst>
          </p:cNvPr>
          <p:cNvCxnSpPr>
            <a:cxnSpLocks/>
            <a:endCxn id="66" idx="7"/>
          </p:cNvCxnSpPr>
          <p:nvPr/>
        </p:nvCxnSpPr>
        <p:spPr>
          <a:xfrm flipH="1">
            <a:off x="9566973" y="3516478"/>
            <a:ext cx="411295" cy="69036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/2 액자 10">
            <a:extLst>
              <a:ext uri="{FF2B5EF4-FFF2-40B4-BE49-F238E27FC236}">
                <a16:creationId xmlns:a16="http://schemas.microsoft.com/office/drawing/2014/main" id="{968E27F4-B3D2-5F82-C059-32E7A8842CFA}"/>
              </a:ext>
            </a:extLst>
          </p:cNvPr>
          <p:cNvSpPr/>
          <p:nvPr/>
        </p:nvSpPr>
        <p:spPr>
          <a:xfrm rot="1791649">
            <a:off x="9002035" y="3853126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1/2 액자 57">
            <a:extLst>
              <a:ext uri="{FF2B5EF4-FFF2-40B4-BE49-F238E27FC236}">
                <a16:creationId xmlns:a16="http://schemas.microsoft.com/office/drawing/2014/main" id="{CF71016A-374E-2817-5B59-5BD1B761703F}"/>
              </a:ext>
            </a:extLst>
          </p:cNvPr>
          <p:cNvSpPr/>
          <p:nvPr/>
        </p:nvSpPr>
        <p:spPr>
          <a:xfrm rot="4714509">
            <a:off x="9801407" y="3531071"/>
            <a:ext cx="207855" cy="220937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39D82F0-60D8-B558-8C12-CE6096546E95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2215367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4726-3183-5198-16E8-FC8D8290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96225-B482-257C-82F5-DB0BD291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64800-0747-5AE7-E032-FBBD101933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 지형들을 거쳐 목적지까지 갈 수 있는지 확인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4362A0-336E-8BC2-98FC-88A99431E1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E4FB99-5A59-D5AC-A825-E5F6BD5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FA218E-520F-FAEE-9C31-1C1C29B1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FAB785C-A87C-236C-195D-C6A8A66DD1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0084E-47B8-CC26-6976-4C03C9112585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5FBC0-8BD1-A5BB-39C3-72FFF704A799}"/>
              </a:ext>
            </a:extLst>
          </p:cNvPr>
          <p:cNvSpPr txBox="1"/>
          <p:nvPr/>
        </p:nvSpPr>
        <p:spPr>
          <a:xfrm>
            <a:off x="4551962" y="1226572"/>
            <a:ext cx="696717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2</a:t>
            </a:r>
            <a:r>
              <a:rPr lang="ko-KR" altLang="en-US" sz="2400" dirty="0"/>
              <a:t>차 후보에서 목적지까지 이동 가능한지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791A4F9-EC1F-8FED-84B6-DB6BB276E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FBB086FB-9E59-0C89-1024-DC6E716FE91F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3DB9F55-3F95-8086-C944-3A43DE3C6725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2FAC5C9-7546-BD33-B135-2E3CC9C2A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5EEBC68-AA4F-F871-FD6C-34A168B882E6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D24C8160-0564-34BF-8619-3FC44D798AB0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EDDEC4F-18F6-FD42-719F-741F4B3E09F5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3AE43DC-0C8B-A141-ED96-25AA0796415A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E4BA9B-ABCA-B82C-D016-700FED0006DA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5EDFCC-B195-933A-B532-E8F72E699520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816A3A49-FADA-8894-FDD9-E583AC26FD5C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0A8500EE-1BD6-25E6-3CFF-E83638CD18C5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A2E6EF99-0075-C68F-6383-040D3E371335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B93102A9-1BC6-5D58-3FFB-F4888E452A87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0927E54E-C1DE-CC9E-6642-520D4E1E3D1A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D2C36E2F-6920-E665-467E-2B8B7FB79DF2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FE52FFE7-B953-B83E-403A-77AB15039D54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426723-3AB4-DB7F-C4D8-3B46FFA7DFE0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5A3416-7D45-3FF3-957C-7A23643D89B4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17A577F2-3895-E97C-EE3D-5B9235C78D1C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2AA4BC0-64C3-4C7C-6C53-4F0C202FADB7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6C72505-E00B-C91B-9955-8850F03D8184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9E6BFCC-A181-2E81-1FB6-9F9642EFBE00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D33F528-42C3-E010-3CC2-6F56B981F91E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6E615D2-4813-05FC-F1B3-4AD35F5AD858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D8BB713-B5F1-24F4-6FB9-A251E9460276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A1D5548-71C6-FD51-5829-7C8B5343AB22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269C79E-4DBD-ED7D-809D-FB7777D962ED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9BD3EE5C-A428-4266-15C8-5A2D1D722CEF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45028B3E-9EF5-BBED-8C37-CF2126A304F6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F9FF3973-9DEE-DD42-4231-5C4CB9053906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58E81A9A-FB00-389F-AE7A-1F2E747CCC15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6EDF16A7-AC8A-9DCA-F65D-FB573A3CACE3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0DA2E2D5-BB86-997F-F7A3-C8190A22BD4F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8AE32777-EEAC-976C-7476-A12E95EF8646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FB1350E-721D-82DF-E4E2-AC7546EF858C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0152DB7-D6D1-9FBA-77F9-14D68A08E134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E6C356-F0C5-71F0-4405-3CD0509A440E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88F5F69-A4C8-7A03-4EBF-85FCEBE4901D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659B73B5-4515-6505-8CC2-EB1446FA9DD6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C81DC432-C470-7A3D-3362-C534B07FCC4C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8AC3A69-4B4D-FB8C-7088-799E676D13C2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2483E2E-096A-9454-2024-365B4B5E7354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E16EEB0-01B6-BEB8-5788-9B098D7F442A}"/>
              </a:ext>
            </a:extLst>
          </p:cNvPr>
          <p:cNvSpPr/>
          <p:nvPr/>
        </p:nvSpPr>
        <p:spPr>
          <a:xfrm>
            <a:off x="7097438" y="1932243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3456924-758D-0832-7C3F-E2850501BBEA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8003338" y="2165545"/>
            <a:ext cx="1363480" cy="217492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5DCE7CE-E107-B8CA-EA63-72E1536AAE90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8367623" y="2321755"/>
            <a:ext cx="975184" cy="45971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63FC1F9-06F6-A38A-E234-12A7A52B21FE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7972059" y="2800301"/>
            <a:ext cx="386788" cy="693984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953902E-41BD-BBDC-6DAD-ACC94F2E938E}"/>
              </a:ext>
            </a:extLst>
          </p:cNvPr>
          <p:cNvCxnSpPr>
            <a:cxnSpLocks/>
          </p:cNvCxnSpPr>
          <p:nvPr/>
        </p:nvCxnSpPr>
        <p:spPr>
          <a:xfrm flipH="1">
            <a:off x="7131259" y="2716710"/>
            <a:ext cx="373607" cy="816845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53C6DB62-FCD6-CEF3-6AC1-D8E2B4BBCC63}"/>
              </a:ext>
            </a:extLst>
          </p:cNvPr>
          <p:cNvCxnSpPr>
            <a:cxnSpLocks/>
          </p:cNvCxnSpPr>
          <p:nvPr/>
        </p:nvCxnSpPr>
        <p:spPr>
          <a:xfrm flipH="1">
            <a:off x="7428123" y="3865111"/>
            <a:ext cx="359281" cy="53078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B852B8A-DED8-FD96-DA1A-467F958C5F8E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4796478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B8A61-8B9E-74A8-01CA-83B9589B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0C5FF-CC85-657D-D6D4-D96C9CD8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CB74B-CBEA-B206-F1F1-486ED1D258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 지형들을 거쳐 목적지까지 갈 수 있는지 확인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7F6C85-0B02-1FBD-7EB1-401A494CFC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A81E1F-B620-ED37-B3B3-6CC6F873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ADAA99-223D-E77A-C074-EF3969E6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AF8D284-EB51-90EE-2471-F7183799F1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A6706D-12ED-C3BC-E842-2F3A55756BD4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6203FC-4B5B-E4E6-9D74-8BAAC534BB2F}"/>
              </a:ext>
            </a:extLst>
          </p:cNvPr>
          <p:cNvSpPr txBox="1"/>
          <p:nvPr/>
        </p:nvSpPr>
        <p:spPr>
          <a:xfrm>
            <a:off x="4551962" y="1226572"/>
            <a:ext cx="70757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2</a:t>
            </a:r>
            <a:r>
              <a:rPr lang="ko-KR" altLang="en-US" sz="2400" dirty="0"/>
              <a:t>차 후보에서 목적지까지 이동 가능한지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E6586EE-1DB9-CA8E-5E14-D9252E626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B597EFBF-F1F9-616A-3941-035358E247B3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0A6C78B-44EA-E4A2-9A3E-00F18C06AB4D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FDAEE73-DD92-E330-0656-7748863C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AA324E4F-E085-733B-96C1-77A5ACB717E7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A5524F14-AF68-0ECE-E951-684F326FB604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AD94AAD-B147-70D3-BE3F-FE4F9CC92BE8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49B6B16-A496-E2A8-3B52-CF1C0CA92B5E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C03387-3ACB-6243-7D01-4F108E53D78B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B313CE-72CA-DF95-F700-29FC8162A2D2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84876ED8-39D7-0C2F-D5A1-2124BD3689F3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C0AF3827-64BE-F5F3-AD9D-65EF75390834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C06FA8D7-AAA1-F12C-7C80-48F2C690FEB3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291FA3C4-63D3-7EFE-BE62-1FD299D32D68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F6BCEF80-21A5-8FAD-5576-FC1345832E3C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A1ACB243-A153-4D9B-8412-AA185625587B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0C3CF470-3E1E-2C81-DBDA-25A2D38B94E6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BC6CF76-F77B-790B-15B4-805A5335B390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D81A6F3-CA84-9570-2242-3B6CBE5EEAAB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AF53A3BE-9AAC-B0BB-A051-7D042D6A65D8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BA5FDD9-6B1F-FB04-3CC2-5B772EB0147B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BF50E72-AEA7-6C3A-56BF-8AC49E8D9A52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1E84BAC-C18D-F5D1-F380-493D7ECD51D5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E281590-3A6B-E13C-868F-18BE0D7A67A4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6AFCAA4-D973-09F5-84EF-44788996D3D3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60A360D-33CB-8416-37C9-42A5027643BE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F37D7CA-42F2-B956-9F79-BD2F2C371A59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DDBF2AF-DB0E-0ECF-02BE-71DA9D4A74F6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E006D7B3-6AFD-CB39-E152-2BB3DD5DAF02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9E1FEE33-B7BF-08F0-F885-E1F35CA728DC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7FB2FF58-C5A3-4802-187A-EFAF35D10E08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57A698AF-6189-AC22-3F63-BDCBAADE3D0F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D5AC21A1-76EF-5F74-13AF-B99D16FAA18A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3D3A5D73-21D0-26B9-6ECB-94766768A1E7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8E75798C-C1C1-C797-151A-1C2DFE175019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3A3C22-14FE-83E0-F3EB-F8D18BC70FD2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5413AD2-2EE7-0022-18B6-50131DBB58CC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D01811A-4F40-19F5-5288-FC225F8953BB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047F196-BC6D-FF5E-15CC-2E7521A9615F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BBA87479-A808-08A8-91E3-34F1BF4FFC0A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957633F8-26E9-960B-DC84-670C06C7FB75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0198B23-1541-3FA0-9C79-8C53D5880FD4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C6DA1BA-B811-14A2-2F5F-04702F5E579B}"/>
              </a:ext>
            </a:extLst>
          </p:cNvPr>
          <p:cNvSpPr/>
          <p:nvPr/>
        </p:nvSpPr>
        <p:spPr>
          <a:xfrm>
            <a:off x="8413683" y="3043380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63AB3F8C-385E-25D1-3B82-B8B2D8788DAC}"/>
              </a:ext>
            </a:extLst>
          </p:cNvPr>
          <p:cNvSpPr/>
          <p:nvPr/>
        </p:nvSpPr>
        <p:spPr>
          <a:xfrm>
            <a:off x="7097438" y="1932243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4874D8F-A260-8FD3-EC03-0EBD2D2B2ABF}"/>
              </a:ext>
            </a:extLst>
          </p:cNvPr>
          <p:cNvCxnSpPr>
            <a:cxnSpLocks/>
          </p:cNvCxnSpPr>
          <p:nvPr/>
        </p:nvCxnSpPr>
        <p:spPr>
          <a:xfrm flipV="1">
            <a:off x="8051113" y="2183930"/>
            <a:ext cx="1302762" cy="5959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41667A5-EF07-EDAB-7968-BAF793EAA322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9000438" y="2321755"/>
            <a:ext cx="503978" cy="687022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DFEE84F-8544-5EE9-443F-3A3B1B3536ED}"/>
              </a:ext>
            </a:extLst>
          </p:cNvPr>
          <p:cNvCxnSpPr>
            <a:cxnSpLocks/>
          </p:cNvCxnSpPr>
          <p:nvPr/>
        </p:nvCxnSpPr>
        <p:spPr>
          <a:xfrm>
            <a:off x="7504866" y="2716710"/>
            <a:ext cx="384238" cy="952396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DB28F15-15FC-30DB-1BF6-5A12B7F21BAD}"/>
              </a:ext>
            </a:extLst>
          </p:cNvPr>
          <p:cNvCxnSpPr>
            <a:cxnSpLocks/>
          </p:cNvCxnSpPr>
          <p:nvPr/>
        </p:nvCxnSpPr>
        <p:spPr>
          <a:xfrm flipH="1">
            <a:off x="8177842" y="3600794"/>
            <a:ext cx="307462" cy="173741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C580613-D4C0-8592-E232-89033497543E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3402212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ADB7-6325-E824-A587-CEC53270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E4208-E2A0-2045-8358-7C5539DF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B92852-3422-987B-B7C7-CE40219653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 지형들을 거쳐 목적지까지 갈 수 있는지 확인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19F62F-D062-AE54-FCCC-4F77CB3856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AAA780-487A-D1CA-22E9-F3745C0D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2F28E-E6C5-462A-2C04-093567B0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A6EC386-39DE-6A3D-7D93-A63E9972A5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1380D3-668B-E3D5-4679-4C188B564C33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E6EF3D-5BCC-1C35-A0E2-2A09B8A2CAE7}"/>
              </a:ext>
            </a:extLst>
          </p:cNvPr>
          <p:cNvSpPr txBox="1"/>
          <p:nvPr/>
        </p:nvSpPr>
        <p:spPr>
          <a:xfrm>
            <a:off x="4551961" y="1226572"/>
            <a:ext cx="722021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2</a:t>
            </a:r>
            <a:r>
              <a:rPr lang="ko-KR" altLang="en-US" sz="2400" dirty="0"/>
              <a:t>차 후보에서 목적지까지 이동 가능한지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7A58EAF-E79A-5D45-651E-12D049861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6C0DACDE-F9E9-2DE8-0E81-486757EA9906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D912DB1-2F90-66FA-1887-93B6F584A714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A712DE1-AB77-E2D4-8BB5-EB218C5FF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2D8BF42E-3548-0BAB-3036-4AA21F832392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FF40DFF8-1848-AB7E-D0EC-E071432045A2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1B6E8B1-36E9-5F90-CC2E-4518F85FAC77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7EDB0B6-852F-A782-BF44-3F3A5BF86C52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81885-A414-A479-D668-0563AE063AC3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AEEE7E-0F45-0179-918C-2AFE9A0752A3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109E1B0F-52EF-5448-50A3-1F4856C984DC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ED57F8BA-514F-46F7-92FF-F1A94197B414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7AD8FB4B-6A85-CD99-DB79-F1D327A2D4DC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50C1401B-EE15-5D78-6919-403E367A687B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1842124C-C80E-F25A-B20A-CEACDB467032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11A21FCB-37F5-D9DF-C84B-1C61DCC5E4C2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B598D6C3-840B-AEA5-0DC4-104A0B7B180D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F0729B-AD9D-5E75-463A-79583F827B5D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52A7D40-09CD-31FF-2DA9-98F10E757BB8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C059498D-4E56-42F2-8EF6-1D69138C916C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D3E60CB-A0B1-3C02-7322-DFE370A1FEED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2847DAB-D8DD-76CF-E8FB-75662E68FA6D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EFE7D96-3E11-513B-4DF0-D25201DBD595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63E1DAA-5F68-7856-E058-BD0368EEAB7A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F574AA-4925-C325-F2E6-1527A8D486FD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853334D-67F2-5A2D-8C83-7BB7F06BF007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B9FACEB-B76C-6674-B98D-69E3FF1F3B36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326EB35-AF2F-0B1D-57B2-4A8E52E72A48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F1332578-EB19-572F-07BD-1E888C657A86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7C215891-6E67-A793-4167-F6298E0FED4E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A999B578-FDFE-C400-DD2F-369B477D4C31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C8294395-7E75-4816-3160-644B9534602B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A059A41-DC1C-2442-57DC-090862EABBDD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CDD79901-603D-7125-A03F-5E9A3D9F5F81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13A05F83-4718-0B51-CD7A-7109A8721CC3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72397F3-E28E-A531-B4AE-15F4902D6D38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F9847E6-7CC3-3957-396C-3954EA3A7AF2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4F1EA07-7B6B-05D6-472C-3E598F82EE28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696E6AF-0F4E-A321-D395-4196F528E0CE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C041B22A-556E-1A30-E666-9D8E97563B95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AC497413-EFFC-F866-456B-FFBE47B871B2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C395A5F-584C-31B3-4E02-9D33297922F4}"/>
              </a:ext>
            </a:extLst>
          </p:cNvPr>
          <p:cNvSpPr/>
          <p:nvPr/>
        </p:nvSpPr>
        <p:spPr>
          <a:xfrm>
            <a:off x="8413683" y="3043380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5BAFF5B6-184D-FD00-E8D0-75EBA416CE01}"/>
              </a:ext>
            </a:extLst>
          </p:cNvPr>
          <p:cNvSpPr/>
          <p:nvPr/>
        </p:nvSpPr>
        <p:spPr>
          <a:xfrm>
            <a:off x="9613643" y="275971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F0A64DFC-BE8E-682F-A0F7-0128C5187462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2FF1300-1DB4-1F7F-2CBF-12F506143781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8948298" y="2321755"/>
            <a:ext cx="556118" cy="737825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EF3E6F-4891-6405-9A75-029133217EF5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9504416" y="2321755"/>
            <a:ext cx="585972" cy="456710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EECC0ED-CB51-1786-A792-8255FBDC1694}"/>
              </a:ext>
            </a:extLst>
          </p:cNvPr>
          <p:cNvCxnSpPr>
            <a:cxnSpLocks/>
          </p:cNvCxnSpPr>
          <p:nvPr/>
        </p:nvCxnSpPr>
        <p:spPr>
          <a:xfrm>
            <a:off x="9056188" y="3848271"/>
            <a:ext cx="204646" cy="342484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FF485F2-8063-FF81-0AAB-0ABF04839600}"/>
              </a:ext>
            </a:extLst>
          </p:cNvPr>
          <p:cNvCxnSpPr>
            <a:cxnSpLocks/>
          </p:cNvCxnSpPr>
          <p:nvPr/>
        </p:nvCxnSpPr>
        <p:spPr>
          <a:xfrm flipH="1">
            <a:off x="9566973" y="3516478"/>
            <a:ext cx="411295" cy="690366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1F56EDD-99B6-316E-B303-98678E987612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2580346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5BA8B-D5F5-3C4A-51D0-2868D2562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39449-DDA1-9699-ABCB-423B26CC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F7EF7-5FA7-6618-6488-AB0934B94F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/>
              <a:t>목적지까지 이동가능이 확인 되었음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E79EE7-3094-8095-9CD5-7A9A390587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6C9A6A-9FAD-DFA8-77F7-8863DE6D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31B531-B310-3361-2A37-0A2B297E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F39E0DB-A136-313E-CE97-2A1621D28C6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ACA98-0356-AB71-ABAF-57D3BD025F77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EA3F7-F4AB-2641-7381-A51EA808C7D6}"/>
              </a:ext>
            </a:extLst>
          </p:cNvPr>
          <p:cNvSpPr txBox="1"/>
          <p:nvPr/>
        </p:nvSpPr>
        <p:spPr>
          <a:xfrm>
            <a:off x="4551961" y="1226572"/>
            <a:ext cx="688091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2</a:t>
            </a:r>
            <a:r>
              <a:rPr lang="ko-KR" altLang="en-US" sz="2400" dirty="0"/>
              <a:t>차 후보에서 목적지까지 이동 가능한지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F26AEFB-4737-F8AE-8FD7-34345E47D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A94AE74F-E144-7811-C9B8-5D1C707BFBB4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E4A6FA-B6B3-19BB-70BA-8620CF71DF94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970BCCA-7542-FC26-6AE4-DF2142460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1942C267-FB9E-9D6A-C22A-9B3B6D0ACCF5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5CB5DD43-85EB-256D-F5AD-462B8A905555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2EA481B-F957-CCA0-F2BA-397CC18F2462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B58943-E825-EE82-1F52-1E446955DE51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2C4660-7F30-F98F-3550-445AB0CA1B39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FBD946-4A58-CE06-D6DF-3E0E7C2DFDB3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F95CFA2E-6BE5-C592-5BA1-F95F39279F66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B00809CE-329F-CA20-83F8-138B0B351F0C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41B2ED58-FFE7-0148-6764-554A55675787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5EAE28DB-262D-7986-C906-DF651165C5BE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62D2FB2D-F9FA-152C-D792-F12311FB1BA9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A0DEB961-F009-F491-1F45-E4289AE3319D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E0A918AE-C454-4A0A-23D3-D9C0550F307C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B225C03-0C57-4887-C71E-47C73B1D2E21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DB3553-4A74-D41C-63D2-2DE7A60DEC3F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B22191BA-316B-6278-6129-BFD8957242DE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3662C67-01E9-8594-C34F-BB556775DBAF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89107D3-6345-4F28-02FC-42DB5D6D7AF0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293012C-1EA8-6032-E0C2-31762393550C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E1800B4-CF7C-04E9-28D8-2DCD879EA2C6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39D2F1A-1D53-A4F7-9E06-E5DD5C010BC2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B167408-F5D4-CB53-C5B8-AC7E601F8705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A91F986-7716-8062-0522-B89707887515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A8EDD72-853D-3AF6-711F-8B6E1BEA035D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FA32FD3A-5BC3-2005-80BD-4DB1572F8F23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871239D1-7604-9FD4-FD1E-FF3A61D69DBD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4EDA8E86-5F86-E512-78B1-736FB7386891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18B0F4B3-AE94-71A1-BE68-60AD75792CF4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FEB065D5-F4FA-37A9-7F7B-D08D01274BA4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A6527CA8-C892-A647-1C90-42FA513F8A85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558A3C06-B7DB-522B-04A2-BD02AFAD7B3A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1DFB2D1-2721-71F9-8BD5-76727DD0E026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13888C-CD6E-E79D-D42D-ACD3AE1C86C5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C5ACE01-7A18-C0E7-CE60-35FA7F85A1D5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7F999D1-F797-D811-4222-D179FCBB3F22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67B8FD3A-6672-C3A8-AB85-FD70911A4339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5189231A-B75E-49EB-ED64-BFB81BE7049C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5AE6BBA-37BB-B287-5465-537D2577BF06}"/>
              </a:ext>
            </a:extLst>
          </p:cNvPr>
          <p:cNvSpPr/>
          <p:nvPr/>
        </p:nvSpPr>
        <p:spPr>
          <a:xfrm>
            <a:off x="8413683" y="3043380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D03FB713-7D9A-4CC5-6207-2FD2179D0033}"/>
              </a:ext>
            </a:extLst>
          </p:cNvPr>
          <p:cNvSpPr/>
          <p:nvPr/>
        </p:nvSpPr>
        <p:spPr>
          <a:xfrm>
            <a:off x="9613643" y="275971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9518648F-1E47-2C53-DD17-122914FE9035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811ACC3-6720-4BE0-8188-85CA871E01DC}"/>
              </a:ext>
            </a:extLst>
          </p:cNvPr>
          <p:cNvCxnSpPr>
            <a:cxnSpLocks/>
          </p:cNvCxnSpPr>
          <p:nvPr/>
        </p:nvCxnSpPr>
        <p:spPr>
          <a:xfrm>
            <a:off x="9056188" y="3848271"/>
            <a:ext cx="204646" cy="342484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51AC89C-0AED-A343-C325-139CD63C135A}"/>
              </a:ext>
            </a:extLst>
          </p:cNvPr>
          <p:cNvCxnSpPr>
            <a:cxnSpLocks/>
            <a:endCxn id="66" idx="7"/>
          </p:cNvCxnSpPr>
          <p:nvPr/>
        </p:nvCxnSpPr>
        <p:spPr>
          <a:xfrm flipH="1">
            <a:off x="9566973" y="3516478"/>
            <a:ext cx="411295" cy="69036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57F93F98-3DBC-88B7-FB71-88B07F1A2BD2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76E8C1CF-053E-DCC0-0EF5-8B40863A393D}"/>
              </a:ext>
            </a:extLst>
          </p:cNvPr>
          <p:cNvSpPr/>
          <p:nvPr/>
        </p:nvSpPr>
        <p:spPr>
          <a:xfrm>
            <a:off x="7097438" y="1932243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32FAF25-C763-F224-0614-C643D1070C7B}"/>
              </a:ext>
            </a:extLst>
          </p:cNvPr>
          <p:cNvCxnSpPr>
            <a:cxnSpLocks/>
          </p:cNvCxnSpPr>
          <p:nvPr/>
        </p:nvCxnSpPr>
        <p:spPr>
          <a:xfrm>
            <a:off x="7504866" y="2716710"/>
            <a:ext cx="384238" cy="95239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03746E4-8DBD-F765-8476-B3C4BF3EA876}"/>
              </a:ext>
            </a:extLst>
          </p:cNvPr>
          <p:cNvCxnSpPr>
            <a:cxnSpLocks/>
          </p:cNvCxnSpPr>
          <p:nvPr/>
        </p:nvCxnSpPr>
        <p:spPr>
          <a:xfrm flipH="1">
            <a:off x="8177842" y="3600794"/>
            <a:ext cx="307462" cy="17374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>
            <a:extLst>
              <a:ext uri="{FF2B5EF4-FFF2-40B4-BE49-F238E27FC236}">
                <a16:creationId xmlns:a16="http://schemas.microsoft.com/office/drawing/2014/main" id="{255F24B0-ED47-0A54-F22D-92A5045BB1B2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14ECF589-4A9C-9C2E-752C-9D5434EEC34B}"/>
              </a:ext>
            </a:extLst>
          </p:cNvPr>
          <p:cNvSpPr/>
          <p:nvPr/>
        </p:nvSpPr>
        <p:spPr>
          <a:xfrm>
            <a:off x="7641979" y="3557351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7CA849F-E642-049D-62ED-6BE58E53B05B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7131259" y="2716710"/>
            <a:ext cx="373607" cy="816845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C1ADBE0-E310-4EF5-C2F0-BEC707CD2F08}"/>
              </a:ext>
            </a:extLst>
          </p:cNvPr>
          <p:cNvCxnSpPr>
            <a:cxnSpLocks/>
          </p:cNvCxnSpPr>
          <p:nvPr/>
        </p:nvCxnSpPr>
        <p:spPr>
          <a:xfrm flipH="1">
            <a:off x="7428123" y="3865111"/>
            <a:ext cx="359281" cy="53078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4C072B8-8483-BBD8-6D84-9173FFF50C73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2879462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159A-1C47-CB5C-2F9C-F64CC352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CBE41-F275-9482-0B01-724B09AE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1A1B95-2F7B-5903-7B6F-66EE656EEB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/>
              <a:t>목적지까지 이동가능이 확인 되었으므로 </a:t>
            </a:r>
            <a:r>
              <a:rPr lang="en-US" altLang="ko-KR" dirty="0"/>
              <a:t>1</a:t>
            </a:r>
            <a:r>
              <a:rPr lang="ko-KR" altLang="en-US" dirty="0"/>
              <a:t>차 후보 지형들로 가는 경로의 거리 계산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92D79F-1666-677A-7BB8-DA303254F7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209B88-C8F1-98BB-77BD-705E62CE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22206-025D-4DF5-E20A-6FFE52EC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10EEDB-F875-6266-6B17-F5E339CAE4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447A95-A16C-93D7-24D2-38E4FDCE627C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4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EAA3CD-E96F-44E7-898D-C7A6037B3BAB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1</a:t>
            </a:r>
            <a:r>
              <a:rPr lang="ko-KR" altLang="en-US" sz="2400" dirty="0"/>
              <a:t>차 후보 지형들까지의 거리 계산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6E0968F-FD6A-98DA-218C-46F851C6A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BCCADFAF-FEA0-70AE-6C35-D1891751B5DB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13B2386-7020-6E45-CA4D-B72B8A34BAB3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EEFD891-E7F8-6CBE-F6AF-D33DC6E9E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B1AC52BE-8553-23E7-8CD5-1188AB45CD9F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3EC8679-F05D-FB0F-D435-2EF2BBD6CA96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384ECFD-D246-F716-E07A-AE717A892F90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2CD6563-248A-6EA7-814D-EEBEE10FD42D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9E49B8-B9A7-7EB7-99D1-2D05053D1964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83FA86-E8AD-F2A9-A2C4-D56D7C78C090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5B219C77-D862-11AF-35D8-DC5DB2E58032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CB892E5F-8F4D-83C0-8A19-00A6B1AA3187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F5FED362-52A4-3DBA-6EC6-0F8B65874E0F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3EC703E1-D9CE-6593-F7F7-E134347DAE42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2290A4CE-4E5D-1DF2-8EE4-A56D7FBBD6E0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D6578388-006F-4ADB-E922-432568650773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AF338A67-9B49-A4B4-0915-C271D8ED9A94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6E1F753-9938-A6B5-92CD-8155566FF215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214F016-8B4B-F71D-E6B9-E42AEA46D7D9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14DCCEE2-ADA6-F114-F72E-184F07592ECF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5F2A50D-0259-C996-B816-40E17997D9E0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C3AAEBE-1D64-7CEA-C3D0-D5963A7E787E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499F7A5-2D3B-28E4-BFF5-6443E44E4789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31FF77B-7C7C-7526-083B-8AA268440F5F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C71AC95-99B7-FCAC-44E3-FD6E3F207487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71B315B-F835-2886-74D0-EF1CCFF22F8F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BAB8D4B-B8BD-D555-90F8-482FCBEFCE20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B4297F7-EC9A-FCC1-301E-53F1C3678D19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FA351DD1-1E48-8AAA-0116-6AEB52D75B2B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1AD553CE-CD7A-E383-B0DD-7C557B270EE6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06B2F678-2B8F-1FB6-5C4F-FC90C67026C1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9A24CEA4-BC28-4282-94A3-12B30F6437F0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8B07222D-989C-E695-560D-BDC8CA4A46AB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768D5FA0-CA0F-259D-080E-3589483A4934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A36A3AD9-64E3-8E5B-6764-081A3B8490E4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7ABEDDC-5E65-0A25-2075-059C92AB1FBB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3EDA57-FD49-DDC3-8EC3-20E837A544CF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08058FB-D289-C723-FF1E-CEDABDCF4A2F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DF1F780-3D11-C375-3D76-84DCA7A412AA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9FAC0928-2373-47E3-E71A-870DF9E59CD9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303F3797-EFA1-B3D4-717B-04913DD20E83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E41E284-AC93-97D8-03E6-056B5BBB0162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E135FB-F184-B879-F382-738D8CAF28FA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AEC31506-BD02-E735-AEC2-FFF20999EF25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141FA40-6A79-46B0-FE67-D25FE1D801DD}"/>
              </a:ext>
            </a:extLst>
          </p:cNvPr>
          <p:cNvCxnSpPr>
            <a:cxnSpLocks/>
          </p:cNvCxnSpPr>
          <p:nvPr/>
        </p:nvCxnSpPr>
        <p:spPr>
          <a:xfrm flipH="1">
            <a:off x="7263442" y="4652724"/>
            <a:ext cx="575094" cy="955303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8B02F9C-BDB8-527A-CA5A-CDDE0C9F3DE6}"/>
              </a:ext>
            </a:extLst>
          </p:cNvPr>
          <p:cNvCxnSpPr>
            <a:cxnSpLocks/>
          </p:cNvCxnSpPr>
          <p:nvPr/>
        </p:nvCxnSpPr>
        <p:spPr>
          <a:xfrm>
            <a:off x="7175039" y="4893821"/>
            <a:ext cx="88403" cy="71420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3EC4AAA-A7ED-B48A-DAF2-41539A3680E3}"/>
              </a:ext>
            </a:extLst>
          </p:cNvPr>
          <p:cNvCxnSpPr>
            <a:cxnSpLocks/>
          </p:cNvCxnSpPr>
          <p:nvPr/>
        </p:nvCxnSpPr>
        <p:spPr>
          <a:xfrm flipH="1">
            <a:off x="7223185" y="4652724"/>
            <a:ext cx="1622790" cy="955303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7753243-A9D0-95B1-FBB9-264D9FE4D998}"/>
              </a:ext>
            </a:extLst>
          </p:cNvPr>
          <p:cNvSpPr/>
          <p:nvPr/>
        </p:nvSpPr>
        <p:spPr>
          <a:xfrm>
            <a:off x="941091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(Spline </a:t>
            </a:r>
            <a:r>
              <a:rPr lang="ko-KR" altLang="en-US" dirty="0">
                <a:solidFill>
                  <a:schemeClr val="tx1"/>
                </a:solidFill>
              </a:rPr>
              <a:t>기반 거리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NavMesh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이용한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경로 그래프</a:t>
            </a:r>
          </a:p>
        </p:txBody>
      </p:sp>
    </p:spTree>
    <p:extLst>
      <p:ext uri="{BB962C8B-B14F-4D97-AF65-F5344CB8AC3E}">
        <p14:creationId xmlns:p14="http://schemas.microsoft.com/office/powerpoint/2010/main" val="1789974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CE111-6705-4007-26E9-3A4B743B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BF214-3D1B-5F52-1AC8-B18874374B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C896C8-D44A-3386-C100-1907D909B0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F099E2-C7BD-5736-7DD2-EE893653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4A1A1-1C60-6231-C803-B60243CB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F9F550A-982D-2461-E63B-6C23FF702E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357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D982-C818-CD38-F986-D3A1CEBB6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6DAC7-7457-2AB2-FF97-EDB156B4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9B86D5-FA44-F0CE-9626-B6E29A2CBA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지형 비용 확인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1</a:t>
            </a:r>
            <a:r>
              <a:rPr lang="ko-KR" altLang="en-US" dirty="0">
                <a:sym typeface="Wingdings" panose="05000000000000000000" pitchFamily="2" charset="2"/>
              </a:rPr>
              <a:t>차 후보들의 지형 확인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지형 특징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이동속도 감소 등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확인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8AF903-5EA8-8BA4-E998-5089766468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B52D70-B204-08E1-81C9-68FE2619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DE34E-30CF-6C28-68DE-1110B303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EE70CC8-3B48-DEFD-CE7C-300146158BD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80C68D-52F1-A77C-B873-ADF351BB3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A706940F-FC31-F070-71A6-0A1970FCC946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891E042-2D00-0D27-9FF6-4825BA2A42B8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E5D41B4-766D-681A-5928-AEA025E06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B0566CAB-E9C9-29A9-1714-02FA620E0056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CA98AE04-9FE9-B7FC-B432-6C564A173659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6CC3672-BA1B-A4AF-5036-D4E29283966D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6BAB686-6320-3673-89C3-5BCC938B426E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BD8BB6-6DC0-B8F6-5C13-9F66C03AE405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39A618-CC51-4A2D-827F-1FF745F22C7D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3FE77EF0-78C7-5F8F-8A4C-913318CDC29B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07BA5C13-3D3A-39AE-47D3-975D259F7619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C275519D-01EE-AC18-8DC8-60B945ADF0E7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F3F1EFE1-DAE4-A02F-173F-267FF69E56B3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99B1C66C-CCFE-AE27-68C6-8342EAB65FD2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65C9655C-272E-303E-A37C-191685D9DA84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A0874D38-FE4B-038F-7968-D96BBDD57262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D08EA1F-50AE-4519-88FA-44CC95A7498C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B7E8C0-1068-099E-1D18-5009A2D350A0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94E71CB9-463C-9C78-2183-AFA3D1361722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733FDC5-AE0A-599F-2855-F468AFF6D13A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1854E19-1623-5FD4-1DC7-F8E756EC2DD4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E7F5515-8709-8710-B5DA-3B6125FBCABE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2C20228-8EAB-E8FC-59AE-6A4B20F35D1E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013DF07-18E3-434E-0E9A-21E97CEA8914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5FF4725-A75B-C6B0-0648-98F45E9BA034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C07C2DA-B23D-BD1E-B6A9-A1E24062D518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CE43F6F-1869-B7E4-09DC-D2AC4D00A830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A9D4D3E1-85BA-218F-0AF5-5A54B40C7A4C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E3A85057-1C7B-EBA8-63CA-BAC9B1CD265E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55C6CDE8-F29C-423A-4F89-199C1B65DF6C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1D688479-1659-ACFD-A69A-571C39C5EC64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A9E893CC-FE49-1F81-0F3B-7AB0424BE205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4461DEDF-F3CF-46FA-4103-5B74C5B8B2C7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B5F494BC-4501-DA5E-44B6-5440AB05E448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2E9A13F-4C18-3EBD-2E39-96618A42F384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AD319BB-40D6-4FBA-E6E5-D44EEB5EAA9E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E6C89FE-321C-9889-65EC-6C409276126A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8C6C1DA-37EE-9CCA-7981-007E1373E4C1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31D4974F-699B-FE12-4C3E-6D2022EFF024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2E330CC1-3BC0-63FB-0FEE-2D1404D5F84F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618AE51-1E04-A8AE-ABF8-78BECC690D90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BAB518E-2572-67BE-7D3E-BD8A733CFA8A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DCA9BE03-6792-CEFC-DC2E-83F52640F5AC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B4C259C-2B52-643E-BF0F-BA4DB67021E5}"/>
              </a:ext>
            </a:extLst>
          </p:cNvPr>
          <p:cNvCxnSpPr>
            <a:cxnSpLocks/>
          </p:cNvCxnSpPr>
          <p:nvPr/>
        </p:nvCxnSpPr>
        <p:spPr>
          <a:xfrm flipH="1">
            <a:off x="7263442" y="4652724"/>
            <a:ext cx="575094" cy="955303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583EAE8-6413-7891-D4D3-DB19DC8C3497}"/>
              </a:ext>
            </a:extLst>
          </p:cNvPr>
          <p:cNvCxnSpPr>
            <a:cxnSpLocks/>
          </p:cNvCxnSpPr>
          <p:nvPr/>
        </p:nvCxnSpPr>
        <p:spPr>
          <a:xfrm>
            <a:off x="7175039" y="4893821"/>
            <a:ext cx="88403" cy="71420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DD543F0-5E5C-C633-5C56-14C399DA9AAF}"/>
              </a:ext>
            </a:extLst>
          </p:cNvPr>
          <p:cNvCxnSpPr>
            <a:cxnSpLocks/>
          </p:cNvCxnSpPr>
          <p:nvPr/>
        </p:nvCxnSpPr>
        <p:spPr>
          <a:xfrm flipH="1">
            <a:off x="7223185" y="4652724"/>
            <a:ext cx="1622790" cy="955303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CAB007-36E6-82FF-15DE-6272E36C5515}"/>
              </a:ext>
            </a:extLst>
          </p:cNvPr>
          <p:cNvSpPr/>
          <p:nvPr/>
        </p:nvSpPr>
        <p:spPr>
          <a:xfrm>
            <a:off x="838200" y="1000664"/>
            <a:ext cx="2607013" cy="824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DBDE9E-CD9D-4BDC-8227-133B13FA7846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1</a:t>
            </a:r>
            <a:r>
              <a:rPr lang="ko-KR" altLang="en-US" sz="2000" b="1" dirty="0"/>
              <a:t>단계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ECEEC7-5ABE-D2F4-498D-2AD965C17A00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1</a:t>
            </a:r>
            <a:r>
              <a:rPr lang="ko-KR" altLang="en-US" sz="2400" dirty="0"/>
              <a:t>차 후보들의 지형 특징 확인</a:t>
            </a:r>
          </a:p>
        </p:txBody>
      </p:sp>
    </p:spTree>
    <p:extLst>
      <p:ext uri="{BB962C8B-B14F-4D97-AF65-F5344CB8AC3E}">
        <p14:creationId xmlns:p14="http://schemas.microsoft.com/office/powerpoint/2010/main" val="1560089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9086-E7A3-CC00-40BD-52CA46CC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6F37B-4964-47C5-D4EC-0358E4B2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93283-AA39-7848-8F5F-DE2067A8CF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지형 비용 확인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1</a:t>
            </a:r>
            <a:r>
              <a:rPr lang="ko-KR" altLang="en-US" dirty="0">
                <a:sym typeface="Wingdings" panose="05000000000000000000" pitchFamily="2" charset="2"/>
              </a:rPr>
              <a:t>차 후보에서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 후보로 가는 경로의 길이 확인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지형 특징이 있다면 반영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없다면 </a:t>
            </a:r>
            <a:r>
              <a:rPr lang="ko-KR" altLang="en-US" dirty="0" err="1">
                <a:sym typeface="Wingdings" panose="05000000000000000000" pitchFamily="2" charset="2"/>
              </a:rPr>
              <a:t>미반영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( </a:t>
            </a:r>
            <a:r>
              <a:rPr lang="ko-KR" altLang="en-US" dirty="0">
                <a:sym typeface="Wingdings" panose="05000000000000000000" pitchFamily="2" charset="2"/>
              </a:rPr>
              <a:t>다음 단계인 </a:t>
            </a:r>
            <a:r>
              <a:rPr lang="ko-KR" altLang="en-US" u="sng" dirty="0">
                <a:sym typeface="Wingdings" panose="05000000000000000000" pitchFamily="2" charset="2"/>
              </a:rPr>
              <a:t>각 경로를 이용하는 시간 계산에 반영 예정</a:t>
            </a:r>
            <a:r>
              <a:rPr lang="en-US" altLang="ko-KR" u="sng" dirty="0">
                <a:sym typeface="Wingdings" panose="05000000000000000000" pitchFamily="2" charset="2"/>
              </a:rPr>
              <a:t>)</a:t>
            </a:r>
            <a:endParaRPr lang="ko-KR" altLang="en-US" u="sng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CD84E3-A814-6A50-ADA4-4A0CF21BB6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C17538-C7DC-BDAD-7096-FBB7E580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596E0C-CFE1-BE0B-F459-637D12F6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5AEB5F4-CC7F-6875-E95E-402C45FFE9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7AC99FB-F15A-3D19-175B-4CC74806B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E6A46F13-0F64-76B1-8712-FE9D9A40BE9B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933DCAA-ACDB-EC05-04E2-0B725D274283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57F9412-024F-F52F-FEC7-D7330A1AD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DBBC5FF3-2A88-9098-6268-B82AC480DEDB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B2F5810F-ED92-548D-7612-67BD4121D813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7663A1F-3E87-DA54-E37B-09D2E7259CFA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D3294F0-0BA0-B204-130D-496CBD93DC43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F4412E-43C9-85C2-8013-9CE7EC5B6D48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2787A6-660F-FD50-815A-B4A5DD8DE20D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83C01D7E-2E99-9132-7790-754357FBC7F6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59924099-CB4D-2BC0-509C-D7B6FEAE0B1A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54DA74FA-590E-DB4B-895F-56057B99D789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8D906CD5-B1D9-9C28-195A-66EEADA6EA0B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4CC3D4DA-1B77-9FE0-E1DC-2F59FCAF65D3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6E71597D-03B7-964C-AB0A-85E1C6B8472E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55CBB863-A774-8C20-9784-0CFE102EF618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E61E9F-5370-F6B7-4778-004467F91ED3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9D4AB95-09FB-08BC-DFE7-238284243956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609AF4E5-0E57-A87A-1177-9B2114850797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6C1EF34-632D-0D01-0197-29900BC002CF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10ABAC0-1C6B-810B-1DC4-B547B5990F9D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41909A4-6317-0C65-2EDB-F3F4FFCB84A5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988A384-2D2B-0F02-7D5E-D7BE893F01BF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2566B5D-E9BE-3325-7702-4303718E4A36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1BCDA3A-7483-63C4-18CF-92E58A99AACD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0982D31-69E6-B7FF-CD37-CD5E848DA7E7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A055E82-C99E-05F9-0A02-5F0FCDA09411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0BB28C63-D56A-5896-99E0-C721DB68ABE9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84955E90-AA9D-D524-9C9D-DDBA216E9A03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51551AB4-E88A-DABD-CC8B-5CF5007D6141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5CFA58AB-5561-D836-D8AA-32C46F1CB1B8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58157A4A-518B-AF07-9591-FC86CBF08AE7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57E54176-5714-188A-6EC0-DE6ACA4C7B2F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02A876E8-E4B3-575E-EA37-BD82F4EA8531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F2F2FA1-5517-386F-B9D7-3127645AF667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997F11D-346A-C5E9-DC17-579469DDD968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CE515FD-0110-748C-AAE7-9164CCC2E0A8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36D7623-2C50-B6EC-B742-91B016B3C989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1EEFCACC-4AFC-032D-1810-6AA20DE9283D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B0595302-E56D-427D-B5AE-7114CE42E712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91B1401-68CB-5772-8B3F-5E79A6360F85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85DE755-507F-5B39-45F8-118E74F45E6C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6F6A8BDC-6840-8AB0-BF37-6FB207F5B3EE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EEAB5AD-4EE3-B2A0-C4AD-31C173869349}"/>
              </a:ext>
            </a:extLst>
          </p:cNvPr>
          <p:cNvCxnSpPr>
            <a:cxnSpLocks/>
          </p:cNvCxnSpPr>
          <p:nvPr/>
        </p:nvCxnSpPr>
        <p:spPr>
          <a:xfrm flipV="1">
            <a:off x="7175039" y="3040263"/>
            <a:ext cx="0" cy="1853558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526A2A-0DDD-7372-2ED9-E378BCF845D0}"/>
              </a:ext>
            </a:extLst>
          </p:cNvPr>
          <p:cNvSpPr/>
          <p:nvPr/>
        </p:nvSpPr>
        <p:spPr>
          <a:xfrm>
            <a:off x="838200" y="1000664"/>
            <a:ext cx="2607013" cy="824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B26640-52DA-1B58-A270-2F42FBF4A1B0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2</a:t>
            </a:r>
            <a:r>
              <a:rPr lang="ko-KR" altLang="en-US" sz="2000" b="1" dirty="0"/>
              <a:t>단계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663ED7-33C5-5629-801B-2D78E164126D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지형 특징 반영 여부 저장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CB204AE-5B71-E6DC-4CE9-492B27A7B1E4}"/>
              </a:ext>
            </a:extLst>
          </p:cNvPr>
          <p:cNvCxnSpPr>
            <a:cxnSpLocks/>
          </p:cNvCxnSpPr>
          <p:nvPr/>
        </p:nvCxnSpPr>
        <p:spPr>
          <a:xfrm flipH="1">
            <a:off x="7175039" y="4364232"/>
            <a:ext cx="505921" cy="52020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795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C3CC-ED64-B68F-8527-67275879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AAC52-0072-2702-16B6-1CF7DCF0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E97C50-17C8-1952-1CEE-13FE9EE482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각 경로를 이용하는 시간 계산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시작점에서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후보로 가는 시간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보라색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+ 1</a:t>
            </a:r>
            <a:r>
              <a:rPr lang="ko-KR" altLang="en-US" dirty="0">
                <a:sym typeface="Wingdings" panose="05000000000000000000" pitchFamily="2" charset="2"/>
              </a:rPr>
              <a:t>차 후보에서 각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 후보로 가는 시간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녹색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B0824D-9C28-B6CA-C382-FB1F7273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00D7F2-E196-5362-571C-D11B2FA9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BA3F2-8AD6-2096-3A8D-C2AAD7F0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54D9BD9-A18E-5969-57A7-7D6DA8CD47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0408746-061D-4152-F21C-823979FA5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41758B48-E9E1-D928-0DA4-8248E688062A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604FE04-B8D5-3904-3723-245F3A0AE19F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9306CE2-B7E7-32E8-D3D6-83573B11E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AC00131D-2FAF-3174-43C6-1715671B3362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7AF20555-4E5C-9C3C-1D92-61FE3EFCDA81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AE5EB13-8135-63EF-5B19-B1BD2A42AA46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1DAB201-CF28-AAE4-C1E9-D21B69247F65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8264EB-9F3E-F18B-CDB1-AD2045990764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447A6E-F112-48A3-C388-BF0B0EA532CD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C8353E59-878F-E8D7-BA39-237DF954CFE1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3D3CFB39-F306-9D97-85CF-83218E3E3334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F6098B34-A721-AB9F-FBBF-64BB952373B8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8AB945C6-21D3-9279-63BE-5553DD4B7D0B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73AB8609-E044-F6D9-F7A5-98F4D97DFD0F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8FB0F087-D1FB-7B80-6D77-484DA1E2981F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C74BED3D-D392-CC3A-D213-53ED62F56D62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3C3062-76BF-0999-949B-50FF608BDC76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D32BF5-C6CB-6C42-BD8C-5D7A6CFFF328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C2E1FB88-6260-3D8E-817D-620F09C16367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A286C22-4E34-BF93-3C85-60EC69CA85A1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231B2E7-F7E7-2B0D-C0B2-76DF2715A533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2096F22-05BA-3345-2EA1-0C0EB54FA72A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DBC2211-505A-0D58-FAE3-5D0A02971F01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D0A04C8-6060-93F0-C98E-412B671EF5A5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60E1332-EB89-EAA2-4157-145EDBE7164B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F57E1BA-FF29-0CA7-B4FF-7B571342D74B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891A76D-4BF8-52A9-F95F-EDA079FB4501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E11484BD-81A3-86A2-BCDB-B175CD9A5E57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9E826493-316A-0189-FC08-C0EE2A747A64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F96E14BE-CB32-C690-E596-099ED49A37D9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8FEAE309-DBBB-03F5-9A48-AD6D68BC6094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A6FE64D-AA2D-87D3-9676-559DF2DE4FDC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10F8F1D3-B660-DD79-318B-4F4686080362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343D6609-2333-8AF8-B429-2B1B2D03AF19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196E456-AADB-2CF1-CF68-A4172A64CDE7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98BB342-4829-D0F8-3AD3-E137BA2C74A4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5FD5FE2-BCD3-70C2-9167-E22B1D8710CA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A038223-FE2C-37F9-73D3-9C981287F721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AEF6CAF2-371A-900F-1551-6C0506761DD1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E54A74DA-0795-8D50-EFDB-4017C4C6F9A6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C68BC7C-247A-02C3-2767-87AA5429BA51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9FCD374-D947-E3CE-E2F5-7C54FBE38370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FC0A16FE-5B80-31CA-26D2-89E580E95367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581CE2D-D7B1-7576-5321-CF70DDF5B3BA}"/>
              </a:ext>
            </a:extLst>
          </p:cNvPr>
          <p:cNvCxnSpPr>
            <a:cxnSpLocks/>
          </p:cNvCxnSpPr>
          <p:nvPr/>
        </p:nvCxnSpPr>
        <p:spPr>
          <a:xfrm flipV="1">
            <a:off x="7175039" y="3040263"/>
            <a:ext cx="0" cy="1853558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598A90-72B2-E1BB-4FC9-B97EC1303427}"/>
              </a:ext>
            </a:extLst>
          </p:cNvPr>
          <p:cNvSpPr/>
          <p:nvPr/>
        </p:nvSpPr>
        <p:spPr>
          <a:xfrm>
            <a:off x="838200" y="1000664"/>
            <a:ext cx="2607013" cy="824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A2F9C5-BC27-D5E2-986A-0FE5D484FC24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2F11B3-E0A6-EAD1-7A75-8D02682CC714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각 경로를 이용하는 시간 계산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BCC9CE0-23EF-D919-B5C8-A51054658409}"/>
              </a:ext>
            </a:extLst>
          </p:cNvPr>
          <p:cNvCxnSpPr>
            <a:cxnSpLocks/>
          </p:cNvCxnSpPr>
          <p:nvPr/>
        </p:nvCxnSpPr>
        <p:spPr>
          <a:xfrm flipH="1">
            <a:off x="7175039" y="4364232"/>
            <a:ext cx="505921" cy="520206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662187-1515-D443-0537-468ED4AA8C6D}"/>
              </a:ext>
            </a:extLst>
          </p:cNvPr>
          <p:cNvCxnSpPr>
            <a:cxnSpLocks/>
          </p:cNvCxnSpPr>
          <p:nvPr/>
        </p:nvCxnSpPr>
        <p:spPr>
          <a:xfrm>
            <a:off x="7175039" y="4893821"/>
            <a:ext cx="88403" cy="714206"/>
          </a:xfrm>
          <a:prstGeom prst="line">
            <a:avLst/>
          </a:prstGeom>
          <a:ln w="571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/2 액자 15">
            <a:extLst>
              <a:ext uri="{FF2B5EF4-FFF2-40B4-BE49-F238E27FC236}">
                <a16:creationId xmlns:a16="http://schemas.microsoft.com/office/drawing/2014/main" id="{55FAFCCA-992D-88A8-238D-E72C00DD3BE2}"/>
              </a:ext>
            </a:extLst>
          </p:cNvPr>
          <p:cNvSpPr/>
          <p:nvPr/>
        </p:nvSpPr>
        <p:spPr>
          <a:xfrm rot="2734196">
            <a:off x="7081213" y="4917060"/>
            <a:ext cx="207855" cy="220937"/>
          </a:xfrm>
          <a:prstGeom prst="half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0030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F5EA4-9340-0053-FCC6-DB413F19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55B7F-842B-5DD8-5E2A-4BBB5ACD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B3EA95-FE8C-2AEB-C540-524D835265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각 경로를 이용하는 시간 계산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시작점에서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후보로 가는 시간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보라색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+ 1</a:t>
            </a:r>
            <a:r>
              <a:rPr lang="ko-KR" altLang="en-US" dirty="0">
                <a:sym typeface="Wingdings" panose="05000000000000000000" pitchFamily="2" charset="2"/>
              </a:rPr>
              <a:t>차 후보에서 각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 후보로 가는 시간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녹색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C0C7F4-1304-9013-9F63-248E1C9EAB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49679-F5D1-E70E-DD3A-5EBAAFF39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74E319-4C60-3781-94E8-18955019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966FD00-16CD-4F3C-C672-417EE439A0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B0769AB-B2F4-EC79-A1AC-FD7F9A679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95FCFABE-EEF2-99B8-D722-A4078C3355BB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15A508-94C0-D1EE-7A21-40C31A85DA3A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4F9006D-854C-6C7E-9F6B-B84111AA4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8A6F79B3-8308-9FD4-BA7D-066AA090B537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D6E73E05-1AD9-4430-1A6B-D66EDBD3984C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A473022-8594-1B2A-A61F-7C10E59A1623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65112DC-73C7-ACAF-650D-E97D5F934C45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91F763-90D1-206A-B58A-AB81C23BA234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B10D45-48C0-6F01-DB38-400AC804317A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DCDEABD1-071C-C621-8E05-A9D5C8AF993C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F5B8DDE9-0F37-3EB3-0188-AF9E58D5FAA2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AECB0E-2846-66C6-8360-51A200344BB4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9470A124-F79E-3CE9-948F-BE92FBCFDA2C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5CD888DF-EB38-DFF6-106A-90F422AEA690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89530E0F-D029-9957-EDC5-0D6B4DBBBEA2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14928AE4-7E0A-D41C-CEDD-8627E51939DA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6932D95-CE94-5146-C746-36F7BC20B291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64980CD-9B2D-C771-2708-23F9F3710CF5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D075BC86-E26D-2B02-944A-01F177CDB15B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77A4DD6-EA69-FAA8-7184-BDB7AD3D58E2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FA0AD4-ED2B-E357-E6E2-BE61C0570000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F3094BB-543D-1B95-84EA-1244D1F3D1A1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24508CD-627B-9C4B-2681-797B122F22F7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CF38B36-77C5-D982-25CB-4A74D285D0AB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CC9E121-E8E6-97F5-6AD3-A15DE2DAC428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0300762-1497-BE33-2465-93661F198818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ED6A24D-69DC-FDB2-09C5-76DB9CF26844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D9C40DA0-1471-5E3A-7840-EA1D189645A0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05C5B1DB-D5FF-E299-1F58-94C4D9488C61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5D9C4D51-3F18-70D6-775E-A97A13264BFA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5A7648DD-8623-8D82-201F-42BD3101E495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CB14CD16-E87E-2943-8B56-29E390714EC0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1000CAF6-BEBD-9E19-43F4-7A7C08EA7F1B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16D44312-AFCB-B33A-BC59-504B2E0FB671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9288BDE-6633-0201-8406-9C67901D28A5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E7FD796-6F22-D1A8-4F44-F6E7ACF88882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D9BDD84-8A97-9771-8B80-6092C948375B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66E1BD1-7993-1C4A-FF27-4AE359C09B28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F30E0079-02F2-01DB-88CD-10FF0956B33C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D09AC257-9D79-F748-E456-220CEEEBCCA7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67BE516-D06A-4C74-ADFD-92FC0EAC0B8F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B23E5A4-F76E-8A5D-A15C-A336786362E5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E21E83B-E772-135F-44BA-FC3354B15B60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5261D22-DD0C-5CF5-3C09-E2CBAE1FA64F}"/>
              </a:ext>
            </a:extLst>
          </p:cNvPr>
          <p:cNvCxnSpPr>
            <a:cxnSpLocks/>
          </p:cNvCxnSpPr>
          <p:nvPr/>
        </p:nvCxnSpPr>
        <p:spPr>
          <a:xfrm flipV="1">
            <a:off x="7791604" y="3051567"/>
            <a:ext cx="0" cy="1579915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D04EBC-631E-CD75-373B-50251A0AC9B1}"/>
              </a:ext>
            </a:extLst>
          </p:cNvPr>
          <p:cNvSpPr/>
          <p:nvPr/>
        </p:nvSpPr>
        <p:spPr>
          <a:xfrm>
            <a:off x="838200" y="1000664"/>
            <a:ext cx="2607013" cy="824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F46146-803E-6109-0993-AE9779646446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9A3162-8D62-ED3C-9CED-9A1891A5AF55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각 경로를 이용하는 시간 계산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8D7A5A-E1B1-9F86-904E-35296A562E85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7865258" y="3966165"/>
            <a:ext cx="427602" cy="665317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277CE6-480D-0EE5-3E0C-3A0C87CF6BC7}"/>
              </a:ext>
            </a:extLst>
          </p:cNvPr>
          <p:cNvCxnSpPr>
            <a:cxnSpLocks/>
          </p:cNvCxnSpPr>
          <p:nvPr/>
        </p:nvCxnSpPr>
        <p:spPr>
          <a:xfrm flipH="1">
            <a:off x="7263442" y="4652724"/>
            <a:ext cx="575094" cy="955303"/>
          </a:xfrm>
          <a:prstGeom prst="line">
            <a:avLst/>
          </a:prstGeom>
          <a:ln w="571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1/2 액자 59">
            <a:extLst>
              <a:ext uri="{FF2B5EF4-FFF2-40B4-BE49-F238E27FC236}">
                <a16:creationId xmlns:a16="http://schemas.microsoft.com/office/drawing/2014/main" id="{0CA0669F-64C2-0B89-BCED-83D6E67CD6E5}"/>
              </a:ext>
            </a:extLst>
          </p:cNvPr>
          <p:cNvSpPr/>
          <p:nvPr/>
        </p:nvSpPr>
        <p:spPr>
          <a:xfrm rot="4692680">
            <a:off x="7679316" y="4658266"/>
            <a:ext cx="207855" cy="220937"/>
          </a:xfrm>
          <a:prstGeom prst="half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082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DCEFC-7DF4-FA88-41C6-2BCA7D38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AF6FE-A570-CBDB-F41A-A34C1324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7C851A-4EE9-118B-EAD6-EED1232C77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각 경로를 이용하는 시간 계산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시작점에서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후보로 가는 시간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보라색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+ 1</a:t>
            </a:r>
            <a:r>
              <a:rPr lang="ko-KR" altLang="en-US" dirty="0">
                <a:sym typeface="Wingdings" panose="05000000000000000000" pitchFamily="2" charset="2"/>
              </a:rPr>
              <a:t>차 후보에서 각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 후보로 가는 시간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녹색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861A4E-257D-8CE2-749A-7D457CA512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CE3B6D-DA11-ECA9-8E8D-A8A6920A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9D1A27-FCCB-C364-4120-999E310B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D4ADD2A-9C45-CDFD-B425-F718A2A44C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A18A77C-C52D-701A-226D-DF6717B92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B2087912-452D-3898-4963-7D02753C2748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81E4E41-C144-85C8-DEC0-09F97DAC65C3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3B0F0B0-BB74-1BB0-8067-FFD98F057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A9E899A-A3CE-E0E3-8077-7BF8903B46C5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388D143F-5DDD-48ED-B73B-C0D5B0290A05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6F3B9EF-59D8-79AF-4222-BDD2A76B6570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3484CA1-C0D1-1ED4-CEA0-A4642B9AA2F3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C96063-CADD-7A98-0277-E06D0AD9753D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810756-4167-01F5-186A-876218C11991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712916A8-9E47-9DB9-0AD9-AEE1F9FDED90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9E02572C-1220-5117-3027-5B11443A6299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04D6FB7D-0C1D-4300-932C-304A51DC4355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397CF8F1-07A3-523B-76B2-B6225369093C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3816F922-E890-6C2A-066B-CACA7D9339D7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D0B187BF-3043-7B9E-FF86-B5960BF1004C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94B419B0-CE43-2D69-7157-1B8F46E26E9E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8D1FF6A-B354-B99F-961D-99A654250C82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5937236-5EB9-ADE0-6940-0EF50316E3AD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DC1B9708-DA66-1C1D-91CA-FBE0FCF9A2EC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452B015-56EE-1C2B-0168-F3061B3C2C43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FD0FD9B-77A0-E628-0763-C1047B0D6CEE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ADF19F1-0C38-CD2D-C359-088585E51491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A3A8C78-5A1D-A907-F090-70A210789AA5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745C3BA-697C-6290-C9CE-C4A7D3C9C28E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940574C-C6AD-9C53-FA95-E6F39B0F2EBF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4507838-8E3F-4D35-10B2-3B06414340C1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BF8B6AF-F06E-1577-2FB2-7788A0F3FA5E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823304EC-072C-3D39-92EE-96F10C7E7935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E1647CAB-4A05-0FF1-997F-269393040FC8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699E7D34-9134-CD1A-C825-D02FE95077F9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B69E613E-D945-4557-27D4-2F4F4CBCCE98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A3BA4BBC-6469-6101-AE25-43C758A54990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1A58D59E-8C7E-0763-CBAE-3E87F6CB0BBC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DB028EF8-B791-5874-4627-3791639B0D16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390573C-3F7E-9D81-D73E-5179BA6AC508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BE92478-D801-CDCA-F25E-0AFFED70F31F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D799E6A-AD8F-C3BB-BD05-57D6696C05A6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56F8D0-E9E1-D196-AE86-C6630BF0C8B1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682CAC3F-E6C6-CE25-A222-5209E7F13F1F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BEA3F563-3B87-1915-4D29-48BF6DD88DBE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BDAE817-03B6-1D7A-3BCE-7A87A1CCC48F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8DA9737-178D-52B7-EC7C-BEC48B2BF187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6DB885A7-CF84-744C-9407-83CC85A29A09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CBF8E32-F029-6D5F-C905-35CE6D7D9234}"/>
              </a:ext>
            </a:extLst>
          </p:cNvPr>
          <p:cNvCxnSpPr>
            <a:cxnSpLocks/>
          </p:cNvCxnSpPr>
          <p:nvPr/>
        </p:nvCxnSpPr>
        <p:spPr>
          <a:xfrm flipV="1">
            <a:off x="8852253" y="4059343"/>
            <a:ext cx="148259" cy="572139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4D1722-5711-0BAD-21A0-FE62340766D9}"/>
              </a:ext>
            </a:extLst>
          </p:cNvPr>
          <p:cNvSpPr/>
          <p:nvPr/>
        </p:nvSpPr>
        <p:spPr>
          <a:xfrm>
            <a:off x="838200" y="1000664"/>
            <a:ext cx="2607013" cy="824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3E2FEC-38B0-5BE6-1B91-C3B93EBD3F26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070586-9A82-AFAF-AB07-BD5841F548E4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각 경로를 이용하는 시간 계산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24D7A0F-41F5-A560-7B7E-60ADF62E5C79}"/>
              </a:ext>
            </a:extLst>
          </p:cNvPr>
          <p:cNvCxnSpPr>
            <a:cxnSpLocks/>
          </p:cNvCxnSpPr>
          <p:nvPr/>
        </p:nvCxnSpPr>
        <p:spPr>
          <a:xfrm flipH="1">
            <a:off x="8870118" y="3898708"/>
            <a:ext cx="863291" cy="73779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3D0044B-EA20-26C8-E4F5-5A3D585808CB}"/>
              </a:ext>
            </a:extLst>
          </p:cNvPr>
          <p:cNvCxnSpPr>
            <a:cxnSpLocks/>
          </p:cNvCxnSpPr>
          <p:nvPr/>
        </p:nvCxnSpPr>
        <p:spPr>
          <a:xfrm flipH="1">
            <a:off x="7223185" y="4652724"/>
            <a:ext cx="1622790" cy="955303"/>
          </a:xfrm>
          <a:prstGeom prst="line">
            <a:avLst/>
          </a:prstGeom>
          <a:ln w="571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1/2 액자 64">
            <a:extLst>
              <a:ext uri="{FF2B5EF4-FFF2-40B4-BE49-F238E27FC236}">
                <a16:creationId xmlns:a16="http://schemas.microsoft.com/office/drawing/2014/main" id="{F7E46868-8D8A-BDC9-7769-A69485EE7394}"/>
              </a:ext>
            </a:extLst>
          </p:cNvPr>
          <p:cNvSpPr/>
          <p:nvPr/>
        </p:nvSpPr>
        <p:spPr>
          <a:xfrm rot="5943518">
            <a:off x="8645479" y="4600756"/>
            <a:ext cx="207855" cy="220937"/>
          </a:xfrm>
          <a:prstGeom prst="half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6838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5290B-0D57-40BB-19E5-158D5EBC9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E3CFE-C510-6664-5ACE-D75EB304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F489F-4B58-7C25-5492-C57A0E46B3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각 경로 예상 시간 저장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&gt; 1</a:t>
            </a:r>
            <a:r>
              <a:rPr lang="ko-KR" altLang="en-US" dirty="0">
                <a:sym typeface="Wingdings" panose="05000000000000000000" pitchFamily="2" charset="2"/>
              </a:rPr>
              <a:t>차 후보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지형 특징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거리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플레이어 속도만 요소로 사용됨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E234C8-0CE8-DBAB-D5C5-DCFC05BAE9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B8B73F-805B-0CCF-07D0-16F50DED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A9BCB4-619E-C881-0CBE-9243EAB5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413D8E3-F298-7B8A-630F-62B900F902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E48FDAA-06A5-6CF0-AF6F-EB33982B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30" y="1856618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3C0627E7-9928-EE7F-96B7-B59C376D20D2}"/>
              </a:ext>
            </a:extLst>
          </p:cNvPr>
          <p:cNvSpPr/>
          <p:nvPr/>
        </p:nvSpPr>
        <p:spPr>
          <a:xfrm>
            <a:off x="6627329" y="1856619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623BBA4-F4E3-5C60-FA0C-B69063E7C9E9}"/>
              </a:ext>
            </a:extLst>
          </p:cNvPr>
          <p:cNvSpPr/>
          <p:nvPr/>
        </p:nvSpPr>
        <p:spPr>
          <a:xfrm>
            <a:off x="8284701" y="2745581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2F22DA6-4CB8-135B-155E-D6D67E8A1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671" y="4806950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A8A97FBC-EFCE-1418-BCDE-C5E5F980012E}"/>
              </a:ext>
            </a:extLst>
          </p:cNvPr>
          <p:cNvSpPr/>
          <p:nvPr/>
        </p:nvSpPr>
        <p:spPr>
          <a:xfrm>
            <a:off x="9752952" y="1860941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A80CEAF8-7E28-64D2-A644-9484A703B775}"/>
              </a:ext>
            </a:extLst>
          </p:cNvPr>
          <p:cNvSpPr/>
          <p:nvPr/>
        </p:nvSpPr>
        <p:spPr>
          <a:xfrm>
            <a:off x="9518188" y="1860942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B6875C4-8FB7-B6E0-E5D6-A9C31373A336}"/>
              </a:ext>
            </a:extLst>
          </p:cNvPr>
          <p:cNvSpPr/>
          <p:nvPr/>
        </p:nvSpPr>
        <p:spPr>
          <a:xfrm>
            <a:off x="9429547" y="2651517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397AED1-E862-F135-9E0B-A919D49616A3}"/>
              </a:ext>
            </a:extLst>
          </p:cNvPr>
          <p:cNvSpPr/>
          <p:nvPr/>
        </p:nvSpPr>
        <p:spPr>
          <a:xfrm>
            <a:off x="6632782" y="3788132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F18E85-81B5-84F4-73AB-904E04B9706A}"/>
              </a:ext>
            </a:extLst>
          </p:cNvPr>
          <p:cNvSpPr txBox="1"/>
          <p:nvPr/>
        </p:nvSpPr>
        <p:spPr>
          <a:xfrm>
            <a:off x="9733409" y="3669106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85E0D1-EBEB-4768-0589-916B79CE6FF3}"/>
              </a:ext>
            </a:extLst>
          </p:cNvPr>
          <p:cNvSpPr txBox="1"/>
          <p:nvPr/>
        </p:nvSpPr>
        <p:spPr>
          <a:xfrm>
            <a:off x="8233270" y="5269473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77412129-5E6E-CB41-5B2A-18F13F5794BA}"/>
              </a:ext>
            </a:extLst>
          </p:cNvPr>
          <p:cNvSpPr/>
          <p:nvPr/>
        </p:nvSpPr>
        <p:spPr>
          <a:xfrm>
            <a:off x="9372932" y="200707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3D8BC9B-C5C2-1BB0-7128-651A794576BC}"/>
              </a:ext>
            </a:extLst>
          </p:cNvPr>
          <p:cNvSpPr/>
          <p:nvPr/>
        </p:nvSpPr>
        <p:spPr>
          <a:xfrm>
            <a:off x="7753486" y="544826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B75BC1FA-324F-605D-082B-77DA26F6F04B}"/>
              </a:ext>
            </a:extLst>
          </p:cNvPr>
          <p:cNvSpPr/>
          <p:nvPr/>
        </p:nvSpPr>
        <p:spPr>
          <a:xfrm>
            <a:off x="9879163" y="579785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C03B2492-5EEB-52FA-5CDD-0BE2BA5F41A8}"/>
              </a:ext>
            </a:extLst>
          </p:cNvPr>
          <p:cNvSpPr/>
          <p:nvPr/>
        </p:nvSpPr>
        <p:spPr>
          <a:xfrm>
            <a:off x="7022972" y="3774535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A2D9E9CE-2200-EAC9-5CBD-7D124FE84247}"/>
              </a:ext>
            </a:extLst>
          </p:cNvPr>
          <p:cNvSpPr/>
          <p:nvPr/>
        </p:nvSpPr>
        <p:spPr>
          <a:xfrm>
            <a:off x="9488264" y="4173732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BE9EF42B-FAEE-C514-8EF7-B9497B5875C9}"/>
              </a:ext>
            </a:extLst>
          </p:cNvPr>
          <p:cNvSpPr/>
          <p:nvPr/>
        </p:nvSpPr>
        <p:spPr>
          <a:xfrm>
            <a:off x="8676887" y="3756414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33" name="십자형 32">
            <a:extLst>
              <a:ext uri="{FF2B5EF4-FFF2-40B4-BE49-F238E27FC236}">
                <a16:creationId xmlns:a16="http://schemas.microsoft.com/office/drawing/2014/main" id="{11920560-E286-B3F8-A8BB-3F0262F0031B}"/>
              </a:ext>
            </a:extLst>
          </p:cNvPr>
          <p:cNvSpPr/>
          <p:nvPr/>
        </p:nvSpPr>
        <p:spPr>
          <a:xfrm>
            <a:off x="8026562" y="4439446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E312EFE-4D38-C363-0106-3CF28AA35456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5182A69-7A9F-D669-9CCD-EBBBD83CE4DA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F13E6650-7815-D1AF-CF5D-320CB1B03065}"/>
              </a:ext>
            </a:extLst>
          </p:cNvPr>
          <p:cNvSpPr/>
          <p:nvPr/>
        </p:nvSpPr>
        <p:spPr>
          <a:xfrm>
            <a:off x="8861213" y="32282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3D8A2F1-3032-D12C-ECC0-54386FF38574}"/>
              </a:ext>
            </a:extLst>
          </p:cNvPr>
          <p:cNvSpPr/>
          <p:nvPr/>
        </p:nvSpPr>
        <p:spPr>
          <a:xfrm>
            <a:off x="6627329" y="1856618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A40DE27-0860-2BD5-4F2C-AF45E6BCE3ED}"/>
              </a:ext>
            </a:extLst>
          </p:cNvPr>
          <p:cNvSpPr/>
          <p:nvPr/>
        </p:nvSpPr>
        <p:spPr>
          <a:xfrm>
            <a:off x="8247607" y="2737336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8559A8D-7226-A780-6594-9614C5F2A828}"/>
              </a:ext>
            </a:extLst>
          </p:cNvPr>
          <p:cNvSpPr/>
          <p:nvPr/>
        </p:nvSpPr>
        <p:spPr>
          <a:xfrm>
            <a:off x="8846641" y="4109537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FAE45A5-BF9E-DCF0-B01B-917F424C86B2}"/>
              </a:ext>
            </a:extLst>
          </p:cNvPr>
          <p:cNvSpPr/>
          <p:nvPr/>
        </p:nvSpPr>
        <p:spPr>
          <a:xfrm>
            <a:off x="7731887" y="3937448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6B5A9F6-262A-99B2-296B-607DD73F3C16}"/>
              </a:ext>
            </a:extLst>
          </p:cNvPr>
          <p:cNvSpPr/>
          <p:nvPr/>
        </p:nvSpPr>
        <p:spPr>
          <a:xfrm>
            <a:off x="6646466" y="3051567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78D06BB-B65C-2AE1-425C-DA4AD936AA8E}"/>
              </a:ext>
            </a:extLst>
          </p:cNvPr>
          <p:cNvSpPr/>
          <p:nvPr/>
        </p:nvSpPr>
        <p:spPr>
          <a:xfrm>
            <a:off x="9542739" y="2506263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318BBFD-A978-906E-FCF9-97BFF20AC121}"/>
              </a:ext>
            </a:extLst>
          </p:cNvPr>
          <p:cNvSpPr/>
          <p:nvPr/>
        </p:nvSpPr>
        <p:spPr>
          <a:xfrm>
            <a:off x="7889104" y="4884438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F6071EA-3EE8-40AB-2AB1-82B120720170}"/>
              </a:ext>
            </a:extLst>
          </p:cNvPr>
          <p:cNvSpPr/>
          <p:nvPr/>
        </p:nvSpPr>
        <p:spPr>
          <a:xfrm>
            <a:off x="7737421" y="3079918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45CCC40E-F6D7-40F9-5155-9BA7235DBE31}"/>
              </a:ext>
            </a:extLst>
          </p:cNvPr>
          <p:cNvSpPr/>
          <p:nvPr/>
        </p:nvSpPr>
        <p:spPr>
          <a:xfrm>
            <a:off x="6625087" y="1849818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55E015D2-692D-AA99-6543-381B75F1820C}"/>
              </a:ext>
            </a:extLst>
          </p:cNvPr>
          <p:cNvSpPr/>
          <p:nvPr/>
        </p:nvSpPr>
        <p:spPr>
          <a:xfrm>
            <a:off x="6619336" y="3051765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472AF870-E5A2-29A9-01A9-83E9E6CF77B4}"/>
              </a:ext>
            </a:extLst>
          </p:cNvPr>
          <p:cNvSpPr/>
          <p:nvPr/>
        </p:nvSpPr>
        <p:spPr>
          <a:xfrm>
            <a:off x="7648755" y="3040263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232E4D9C-106E-695B-F480-1CEA8633FA38}"/>
              </a:ext>
            </a:extLst>
          </p:cNvPr>
          <p:cNvSpPr/>
          <p:nvPr/>
        </p:nvSpPr>
        <p:spPr>
          <a:xfrm>
            <a:off x="8269856" y="2735463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3CE9AD29-E90A-7AE4-5ED8-3F88F6F5DC9D}"/>
              </a:ext>
            </a:extLst>
          </p:cNvPr>
          <p:cNvSpPr/>
          <p:nvPr/>
        </p:nvSpPr>
        <p:spPr>
          <a:xfrm>
            <a:off x="8810445" y="3966165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46A91D14-4144-DBAC-C552-8607B30A4496}"/>
              </a:ext>
            </a:extLst>
          </p:cNvPr>
          <p:cNvSpPr/>
          <p:nvPr/>
        </p:nvSpPr>
        <p:spPr>
          <a:xfrm>
            <a:off x="9500558" y="2482422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037A43D6-A3B0-AC3D-7600-577A7A16CDF3}"/>
              </a:ext>
            </a:extLst>
          </p:cNvPr>
          <p:cNvSpPr/>
          <p:nvPr/>
        </p:nvSpPr>
        <p:spPr>
          <a:xfrm>
            <a:off x="7890294" y="4857562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502E24-8A6A-1E37-16D2-67D4A4302623}"/>
              </a:ext>
            </a:extLst>
          </p:cNvPr>
          <p:cNvSpPr/>
          <p:nvPr/>
        </p:nvSpPr>
        <p:spPr>
          <a:xfrm>
            <a:off x="9366818" y="2009335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E1E2C93-F136-014A-D9DA-DBFBEDD466C7}"/>
              </a:ext>
            </a:extLst>
          </p:cNvPr>
          <p:cNvSpPr/>
          <p:nvPr/>
        </p:nvSpPr>
        <p:spPr>
          <a:xfrm>
            <a:off x="8485304" y="457385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2386C5D-F854-3AB3-7F5D-DE8B8476FBAD}"/>
              </a:ext>
            </a:extLst>
          </p:cNvPr>
          <p:cNvSpPr/>
          <p:nvPr/>
        </p:nvSpPr>
        <p:spPr>
          <a:xfrm>
            <a:off x="6899844" y="2889579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AF61772-0278-370E-BC17-CA5E8CA60AD3}"/>
              </a:ext>
            </a:extLst>
          </p:cNvPr>
          <p:cNvSpPr/>
          <p:nvPr/>
        </p:nvSpPr>
        <p:spPr>
          <a:xfrm>
            <a:off x="10460410" y="4376797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더하기 기호 55">
            <a:extLst>
              <a:ext uri="{FF2B5EF4-FFF2-40B4-BE49-F238E27FC236}">
                <a16:creationId xmlns:a16="http://schemas.microsoft.com/office/drawing/2014/main" id="{7609CE78-81F3-10E7-EB16-B807DF7B3E0E}"/>
              </a:ext>
            </a:extLst>
          </p:cNvPr>
          <p:cNvSpPr/>
          <p:nvPr/>
        </p:nvSpPr>
        <p:spPr>
          <a:xfrm>
            <a:off x="9013613" y="3380699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십자형 56">
            <a:extLst>
              <a:ext uri="{FF2B5EF4-FFF2-40B4-BE49-F238E27FC236}">
                <a16:creationId xmlns:a16="http://schemas.microsoft.com/office/drawing/2014/main" id="{062AE966-A97D-E0AC-CFF6-C7144BF5FBFD}"/>
              </a:ext>
            </a:extLst>
          </p:cNvPr>
          <p:cNvSpPr/>
          <p:nvPr/>
        </p:nvSpPr>
        <p:spPr>
          <a:xfrm>
            <a:off x="6670213" y="5543515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D485F44-08B6-34F9-8137-4A041678E9D1}"/>
              </a:ext>
            </a:extLst>
          </p:cNvPr>
          <p:cNvSpPr/>
          <p:nvPr/>
        </p:nvSpPr>
        <p:spPr>
          <a:xfrm>
            <a:off x="6666697" y="3533555"/>
            <a:ext cx="929124" cy="841079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807685F-90DA-8796-68CF-0F914449FA0F}"/>
              </a:ext>
            </a:extLst>
          </p:cNvPr>
          <p:cNvSpPr/>
          <p:nvPr/>
        </p:nvSpPr>
        <p:spPr>
          <a:xfrm>
            <a:off x="7639051" y="3494285"/>
            <a:ext cx="666016" cy="636182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E14DD2CB-F701-EB39-BF86-DC638DC72902}"/>
              </a:ext>
            </a:extLst>
          </p:cNvPr>
          <p:cNvSpPr/>
          <p:nvPr/>
        </p:nvSpPr>
        <p:spPr>
          <a:xfrm>
            <a:off x="9034660" y="4130343"/>
            <a:ext cx="623644" cy="522381"/>
          </a:xfrm>
          <a:prstGeom prst="ellipse">
            <a:avLst/>
          </a:prstGeom>
          <a:solidFill>
            <a:srgbClr val="FFC000">
              <a:alpha val="18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2680515-B970-1AA3-33DD-3D1DD5D70936}"/>
              </a:ext>
            </a:extLst>
          </p:cNvPr>
          <p:cNvCxnSpPr>
            <a:cxnSpLocks/>
          </p:cNvCxnSpPr>
          <p:nvPr/>
        </p:nvCxnSpPr>
        <p:spPr>
          <a:xfrm flipV="1">
            <a:off x="8852253" y="4059343"/>
            <a:ext cx="148259" cy="572139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3FA508-F895-8F9C-CDAB-360481206F1A}"/>
              </a:ext>
            </a:extLst>
          </p:cNvPr>
          <p:cNvSpPr/>
          <p:nvPr/>
        </p:nvSpPr>
        <p:spPr>
          <a:xfrm>
            <a:off x="838200" y="1000664"/>
            <a:ext cx="2607013" cy="824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EFDF7D-2A0A-D99F-B757-47C670FA89BD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4</a:t>
            </a:r>
            <a:r>
              <a:rPr lang="ko-KR" altLang="en-US" sz="2000" b="1" dirty="0"/>
              <a:t>단계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C7EE6A-2F10-BA63-3EA2-BAD0C1AC37C8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>
                <a:sym typeface="Wingdings" panose="05000000000000000000" pitchFamily="2" charset="2"/>
              </a:rPr>
              <a:t>각 경로 예상 시간 저장</a:t>
            </a:r>
            <a:endParaRPr lang="ko-KR" altLang="en-US" sz="24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03828CB-808C-30BA-8D06-A4F63FBD3D40}"/>
              </a:ext>
            </a:extLst>
          </p:cNvPr>
          <p:cNvCxnSpPr>
            <a:cxnSpLocks/>
          </p:cNvCxnSpPr>
          <p:nvPr/>
        </p:nvCxnSpPr>
        <p:spPr>
          <a:xfrm flipH="1">
            <a:off x="8870118" y="3898708"/>
            <a:ext cx="863291" cy="73779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C8C642B-D102-4507-C00B-B9F32316BE90}"/>
              </a:ext>
            </a:extLst>
          </p:cNvPr>
          <p:cNvCxnSpPr>
            <a:cxnSpLocks/>
          </p:cNvCxnSpPr>
          <p:nvPr/>
        </p:nvCxnSpPr>
        <p:spPr>
          <a:xfrm flipH="1">
            <a:off x="7223185" y="4652724"/>
            <a:ext cx="1622790" cy="955303"/>
          </a:xfrm>
          <a:prstGeom prst="line">
            <a:avLst/>
          </a:prstGeom>
          <a:ln w="571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/2 액자 8">
            <a:extLst>
              <a:ext uri="{FF2B5EF4-FFF2-40B4-BE49-F238E27FC236}">
                <a16:creationId xmlns:a16="http://schemas.microsoft.com/office/drawing/2014/main" id="{78BB9BEB-083A-CA48-A337-9C220C130961}"/>
              </a:ext>
            </a:extLst>
          </p:cNvPr>
          <p:cNvSpPr/>
          <p:nvPr/>
        </p:nvSpPr>
        <p:spPr>
          <a:xfrm rot="5943518">
            <a:off x="8645479" y="4600756"/>
            <a:ext cx="207855" cy="220937"/>
          </a:xfrm>
          <a:prstGeom prst="half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6255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AF947-B33F-DC45-1562-73FD24BA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08820F-48FA-3686-18BC-A471485AC3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A506D0-E064-DD3F-E146-D9D48405FE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999316-3823-CD60-F1E1-F32285A6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13E16-F2DC-00EC-FAB1-D8846A90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48E451E-E9FA-2DA2-4194-836E95A52F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74D1A14-74EF-7AB4-B966-D0EAB93BD357}"/>
              </a:ext>
            </a:extLst>
          </p:cNvPr>
          <p:cNvCxnSpPr>
            <a:cxnSpLocks/>
          </p:cNvCxnSpPr>
          <p:nvPr/>
        </p:nvCxnSpPr>
        <p:spPr>
          <a:xfrm flipH="1">
            <a:off x="7223185" y="4652724"/>
            <a:ext cx="1622790" cy="955303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3005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35B0C-101C-E892-A633-7E4AEB36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03C5FE-5A3C-4AA4-AB80-6DCCC3BACF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배송품</a:t>
            </a:r>
            <a:r>
              <a:rPr lang="ko-KR" altLang="en-US" dirty="0"/>
              <a:t> 확인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일반인지 파손가능인지 확인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일반일 경우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고려 값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파손 가능한 경우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플레이어가 얼마나 화물을 </a:t>
            </a:r>
            <a:r>
              <a:rPr lang="ko-KR" altLang="en-US" dirty="0" err="1">
                <a:sym typeface="Wingdings" panose="05000000000000000000" pitchFamily="2" charset="2"/>
              </a:rPr>
              <a:t>내려놓았는지의</a:t>
            </a:r>
            <a:r>
              <a:rPr lang="ko-KR" altLang="en-US" dirty="0">
                <a:sym typeface="Wingdings" panose="05000000000000000000" pitchFamily="2" charset="2"/>
              </a:rPr>
              <a:t> 수치를 받아 그것을 확률로 적용</a:t>
            </a:r>
            <a:r>
              <a:rPr lang="en-US" altLang="ko-KR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진행상황을 봐서 </a:t>
            </a:r>
            <a:r>
              <a:rPr lang="ko-KR" altLang="en-US" dirty="0" err="1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기획수정고려</a:t>
            </a:r>
            <a:r>
              <a:rPr lang="en-US" altLang="ko-KR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)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C94192-705E-8A12-3C71-77DCCD73C1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1BA6EE-89B7-FE73-EC72-2D9B108D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3A655C-112C-68B0-389E-A9DAE70B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39F6A97-9725-C30A-8CB4-BB8C31CB6D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0BB41-C2F6-40AD-EF8F-DB92CD7B4188}"/>
              </a:ext>
            </a:extLst>
          </p:cNvPr>
          <p:cNvSpPr/>
          <p:nvPr/>
        </p:nvSpPr>
        <p:spPr>
          <a:xfrm>
            <a:off x="838200" y="1089186"/>
            <a:ext cx="2784223" cy="73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배송품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목적지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플레이어 현재 지점 확인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872E71-EABD-3446-D2E6-90344B9563DC}"/>
              </a:ext>
            </a:extLst>
          </p:cNvPr>
          <p:cNvSpPr txBox="1"/>
          <p:nvPr/>
        </p:nvSpPr>
        <p:spPr>
          <a:xfrm>
            <a:off x="8355450" y="1066099"/>
            <a:ext cx="404291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배송품은 위험도 계산에 고려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위험도가 높을수록 예측 시간 증가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8ABC2-395B-7FAA-4ED7-35F8FE04F9EB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0528E1-E537-9640-3B58-2A06B456397E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 err="1">
                <a:sym typeface="Wingdings" panose="05000000000000000000" pitchFamily="2" charset="2"/>
              </a:rPr>
              <a:t>배송품</a:t>
            </a:r>
            <a:r>
              <a:rPr lang="ko-KR" altLang="en-US" sz="2400" dirty="0">
                <a:sym typeface="Wingdings" panose="05000000000000000000" pitchFamily="2" charset="2"/>
              </a:rPr>
              <a:t> 파손 가능성 확인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00128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41A5-531A-2315-BFA8-0426D0B5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CC079-98C2-8058-FC4F-2B88F0B7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26BFE-C368-D35F-3E96-D38F52392C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/>
              <a:t>배송품의 자극 </a:t>
            </a:r>
            <a:r>
              <a:rPr lang="ko-KR" altLang="en-US" dirty="0" err="1"/>
              <a:t>스탯</a:t>
            </a:r>
            <a:r>
              <a:rPr lang="ko-KR" altLang="en-US" dirty="0"/>
              <a:t> 확인</a:t>
            </a:r>
            <a:r>
              <a:rPr lang="en-US" altLang="ko-KR" dirty="0"/>
              <a:t> :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시각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후각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진동 자극 </a:t>
            </a:r>
            <a:r>
              <a:rPr lang="ko-KR" altLang="en-US" dirty="0" err="1">
                <a:sym typeface="Wingdings" panose="05000000000000000000" pitchFamily="2" charset="2"/>
              </a:rPr>
              <a:t>스탯</a:t>
            </a:r>
            <a:r>
              <a:rPr lang="ko-KR" altLang="en-US" dirty="0">
                <a:sym typeface="Wingdings" panose="05000000000000000000" pitchFamily="2" charset="2"/>
              </a:rPr>
              <a:t> 확인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자극 </a:t>
            </a:r>
            <a:r>
              <a:rPr lang="ko-KR" altLang="en-US" dirty="0" err="1">
                <a:sym typeface="Wingdings" panose="05000000000000000000" pitchFamily="2" charset="2"/>
              </a:rPr>
              <a:t>스탯의</a:t>
            </a:r>
            <a:r>
              <a:rPr lang="ko-KR" altLang="en-US" dirty="0">
                <a:sym typeface="Wingdings" panose="05000000000000000000" pitchFamily="2" charset="2"/>
              </a:rPr>
              <a:t> 확산도 확인</a:t>
            </a:r>
            <a:endParaRPr lang="ko-KR" altLang="en-US" dirty="0"/>
          </a:p>
          <a:p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4C2397-EFDE-437E-3AC9-F03A54458A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02C161-217A-A816-B8E6-71FADDEC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9296B-989A-5FCE-8E33-B83C24E2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7F2E1A2-BB7C-F588-1D28-5CEACFA580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0224BA-D9C5-615B-AEB9-166369EA464F}"/>
              </a:ext>
            </a:extLst>
          </p:cNvPr>
          <p:cNvSpPr/>
          <p:nvPr/>
        </p:nvSpPr>
        <p:spPr>
          <a:xfrm>
            <a:off x="838200" y="1089186"/>
            <a:ext cx="2784223" cy="73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배송품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목적지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플레이어 현재 지점 확인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93818-67FD-8920-375E-F758CB1C0238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4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F3DFC-3307-E6F3-D272-B0E86868F978}"/>
              </a:ext>
            </a:extLst>
          </p:cNvPr>
          <p:cNvSpPr txBox="1"/>
          <p:nvPr/>
        </p:nvSpPr>
        <p:spPr>
          <a:xfrm>
            <a:off x="4551962" y="1226572"/>
            <a:ext cx="57600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 err="1">
                <a:sym typeface="Wingdings" panose="05000000000000000000" pitchFamily="2" charset="2"/>
              </a:rPr>
              <a:t>배송품</a:t>
            </a:r>
            <a:r>
              <a:rPr lang="ko-KR" altLang="en-US" sz="2400" dirty="0">
                <a:sym typeface="Wingdings" panose="05000000000000000000" pitchFamily="2" charset="2"/>
              </a:rPr>
              <a:t> 자극 </a:t>
            </a:r>
            <a:r>
              <a:rPr lang="ko-KR" altLang="en-US" sz="2400" dirty="0" err="1">
                <a:sym typeface="Wingdings" panose="05000000000000000000" pitchFamily="2" charset="2"/>
              </a:rPr>
              <a:t>스탯</a:t>
            </a:r>
            <a:r>
              <a:rPr lang="ko-KR" altLang="en-US" sz="2400" dirty="0">
                <a:sym typeface="Wingdings" panose="05000000000000000000" pitchFamily="2" charset="2"/>
              </a:rPr>
              <a:t> 확인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933919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E6552-BDF1-8009-1ADD-DA23112B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FB9E62-2F65-E845-EBC7-F44C73AE5F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B1D910-77C5-1110-F94D-1FF81B6C2F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9D7F21-C603-A875-25BD-8B75E127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C68DD3-FE41-31D3-A7C7-87EF5536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90ABFCE-129D-0F31-4D72-19A7B21206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3685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55EB-09C9-01B3-3242-C0EC4A9E4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485A2-FBB2-D341-595C-147E41E87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90C5D3-33B0-6913-21E5-DDBD4F59A3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후보들에 자생하는 생물 목록 확인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			     </a:t>
            </a:r>
            <a:r>
              <a:rPr lang="ko-KR" altLang="en-US" dirty="0">
                <a:sym typeface="Wingdings" panose="05000000000000000000" pitchFamily="2" charset="2"/>
              </a:rPr>
              <a:t>에서 확인한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각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 후보들의 지형에 자생하는 생물들 확인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그 중 이전단계</a:t>
            </a:r>
            <a:r>
              <a:rPr lang="en-US" altLang="ko-KR" dirty="0">
                <a:sym typeface="Wingdings" panose="05000000000000000000" pitchFamily="2" charset="2"/>
              </a:rPr>
              <a:t>(2</a:t>
            </a:r>
            <a:r>
              <a:rPr lang="ko-KR" altLang="en-US" dirty="0">
                <a:sym typeface="Wingdings" panose="05000000000000000000" pitchFamily="2" charset="2"/>
              </a:rPr>
              <a:t>단계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에서 확인한 화물의 </a:t>
            </a:r>
            <a:r>
              <a:rPr lang="ko-KR" altLang="en-US" dirty="0" err="1">
                <a:sym typeface="Wingdings" panose="05000000000000000000" pitchFamily="2" charset="2"/>
              </a:rPr>
              <a:t>스탯에</a:t>
            </a:r>
            <a:r>
              <a:rPr lang="ko-KR" altLang="en-US" dirty="0">
                <a:sym typeface="Wingdings" panose="05000000000000000000" pitchFamily="2" charset="2"/>
              </a:rPr>
              <a:t> 반응하는 생물들만 </a:t>
            </a:r>
            <a:r>
              <a:rPr lang="en-US" altLang="ko-KR" dirty="0">
                <a:sym typeface="Wingdings" panose="05000000000000000000" pitchFamily="2" charset="2"/>
              </a:rPr>
              <a:t>select</a:t>
            </a:r>
            <a:endParaRPr lang="ko-KR" altLang="en-US" dirty="0"/>
          </a:p>
          <a:p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BEE4BC-4316-6508-82FC-705661DA4A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0ACF3D-B32E-E24D-4685-5CA3BB6E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47DADF-A699-37F9-A292-B72C35CC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8E7059F-DEDD-E118-0CE8-F9BE720109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28AC9-6412-73DB-19DA-5A784126AE46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1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634F14-21A3-75E8-C008-7019944DC6C8}"/>
              </a:ext>
            </a:extLst>
          </p:cNvPr>
          <p:cNvSpPr txBox="1"/>
          <p:nvPr/>
        </p:nvSpPr>
        <p:spPr>
          <a:xfrm>
            <a:off x="4551962" y="1226572"/>
            <a:ext cx="667388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en-US" altLang="ko-KR" sz="2400" dirty="0">
                <a:sym typeface="Wingdings" panose="05000000000000000000" pitchFamily="2" charset="2"/>
              </a:rPr>
              <a:t>1</a:t>
            </a:r>
            <a:r>
              <a:rPr lang="ko-KR" altLang="en-US" sz="2400" dirty="0">
                <a:sym typeface="Wingdings" panose="05000000000000000000" pitchFamily="2" charset="2"/>
              </a:rPr>
              <a:t>차 후보들에 자생하는 생물 목록 확인</a:t>
            </a:r>
            <a:endParaRPr lang="ko-KR" altLang="en-US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642B5B-D430-DF6E-09AC-B9EA8A34943B}"/>
              </a:ext>
            </a:extLst>
          </p:cNvPr>
          <p:cNvSpPr/>
          <p:nvPr/>
        </p:nvSpPr>
        <p:spPr>
          <a:xfrm>
            <a:off x="1634398" y="2923898"/>
            <a:ext cx="2607013" cy="6651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지형 비용 테이블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모래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늪 이동속도 배율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447C93-8513-A442-F47F-A98E4DB02BFB}"/>
              </a:ext>
            </a:extLst>
          </p:cNvPr>
          <p:cNvSpPr/>
          <p:nvPr/>
        </p:nvSpPr>
        <p:spPr>
          <a:xfrm>
            <a:off x="981398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생물 </a:t>
            </a:r>
            <a:r>
              <a:rPr lang="en-US" altLang="ko-KR" dirty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행동 트리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위치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4766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C7F7C-B045-DA5F-807F-1C2DB795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2B85D6-5A37-C27C-9653-E2D84BA6E7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생물들의 현재 상태 확인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ko-KR" altLang="en-US" dirty="0"/>
              <a:t>위치</a:t>
            </a:r>
            <a:r>
              <a:rPr lang="en-US" altLang="ko-KR" dirty="0"/>
              <a:t>(</a:t>
            </a:r>
            <a:r>
              <a:rPr lang="ko-KR" altLang="en-US" dirty="0"/>
              <a:t>분포도</a:t>
            </a:r>
            <a:r>
              <a:rPr lang="en-US" altLang="ko-KR" dirty="0"/>
              <a:t>), </a:t>
            </a:r>
            <a:r>
              <a:rPr lang="ko-KR" altLang="en-US" dirty="0"/>
              <a:t>상태</a:t>
            </a:r>
            <a:r>
              <a:rPr lang="en-US" altLang="ko-KR" dirty="0"/>
              <a:t>, </a:t>
            </a:r>
            <a:r>
              <a:rPr lang="ko-KR" altLang="en-US" dirty="0"/>
              <a:t>자극 반응도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각 생물이 화물의 자극 확산도에 따라 반응할 확률 계산 및 확인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그에 따라 생물의 미래 경로 예측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8619A7-0AD5-75B1-5F94-936A7D80C5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D27793-2C22-C5D5-6D5A-167729F7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C7544-DF7B-50EB-9616-8A11E654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333AA4-432E-B0AF-AE60-DF3AAC8D70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A08A66-2C17-699B-F27C-6D4373706563}"/>
              </a:ext>
            </a:extLst>
          </p:cNvPr>
          <p:cNvSpPr/>
          <p:nvPr/>
        </p:nvSpPr>
        <p:spPr>
          <a:xfrm>
            <a:off x="981398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생물 </a:t>
            </a:r>
            <a:r>
              <a:rPr lang="en-US" altLang="ko-KR" dirty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행동 트리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위치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4BD1F-90ED-96D8-400A-3A6E582F8244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2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AE1191-B3C0-3427-74BD-CCAC03FB9D1D}"/>
              </a:ext>
            </a:extLst>
          </p:cNvPr>
          <p:cNvSpPr txBox="1"/>
          <p:nvPr/>
        </p:nvSpPr>
        <p:spPr>
          <a:xfrm>
            <a:off x="4551962" y="1226572"/>
            <a:ext cx="667388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 err="1"/>
              <a:t>목록화한</a:t>
            </a:r>
            <a:r>
              <a:rPr lang="ko-KR" altLang="en-US" sz="2400" dirty="0"/>
              <a:t> 생물들의 현재 상태 확인</a:t>
            </a:r>
          </a:p>
        </p:txBody>
      </p:sp>
    </p:spTree>
    <p:extLst>
      <p:ext uri="{BB962C8B-B14F-4D97-AF65-F5344CB8AC3E}">
        <p14:creationId xmlns:p14="http://schemas.microsoft.com/office/powerpoint/2010/main" val="3962975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8D87-6E8B-6884-A45F-82CC909F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2AE6A-C10A-3674-E119-427B1EE5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B3B407-7355-0C08-A4A3-2CC52C339F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생물의 미래 경로와 플레이어의 경로가 겹칠 확률 계산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겹치는 확률이 높은 경우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생물의 공격력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체력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확인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756B64-32D6-4552-5FC5-0037AC21F8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FF9857-37D6-BA3E-CAAC-F0414F37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663A24-5508-911F-28CC-8B94E300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955AAC5-0670-A118-4523-BF42198ABA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814601-CA9B-840E-AF91-E84CFA98C5E3}"/>
              </a:ext>
            </a:extLst>
          </p:cNvPr>
          <p:cNvSpPr/>
          <p:nvPr/>
        </p:nvSpPr>
        <p:spPr>
          <a:xfrm>
            <a:off x="981398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생물 </a:t>
            </a:r>
            <a:r>
              <a:rPr lang="en-US" altLang="ko-KR" dirty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행동 트리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위치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1C760D-5AE0-25D8-FC60-020C7991E51F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DD99E7-A4C3-AE42-534A-8E6F9161D0D5}"/>
              </a:ext>
            </a:extLst>
          </p:cNvPr>
          <p:cNvSpPr txBox="1"/>
          <p:nvPr/>
        </p:nvSpPr>
        <p:spPr>
          <a:xfrm>
            <a:off x="4551962" y="1226572"/>
            <a:ext cx="667388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생물과 플레이어의 경로가 겹칠 확률 계산</a:t>
            </a:r>
          </a:p>
        </p:txBody>
      </p:sp>
    </p:spTree>
    <p:extLst>
      <p:ext uri="{BB962C8B-B14F-4D97-AF65-F5344CB8AC3E}">
        <p14:creationId xmlns:p14="http://schemas.microsoft.com/office/powerpoint/2010/main" val="1347409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0A8E-8857-2B15-BFDF-28F9C8D7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911DE-A411-8BF1-B5D3-B27C24DE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아키텍쳐</a:t>
            </a:r>
            <a:r>
              <a:rPr lang="ko-KR" altLang="en-US" dirty="0"/>
              <a:t> 세부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BDF40-0CBB-A6E5-E357-220524CAD3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생물의 미래 경로와 플레이어의 경로가 겹칠 확률 계산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겹치는 확률이 높은 경우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생물의 공격력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체력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확인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u="sng" dirty="0">
                <a:sym typeface="Wingdings" panose="05000000000000000000" pitchFamily="2" charset="2"/>
              </a:rPr>
              <a:t>생물의 공격력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플레이어의 이동 </a:t>
            </a:r>
            <a:r>
              <a:rPr lang="ko-KR" altLang="en-US" dirty="0" err="1">
                <a:sym typeface="Wingdings" panose="05000000000000000000" pitchFamily="2" charset="2"/>
              </a:rPr>
              <a:t>텀에</a:t>
            </a:r>
            <a:r>
              <a:rPr lang="ko-KR" altLang="en-US" dirty="0">
                <a:sym typeface="Wingdings" panose="05000000000000000000" pitchFamily="2" charset="2"/>
              </a:rPr>
              <a:t> 영향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u="sng" dirty="0">
                <a:sym typeface="Wingdings" panose="05000000000000000000" pitchFamily="2" charset="2"/>
              </a:rPr>
              <a:t>생물의 체력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생물이 </a:t>
            </a:r>
            <a:r>
              <a:rPr lang="ko-KR" altLang="en-US" dirty="0" err="1">
                <a:sym typeface="Wingdings" panose="05000000000000000000" pitchFamily="2" charset="2"/>
              </a:rPr>
              <a:t>맵에</a:t>
            </a:r>
            <a:r>
              <a:rPr lang="ko-KR" altLang="en-US" dirty="0">
                <a:sym typeface="Wingdings" panose="05000000000000000000" pitchFamily="2" charset="2"/>
              </a:rPr>
              <a:t> 얼마나 오래 존재할지에 대한 확률 계산에 필요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체력이 높을수록 </a:t>
            </a:r>
            <a:r>
              <a:rPr lang="ko-KR" altLang="en-US" dirty="0" err="1">
                <a:sym typeface="Wingdings" panose="05000000000000000000" pitchFamily="2" charset="2"/>
              </a:rPr>
              <a:t>맵에</a:t>
            </a:r>
            <a:r>
              <a:rPr lang="ko-KR" altLang="en-US" dirty="0">
                <a:sym typeface="Wingdings" panose="05000000000000000000" pitchFamily="2" charset="2"/>
              </a:rPr>
              <a:t> 오래 남아있을 가능성↑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5FCC63-F2EF-5458-8CA4-64B7109837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겹치는 확률이 낮은 경우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생물의 공격력과 체력은 계산에 넣지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대신 </a:t>
            </a:r>
            <a:r>
              <a:rPr lang="en-US" altLang="ko-KR" dirty="0">
                <a:sym typeface="Wingdings" panose="05000000000000000000" pitchFamily="2" charset="2"/>
              </a:rPr>
              <a:t>“</a:t>
            </a:r>
            <a:r>
              <a:rPr lang="ko-KR" altLang="en-US" dirty="0">
                <a:sym typeface="Wingdings" panose="05000000000000000000" pitchFamily="2" charset="2"/>
              </a:rPr>
              <a:t>위험도</a:t>
            </a:r>
            <a:r>
              <a:rPr lang="en-US" altLang="ko-KR" dirty="0">
                <a:sym typeface="Wingdings" panose="05000000000000000000" pitchFamily="2" charset="2"/>
              </a:rPr>
              <a:t>” </a:t>
            </a:r>
            <a:r>
              <a:rPr lang="ko-KR" altLang="en-US" dirty="0">
                <a:sym typeface="Wingdings" panose="05000000000000000000" pitchFamily="2" charset="2"/>
              </a:rPr>
              <a:t>수치 증가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위험도 수치가 증가할수록 </a:t>
            </a:r>
            <a:r>
              <a:rPr lang="en-US" altLang="ko-KR" dirty="0">
                <a:sym typeface="Wingdings" panose="05000000000000000000" pitchFamily="2" charset="2"/>
              </a:rPr>
              <a:t>ETA</a:t>
            </a:r>
            <a:r>
              <a:rPr lang="ko-KR" altLang="en-US" dirty="0">
                <a:sym typeface="Wingdings" panose="05000000000000000000" pitchFamily="2" charset="2"/>
              </a:rPr>
              <a:t>의 값이 오차가 생길 가능성 증가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D43BA2-B5F5-D4F5-1AE5-6C645596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CED9EB-B551-0BD9-A4DE-5394BD52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1E8756A-75ED-A55A-5457-93CBB4A31C5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2E5A17-88B4-320C-3AFF-AE641B01A6E0}"/>
              </a:ext>
            </a:extLst>
          </p:cNvPr>
          <p:cNvSpPr/>
          <p:nvPr/>
        </p:nvSpPr>
        <p:spPr>
          <a:xfrm>
            <a:off x="981398" y="891770"/>
            <a:ext cx="2607013" cy="9338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생물 </a:t>
            </a:r>
            <a:r>
              <a:rPr lang="en-US" altLang="ko-KR" dirty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행동 트리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위치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047AE2-E177-EAB6-0B02-E81AD4AEC28E}"/>
              </a:ext>
            </a:extLst>
          </p:cNvPr>
          <p:cNvSpPr txBox="1"/>
          <p:nvPr/>
        </p:nvSpPr>
        <p:spPr>
          <a:xfrm>
            <a:off x="3643313" y="1257351"/>
            <a:ext cx="9086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/>
              <a:t>3</a:t>
            </a:r>
            <a:r>
              <a:rPr lang="ko-KR" altLang="en-US" sz="2000" b="1" dirty="0"/>
              <a:t>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47CB34-4D33-FBE5-BFB7-C243A5B16CA1}"/>
              </a:ext>
            </a:extLst>
          </p:cNvPr>
          <p:cNvSpPr txBox="1"/>
          <p:nvPr/>
        </p:nvSpPr>
        <p:spPr>
          <a:xfrm>
            <a:off x="4551962" y="1226572"/>
            <a:ext cx="667388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/>
              <a:t>= </a:t>
            </a:r>
            <a:r>
              <a:rPr lang="ko-KR" altLang="en-US" sz="2400" dirty="0"/>
              <a:t>생물과 플레이어의 경로가 겹칠 확률 계산</a:t>
            </a:r>
          </a:p>
        </p:txBody>
      </p:sp>
    </p:spTree>
    <p:extLst>
      <p:ext uri="{BB962C8B-B14F-4D97-AF65-F5344CB8AC3E}">
        <p14:creationId xmlns:p14="http://schemas.microsoft.com/office/powerpoint/2010/main" val="12051584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EF01C-3300-48B0-890E-77FFC9B2E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3DE9B9-1A2C-DDE1-3CC4-BC94E98373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2F1FAE-1BB5-532B-F33B-8E983FB50A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78E406-77DC-AD6D-610A-ADFF4E80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27DD72-D400-07ED-E8EB-3FA5BCDB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8167789-9B61-C840-8461-5F0F37A72A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1955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1CC0-9437-AFFD-572D-E5C49FAC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525BF-9836-9DB2-5D1A-8742EF0E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후보 생성 예시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960AB8-8F41-76A6-DC4D-84C94E9E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2A020F-FA63-DA91-214A-DDFC67DF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6FD2977-9846-86D1-34BA-3883F35E40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4F5151-4485-3E19-E101-8E2A0996B54B}"/>
              </a:ext>
            </a:extLst>
          </p:cNvPr>
          <p:cNvSpPr/>
          <p:nvPr/>
        </p:nvSpPr>
        <p:spPr>
          <a:xfrm>
            <a:off x="4600132" y="1719196"/>
            <a:ext cx="1427495" cy="535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배달품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= </a:t>
            </a:r>
            <a:r>
              <a:rPr lang="ko-KR" altLang="en-US" dirty="0">
                <a:solidFill>
                  <a:schemeClr val="tx1"/>
                </a:solidFill>
              </a:rPr>
              <a:t>꿀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37" name="꺾인 양쪽 화살표 연결선 18">
            <a:extLst>
              <a:ext uri="{FF2B5EF4-FFF2-40B4-BE49-F238E27FC236}">
                <a16:creationId xmlns:a16="http://schemas.microsoft.com/office/drawing/2014/main" id="{6104DB06-A835-4A28-E8FC-87C10AD8F903}"/>
              </a:ext>
            </a:extLst>
          </p:cNvPr>
          <p:cNvCxnSpPr>
            <a:cxnSpLocks/>
            <a:stCxn id="36" idx="2"/>
            <a:endCxn id="41" idx="0"/>
          </p:cNvCxnSpPr>
          <p:nvPr/>
        </p:nvCxnSpPr>
        <p:spPr>
          <a:xfrm rot="5400000">
            <a:off x="5174507" y="2394333"/>
            <a:ext cx="278747" cy="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ADC92E8-D641-3DB1-09E3-5EFF4E5D09D8}"/>
              </a:ext>
            </a:extLst>
          </p:cNvPr>
          <p:cNvSpPr/>
          <p:nvPr/>
        </p:nvSpPr>
        <p:spPr>
          <a:xfrm>
            <a:off x="4831877" y="2533707"/>
            <a:ext cx="964003" cy="431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벌 자극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173B149-EA89-EA03-4DC0-ADC07D1ED792}"/>
              </a:ext>
            </a:extLst>
          </p:cNvPr>
          <p:cNvSpPr/>
          <p:nvPr/>
        </p:nvSpPr>
        <p:spPr>
          <a:xfrm>
            <a:off x="4333401" y="3223336"/>
            <a:ext cx="1960953" cy="8888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숲에 존재하는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벌의 방해를 받을 확률 증가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C65CAA5-B6B9-1045-A882-AAF2DD0AA4E7}"/>
              </a:ext>
            </a:extLst>
          </p:cNvPr>
          <p:cNvSpPr/>
          <p:nvPr/>
        </p:nvSpPr>
        <p:spPr>
          <a:xfrm>
            <a:off x="4333400" y="4436463"/>
            <a:ext cx="1960953" cy="489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숲의 위험도 증가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BD07BC6-DEE5-D84A-8F2C-5A3B6AF8AE1A}"/>
              </a:ext>
            </a:extLst>
          </p:cNvPr>
          <p:cNvSpPr/>
          <p:nvPr/>
        </p:nvSpPr>
        <p:spPr>
          <a:xfrm>
            <a:off x="4333399" y="5213277"/>
            <a:ext cx="1960953" cy="489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 경로 </a:t>
            </a:r>
            <a:r>
              <a:rPr lang="en-US" altLang="ko-KR" dirty="0">
                <a:solidFill>
                  <a:schemeClr val="tx1"/>
                </a:solidFill>
              </a:rPr>
              <a:t>ETA </a:t>
            </a:r>
            <a:r>
              <a:rPr lang="ko-KR" altLang="en-US" dirty="0">
                <a:solidFill>
                  <a:schemeClr val="tx1"/>
                </a:solidFill>
              </a:rPr>
              <a:t>증가</a:t>
            </a:r>
          </a:p>
        </p:txBody>
      </p:sp>
      <p:cxnSp>
        <p:nvCxnSpPr>
          <p:cNvPr id="53" name="꺾인 양쪽 화살표 연결선 18">
            <a:extLst>
              <a:ext uri="{FF2B5EF4-FFF2-40B4-BE49-F238E27FC236}">
                <a16:creationId xmlns:a16="http://schemas.microsoft.com/office/drawing/2014/main" id="{27E5A4F9-0CD7-670E-6CF2-4DEA628F6ABE}"/>
              </a:ext>
            </a:extLst>
          </p:cNvPr>
          <p:cNvCxnSpPr>
            <a:cxnSpLocks/>
            <a:stCxn id="41" idx="2"/>
            <a:endCxn id="47" idx="0"/>
          </p:cNvCxnSpPr>
          <p:nvPr/>
        </p:nvCxnSpPr>
        <p:spPr>
          <a:xfrm rot="5400000">
            <a:off x="5184816" y="3094273"/>
            <a:ext cx="258126" cy="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양쪽 화살표 연결선 18">
            <a:extLst>
              <a:ext uri="{FF2B5EF4-FFF2-40B4-BE49-F238E27FC236}">
                <a16:creationId xmlns:a16="http://schemas.microsoft.com/office/drawing/2014/main" id="{7F9BBB7E-4C17-50DE-F3C3-F6768B21F11E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 rot="5400000">
            <a:off x="5151716" y="4274301"/>
            <a:ext cx="324324" cy="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66A8B903-DBDA-1880-7B66-52DE7D6DDC62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 rot="5400000">
            <a:off x="5170362" y="5069762"/>
            <a:ext cx="287030" cy="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9064DCB-4CAB-2BB5-2941-D87722B5DDE0}"/>
              </a:ext>
            </a:extLst>
          </p:cNvPr>
          <p:cNvSpPr/>
          <p:nvPr/>
        </p:nvSpPr>
        <p:spPr>
          <a:xfrm>
            <a:off x="6660134" y="1833581"/>
            <a:ext cx="2432109" cy="3668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그러므로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종별 반응 테이블을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생성해서 판단에 참조</a:t>
            </a:r>
            <a:br>
              <a:rPr lang="en-US" altLang="ko-KR" dirty="0">
                <a:solidFill>
                  <a:schemeClr val="tx1"/>
                </a:solidFill>
              </a:rPr>
            </a:b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예시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배달품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꿀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벌 반응 </a:t>
            </a:r>
            <a:r>
              <a:rPr lang="en-US" altLang="ko-KR" dirty="0">
                <a:solidFill>
                  <a:schemeClr val="tx1"/>
                </a:solidFill>
              </a:rPr>
              <a:t>= 100</a:t>
            </a:r>
          </a:p>
          <a:p>
            <a:r>
              <a:rPr lang="ko-KR" altLang="en-US" dirty="0">
                <a:solidFill>
                  <a:schemeClr val="tx1"/>
                </a:solidFill>
              </a:rPr>
              <a:t>곰 반응 </a:t>
            </a:r>
            <a:r>
              <a:rPr lang="en-US" altLang="ko-KR" dirty="0">
                <a:solidFill>
                  <a:schemeClr val="tx1"/>
                </a:solidFill>
              </a:rPr>
              <a:t>= 80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err="1">
                <a:solidFill>
                  <a:schemeClr val="tx1"/>
                </a:solidFill>
              </a:rPr>
              <a:t>배달품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홍어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벌 반응 </a:t>
            </a:r>
            <a:r>
              <a:rPr lang="en-US" altLang="ko-KR" dirty="0">
                <a:solidFill>
                  <a:schemeClr val="tx1"/>
                </a:solidFill>
              </a:rPr>
              <a:t>= 0</a:t>
            </a:r>
          </a:p>
          <a:p>
            <a:r>
              <a:rPr lang="ko-KR" altLang="en-US" dirty="0">
                <a:solidFill>
                  <a:schemeClr val="tx1"/>
                </a:solidFill>
              </a:rPr>
              <a:t>곰 반응 </a:t>
            </a:r>
            <a:r>
              <a:rPr lang="en-US" altLang="ko-KR" dirty="0">
                <a:solidFill>
                  <a:schemeClr val="tx1"/>
                </a:solidFill>
              </a:rPr>
              <a:t>= 70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72B22-597A-70C8-E892-E9184D9BE5F1}"/>
              </a:ext>
            </a:extLst>
          </p:cNvPr>
          <p:cNvSpPr txBox="1"/>
          <p:nvPr/>
        </p:nvSpPr>
        <p:spPr>
          <a:xfrm>
            <a:off x="4192441" y="1300754"/>
            <a:ext cx="224286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/>
              <a:t>배달품이 꿀인 경우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1ADBA9-0C55-FCE6-65C5-DE7633DC64E9}"/>
              </a:ext>
            </a:extLst>
          </p:cNvPr>
          <p:cNvSpPr/>
          <p:nvPr/>
        </p:nvSpPr>
        <p:spPr>
          <a:xfrm>
            <a:off x="424457" y="1018760"/>
            <a:ext cx="2636427" cy="26224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AI</a:t>
            </a:r>
            <a:r>
              <a:rPr lang="ko-KR" altLang="en-US" dirty="0">
                <a:solidFill>
                  <a:schemeClr val="tx1"/>
                </a:solidFill>
              </a:rPr>
              <a:t>의 </a:t>
            </a:r>
            <a:r>
              <a:rPr lang="en-US" altLang="ko-KR" dirty="0">
                <a:solidFill>
                  <a:schemeClr val="tx1"/>
                </a:solidFill>
              </a:rPr>
              <a:t>ETA </a:t>
            </a:r>
            <a:r>
              <a:rPr lang="ko-KR" altLang="en-US" dirty="0">
                <a:solidFill>
                  <a:schemeClr val="tx1"/>
                </a:solidFill>
              </a:rPr>
              <a:t>계산 </a:t>
            </a:r>
            <a:r>
              <a:rPr lang="en-US" altLang="ko-KR" dirty="0">
                <a:solidFill>
                  <a:schemeClr val="tx1"/>
                </a:solidFill>
              </a:rPr>
              <a:t>=</a:t>
            </a:r>
            <a:br>
              <a:rPr lang="en-US" altLang="ko-KR" dirty="0">
                <a:solidFill>
                  <a:schemeClr val="tx1"/>
                </a:solidFill>
              </a:rPr>
            </a:b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기본 시간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생물 위험도에 따른 예상 지연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지형에 따른 비용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영향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플레이어 행동에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따른 비용</a:t>
            </a:r>
          </a:p>
        </p:txBody>
      </p:sp>
    </p:spTree>
    <p:extLst>
      <p:ext uri="{BB962C8B-B14F-4D97-AF65-F5344CB8AC3E}">
        <p14:creationId xmlns:p14="http://schemas.microsoft.com/office/powerpoint/2010/main" val="42267686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FB6CA-ABA4-A8D7-98EA-6725A24B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후보 생성 예시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4475E-48E8-2E13-AADD-2D03120B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D51857-355C-0996-0A55-E6BB8C81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3B09F3E-1A02-3F54-962E-B6EF9572B5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92803E-A071-D42F-D53A-94BEFFBE2A23}"/>
              </a:ext>
            </a:extLst>
          </p:cNvPr>
          <p:cNvSpPr/>
          <p:nvPr/>
        </p:nvSpPr>
        <p:spPr>
          <a:xfrm>
            <a:off x="4006170" y="1888216"/>
            <a:ext cx="1315156" cy="646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시작 지점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6D9F2E-DE1F-F4CA-5E4A-23F444470140}"/>
              </a:ext>
            </a:extLst>
          </p:cNvPr>
          <p:cNvSpPr/>
          <p:nvPr/>
        </p:nvSpPr>
        <p:spPr>
          <a:xfrm>
            <a:off x="6277747" y="1426568"/>
            <a:ext cx="710609" cy="646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숲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A9B97A-753F-4814-00F0-75D62493A1B7}"/>
              </a:ext>
            </a:extLst>
          </p:cNvPr>
          <p:cNvSpPr/>
          <p:nvPr/>
        </p:nvSpPr>
        <p:spPr>
          <a:xfrm>
            <a:off x="6199332" y="2468826"/>
            <a:ext cx="867440" cy="646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F343F3-58EC-36CC-D6DE-B83952B572FD}"/>
              </a:ext>
            </a:extLst>
          </p:cNvPr>
          <p:cNvSpPr/>
          <p:nvPr/>
        </p:nvSpPr>
        <p:spPr>
          <a:xfrm>
            <a:off x="8822783" y="1855364"/>
            <a:ext cx="976555" cy="646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목적지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90D45FA3-1F65-7B07-04C4-6897341F8451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321326" y="2211373"/>
            <a:ext cx="878006" cy="580610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양쪽 화살표 연결선 18">
            <a:extLst>
              <a:ext uri="{FF2B5EF4-FFF2-40B4-BE49-F238E27FC236}">
                <a16:creationId xmlns:a16="http://schemas.microsoft.com/office/drawing/2014/main" id="{39E39D46-322C-E7D7-4459-75907820BC2A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5321326" y="1749725"/>
            <a:ext cx="956421" cy="46164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643A863-1C2C-FE41-B2D4-3D433962A17D}"/>
              </a:ext>
            </a:extLst>
          </p:cNvPr>
          <p:cNvSpPr txBox="1"/>
          <p:nvPr/>
        </p:nvSpPr>
        <p:spPr>
          <a:xfrm>
            <a:off x="5321326" y="1888216"/>
            <a:ext cx="79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06DA0B1A-994E-2889-1AE2-2BEC56EEBC93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>
            <a:off x="6988356" y="1749725"/>
            <a:ext cx="1834427" cy="42879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양쪽 화살표 연결선 18">
            <a:extLst>
              <a:ext uri="{FF2B5EF4-FFF2-40B4-BE49-F238E27FC236}">
                <a16:creationId xmlns:a16="http://schemas.microsoft.com/office/drawing/2014/main" id="{43FABCF8-F1AD-E1BE-141E-176C532F601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066772" y="2178521"/>
            <a:ext cx="1756011" cy="61346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3A71DC-E49E-C196-D219-BD0A8AB4F00A}"/>
              </a:ext>
            </a:extLst>
          </p:cNvPr>
          <p:cNvSpPr txBox="1"/>
          <p:nvPr/>
        </p:nvSpPr>
        <p:spPr>
          <a:xfrm>
            <a:off x="8425760" y="1855364"/>
            <a:ext cx="79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3619CB-A047-B196-D7B8-D63A1ADA41C8}"/>
              </a:ext>
            </a:extLst>
          </p:cNvPr>
          <p:cNvSpPr/>
          <p:nvPr/>
        </p:nvSpPr>
        <p:spPr>
          <a:xfrm>
            <a:off x="4254268" y="3723838"/>
            <a:ext cx="2374958" cy="14615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tx1"/>
                </a:solidFill>
              </a:rPr>
              <a:t>AtoD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숲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기본 시간 </a:t>
            </a:r>
            <a:r>
              <a:rPr lang="en-US" altLang="ko-KR" dirty="0">
                <a:solidFill>
                  <a:schemeClr val="tx1"/>
                </a:solidFill>
              </a:rPr>
              <a:t>= 200</a:t>
            </a:r>
            <a:r>
              <a:rPr lang="ko-KR" altLang="en-US" dirty="0">
                <a:solidFill>
                  <a:schemeClr val="tx1"/>
                </a:solidFill>
              </a:rPr>
              <a:t>초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지형 </a:t>
            </a:r>
            <a:r>
              <a:rPr lang="en-US" altLang="ko-KR" dirty="0">
                <a:solidFill>
                  <a:schemeClr val="tx1"/>
                </a:solidFill>
              </a:rPr>
              <a:t>= </a:t>
            </a:r>
            <a:r>
              <a:rPr lang="ko-KR" altLang="en-US" dirty="0">
                <a:solidFill>
                  <a:schemeClr val="tx1"/>
                </a:solidFill>
              </a:rPr>
              <a:t>숲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위험도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벌 존재</a:t>
            </a:r>
            <a:r>
              <a:rPr lang="en-US" altLang="ko-KR" dirty="0">
                <a:solidFill>
                  <a:schemeClr val="tx1"/>
                </a:solidFill>
              </a:rPr>
              <a:t>) = 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68E8EB-3965-1589-5F81-954E0A8FB905}"/>
              </a:ext>
            </a:extLst>
          </p:cNvPr>
          <p:cNvSpPr/>
          <p:nvPr/>
        </p:nvSpPr>
        <p:spPr>
          <a:xfrm>
            <a:off x="6768984" y="3489520"/>
            <a:ext cx="2730443" cy="1930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tx1"/>
                </a:solidFill>
              </a:rPr>
              <a:t>AtoD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사막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기본 시간 </a:t>
            </a:r>
            <a:r>
              <a:rPr lang="en-US" altLang="ko-KR" dirty="0">
                <a:solidFill>
                  <a:schemeClr val="tx1"/>
                </a:solidFill>
              </a:rPr>
              <a:t>= 100</a:t>
            </a:r>
            <a:r>
              <a:rPr lang="ko-KR" altLang="en-US" dirty="0">
                <a:solidFill>
                  <a:schemeClr val="tx1"/>
                </a:solidFill>
              </a:rPr>
              <a:t>초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지형 </a:t>
            </a:r>
            <a:r>
              <a:rPr lang="en-US" altLang="ko-KR" dirty="0">
                <a:solidFill>
                  <a:schemeClr val="tx1"/>
                </a:solidFill>
              </a:rPr>
              <a:t>= </a:t>
            </a:r>
            <a:r>
              <a:rPr lang="ko-KR" altLang="en-US" dirty="0">
                <a:solidFill>
                  <a:schemeClr val="tx1"/>
                </a:solidFill>
              </a:rPr>
              <a:t>사막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지형에 따른 변화 </a:t>
            </a:r>
            <a:r>
              <a:rPr lang="en-US" altLang="ko-KR" dirty="0">
                <a:solidFill>
                  <a:schemeClr val="tx1"/>
                </a:solidFill>
              </a:rPr>
              <a:t>= </a:t>
            </a:r>
            <a:r>
              <a:rPr lang="ko-KR" altLang="en-US" dirty="0">
                <a:solidFill>
                  <a:schemeClr val="tx1"/>
                </a:solidFill>
              </a:rPr>
              <a:t>이동속도 감소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위험도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몬스터 없음</a:t>
            </a:r>
            <a:r>
              <a:rPr lang="en-US" altLang="ko-KR" dirty="0">
                <a:solidFill>
                  <a:schemeClr val="tx1"/>
                </a:solidFill>
              </a:rPr>
              <a:t>) = 0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341DAD-BF7B-19C3-A5CB-B2D9BE4C7E83}"/>
              </a:ext>
            </a:extLst>
          </p:cNvPr>
          <p:cNvSpPr/>
          <p:nvPr/>
        </p:nvSpPr>
        <p:spPr>
          <a:xfrm>
            <a:off x="424457" y="1018760"/>
            <a:ext cx="2636427" cy="26224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AI</a:t>
            </a:r>
            <a:r>
              <a:rPr lang="ko-KR" altLang="en-US" dirty="0">
                <a:solidFill>
                  <a:schemeClr val="tx1"/>
                </a:solidFill>
              </a:rPr>
              <a:t>의 </a:t>
            </a:r>
            <a:r>
              <a:rPr lang="en-US" altLang="ko-KR" dirty="0">
                <a:solidFill>
                  <a:schemeClr val="tx1"/>
                </a:solidFill>
              </a:rPr>
              <a:t>ETA </a:t>
            </a:r>
            <a:r>
              <a:rPr lang="ko-KR" altLang="en-US" dirty="0">
                <a:solidFill>
                  <a:schemeClr val="tx1"/>
                </a:solidFill>
              </a:rPr>
              <a:t>계산 </a:t>
            </a:r>
            <a:r>
              <a:rPr lang="en-US" altLang="ko-KR" dirty="0">
                <a:solidFill>
                  <a:schemeClr val="tx1"/>
                </a:solidFill>
              </a:rPr>
              <a:t>=</a:t>
            </a:r>
            <a:br>
              <a:rPr lang="en-US" altLang="ko-KR" dirty="0">
                <a:solidFill>
                  <a:schemeClr val="tx1"/>
                </a:solidFill>
              </a:rPr>
            </a:b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기본 시간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생물 위험도에 따른 예상 지연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지형에 따른 비용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영향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플레이어 행동에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따른 비용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E10BF5-A42D-A4C5-AD28-2074C89B10DB}"/>
              </a:ext>
            </a:extLst>
          </p:cNvPr>
          <p:cNvSpPr/>
          <p:nvPr/>
        </p:nvSpPr>
        <p:spPr>
          <a:xfrm>
            <a:off x="424457" y="3641190"/>
            <a:ext cx="2636427" cy="15720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기본 시간 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 err="1">
                <a:solidFill>
                  <a:schemeClr val="tx1"/>
                </a:solidFill>
              </a:rPr>
              <a:t>배달품</a:t>
            </a:r>
            <a:r>
              <a:rPr lang="ko-KR" altLang="en-US" dirty="0">
                <a:solidFill>
                  <a:schemeClr val="tx1"/>
                </a:solidFill>
              </a:rPr>
              <a:t> 소지자의 </a:t>
            </a:r>
            <a:r>
              <a:rPr lang="ko-KR" altLang="en-US" dirty="0" err="1">
                <a:solidFill>
                  <a:schemeClr val="tx1"/>
                </a:solidFill>
              </a:rPr>
              <a:t>배달품</a:t>
            </a:r>
            <a:r>
              <a:rPr lang="ko-KR" altLang="en-US" dirty="0">
                <a:solidFill>
                  <a:schemeClr val="tx1"/>
                </a:solidFill>
              </a:rPr>
              <a:t> 위치로부터 중간 구역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숲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늪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등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까지의 거리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플레이어 평균 속력</a:t>
            </a:r>
          </a:p>
        </p:txBody>
      </p:sp>
    </p:spTree>
    <p:extLst>
      <p:ext uri="{BB962C8B-B14F-4D97-AF65-F5344CB8AC3E}">
        <p14:creationId xmlns:p14="http://schemas.microsoft.com/office/powerpoint/2010/main" val="777380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FEE0B90-AE46-8E03-CDB7-D3EBD0C9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27DE23F-3B66-69B1-8866-3A49610D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ECE88E-77FF-C4F3-7D7B-981CF8E8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CAF19A-8317-D855-8001-DCA3A948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6700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D9241-79B3-37D9-7734-9FF6357F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8174C-9B5D-792B-E720-012AFFC73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4E6293-565F-03C4-5B79-01CA873D73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주거지 </a:t>
            </a:r>
            <a:r>
              <a:rPr lang="en-US" altLang="ko-KR" sz="2400" dirty="0"/>
              <a:t>: 4 </a:t>
            </a:r>
            <a:r>
              <a:rPr lang="ko-KR" altLang="en-US" sz="2400" dirty="0"/>
              <a:t>개</a:t>
            </a:r>
            <a:endParaRPr lang="en-US" altLang="ko-KR" sz="2400" dirty="0"/>
          </a:p>
          <a:p>
            <a:r>
              <a:rPr lang="ko-KR" altLang="en-US" sz="2400" dirty="0"/>
              <a:t>지형 </a:t>
            </a:r>
            <a:r>
              <a:rPr lang="en-US" altLang="ko-KR" sz="2400" dirty="0"/>
              <a:t>: </a:t>
            </a:r>
            <a:r>
              <a:rPr lang="ko-KR" altLang="en-US" sz="2400" dirty="0"/>
              <a:t>숲</a:t>
            </a:r>
            <a:r>
              <a:rPr lang="en-US" altLang="ko-KR" sz="2400" dirty="0"/>
              <a:t>, </a:t>
            </a:r>
            <a:r>
              <a:rPr lang="ko-KR" altLang="en-US" sz="2400" dirty="0"/>
              <a:t>산</a:t>
            </a:r>
            <a:r>
              <a:rPr lang="en-US" altLang="ko-KR" sz="2400" dirty="0"/>
              <a:t>, </a:t>
            </a:r>
            <a:r>
              <a:rPr lang="ko-KR" altLang="en-US" sz="2400" dirty="0"/>
              <a:t>강</a:t>
            </a:r>
            <a:r>
              <a:rPr lang="en-US" altLang="ko-KR" sz="2400" dirty="0"/>
              <a:t>, </a:t>
            </a:r>
            <a:r>
              <a:rPr lang="ko-KR" altLang="en-US" sz="2400" dirty="0"/>
              <a:t>모래언덕</a:t>
            </a:r>
            <a:r>
              <a:rPr lang="en-US" altLang="ko-KR" sz="2400" dirty="0"/>
              <a:t>, </a:t>
            </a:r>
            <a:r>
              <a:rPr lang="ko-KR" altLang="en-US" sz="2400" dirty="0"/>
              <a:t>늪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돌밭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본거지 </a:t>
            </a:r>
            <a:r>
              <a:rPr lang="en-US" altLang="ko-KR" sz="2400" dirty="0"/>
              <a:t>: </a:t>
            </a:r>
            <a:r>
              <a:rPr lang="ko-KR" altLang="en-US" sz="2400" dirty="0"/>
              <a:t>시작점</a:t>
            </a:r>
            <a:r>
              <a:rPr lang="en-US" altLang="ko-KR" sz="2400" dirty="0"/>
              <a:t>, </a:t>
            </a:r>
            <a:r>
              <a:rPr lang="ko-KR" altLang="en-US" sz="2400" dirty="0"/>
              <a:t>끝점</a:t>
            </a:r>
            <a:r>
              <a:rPr lang="en-US" altLang="ko-KR" sz="2400" dirty="0"/>
              <a:t>. </a:t>
            </a:r>
            <a:r>
              <a:rPr lang="ko-KR" altLang="en-US" sz="2400" dirty="0"/>
              <a:t>화물을 받는 곳</a:t>
            </a:r>
            <a:endParaRPr lang="en-US" altLang="ko-KR" sz="2400" dirty="0"/>
          </a:p>
          <a:p>
            <a:r>
              <a:rPr lang="ko-KR" altLang="en-US" sz="2400" dirty="0"/>
              <a:t>중간 기지 </a:t>
            </a:r>
            <a:r>
              <a:rPr lang="en-US" altLang="ko-KR" sz="2400" dirty="0"/>
              <a:t>: </a:t>
            </a:r>
            <a:r>
              <a:rPr lang="ko-KR" altLang="en-US" sz="2400" dirty="0"/>
              <a:t>본거지와의 거리가</a:t>
            </a:r>
            <a:br>
              <a:rPr lang="en-US" altLang="ko-KR" sz="2400" dirty="0"/>
            </a:br>
            <a:r>
              <a:rPr lang="ko-KR" altLang="en-US" sz="2400" dirty="0"/>
              <a:t>너무 멀 때 화물을 받는 곳</a:t>
            </a:r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B0FA1-82F3-0039-88C7-7C3C72B3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EE71C-B75F-0B4E-BD40-2F4B4618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AD10239-9783-2237-1C6F-0FCA432FF6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55EAE8-F2CB-F60A-1A7E-90197FD4B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11" name="십자형 10">
            <a:extLst>
              <a:ext uri="{FF2B5EF4-FFF2-40B4-BE49-F238E27FC236}">
                <a16:creationId xmlns:a16="http://schemas.microsoft.com/office/drawing/2014/main" id="{2143DAD2-0FD5-D243-4583-4A8602DFAAC2}"/>
              </a:ext>
            </a:extLst>
          </p:cNvPr>
          <p:cNvSpPr/>
          <p:nvPr/>
        </p:nvSpPr>
        <p:spPr>
          <a:xfrm>
            <a:off x="1285875" y="5216099"/>
            <a:ext cx="923925" cy="590550"/>
          </a:xfrm>
          <a:prstGeom prst="plu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3624343D-F233-F33D-BECD-1B56C0A27FE7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E8F91D7-32CE-30CA-5745-FF68DE29219C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863923-BE75-FE83-8AF3-98269B4AC798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7F8417-65B7-C457-5F6C-51E2C488FD09}"/>
              </a:ext>
            </a:extLst>
          </p:cNvPr>
          <p:cNvSpPr txBox="1"/>
          <p:nvPr/>
        </p:nvSpPr>
        <p:spPr>
          <a:xfrm>
            <a:off x="2848932" y="4942057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328F00EC-0C1F-C438-8EC5-3A4151D031BA}"/>
              </a:ext>
            </a:extLst>
          </p:cNvPr>
          <p:cNvSpPr/>
          <p:nvPr/>
        </p:nvSpPr>
        <p:spPr>
          <a:xfrm>
            <a:off x="1248077" y="1539622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DA41E25-0B9F-C020-B5C6-4017C974E5C6}"/>
              </a:ext>
            </a:extLst>
          </p:cNvPr>
          <p:cNvSpPr/>
          <p:nvPr/>
        </p:nvSpPr>
        <p:spPr>
          <a:xfrm>
            <a:off x="1242326" y="2741569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2A8F5DE6-E66E-664A-463E-E0C2FA823EC5}"/>
              </a:ext>
            </a:extLst>
          </p:cNvPr>
          <p:cNvSpPr/>
          <p:nvPr/>
        </p:nvSpPr>
        <p:spPr>
          <a:xfrm>
            <a:off x="2271745" y="2730067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C8CABF43-7B8B-F951-A2D8-38D91F10CFBE}"/>
              </a:ext>
            </a:extLst>
          </p:cNvPr>
          <p:cNvSpPr/>
          <p:nvPr/>
        </p:nvSpPr>
        <p:spPr>
          <a:xfrm>
            <a:off x="2892846" y="2425267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724B98C6-76C5-9DE2-06EF-9E9578092C06}"/>
              </a:ext>
            </a:extLst>
          </p:cNvPr>
          <p:cNvSpPr/>
          <p:nvPr/>
        </p:nvSpPr>
        <p:spPr>
          <a:xfrm>
            <a:off x="3433435" y="3655969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32415B75-F984-F122-83ED-FC66B30F1118}"/>
              </a:ext>
            </a:extLst>
          </p:cNvPr>
          <p:cNvSpPr/>
          <p:nvPr/>
        </p:nvSpPr>
        <p:spPr>
          <a:xfrm>
            <a:off x="4123548" y="2172226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118FA3B4-EEAE-B544-1EC4-469F01ED5556}"/>
              </a:ext>
            </a:extLst>
          </p:cNvPr>
          <p:cNvSpPr/>
          <p:nvPr/>
        </p:nvSpPr>
        <p:spPr>
          <a:xfrm>
            <a:off x="3998952" y="1758594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027FCC1-99E8-0622-8FD3-4A3643924EAE}"/>
              </a:ext>
            </a:extLst>
          </p:cNvPr>
          <p:cNvSpPr/>
          <p:nvPr/>
        </p:nvSpPr>
        <p:spPr>
          <a:xfrm>
            <a:off x="3121574" y="4320817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3839D72-6AE0-FF15-C785-D205371A6316}"/>
              </a:ext>
            </a:extLst>
          </p:cNvPr>
          <p:cNvSpPr/>
          <p:nvPr/>
        </p:nvSpPr>
        <p:spPr>
          <a:xfrm>
            <a:off x="5071057" y="4124265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4" name="십자형 23">
            <a:extLst>
              <a:ext uri="{FF2B5EF4-FFF2-40B4-BE49-F238E27FC236}">
                <a16:creationId xmlns:a16="http://schemas.microsoft.com/office/drawing/2014/main" id="{1E33E32C-F956-475D-D669-DD5313BE2B0B}"/>
              </a:ext>
            </a:extLst>
          </p:cNvPr>
          <p:cNvSpPr/>
          <p:nvPr/>
        </p:nvSpPr>
        <p:spPr>
          <a:xfrm>
            <a:off x="3709788" y="3112802"/>
            <a:ext cx="561073" cy="438586"/>
          </a:xfrm>
          <a:prstGeom prst="plu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2F54DCBB-B79E-61EB-83B3-CF42ADC75E80}"/>
              </a:ext>
            </a:extLst>
          </p:cNvPr>
          <p:cNvSpPr/>
          <p:nvPr/>
        </p:nvSpPr>
        <p:spPr>
          <a:xfrm>
            <a:off x="1246038" y="2755660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7E92919F-047F-A7FD-1324-6493FD15CFC1}"/>
              </a:ext>
            </a:extLst>
          </p:cNvPr>
          <p:cNvSpPr/>
          <p:nvPr/>
        </p:nvSpPr>
        <p:spPr>
          <a:xfrm>
            <a:off x="1574999" y="2643824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EFF060AC-13CE-2986-9EEF-E357351BD4E5}"/>
              </a:ext>
            </a:extLst>
          </p:cNvPr>
          <p:cNvSpPr/>
          <p:nvPr/>
        </p:nvSpPr>
        <p:spPr>
          <a:xfrm>
            <a:off x="3222720" y="4880610"/>
            <a:ext cx="324390" cy="563880"/>
          </a:xfrm>
          <a:custGeom>
            <a:avLst/>
            <a:gdLst>
              <a:gd name="csX0" fmla="*/ 183420 w 324390"/>
              <a:gd name="csY0" fmla="*/ 506730 h 563880"/>
              <a:gd name="csX1" fmla="*/ 164370 w 324390"/>
              <a:gd name="csY1" fmla="*/ 499110 h 563880"/>
              <a:gd name="csX2" fmla="*/ 111030 w 324390"/>
              <a:gd name="csY2" fmla="*/ 438150 h 563880"/>
              <a:gd name="csX3" fmla="*/ 57690 w 324390"/>
              <a:gd name="csY3" fmla="*/ 358140 h 563880"/>
              <a:gd name="csX4" fmla="*/ 38640 w 324390"/>
              <a:gd name="csY4" fmla="*/ 293370 h 563880"/>
              <a:gd name="csX5" fmla="*/ 4350 w 324390"/>
              <a:gd name="csY5" fmla="*/ 167640 h 563880"/>
              <a:gd name="csX6" fmla="*/ 540 w 324390"/>
              <a:gd name="csY6" fmla="*/ 110490 h 563880"/>
              <a:gd name="csX7" fmla="*/ 65310 w 324390"/>
              <a:gd name="csY7" fmla="*/ 15240 h 563880"/>
              <a:gd name="csX8" fmla="*/ 118650 w 324390"/>
              <a:gd name="csY8" fmla="*/ 0 h 563880"/>
              <a:gd name="csX9" fmla="*/ 156750 w 324390"/>
              <a:gd name="csY9" fmla="*/ 3810 h 563880"/>
              <a:gd name="csX10" fmla="*/ 187230 w 324390"/>
              <a:gd name="csY10" fmla="*/ 38100 h 563880"/>
              <a:gd name="csX11" fmla="*/ 206280 w 324390"/>
              <a:gd name="csY11" fmla="*/ 41910 h 563880"/>
              <a:gd name="csX12" fmla="*/ 232950 w 324390"/>
              <a:gd name="csY12" fmla="*/ 60960 h 563880"/>
              <a:gd name="csX13" fmla="*/ 252000 w 324390"/>
              <a:gd name="csY13" fmla="*/ 80010 h 563880"/>
              <a:gd name="csX14" fmla="*/ 297720 w 324390"/>
              <a:gd name="csY14" fmla="*/ 144780 h 563880"/>
              <a:gd name="csX15" fmla="*/ 305340 w 324390"/>
              <a:gd name="csY15" fmla="*/ 179070 h 563880"/>
              <a:gd name="csX16" fmla="*/ 316770 w 324390"/>
              <a:gd name="csY16" fmla="*/ 217170 h 563880"/>
              <a:gd name="csX17" fmla="*/ 324390 w 324390"/>
              <a:gd name="csY17" fmla="*/ 262890 h 563880"/>
              <a:gd name="csX18" fmla="*/ 301530 w 324390"/>
              <a:gd name="csY18" fmla="*/ 415290 h 563880"/>
              <a:gd name="csX19" fmla="*/ 267240 w 324390"/>
              <a:gd name="csY19" fmla="*/ 529590 h 563880"/>
              <a:gd name="csX20" fmla="*/ 252000 w 324390"/>
              <a:gd name="csY20" fmla="*/ 556260 h 563880"/>
              <a:gd name="csX21" fmla="*/ 229140 w 324390"/>
              <a:gd name="csY21" fmla="*/ 563880 h 563880"/>
              <a:gd name="csX22" fmla="*/ 164370 w 324390"/>
              <a:gd name="csY22" fmla="*/ 548640 h 563880"/>
              <a:gd name="csX23" fmla="*/ 145320 w 324390"/>
              <a:gd name="csY23" fmla="*/ 541020 h 563880"/>
              <a:gd name="csX24" fmla="*/ 183420 w 324390"/>
              <a:gd name="csY24" fmla="*/ 506730 h 563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24390" h="563880">
                <a:moveTo>
                  <a:pt x="183420" y="506730"/>
                </a:moveTo>
                <a:cubicBezTo>
                  <a:pt x="177070" y="504190"/>
                  <a:pt x="169748" y="503335"/>
                  <a:pt x="164370" y="499110"/>
                </a:cubicBezTo>
                <a:cubicBezTo>
                  <a:pt x="125125" y="468274"/>
                  <a:pt x="137604" y="470418"/>
                  <a:pt x="111030" y="438150"/>
                </a:cubicBezTo>
                <a:cubicBezTo>
                  <a:pt x="61811" y="378384"/>
                  <a:pt x="87999" y="424819"/>
                  <a:pt x="57690" y="358140"/>
                </a:cubicBezTo>
                <a:cubicBezTo>
                  <a:pt x="50587" y="301319"/>
                  <a:pt x="60166" y="354033"/>
                  <a:pt x="38640" y="293370"/>
                </a:cubicBezTo>
                <a:cubicBezTo>
                  <a:pt x="11415" y="216645"/>
                  <a:pt x="15399" y="228409"/>
                  <a:pt x="4350" y="167640"/>
                </a:cubicBezTo>
                <a:cubicBezTo>
                  <a:pt x="3080" y="148590"/>
                  <a:pt x="-1568" y="129466"/>
                  <a:pt x="540" y="110490"/>
                </a:cubicBezTo>
                <a:cubicBezTo>
                  <a:pt x="3987" y="79464"/>
                  <a:pt x="32292" y="22577"/>
                  <a:pt x="65310" y="15240"/>
                </a:cubicBezTo>
                <a:cubicBezTo>
                  <a:pt x="106276" y="6136"/>
                  <a:pt x="88729" y="11969"/>
                  <a:pt x="118650" y="0"/>
                </a:cubicBezTo>
                <a:cubicBezTo>
                  <a:pt x="131350" y="1270"/>
                  <a:pt x="144900" y="-930"/>
                  <a:pt x="156750" y="3810"/>
                </a:cubicBezTo>
                <a:cubicBezTo>
                  <a:pt x="192393" y="18067"/>
                  <a:pt x="161853" y="22240"/>
                  <a:pt x="187230" y="38100"/>
                </a:cubicBezTo>
                <a:cubicBezTo>
                  <a:pt x="192721" y="41532"/>
                  <a:pt x="199930" y="40640"/>
                  <a:pt x="206280" y="41910"/>
                </a:cubicBezTo>
                <a:cubicBezTo>
                  <a:pt x="215170" y="48260"/>
                  <a:pt x="224557" y="53966"/>
                  <a:pt x="232950" y="60960"/>
                </a:cubicBezTo>
                <a:cubicBezTo>
                  <a:pt x="239849" y="66709"/>
                  <a:pt x="246156" y="73192"/>
                  <a:pt x="252000" y="80010"/>
                </a:cubicBezTo>
                <a:cubicBezTo>
                  <a:pt x="276678" y="108801"/>
                  <a:pt x="278730" y="114396"/>
                  <a:pt x="297720" y="144780"/>
                </a:cubicBezTo>
                <a:cubicBezTo>
                  <a:pt x="300260" y="156210"/>
                  <a:pt x="302360" y="167747"/>
                  <a:pt x="305340" y="179070"/>
                </a:cubicBezTo>
                <a:cubicBezTo>
                  <a:pt x="308714" y="191893"/>
                  <a:pt x="313831" y="204241"/>
                  <a:pt x="316770" y="217170"/>
                </a:cubicBezTo>
                <a:cubicBezTo>
                  <a:pt x="320194" y="232236"/>
                  <a:pt x="321850" y="247650"/>
                  <a:pt x="324390" y="262890"/>
                </a:cubicBezTo>
                <a:cubicBezTo>
                  <a:pt x="316089" y="329301"/>
                  <a:pt x="316977" y="361928"/>
                  <a:pt x="301530" y="415290"/>
                </a:cubicBezTo>
                <a:cubicBezTo>
                  <a:pt x="290470" y="453499"/>
                  <a:pt x="286975" y="495053"/>
                  <a:pt x="267240" y="529590"/>
                </a:cubicBezTo>
                <a:cubicBezTo>
                  <a:pt x="262160" y="538480"/>
                  <a:pt x="259611" y="549410"/>
                  <a:pt x="252000" y="556260"/>
                </a:cubicBezTo>
                <a:cubicBezTo>
                  <a:pt x="246030" y="561633"/>
                  <a:pt x="236760" y="561340"/>
                  <a:pt x="229140" y="563880"/>
                </a:cubicBezTo>
                <a:cubicBezTo>
                  <a:pt x="207550" y="558800"/>
                  <a:pt x="185768" y="554476"/>
                  <a:pt x="164370" y="548640"/>
                </a:cubicBezTo>
                <a:cubicBezTo>
                  <a:pt x="157772" y="546840"/>
                  <a:pt x="150156" y="545856"/>
                  <a:pt x="145320" y="541020"/>
                </a:cubicBezTo>
                <a:lnTo>
                  <a:pt x="183420" y="50673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8A4611F8-0B0A-D91D-A4C1-2F197C7A640C}"/>
              </a:ext>
            </a:extLst>
          </p:cNvPr>
          <p:cNvSpPr/>
          <p:nvPr/>
        </p:nvSpPr>
        <p:spPr>
          <a:xfrm>
            <a:off x="3115783" y="4781550"/>
            <a:ext cx="646492" cy="727710"/>
          </a:xfrm>
          <a:custGeom>
            <a:avLst/>
            <a:gdLst>
              <a:gd name="csX0" fmla="*/ 35087 w 646492"/>
              <a:gd name="csY0" fmla="*/ 415290 h 727710"/>
              <a:gd name="csX1" fmla="*/ 27467 w 646492"/>
              <a:gd name="csY1" fmla="*/ 361950 h 727710"/>
              <a:gd name="csX2" fmla="*/ 19847 w 646492"/>
              <a:gd name="csY2" fmla="*/ 278130 h 727710"/>
              <a:gd name="csX3" fmla="*/ 8417 w 646492"/>
              <a:gd name="csY3" fmla="*/ 247650 h 727710"/>
              <a:gd name="csX4" fmla="*/ 797 w 646492"/>
              <a:gd name="csY4" fmla="*/ 194310 h 727710"/>
              <a:gd name="csX5" fmla="*/ 31277 w 646492"/>
              <a:gd name="csY5" fmla="*/ 129540 h 727710"/>
              <a:gd name="csX6" fmla="*/ 88427 w 646492"/>
              <a:gd name="csY6" fmla="*/ 60960 h 727710"/>
              <a:gd name="csX7" fmla="*/ 160817 w 646492"/>
              <a:gd name="csY7" fmla="*/ 0 h 727710"/>
              <a:gd name="csX8" fmla="*/ 400847 w 646492"/>
              <a:gd name="csY8" fmla="*/ 38100 h 727710"/>
              <a:gd name="csX9" fmla="*/ 503717 w 646492"/>
              <a:gd name="csY9" fmla="*/ 110490 h 727710"/>
              <a:gd name="csX10" fmla="*/ 572297 w 646492"/>
              <a:gd name="csY10" fmla="*/ 133350 h 727710"/>
              <a:gd name="csX11" fmla="*/ 591347 w 646492"/>
              <a:gd name="csY11" fmla="*/ 167640 h 727710"/>
              <a:gd name="csX12" fmla="*/ 602777 w 646492"/>
              <a:gd name="csY12" fmla="*/ 175260 h 727710"/>
              <a:gd name="csX13" fmla="*/ 629447 w 646492"/>
              <a:gd name="csY13" fmla="*/ 236220 h 727710"/>
              <a:gd name="csX14" fmla="*/ 637067 w 646492"/>
              <a:gd name="csY14" fmla="*/ 426720 h 727710"/>
              <a:gd name="csX15" fmla="*/ 618017 w 646492"/>
              <a:gd name="csY15" fmla="*/ 472440 h 727710"/>
              <a:gd name="csX16" fmla="*/ 534197 w 646492"/>
              <a:gd name="csY16" fmla="*/ 544830 h 727710"/>
              <a:gd name="csX17" fmla="*/ 488477 w 646492"/>
              <a:gd name="csY17" fmla="*/ 586740 h 727710"/>
              <a:gd name="csX18" fmla="*/ 412277 w 646492"/>
              <a:gd name="csY18" fmla="*/ 640080 h 727710"/>
              <a:gd name="csX19" fmla="*/ 351317 w 646492"/>
              <a:gd name="csY19" fmla="*/ 697230 h 727710"/>
              <a:gd name="csX20" fmla="*/ 324647 w 646492"/>
              <a:gd name="csY20" fmla="*/ 708660 h 727710"/>
              <a:gd name="csX21" fmla="*/ 282737 w 646492"/>
              <a:gd name="csY21" fmla="*/ 727710 h 727710"/>
              <a:gd name="csX22" fmla="*/ 183677 w 646492"/>
              <a:gd name="csY22" fmla="*/ 678180 h 727710"/>
              <a:gd name="csX23" fmla="*/ 137957 w 646492"/>
              <a:gd name="csY23" fmla="*/ 613410 h 727710"/>
              <a:gd name="csX24" fmla="*/ 103667 w 646492"/>
              <a:gd name="csY24" fmla="*/ 552450 h 727710"/>
              <a:gd name="csX25" fmla="*/ 84617 w 646492"/>
              <a:gd name="csY25" fmla="*/ 521970 h 727710"/>
              <a:gd name="csX26" fmla="*/ 80807 w 646492"/>
              <a:gd name="csY26" fmla="*/ 502920 h 727710"/>
              <a:gd name="csX27" fmla="*/ 65567 w 646492"/>
              <a:gd name="csY27" fmla="*/ 476250 h 727710"/>
              <a:gd name="csX28" fmla="*/ 50327 w 646492"/>
              <a:gd name="csY28" fmla="*/ 438150 h 727710"/>
              <a:gd name="csX29" fmla="*/ 35087 w 646492"/>
              <a:gd name="csY29" fmla="*/ 415290 h 727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46492" h="727710">
                <a:moveTo>
                  <a:pt x="35087" y="415290"/>
                </a:moveTo>
                <a:cubicBezTo>
                  <a:pt x="32547" y="397510"/>
                  <a:pt x="29450" y="379801"/>
                  <a:pt x="27467" y="361950"/>
                </a:cubicBezTo>
                <a:cubicBezTo>
                  <a:pt x="24369" y="334066"/>
                  <a:pt x="24459" y="305803"/>
                  <a:pt x="19847" y="278130"/>
                </a:cubicBezTo>
                <a:cubicBezTo>
                  <a:pt x="18063" y="267427"/>
                  <a:pt x="12227" y="257810"/>
                  <a:pt x="8417" y="247650"/>
                </a:cubicBezTo>
                <a:cubicBezTo>
                  <a:pt x="5877" y="229870"/>
                  <a:pt x="-2616" y="211943"/>
                  <a:pt x="797" y="194310"/>
                </a:cubicBezTo>
                <a:cubicBezTo>
                  <a:pt x="5331" y="170884"/>
                  <a:pt x="18173" y="149481"/>
                  <a:pt x="31277" y="129540"/>
                </a:cubicBezTo>
                <a:cubicBezTo>
                  <a:pt x="47619" y="104672"/>
                  <a:pt x="68521" y="83078"/>
                  <a:pt x="88427" y="60960"/>
                </a:cubicBezTo>
                <a:cubicBezTo>
                  <a:pt x="130484" y="14230"/>
                  <a:pt x="120614" y="22973"/>
                  <a:pt x="160817" y="0"/>
                </a:cubicBezTo>
                <a:cubicBezTo>
                  <a:pt x="240827" y="12700"/>
                  <a:pt x="323739" y="13254"/>
                  <a:pt x="400847" y="38100"/>
                </a:cubicBezTo>
                <a:cubicBezTo>
                  <a:pt x="440756" y="50959"/>
                  <a:pt x="467064" y="90127"/>
                  <a:pt x="503717" y="110490"/>
                </a:cubicBezTo>
                <a:cubicBezTo>
                  <a:pt x="524781" y="122192"/>
                  <a:pt x="549437" y="125730"/>
                  <a:pt x="572297" y="133350"/>
                </a:cubicBezTo>
                <a:cubicBezTo>
                  <a:pt x="578647" y="144780"/>
                  <a:pt x="583656" y="157065"/>
                  <a:pt x="591347" y="167640"/>
                </a:cubicBezTo>
                <a:cubicBezTo>
                  <a:pt x="594040" y="171343"/>
                  <a:pt x="600553" y="171257"/>
                  <a:pt x="602777" y="175260"/>
                </a:cubicBezTo>
                <a:cubicBezTo>
                  <a:pt x="613548" y="194648"/>
                  <a:pt x="620557" y="215900"/>
                  <a:pt x="629447" y="236220"/>
                </a:cubicBezTo>
                <a:cubicBezTo>
                  <a:pt x="646165" y="323991"/>
                  <a:pt x="653938" y="327905"/>
                  <a:pt x="637067" y="426720"/>
                </a:cubicBezTo>
                <a:cubicBezTo>
                  <a:pt x="634288" y="442995"/>
                  <a:pt x="628860" y="459990"/>
                  <a:pt x="618017" y="472440"/>
                </a:cubicBezTo>
                <a:cubicBezTo>
                  <a:pt x="593770" y="500279"/>
                  <a:pt x="561879" y="520405"/>
                  <a:pt x="534197" y="544830"/>
                </a:cubicBezTo>
                <a:cubicBezTo>
                  <a:pt x="518695" y="558508"/>
                  <a:pt x="505414" y="574884"/>
                  <a:pt x="488477" y="586740"/>
                </a:cubicBezTo>
                <a:cubicBezTo>
                  <a:pt x="463077" y="604520"/>
                  <a:pt x="434201" y="618156"/>
                  <a:pt x="412277" y="640080"/>
                </a:cubicBezTo>
                <a:cubicBezTo>
                  <a:pt x="408173" y="644184"/>
                  <a:pt x="367866" y="687576"/>
                  <a:pt x="351317" y="697230"/>
                </a:cubicBezTo>
                <a:cubicBezTo>
                  <a:pt x="342963" y="702103"/>
                  <a:pt x="333298" y="704335"/>
                  <a:pt x="324647" y="708660"/>
                </a:cubicBezTo>
                <a:cubicBezTo>
                  <a:pt x="276911" y="732528"/>
                  <a:pt x="382145" y="690432"/>
                  <a:pt x="282737" y="727710"/>
                </a:cubicBezTo>
                <a:cubicBezTo>
                  <a:pt x="249717" y="711200"/>
                  <a:pt x="204967" y="708340"/>
                  <a:pt x="183677" y="678180"/>
                </a:cubicBezTo>
                <a:cubicBezTo>
                  <a:pt x="168437" y="656590"/>
                  <a:pt x="148121" y="637804"/>
                  <a:pt x="137957" y="613410"/>
                </a:cubicBezTo>
                <a:cubicBezTo>
                  <a:pt x="116144" y="561058"/>
                  <a:pt x="130581" y="579364"/>
                  <a:pt x="103667" y="552450"/>
                </a:cubicBezTo>
                <a:cubicBezTo>
                  <a:pt x="93405" y="501142"/>
                  <a:pt x="110143" y="562811"/>
                  <a:pt x="84617" y="521970"/>
                </a:cubicBezTo>
                <a:cubicBezTo>
                  <a:pt x="81185" y="516479"/>
                  <a:pt x="83298" y="508898"/>
                  <a:pt x="80807" y="502920"/>
                </a:cubicBezTo>
                <a:cubicBezTo>
                  <a:pt x="76869" y="493469"/>
                  <a:pt x="69927" y="485514"/>
                  <a:pt x="65567" y="476250"/>
                </a:cubicBezTo>
                <a:cubicBezTo>
                  <a:pt x="59743" y="463874"/>
                  <a:pt x="55407" y="450850"/>
                  <a:pt x="50327" y="438150"/>
                </a:cubicBezTo>
                <a:lnTo>
                  <a:pt x="35087" y="41529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070B4F45-0CBE-F35A-EDDE-8DBA1DEAC58A}"/>
              </a:ext>
            </a:extLst>
          </p:cNvPr>
          <p:cNvSpPr/>
          <p:nvPr/>
        </p:nvSpPr>
        <p:spPr>
          <a:xfrm>
            <a:off x="2941170" y="4650842"/>
            <a:ext cx="1162200" cy="957478"/>
          </a:xfrm>
          <a:custGeom>
            <a:avLst/>
            <a:gdLst>
              <a:gd name="csX0" fmla="*/ 312570 w 1162200"/>
              <a:gd name="csY0" fmla="*/ 65938 h 957478"/>
              <a:gd name="csX1" fmla="*/ 533550 w 1162200"/>
              <a:gd name="csY1" fmla="*/ 16408 h 957478"/>
              <a:gd name="csX2" fmla="*/ 605940 w 1162200"/>
              <a:gd name="csY2" fmla="*/ 35458 h 957478"/>
              <a:gd name="csX3" fmla="*/ 689760 w 1162200"/>
              <a:gd name="csY3" fmla="*/ 96418 h 957478"/>
              <a:gd name="csX4" fmla="*/ 743100 w 1162200"/>
              <a:gd name="csY4" fmla="*/ 138328 h 957478"/>
              <a:gd name="csX5" fmla="*/ 781200 w 1162200"/>
              <a:gd name="csY5" fmla="*/ 157378 h 957478"/>
              <a:gd name="csX6" fmla="*/ 895500 w 1162200"/>
              <a:gd name="csY6" fmla="*/ 210718 h 957478"/>
              <a:gd name="csX7" fmla="*/ 941220 w 1162200"/>
              <a:gd name="csY7" fmla="*/ 214528 h 957478"/>
              <a:gd name="csX8" fmla="*/ 983130 w 1162200"/>
              <a:gd name="csY8" fmla="*/ 256438 h 957478"/>
              <a:gd name="csX9" fmla="*/ 1074570 w 1162200"/>
              <a:gd name="csY9" fmla="*/ 317398 h 957478"/>
              <a:gd name="csX10" fmla="*/ 1146960 w 1162200"/>
              <a:gd name="csY10" fmla="*/ 424078 h 957478"/>
              <a:gd name="csX11" fmla="*/ 1162200 w 1162200"/>
              <a:gd name="csY11" fmla="*/ 465988 h 957478"/>
              <a:gd name="csX12" fmla="*/ 1131720 w 1162200"/>
              <a:gd name="csY12" fmla="*/ 610768 h 957478"/>
              <a:gd name="csX13" fmla="*/ 1127910 w 1162200"/>
              <a:gd name="csY13" fmla="*/ 648868 h 957478"/>
              <a:gd name="csX14" fmla="*/ 1097430 w 1162200"/>
              <a:gd name="csY14" fmla="*/ 698398 h 957478"/>
              <a:gd name="csX15" fmla="*/ 1040280 w 1162200"/>
              <a:gd name="csY15" fmla="*/ 766978 h 957478"/>
              <a:gd name="csX16" fmla="*/ 1021230 w 1162200"/>
              <a:gd name="csY16" fmla="*/ 793648 h 957478"/>
              <a:gd name="csX17" fmla="*/ 967890 w 1162200"/>
              <a:gd name="csY17" fmla="*/ 835558 h 957478"/>
              <a:gd name="csX18" fmla="*/ 918360 w 1162200"/>
              <a:gd name="csY18" fmla="*/ 877468 h 957478"/>
              <a:gd name="csX19" fmla="*/ 865020 w 1162200"/>
              <a:gd name="csY19" fmla="*/ 888898 h 957478"/>
              <a:gd name="csX20" fmla="*/ 781200 w 1162200"/>
              <a:gd name="csY20" fmla="*/ 915568 h 957478"/>
              <a:gd name="csX21" fmla="*/ 739290 w 1162200"/>
              <a:gd name="csY21" fmla="*/ 930808 h 957478"/>
              <a:gd name="csX22" fmla="*/ 693570 w 1162200"/>
              <a:gd name="csY22" fmla="*/ 949858 h 957478"/>
              <a:gd name="csX23" fmla="*/ 617370 w 1162200"/>
              <a:gd name="csY23" fmla="*/ 957478 h 957478"/>
              <a:gd name="csX24" fmla="*/ 426870 w 1162200"/>
              <a:gd name="csY24" fmla="*/ 953668 h 957478"/>
              <a:gd name="csX25" fmla="*/ 373530 w 1162200"/>
              <a:gd name="csY25" fmla="*/ 904138 h 957478"/>
              <a:gd name="csX26" fmla="*/ 312570 w 1162200"/>
              <a:gd name="csY26" fmla="*/ 854608 h 957478"/>
              <a:gd name="csX27" fmla="*/ 301140 w 1162200"/>
              <a:gd name="csY27" fmla="*/ 835558 h 957478"/>
              <a:gd name="csX28" fmla="*/ 293520 w 1162200"/>
              <a:gd name="csY28" fmla="*/ 801268 h 957478"/>
              <a:gd name="csX29" fmla="*/ 270660 w 1162200"/>
              <a:gd name="csY29" fmla="*/ 782218 h 957478"/>
              <a:gd name="csX30" fmla="*/ 236370 w 1162200"/>
              <a:gd name="csY30" fmla="*/ 740308 h 957478"/>
              <a:gd name="csX31" fmla="*/ 217320 w 1162200"/>
              <a:gd name="csY31" fmla="*/ 721258 h 957478"/>
              <a:gd name="csX32" fmla="*/ 175410 w 1162200"/>
              <a:gd name="csY32" fmla="*/ 648868 h 957478"/>
              <a:gd name="csX33" fmla="*/ 152550 w 1162200"/>
              <a:gd name="csY33" fmla="*/ 622198 h 957478"/>
              <a:gd name="csX34" fmla="*/ 118260 w 1162200"/>
              <a:gd name="csY34" fmla="*/ 576478 h 957478"/>
              <a:gd name="csX35" fmla="*/ 95400 w 1162200"/>
              <a:gd name="csY35" fmla="*/ 549808 h 957478"/>
              <a:gd name="csX36" fmla="*/ 64920 w 1162200"/>
              <a:gd name="csY36" fmla="*/ 485038 h 957478"/>
              <a:gd name="csX37" fmla="*/ 45870 w 1162200"/>
              <a:gd name="csY37" fmla="*/ 465988 h 957478"/>
              <a:gd name="csX38" fmla="*/ 3960 w 1162200"/>
              <a:gd name="csY38" fmla="*/ 393598 h 957478"/>
              <a:gd name="csX39" fmla="*/ 150 w 1162200"/>
              <a:gd name="csY39" fmla="*/ 336448 h 957478"/>
              <a:gd name="csX40" fmla="*/ 26820 w 1162200"/>
              <a:gd name="csY40" fmla="*/ 279298 h 957478"/>
              <a:gd name="csX41" fmla="*/ 53490 w 1162200"/>
              <a:gd name="csY41" fmla="*/ 260248 h 957478"/>
              <a:gd name="csX42" fmla="*/ 129690 w 1162200"/>
              <a:gd name="csY42" fmla="*/ 180238 h 957478"/>
              <a:gd name="csX43" fmla="*/ 186840 w 1162200"/>
              <a:gd name="csY43" fmla="*/ 142138 h 957478"/>
              <a:gd name="csX44" fmla="*/ 221130 w 1162200"/>
              <a:gd name="csY44" fmla="*/ 119278 h 957478"/>
              <a:gd name="csX45" fmla="*/ 240180 w 1162200"/>
              <a:gd name="csY45" fmla="*/ 115468 h 957478"/>
              <a:gd name="csX46" fmla="*/ 278280 w 1162200"/>
              <a:gd name="csY46" fmla="*/ 100228 h 957478"/>
              <a:gd name="csX47" fmla="*/ 343050 w 1162200"/>
              <a:gd name="csY47" fmla="*/ 81178 h 957478"/>
              <a:gd name="csX48" fmla="*/ 369720 w 1162200"/>
              <a:gd name="csY48" fmla="*/ 73558 h 9574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62200" h="957478">
                <a:moveTo>
                  <a:pt x="312570" y="65938"/>
                </a:moveTo>
                <a:cubicBezTo>
                  <a:pt x="443894" y="-11045"/>
                  <a:pt x="390557" y="-10403"/>
                  <a:pt x="533550" y="16408"/>
                </a:cubicBezTo>
                <a:cubicBezTo>
                  <a:pt x="558074" y="21006"/>
                  <a:pt x="581810" y="29108"/>
                  <a:pt x="605940" y="35458"/>
                </a:cubicBezTo>
                <a:cubicBezTo>
                  <a:pt x="653625" y="83143"/>
                  <a:pt x="602137" y="35082"/>
                  <a:pt x="689760" y="96418"/>
                </a:cubicBezTo>
                <a:cubicBezTo>
                  <a:pt x="708284" y="109385"/>
                  <a:pt x="724286" y="125785"/>
                  <a:pt x="743100" y="138328"/>
                </a:cubicBezTo>
                <a:cubicBezTo>
                  <a:pt x="754914" y="146204"/>
                  <a:pt x="768671" y="150696"/>
                  <a:pt x="781200" y="157378"/>
                </a:cubicBezTo>
                <a:cubicBezTo>
                  <a:pt x="819959" y="178050"/>
                  <a:pt x="840478" y="206133"/>
                  <a:pt x="895500" y="210718"/>
                </a:cubicBezTo>
                <a:lnTo>
                  <a:pt x="941220" y="214528"/>
                </a:lnTo>
                <a:cubicBezTo>
                  <a:pt x="955190" y="228498"/>
                  <a:pt x="967470" y="244392"/>
                  <a:pt x="983130" y="256438"/>
                </a:cubicBezTo>
                <a:cubicBezTo>
                  <a:pt x="1027144" y="290295"/>
                  <a:pt x="1039399" y="282227"/>
                  <a:pt x="1074570" y="317398"/>
                </a:cubicBezTo>
                <a:cubicBezTo>
                  <a:pt x="1103362" y="346190"/>
                  <a:pt x="1129350" y="388857"/>
                  <a:pt x="1146960" y="424078"/>
                </a:cubicBezTo>
                <a:cubicBezTo>
                  <a:pt x="1153608" y="437374"/>
                  <a:pt x="1157120" y="452018"/>
                  <a:pt x="1162200" y="465988"/>
                </a:cubicBezTo>
                <a:cubicBezTo>
                  <a:pt x="1152040" y="514248"/>
                  <a:pt x="1140809" y="562295"/>
                  <a:pt x="1131720" y="610768"/>
                </a:cubicBezTo>
                <a:cubicBezTo>
                  <a:pt x="1129368" y="623313"/>
                  <a:pt x="1132561" y="636982"/>
                  <a:pt x="1127910" y="648868"/>
                </a:cubicBezTo>
                <a:cubicBezTo>
                  <a:pt x="1120846" y="666921"/>
                  <a:pt x="1108981" y="682829"/>
                  <a:pt x="1097430" y="698398"/>
                </a:cubicBezTo>
                <a:cubicBezTo>
                  <a:pt x="1079699" y="722296"/>
                  <a:pt x="1058869" y="743742"/>
                  <a:pt x="1040280" y="766978"/>
                </a:cubicBezTo>
                <a:cubicBezTo>
                  <a:pt x="1033455" y="775509"/>
                  <a:pt x="1028612" y="785595"/>
                  <a:pt x="1021230" y="793648"/>
                </a:cubicBezTo>
                <a:cubicBezTo>
                  <a:pt x="1012123" y="803583"/>
                  <a:pt x="976204" y="828828"/>
                  <a:pt x="967890" y="835558"/>
                </a:cubicBezTo>
                <a:cubicBezTo>
                  <a:pt x="951080" y="849166"/>
                  <a:pt x="937560" y="867513"/>
                  <a:pt x="918360" y="877468"/>
                </a:cubicBezTo>
                <a:cubicBezTo>
                  <a:pt x="902217" y="885838"/>
                  <a:pt x="882800" y="885088"/>
                  <a:pt x="865020" y="888898"/>
                </a:cubicBezTo>
                <a:cubicBezTo>
                  <a:pt x="791478" y="925669"/>
                  <a:pt x="864454" y="893850"/>
                  <a:pt x="781200" y="915568"/>
                </a:cubicBezTo>
                <a:cubicBezTo>
                  <a:pt x="766816" y="919320"/>
                  <a:pt x="753133" y="925391"/>
                  <a:pt x="739290" y="930808"/>
                </a:cubicBezTo>
                <a:cubicBezTo>
                  <a:pt x="723915" y="936824"/>
                  <a:pt x="709699" y="946330"/>
                  <a:pt x="693570" y="949858"/>
                </a:cubicBezTo>
                <a:cubicBezTo>
                  <a:pt x="668633" y="955313"/>
                  <a:pt x="642770" y="954938"/>
                  <a:pt x="617370" y="957478"/>
                </a:cubicBezTo>
                <a:lnTo>
                  <a:pt x="426870" y="953668"/>
                </a:lnTo>
                <a:cubicBezTo>
                  <a:pt x="392895" y="950213"/>
                  <a:pt x="389624" y="926085"/>
                  <a:pt x="373530" y="904138"/>
                </a:cubicBezTo>
                <a:cubicBezTo>
                  <a:pt x="349414" y="871252"/>
                  <a:pt x="350107" y="877130"/>
                  <a:pt x="312570" y="854608"/>
                </a:cubicBezTo>
                <a:cubicBezTo>
                  <a:pt x="308760" y="848258"/>
                  <a:pt x="303631" y="842532"/>
                  <a:pt x="301140" y="835558"/>
                </a:cubicBezTo>
                <a:cubicBezTo>
                  <a:pt x="297202" y="824531"/>
                  <a:pt x="299329" y="811434"/>
                  <a:pt x="293520" y="801268"/>
                </a:cubicBezTo>
                <a:cubicBezTo>
                  <a:pt x="288599" y="792656"/>
                  <a:pt x="277444" y="789454"/>
                  <a:pt x="270660" y="782218"/>
                </a:cubicBezTo>
                <a:cubicBezTo>
                  <a:pt x="258315" y="769050"/>
                  <a:pt x="248256" y="753892"/>
                  <a:pt x="236370" y="740308"/>
                </a:cubicBezTo>
                <a:cubicBezTo>
                  <a:pt x="230456" y="733550"/>
                  <a:pt x="222930" y="728270"/>
                  <a:pt x="217320" y="721258"/>
                </a:cubicBezTo>
                <a:cubicBezTo>
                  <a:pt x="151174" y="638575"/>
                  <a:pt x="223010" y="725028"/>
                  <a:pt x="175410" y="648868"/>
                </a:cubicBezTo>
                <a:cubicBezTo>
                  <a:pt x="169204" y="638939"/>
                  <a:pt x="159805" y="631388"/>
                  <a:pt x="152550" y="622198"/>
                </a:cubicBezTo>
                <a:cubicBezTo>
                  <a:pt x="140746" y="607246"/>
                  <a:pt x="130064" y="591430"/>
                  <a:pt x="118260" y="576478"/>
                </a:cubicBezTo>
                <a:cubicBezTo>
                  <a:pt x="111005" y="567288"/>
                  <a:pt x="101300" y="559922"/>
                  <a:pt x="95400" y="549808"/>
                </a:cubicBezTo>
                <a:cubicBezTo>
                  <a:pt x="83377" y="529197"/>
                  <a:pt x="77059" y="505581"/>
                  <a:pt x="64920" y="485038"/>
                </a:cubicBezTo>
                <a:cubicBezTo>
                  <a:pt x="60351" y="477307"/>
                  <a:pt x="51197" y="473218"/>
                  <a:pt x="45870" y="465988"/>
                </a:cubicBezTo>
                <a:cubicBezTo>
                  <a:pt x="14477" y="423383"/>
                  <a:pt x="17296" y="426938"/>
                  <a:pt x="3960" y="393598"/>
                </a:cubicBezTo>
                <a:cubicBezTo>
                  <a:pt x="2690" y="374548"/>
                  <a:pt x="-758" y="355519"/>
                  <a:pt x="150" y="336448"/>
                </a:cubicBezTo>
                <a:cubicBezTo>
                  <a:pt x="786" y="323084"/>
                  <a:pt x="21969" y="284958"/>
                  <a:pt x="26820" y="279298"/>
                </a:cubicBezTo>
                <a:cubicBezTo>
                  <a:pt x="33930" y="271003"/>
                  <a:pt x="45621" y="267826"/>
                  <a:pt x="53490" y="260248"/>
                </a:cubicBezTo>
                <a:cubicBezTo>
                  <a:pt x="80019" y="234701"/>
                  <a:pt x="99518" y="201359"/>
                  <a:pt x="129690" y="180238"/>
                </a:cubicBezTo>
                <a:cubicBezTo>
                  <a:pt x="224637" y="113775"/>
                  <a:pt x="130240" y="178524"/>
                  <a:pt x="186840" y="142138"/>
                </a:cubicBezTo>
                <a:cubicBezTo>
                  <a:pt x="198395" y="134710"/>
                  <a:pt x="208843" y="125421"/>
                  <a:pt x="221130" y="119278"/>
                </a:cubicBezTo>
                <a:cubicBezTo>
                  <a:pt x="226922" y="116382"/>
                  <a:pt x="234037" y="117516"/>
                  <a:pt x="240180" y="115468"/>
                </a:cubicBezTo>
                <a:cubicBezTo>
                  <a:pt x="253156" y="111143"/>
                  <a:pt x="265304" y="104553"/>
                  <a:pt x="278280" y="100228"/>
                </a:cubicBezTo>
                <a:cubicBezTo>
                  <a:pt x="299630" y="93111"/>
                  <a:pt x="321446" y="87479"/>
                  <a:pt x="343050" y="81178"/>
                </a:cubicBezTo>
                <a:lnTo>
                  <a:pt x="369720" y="7355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077E0CC8-345D-EA51-F7BC-BA392CDBDBE8}"/>
              </a:ext>
            </a:extLst>
          </p:cNvPr>
          <p:cNvSpPr/>
          <p:nvPr/>
        </p:nvSpPr>
        <p:spPr>
          <a:xfrm>
            <a:off x="2807970" y="4562684"/>
            <a:ext cx="1368650" cy="1045636"/>
          </a:xfrm>
          <a:custGeom>
            <a:avLst/>
            <a:gdLst>
              <a:gd name="csX0" fmla="*/ 430530 w 1368650"/>
              <a:gd name="csY0" fmla="*/ 119806 h 1045636"/>
              <a:gd name="csX1" fmla="*/ 377190 w 1368650"/>
              <a:gd name="csY1" fmla="*/ 127426 h 1045636"/>
              <a:gd name="csX2" fmla="*/ 358140 w 1368650"/>
              <a:gd name="csY2" fmla="*/ 146476 h 1045636"/>
              <a:gd name="csX3" fmla="*/ 300990 w 1368650"/>
              <a:gd name="csY3" fmla="*/ 154096 h 1045636"/>
              <a:gd name="csX4" fmla="*/ 236220 w 1368650"/>
              <a:gd name="csY4" fmla="*/ 192196 h 1045636"/>
              <a:gd name="csX5" fmla="*/ 217170 w 1368650"/>
              <a:gd name="csY5" fmla="*/ 207436 h 1045636"/>
              <a:gd name="csX6" fmla="*/ 148590 w 1368650"/>
              <a:gd name="csY6" fmla="*/ 272206 h 1045636"/>
              <a:gd name="csX7" fmla="*/ 129540 w 1368650"/>
              <a:gd name="csY7" fmla="*/ 306496 h 1045636"/>
              <a:gd name="csX8" fmla="*/ 60960 w 1368650"/>
              <a:gd name="csY8" fmla="*/ 375076 h 1045636"/>
              <a:gd name="csX9" fmla="*/ 45720 w 1368650"/>
              <a:gd name="csY9" fmla="*/ 394126 h 1045636"/>
              <a:gd name="csX10" fmla="*/ 26670 w 1368650"/>
              <a:gd name="csY10" fmla="*/ 447466 h 1045636"/>
              <a:gd name="csX11" fmla="*/ 0 w 1368650"/>
              <a:gd name="csY11" fmla="*/ 531286 h 1045636"/>
              <a:gd name="csX12" fmla="*/ 3810 w 1368650"/>
              <a:gd name="csY12" fmla="*/ 672256 h 1045636"/>
              <a:gd name="csX13" fmla="*/ 15240 w 1368650"/>
              <a:gd name="csY13" fmla="*/ 679876 h 1045636"/>
              <a:gd name="csX14" fmla="*/ 49530 w 1368650"/>
              <a:gd name="csY14" fmla="*/ 740836 h 1045636"/>
              <a:gd name="csX15" fmla="*/ 64770 w 1368650"/>
              <a:gd name="csY15" fmla="*/ 767506 h 1045636"/>
              <a:gd name="csX16" fmla="*/ 144780 w 1368650"/>
              <a:gd name="csY16" fmla="*/ 851326 h 1045636"/>
              <a:gd name="csX17" fmla="*/ 186690 w 1368650"/>
              <a:gd name="csY17" fmla="*/ 893236 h 1045636"/>
              <a:gd name="csX18" fmla="*/ 224790 w 1368650"/>
              <a:gd name="csY18" fmla="*/ 946576 h 1045636"/>
              <a:gd name="csX19" fmla="*/ 255270 w 1368650"/>
              <a:gd name="csY19" fmla="*/ 965626 h 1045636"/>
              <a:gd name="csX20" fmla="*/ 278130 w 1368650"/>
              <a:gd name="csY20" fmla="*/ 988486 h 1045636"/>
              <a:gd name="csX21" fmla="*/ 316230 w 1368650"/>
              <a:gd name="csY21" fmla="*/ 1007536 h 1045636"/>
              <a:gd name="csX22" fmla="*/ 342900 w 1368650"/>
              <a:gd name="csY22" fmla="*/ 1026586 h 1045636"/>
              <a:gd name="csX23" fmla="*/ 377190 w 1368650"/>
              <a:gd name="csY23" fmla="*/ 1045636 h 1045636"/>
              <a:gd name="csX24" fmla="*/ 773430 w 1368650"/>
              <a:gd name="csY24" fmla="*/ 1026586 h 1045636"/>
              <a:gd name="csX25" fmla="*/ 1024890 w 1368650"/>
              <a:gd name="csY25" fmla="*/ 1022776 h 1045636"/>
              <a:gd name="csX26" fmla="*/ 1082040 w 1368650"/>
              <a:gd name="csY26" fmla="*/ 1007536 h 1045636"/>
              <a:gd name="csX27" fmla="*/ 1116330 w 1368650"/>
              <a:gd name="csY27" fmla="*/ 1003726 h 1045636"/>
              <a:gd name="csX28" fmla="*/ 1154430 w 1368650"/>
              <a:gd name="csY28" fmla="*/ 973246 h 1045636"/>
              <a:gd name="csX29" fmla="*/ 1181100 w 1368650"/>
              <a:gd name="csY29" fmla="*/ 969436 h 1045636"/>
              <a:gd name="csX30" fmla="*/ 1253490 w 1368650"/>
              <a:gd name="csY30" fmla="*/ 908476 h 1045636"/>
              <a:gd name="csX31" fmla="*/ 1272540 w 1368650"/>
              <a:gd name="csY31" fmla="*/ 881806 h 1045636"/>
              <a:gd name="csX32" fmla="*/ 1310640 w 1368650"/>
              <a:gd name="csY32" fmla="*/ 855136 h 1045636"/>
              <a:gd name="csX33" fmla="*/ 1314450 w 1368650"/>
              <a:gd name="csY33" fmla="*/ 836086 h 1045636"/>
              <a:gd name="csX34" fmla="*/ 1329690 w 1368650"/>
              <a:gd name="csY34" fmla="*/ 817036 h 1045636"/>
              <a:gd name="csX35" fmla="*/ 1348740 w 1368650"/>
              <a:gd name="csY35" fmla="*/ 782746 h 1045636"/>
              <a:gd name="csX36" fmla="*/ 1337310 w 1368650"/>
              <a:gd name="csY36" fmla="*/ 653206 h 1045636"/>
              <a:gd name="csX37" fmla="*/ 1333500 w 1368650"/>
              <a:gd name="csY37" fmla="*/ 626536 h 1045636"/>
              <a:gd name="csX38" fmla="*/ 1363980 w 1368650"/>
              <a:gd name="csY38" fmla="*/ 516046 h 1045636"/>
              <a:gd name="csX39" fmla="*/ 1367790 w 1368650"/>
              <a:gd name="csY39" fmla="*/ 443656 h 1045636"/>
              <a:gd name="csX40" fmla="*/ 1333500 w 1368650"/>
              <a:gd name="csY40" fmla="*/ 268396 h 1045636"/>
              <a:gd name="csX41" fmla="*/ 1314450 w 1368650"/>
              <a:gd name="csY41" fmla="*/ 230296 h 1045636"/>
              <a:gd name="csX42" fmla="*/ 1272540 w 1368650"/>
              <a:gd name="csY42" fmla="*/ 196006 h 1045636"/>
              <a:gd name="csX43" fmla="*/ 1230630 w 1368650"/>
              <a:gd name="csY43" fmla="*/ 157906 h 1045636"/>
              <a:gd name="csX44" fmla="*/ 1188720 w 1368650"/>
              <a:gd name="csY44" fmla="*/ 135046 h 1045636"/>
              <a:gd name="csX45" fmla="*/ 1169670 w 1368650"/>
              <a:gd name="csY45" fmla="*/ 131236 h 1045636"/>
              <a:gd name="csX46" fmla="*/ 1112520 w 1368650"/>
              <a:gd name="csY46" fmla="*/ 104566 h 1045636"/>
              <a:gd name="csX47" fmla="*/ 1055370 w 1368650"/>
              <a:gd name="csY47" fmla="*/ 62656 h 1045636"/>
              <a:gd name="csX48" fmla="*/ 1013460 w 1368650"/>
              <a:gd name="csY48" fmla="*/ 43606 h 1045636"/>
              <a:gd name="csX49" fmla="*/ 941070 w 1368650"/>
              <a:gd name="csY49" fmla="*/ 9316 h 1045636"/>
              <a:gd name="csX50" fmla="*/ 883920 w 1368650"/>
              <a:gd name="csY50" fmla="*/ 1696 h 1045636"/>
              <a:gd name="csX51" fmla="*/ 609600 w 1368650"/>
              <a:gd name="csY51" fmla="*/ 5506 h 1045636"/>
              <a:gd name="csX52" fmla="*/ 487680 w 1368650"/>
              <a:gd name="csY52" fmla="*/ 47416 h 1045636"/>
              <a:gd name="csX53" fmla="*/ 388620 w 1368650"/>
              <a:gd name="csY53" fmla="*/ 93136 h 1045636"/>
              <a:gd name="csX54" fmla="*/ 354330 w 1368650"/>
              <a:gd name="csY54" fmla="*/ 112186 h 1045636"/>
              <a:gd name="csX55" fmla="*/ 384810 w 1368650"/>
              <a:gd name="csY55" fmla="*/ 150286 h 1045636"/>
              <a:gd name="csX56" fmla="*/ 403860 w 1368650"/>
              <a:gd name="csY56" fmla="*/ 138856 h 1045636"/>
              <a:gd name="csX57" fmla="*/ 430530 w 1368650"/>
              <a:gd name="csY57" fmla="*/ 119806 h 1045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</a:cxnLst>
            <a:rect l="l" t="t" r="r" b="b"/>
            <a:pathLst>
              <a:path w="1368650" h="1045636">
                <a:moveTo>
                  <a:pt x="430530" y="119806"/>
                </a:moveTo>
                <a:cubicBezTo>
                  <a:pt x="426085" y="117901"/>
                  <a:pt x="394043" y="121217"/>
                  <a:pt x="377190" y="127426"/>
                </a:cubicBezTo>
                <a:cubicBezTo>
                  <a:pt x="368763" y="130531"/>
                  <a:pt x="366616" y="143509"/>
                  <a:pt x="358140" y="146476"/>
                </a:cubicBezTo>
                <a:cubicBezTo>
                  <a:pt x="340000" y="152825"/>
                  <a:pt x="320040" y="151556"/>
                  <a:pt x="300990" y="154096"/>
                </a:cubicBezTo>
                <a:cubicBezTo>
                  <a:pt x="260216" y="174483"/>
                  <a:pt x="268984" y="167623"/>
                  <a:pt x="236220" y="192196"/>
                </a:cubicBezTo>
                <a:cubicBezTo>
                  <a:pt x="229714" y="197075"/>
                  <a:pt x="222462" y="201262"/>
                  <a:pt x="217170" y="207436"/>
                </a:cubicBezTo>
                <a:cubicBezTo>
                  <a:pt x="163143" y="270468"/>
                  <a:pt x="222657" y="225072"/>
                  <a:pt x="148590" y="272206"/>
                </a:cubicBezTo>
                <a:cubicBezTo>
                  <a:pt x="142240" y="283636"/>
                  <a:pt x="138019" y="296542"/>
                  <a:pt x="129540" y="306496"/>
                </a:cubicBezTo>
                <a:cubicBezTo>
                  <a:pt x="108576" y="331106"/>
                  <a:pt x="81156" y="349831"/>
                  <a:pt x="60960" y="375076"/>
                </a:cubicBezTo>
                <a:lnTo>
                  <a:pt x="45720" y="394126"/>
                </a:lnTo>
                <a:cubicBezTo>
                  <a:pt x="38300" y="431224"/>
                  <a:pt x="46774" y="396090"/>
                  <a:pt x="26670" y="447466"/>
                </a:cubicBezTo>
                <a:cubicBezTo>
                  <a:pt x="7918" y="495389"/>
                  <a:pt x="10080" y="490965"/>
                  <a:pt x="0" y="531286"/>
                </a:cubicBezTo>
                <a:cubicBezTo>
                  <a:pt x="1270" y="578276"/>
                  <a:pt x="-986" y="625494"/>
                  <a:pt x="3810" y="672256"/>
                </a:cubicBezTo>
                <a:cubicBezTo>
                  <a:pt x="4277" y="676811"/>
                  <a:pt x="13047" y="675856"/>
                  <a:pt x="15240" y="679876"/>
                </a:cubicBezTo>
                <a:cubicBezTo>
                  <a:pt x="88125" y="813498"/>
                  <a:pt x="-37296" y="619280"/>
                  <a:pt x="49530" y="740836"/>
                </a:cubicBezTo>
                <a:cubicBezTo>
                  <a:pt x="55481" y="749168"/>
                  <a:pt x="58819" y="759174"/>
                  <a:pt x="64770" y="767506"/>
                </a:cubicBezTo>
                <a:cubicBezTo>
                  <a:pt x="82259" y="791991"/>
                  <a:pt x="132050" y="837990"/>
                  <a:pt x="144780" y="851326"/>
                </a:cubicBezTo>
                <a:cubicBezTo>
                  <a:pt x="186467" y="894998"/>
                  <a:pt x="149097" y="863161"/>
                  <a:pt x="186690" y="893236"/>
                </a:cubicBezTo>
                <a:cubicBezTo>
                  <a:pt x="200877" y="918773"/>
                  <a:pt x="202829" y="929683"/>
                  <a:pt x="224790" y="946576"/>
                </a:cubicBezTo>
                <a:cubicBezTo>
                  <a:pt x="234287" y="953881"/>
                  <a:pt x="245849" y="958224"/>
                  <a:pt x="255270" y="965626"/>
                </a:cubicBezTo>
                <a:cubicBezTo>
                  <a:pt x="263744" y="972284"/>
                  <a:pt x="269790" y="981662"/>
                  <a:pt x="278130" y="988486"/>
                </a:cubicBezTo>
                <a:cubicBezTo>
                  <a:pt x="301812" y="1007862"/>
                  <a:pt x="291442" y="993077"/>
                  <a:pt x="316230" y="1007536"/>
                </a:cubicBezTo>
                <a:cubicBezTo>
                  <a:pt x="325667" y="1013041"/>
                  <a:pt x="333636" y="1020796"/>
                  <a:pt x="342900" y="1026586"/>
                </a:cubicBezTo>
                <a:cubicBezTo>
                  <a:pt x="353988" y="1033516"/>
                  <a:pt x="365760" y="1039286"/>
                  <a:pt x="377190" y="1045636"/>
                </a:cubicBezTo>
                <a:cubicBezTo>
                  <a:pt x="709864" y="1020370"/>
                  <a:pt x="577641" y="1018754"/>
                  <a:pt x="773430" y="1026586"/>
                </a:cubicBezTo>
                <a:lnTo>
                  <a:pt x="1024890" y="1022776"/>
                </a:lnTo>
                <a:cubicBezTo>
                  <a:pt x="1044568" y="1021561"/>
                  <a:pt x="1062739" y="1011557"/>
                  <a:pt x="1082040" y="1007536"/>
                </a:cubicBezTo>
                <a:cubicBezTo>
                  <a:pt x="1093299" y="1005190"/>
                  <a:pt x="1104900" y="1004996"/>
                  <a:pt x="1116330" y="1003726"/>
                </a:cubicBezTo>
                <a:cubicBezTo>
                  <a:pt x="1129030" y="993566"/>
                  <a:pt x="1140056" y="980856"/>
                  <a:pt x="1154430" y="973246"/>
                </a:cubicBezTo>
                <a:cubicBezTo>
                  <a:pt x="1162367" y="969044"/>
                  <a:pt x="1173792" y="974656"/>
                  <a:pt x="1181100" y="969436"/>
                </a:cubicBezTo>
                <a:cubicBezTo>
                  <a:pt x="1292163" y="890105"/>
                  <a:pt x="1196709" y="931188"/>
                  <a:pt x="1253490" y="908476"/>
                </a:cubicBezTo>
                <a:cubicBezTo>
                  <a:pt x="1259840" y="899586"/>
                  <a:pt x="1264553" y="889260"/>
                  <a:pt x="1272540" y="881806"/>
                </a:cubicBezTo>
                <a:cubicBezTo>
                  <a:pt x="1283873" y="871228"/>
                  <a:pt x="1300165" y="866564"/>
                  <a:pt x="1310640" y="855136"/>
                </a:cubicBezTo>
                <a:cubicBezTo>
                  <a:pt x="1315016" y="850362"/>
                  <a:pt x="1311554" y="841878"/>
                  <a:pt x="1314450" y="836086"/>
                </a:cubicBezTo>
                <a:cubicBezTo>
                  <a:pt x="1318087" y="828813"/>
                  <a:pt x="1325293" y="823876"/>
                  <a:pt x="1329690" y="817036"/>
                </a:cubicBezTo>
                <a:cubicBezTo>
                  <a:pt x="1336761" y="806037"/>
                  <a:pt x="1342390" y="794176"/>
                  <a:pt x="1348740" y="782746"/>
                </a:cubicBezTo>
                <a:cubicBezTo>
                  <a:pt x="1344930" y="739566"/>
                  <a:pt x="1341519" y="696349"/>
                  <a:pt x="1337310" y="653206"/>
                </a:cubicBezTo>
                <a:cubicBezTo>
                  <a:pt x="1336438" y="644268"/>
                  <a:pt x="1332508" y="635461"/>
                  <a:pt x="1333500" y="626536"/>
                </a:cubicBezTo>
                <a:cubicBezTo>
                  <a:pt x="1340708" y="561662"/>
                  <a:pt x="1343283" y="562615"/>
                  <a:pt x="1363980" y="516046"/>
                </a:cubicBezTo>
                <a:cubicBezTo>
                  <a:pt x="1365250" y="491916"/>
                  <a:pt x="1370742" y="467638"/>
                  <a:pt x="1367790" y="443656"/>
                </a:cubicBezTo>
                <a:cubicBezTo>
                  <a:pt x="1360518" y="384574"/>
                  <a:pt x="1346051" y="326586"/>
                  <a:pt x="1333500" y="268396"/>
                </a:cubicBezTo>
                <a:cubicBezTo>
                  <a:pt x="1331753" y="260298"/>
                  <a:pt x="1320061" y="235907"/>
                  <a:pt x="1314450" y="230296"/>
                </a:cubicBezTo>
                <a:cubicBezTo>
                  <a:pt x="1301687" y="217533"/>
                  <a:pt x="1285303" y="208769"/>
                  <a:pt x="1272540" y="196006"/>
                </a:cubicBezTo>
                <a:cubicBezTo>
                  <a:pt x="1260696" y="184162"/>
                  <a:pt x="1244683" y="166999"/>
                  <a:pt x="1230630" y="157906"/>
                </a:cubicBezTo>
                <a:cubicBezTo>
                  <a:pt x="1217270" y="149261"/>
                  <a:pt x="1203299" y="141424"/>
                  <a:pt x="1188720" y="135046"/>
                </a:cubicBezTo>
                <a:cubicBezTo>
                  <a:pt x="1182787" y="132450"/>
                  <a:pt x="1175873" y="133097"/>
                  <a:pt x="1169670" y="131236"/>
                </a:cubicBezTo>
                <a:cubicBezTo>
                  <a:pt x="1155687" y="127041"/>
                  <a:pt x="1118847" y="108616"/>
                  <a:pt x="1112520" y="104566"/>
                </a:cubicBezTo>
                <a:cubicBezTo>
                  <a:pt x="1092623" y="91832"/>
                  <a:pt x="1075489" y="75037"/>
                  <a:pt x="1055370" y="62656"/>
                </a:cubicBezTo>
                <a:cubicBezTo>
                  <a:pt x="1042301" y="54613"/>
                  <a:pt x="1027185" y="50469"/>
                  <a:pt x="1013460" y="43606"/>
                </a:cubicBezTo>
                <a:cubicBezTo>
                  <a:pt x="990866" y="32309"/>
                  <a:pt x="966783" y="14906"/>
                  <a:pt x="941070" y="9316"/>
                </a:cubicBezTo>
                <a:cubicBezTo>
                  <a:pt x="922290" y="5233"/>
                  <a:pt x="902970" y="4236"/>
                  <a:pt x="883920" y="1696"/>
                </a:cubicBezTo>
                <a:cubicBezTo>
                  <a:pt x="792480" y="2966"/>
                  <a:pt x="700446" y="-4976"/>
                  <a:pt x="609600" y="5506"/>
                </a:cubicBezTo>
                <a:cubicBezTo>
                  <a:pt x="566909" y="10432"/>
                  <a:pt x="526699" y="29407"/>
                  <a:pt x="487680" y="47416"/>
                </a:cubicBezTo>
                <a:lnTo>
                  <a:pt x="388620" y="93136"/>
                </a:lnTo>
                <a:cubicBezTo>
                  <a:pt x="359359" y="106351"/>
                  <a:pt x="379048" y="93648"/>
                  <a:pt x="354330" y="112186"/>
                </a:cubicBezTo>
                <a:cubicBezTo>
                  <a:pt x="359456" y="120730"/>
                  <a:pt x="373771" y="148078"/>
                  <a:pt x="384810" y="150286"/>
                </a:cubicBezTo>
                <a:cubicBezTo>
                  <a:pt x="392072" y="151738"/>
                  <a:pt x="397510" y="142666"/>
                  <a:pt x="403860" y="138856"/>
                </a:cubicBezTo>
                <a:cubicBezTo>
                  <a:pt x="423067" y="114847"/>
                  <a:pt x="434975" y="121711"/>
                  <a:pt x="430530" y="119806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C461077B-E1B3-288C-1EE8-126C62D0BE11}"/>
              </a:ext>
            </a:extLst>
          </p:cNvPr>
          <p:cNvSpPr/>
          <p:nvPr/>
        </p:nvSpPr>
        <p:spPr>
          <a:xfrm>
            <a:off x="3661410" y="4549140"/>
            <a:ext cx="590550" cy="727710"/>
          </a:xfrm>
          <a:custGeom>
            <a:avLst/>
            <a:gdLst>
              <a:gd name="csX0" fmla="*/ 0 w 590550"/>
              <a:gd name="csY0" fmla="*/ 0 h 727710"/>
              <a:gd name="csX1" fmla="*/ 76200 w 590550"/>
              <a:gd name="csY1" fmla="*/ 38100 h 727710"/>
              <a:gd name="csX2" fmla="*/ 220980 w 590550"/>
              <a:gd name="csY2" fmla="*/ 57150 h 727710"/>
              <a:gd name="csX3" fmla="*/ 308610 w 590550"/>
              <a:gd name="csY3" fmla="*/ 64770 h 727710"/>
              <a:gd name="csX4" fmla="*/ 381000 w 590550"/>
              <a:gd name="csY4" fmla="*/ 83820 h 727710"/>
              <a:gd name="csX5" fmla="*/ 438150 w 590550"/>
              <a:gd name="csY5" fmla="*/ 102870 h 727710"/>
              <a:gd name="csX6" fmla="*/ 495300 w 590550"/>
              <a:gd name="csY6" fmla="*/ 118110 h 727710"/>
              <a:gd name="csX7" fmla="*/ 518160 w 590550"/>
              <a:gd name="csY7" fmla="*/ 152400 h 727710"/>
              <a:gd name="csX8" fmla="*/ 541020 w 590550"/>
              <a:gd name="csY8" fmla="*/ 156210 h 727710"/>
              <a:gd name="csX9" fmla="*/ 560070 w 590550"/>
              <a:gd name="csY9" fmla="*/ 171450 h 727710"/>
              <a:gd name="csX10" fmla="*/ 575310 w 590550"/>
              <a:gd name="csY10" fmla="*/ 194310 h 727710"/>
              <a:gd name="csX11" fmla="*/ 590550 w 590550"/>
              <a:gd name="csY11" fmla="*/ 209550 h 727710"/>
              <a:gd name="csX12" fmla="*/ 579120 w 590550"/>
              <a:gd name="csY12" fmla="*/ 323850 h 727710"/>
              <a:gd name="csX13" fmla="*/ 560070 w 590550"/>
              <a:gd name="csY13" fmla="*/ 449580 h 727710"/>
              <a:gd name="csX14" fmla="*/ 533400 w 590550"/>
              <a:gd name="csY14" fmla="*/ 541020 h 727710"/>
              <a:gd name="csX15" fmla="*/ 499110 w 590550"/>
              <a:gd name="csY15" fmla="*/ 662940 h 727710"/>
              <a:gd name="csX16" fmla="*/ 464820 w 590550"/>
              <a:gd name="csY16" fmla="*/ 727710 h 727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0550" h="727710">
                <a:moveTo>
                  <a:pt x="0" y="0"/>
                </a:moveTo>
                <a:cubicBezTo>
                  <a:pt x="59838" y="38467"/>
                  <a:pt x="32491" y="30815"/>
                  <a:pt x="76200" y="38100"/>
                </a:cubicBezTo>
                <a:cubicBezTo>
                  <a:pt x="138577" y="73744"/>
                  <a:pt x="86840" y="49698"/>
                  <a:pt x="220980" y="57150"/>
                </a:cubicBezTo>
                <a:cubicBezTo>
                  <a:pt x="250255" y="58776"/>
                  <a:pt x="279400" y="62230"/>
                  <a:pt x="308610" y="64770"/>
                </a:cubicBezTo>
                <a:cubicBezTo>
                  <a:pt x="349933" y="89564"/>
                  <a:pt x="303661" y="65152"/>
                  <a:pt x="381000" y="83820"/>
                </a:cubicBezTo>
                <a:cubicBezTo>
                  <a:pt x="400520" y="88532"/>
                  <a:pt x="418916" y="97100"/>
                  <a:pt x="438150" y="102870"/>
                </a:cubicBezTo>
                <a:cubicBezTo>
                  <a:pt x="457034" y="108535"/>
                  <a:pt x="476250" y="113030"/>
                  <a:pt x="495300" y="118110"/>
                </a:cubicBezTo>
                <a:cubicBezTo>
                  <a:pt x="502920" y="129540"/>
                  <a:pt x="507607" y="143606"/>
                  <a:pt x="518160" y="152400"/>
                </a:cubicBezTo>
                <a:cubicBezTo>
                  <a:pt x="524095" y="157345"/>
                  <a:pt x="533987" y="153013"/>
                  <a:pt x="541020" y="156210"/>
                </a:cubicBezTo>
                <a:cubicBezTo>
                  <a:pt x="548423" y="159575"/>
                  <a:pt x="554630" y="165406"/>
                  <a:pt x="560070" y="171450"/>
                </a:cubicBezTo>
                <a:cubicBezTo>
                  <a:pt x="566196" y="178257"/>
                  <a:pt x="569589" y="187159"/>
                  <a:pt x="575310" y="194310"/>
                </a:cubicBezTo>
                <a:cubicBezTo>
                  <a:pt x="579798" y="199920"/>
                  <a:pt x="585470" y="204470"/>
                  <a:pt x="590550" y="209550"/>
                </a:cubicBezTo>
                <a:cubicBezTo>
                  <a:pt x="586740" y="247650"/>
                  <a:pt x="582716" y="285729"/>
                  <a:pt x="579120" y="323850"/>
                </a:cubicBezTo>
                <a:cubicBezTo>
                  <a:pt x="569265" y="428309"/>
                  <a:pt x="580416" y="381759"/>
                  <a:pt x="560070" y="449580"/>
                </a:cubicBezTo>
                <a:cubicBezTo>
                  <a:pt x="541878" y="576925"/>
                  <a:pt x="567253" y="439462"/>
                  <a:pt x="533400" y="541020"/>
                </a:cubicBezTo>
                <a:cubicBezTo>
                  <a:pt x="520050" y="581070"/>
                  <a:pt x="518863" y="625629"/>
                  <a:pt x="499110" y="662940"/>
                </a:cubicBezTo>
                <a:lnTo>
                  <a:pt x="464820" y="72771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73C0A5AA-71AD-E0C1-5115-95B59D6F8671}"/>
              </a:ext>
            </a:extLst>
          </p:cNvPr>
          <p:cNvSpPr/>
          <p:nvPr/>
        </p:nvSpPr>
        <p:spPr>
          <a:xfrm>
            <a:off x="2620604" y="4648013"/>
            <a:ext cx="1543726" cy="1173667"/>
          </a:xfrm>
          <a:custGeom>
            <a:avLst/>
            <a:gdLst>
              <a:gd name="csX0" fmla="*/ 1543726 w 1543726"/>
              <a:gd name="csY0" fmla="*/ 754567 h 1173667"/>
              <a:gd name="csX1" fmla="*/ 1486576 w 1543726"/>
              <a:gd name="csY1" fmla="*/ 819337 h 1173667"/>
              <a:gd name="csX2" fmla="*/ 1467526 w 1543726"/>
              <a:gd name="csY2" fmla="*/ 853627 h 1173667"/>
              <a:gd name="csX3" fmla="*/ 1425616 w 1543726"/>
              <a:gd name="csY3" fmla="*/ 899347 h 1173667"/>
              <a:gd name="csX4" fmla="*/ 1391326 w 1543726"/>
              <a:gd name="csY4" fmla="*/ 952687 h 1173667"/>
              <a:gd name="csX5" fmla="*/ 1387516 w 1543726"/>
              <a:gd name="csY5" fmla="*/ 964117 h 1173667"/>
              <a:gd name="csX6" fmla="*/ 1353226 w 1543726"/>
              <a:gd name="csY6" fmla="*/ 971737 h 1173667"/>
              <a:gd name="csX7" fmla="*/ 1311316 w 1543726"/>
              <a:gd name="csY7" fmla="*/ 1006027 h 1173667"/>
              <a:gd name="csX8" fmla="*/ 1280836 w 1543726"/>
              <a:gd name="csY8" fmla="*/ 1032697 h 1173667"/>
              <a:gd name="csX9" fmla="*/ 1177966 w 1543726"/>
              <a:gd name="csY9" fmla="*/ 1074607 h 1173667"/>
              <a:gd name="csX10" fmla="*/ 1158916 w 1543726"/>
              <a:gd name="csY10" fmla="*/ 1086037 h 1173667"/>
              <a:gd name="csX11" fmla="*/ 1071286 w 1543726"/>
              <a:gd name="csY11" fmla="*/ 1105087 h 1173667"/>
              <a:gd name="csX12" fmla="*/ 979846 w 1543726"/>
              <a:gd name="csY12" fmla="*/ 1127947 h 1173667"/>
              <a:gd name="csX13" fmla="*/ 934126 w 1543726"/>
              <a:gd name="csY13" fmla="*/ 1146997 h 1173667"/>
              <a:gd name="csX14" fmla="*/ 827446 w 1543726"/>
              <a:gd name="csY14" fmla="*/ 1173667 h 1173667"/>
              <a:gd name="csX15" fmla="*/ 667426 w 1543726"/>
              <a:gd name="csY15" fmla="*/ 1166047 h 1173667"/>
              <a:gd name="csX16" fmla="*/ 629326 w 1543726"/>
              <a:gd name="csY16" fmla="*/ 1158427 h 1173667"/>
              <a:gd name="csX17" fmla="*/ 602656 w 1543726"/>
              <a:gd name="csY17" fmla="*/ 1139377 h 1173667"/>
              <a:gd name="csX18" fmla="*/ 522646 w 1543726"/>
              <a:gd name="csY18" fmla="*/ 1097467 h 1173667"/>
              <a:gd name="csX19" fmla="*/ 503596 w 1543726"/>
              <a:gd name="csY19" fmla="*/ 1078417 h 1173667"/>
              <a:gd name="csX20" fmla="*/ 473116 w 1543726"/>
              <a:gd name="csY20" fmla="*/ 1070797 h 1173667"/>
              <a:gd name="csX21" fmla="*/ 450256 w 1543726"/>
              <a:gd name="csY21" fmla="*/ 1051747 h 1173667"/>
              <a:gd name="csX22" fmla="*/ 385486 w 1543726"/>
              <a:gd name="csY22" fmla="*/ 1025077 h 1173667"/>
              <a:gd name="csX23" fmla="*/ 366436 w 1543726"/>
              <a:gd name="csY23" fmla="*/ 1006027 h 1173667"/>
              <a:gd name="csX24" fmla="*/ 339766 w 1543726"/>
              <a:gd name="csY24" fmla="*/ 986977 h 1173667"/>
              <a:gd name="csX25" fmla="*/ 335956 w 1543726"/>
              <a:gd name="csY25" fmla="*/ 967927 h 1173667"/>
              <a:gd name="csX26" fmla="*/ 274996 w 1543726"/>
              <a:gd name="csY26" fmla="*/ 933637 h 1173667"/>
              <a:gd name="csX27" fmla="*/ 225466 w 1543726"/>
              <a:gd name="csY27" fmla="*/ 895537 h 1173667"/>
              <a:gd name="csX28" fmla="*/ 160696 w 1543726"/>
              <a:gd name="csY28" fmla="*/ 853627 h 1173667"/>
              <a:gd name="csX29" fmla="*/ 118786 w 1543726"/>
              <a:gd name="csY29" fmla="*/ 823147 h 1173667"/>
              <a:gd name="csX30" fmla="*/ 57826 w 1543726"/>
              <a:gd name="csY30" fmla="*/ 765997 h 1173667"/>
              <a:gd name="csX31" fmla="*/ 38776 w 1543726"/>
              <a:gd name="csY31" fmla="*/ 735517 h 1173667"/>
              <a:gd name="csX32" fmla="*/ 19726 w 1543726"/>
              <a:gd name="csY32" fmla="*/ 708847 h 1173667"/>
              <a:gd name="csX33" fmla="*/ 676 w 1543726"/>
              <a:gd name="csY33" fmla="*/ 674557 h 1173667"/>
              <a:gd name="csX34" fmla="*/ 4486 w 1543726"/>
              <a:gd name="csY34" fmla="*/ 491677 h 1173667"/>
              <a:gd name="csX35" fmla="*/ 31156 w 1543726"/>
              <a:gd name="csY35" fmla="*/ 445957 h 1173667"/>
              <a:gd name="csX36" fmla="*/ 84496 w 1543726"/>
              <a:gd name="csY36" fmla="*/ 365947 h 1173667"/>
              <a:gd name="csX37" fmla="*/ 111166 w 1543726"/>
              <a:gd name="csY37" fmla="*/ 350707 h 1173667"/>
              <a:gd name="csX38" fmla="*/ 141646 w 1543726"/>
              <a:gd name="csY38" fmla="*/ 312607 h 1173667"/>
              <a:gd name="csX39" fmla="*/ 145456 w 1543726"/>
              <a:gd name="csY39" fmla="*/ 293557 h 1173667"/>
              <a:gd name="csX40" fmla="*/ 187366 w 1543726"/>
              <a:gd name="csY40" fmla="*/ 270697 h 1173667"/>
              <a:gd name="csX41" fmla="*/ 236896 w 1543726"/>
              <a:gd name="csY41" fmla="*/ 228787 h 1173667"/>
              <a:gd name="csX42" fmla="*/ 255946 w 1543726"/>
              <a:gd name="csY42" fmla="*/ 209737 h 1173667"/>
              <a:gd name="csX43" fmla="*/ 290236 w 1543726"/>
              <a:gd name="csY43" fmla="*/ 190687 h 1173667"/>
              <a:gd name="csX44" fmla="*/ 347386 w 1543726"/>
              <a:gd name="csY44" fmla="*/ 167827 h 1173667"/>
              <a:gd name="csX45" fmla="*/ 358816 w 1543726"/>
              <a:gd name="csY45" fmla="*/ 144967 h 1173667"/>
              <a:gd name="csX46" fmla="*/ 415966 w 1543726"/>
              <a:gd name="csY46" fmla="*/ 106867 h 1173667"/>
              <a:gd name="csX47" fmla="*/ 431206 w 1543726"/>
              <a:gd name="csY47" fmla="*/ 80197 h 1173667"/>
              <a:gd name="csX48" fmla="*/ 515026 w 1543726"/>
              <a:gd name="csY48" fmla="*/ 38287 h 1173667"/>
              <a:gd name="csX49" fmla="*/ 598846 w 1543726"/>
              <a:gd name="csY49" fmla="*/ 187 h 1173667"/>
              <a:gd name="csX50" fmla="*/ 610276 w 1543726"/>
              <a:gd name="csY50" fmla="*/ 187 h 1173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543726" h="1173667">
                <a:moveTo>
                  <a:pt x="1543726" y="754567"/>
                </a:moveTo>
                <a:cubicBezTo>
                  <a:pt x="1525536" y="772757"/>
                  <a:pt x="1497538" y="799605"/>
                  <a:pt x="1486576" y="819337"/>
                </a:cubicBezTo>
                <a:cubicBezTo>
                  <a:pt x="1480226" y="830767"/>
                  <a:pt x="1474934" y="842852"/>
                  <a:pt x="1467526" y="853627"/>
                </a:cubicBezTo>
                <a:cubicBezTo>
                  <a:pt x="1457001" y="868936"/>
                  <a:pt x="1439002" y="885961"/>
                  <a:pt x="1425616" y="899347"/>
                </a:cubicBezTo>
                <a:cubicBezTo>
                  <a:pt x="1402602" y="953046"/>
                  <a:pt x="1428920" y="898981"/>
                  <a:pt x="1391326" y="952687"/>
                </a:cubicBezTo>
                <a:cubicBezTo>
                  <a:pt x="1389023" y="955977"/>
                  <a:pt x="1391108" y="962321"/>
                  <a:pt x="1387516" y="964117"/>
                </a:cubicBezTo>
                <a:cubicBezTo>
                  <a:pt x="1377043" y="969353"/>
                  <a:pt x="1364656" y="969197"/>
                  <a:pt x="1353226" y="971737"/>
                </a:cubicBezTo>
                <a:cubicBezTo>
                  <a:pt x="1311176" y="1013787"/>
                  <a:pt x="1358499" y="968955"/>
                  <a:pt x="1311316" y="1006027"/>
                </a:cubicBezTo>
                <a:cubicBezTo>
                  <a:pt x="1300700" y="1014368"/>
                  <a:pt x="1292069" y="1025208"/>
                  <a:pt x="1280836" y="1032697"/>
                </a:cubicBezTo>
                <a:cubicBezTo>
                  <a:pt x="1249595" y="1053525"/>
                  <a:pt x="1212046" y="1060665"/>
                  <a:pt x="1177966" y="1074607"/>
                </a:cubicBezTo>
                <a:cubicBezTo>
                  <a:pt x="1171112" y="1077411"/>
                  <a:pt x="1166036" y="1084003"/>
                  <a:pt x="1158916" y="1086037"/>
                </a:cubicBezTo>
                <a:cubicBezTo>
                  <a:pt x="1130174" y="1094249"/>
                  <a:pt x="1100236" y="1097643"/>
                  <a:pt x="1071286" y="1105087"/>
                </a:cubicBezTo>
                <a:cubicBezTo>
                  <a:pt x="960065" y="1133687"/>
                  <a:pt x="1090312" y="1109536"/>
                  <a:pt x="979846" y="1127947"/>
                </a:cubicBezTo>
                <a:cubicBezTo>
                  <a:pt x="964606" y="1134297"/>
                  <a:pt x="949789" y="1141776"/>
                  <a:pt x="934126" y="1146997"/>
                </a:cubicBezTo>
                <a:cubicBezTo>
                  <a:pt x="908393" y="1155575"/>
                  <a:pt x="855116" y="1167282"/>
                  <a:pt x="827446" y="1173667"/>
                </a:cubicBezTo>
                <a:cubicBezTo>
                  <a:pt x="774106" y="1171127"/>
                  <a:pt x="720669" y="1170143"/>
                  <a:pt x="667426" y="1166047"/>
                </a:cubicBezTo>
                <a:cubicBezTo>
                  <a:pt x="654513" y="1165054"/>
                  <a:pt x="641302" y="1163358"/>
                  <a:pt x="629326" y="1158427"/>
                </a:cubicBezTo>
                <a:cubicBezTo>
                  <a:pt x="619224" y="1154267"/>
                  <a:pt x="612142" y="1144797"/>
                  <a:pt x="602656" y="1139377"/>
                </a:cubicBezTo>
                <a:cubicBezTo>
                  <a:pt x="576516" y="1124440"/>
                  <a:pt x="543935" y="1118756"/>
                  <a:pt x="522646" y="1097467"/>
                </a:cubicBezTo>
                <a:cubicBezTo>
                  <a:pt x="516296" y="1091117"/>
                  <a:pt x="511503" y="1082675"/>
                  <a:pt x="503596" y="1078417"/>
                </a:cubicBezTo>
                <a:cubicBezTo>
                  <a:pt x="494375" y="1073452"/>
                  <a:pt x="483276" y="1073337"/>
                  <a:pt x="473116" y="1070797"/>
                </a:cubicBezTo>
                <a:cubicBezTo>
                  <a:pt x="465496" y="1064447"/>
                  <a:pt x="458667" y="1057004"/>
                  <a:pt x="450256" y="1051747"/>
                </a:cubicBezTo>
                <a:cubicBezTo>
                  <a:pt x="420970" y="1033443"/>
                  <a:pt x="414685" y="1033419"/>
                  <a:pt x="385486" y="1025077"/>
                </a:cubicBezTo>
                <a:cubicBezTo>
                  <a:pt x="379136" y="1018727"/>
                  <a:pt x="373335" y="1011776"/>
                  <a:pt x="366436" y="1006027"/>
                </a:cubicBezTo>
                <a:cubicBezTo>
                  <a:pt x="358043" y="999033"/>
                  <a:pt x="346591" y="995508"/>
                  <a:pt x="339766" y="986977"/>
                </a:cubicBezTo>
                <a:cubicBezTo>
                  <a:pt x="335721" y="981920"/>
                  <a:pt x="340955" y="972044"/>
                  <a:pt x="335956" y="967927"/>
                </a:cubicBezTo>
                <a:cubicBezTo>
                  <a:pt x="317959" y="953106"/>
                  <a:pt x="294497" y="946414"/>
                  <a:pt x="274996" y="933637"/>
                </a:cubicBezTo>
                <a:cubicBezTo>
                  <a:pt x="257573" y="922222"/>
                  <a:pt x="242530" y="907482"/>
                  <a:pt x="225466" y="895537"/>
                </a:cubicBezTo>
                <a:cubicBezTo>
                  <a:pt x="204399" y="880790"/>
                  <a:pt x="181975" y="868066"/>
                  <a:pt x="160696" y="853627"/>
                </a:cubicBezTo>
                <a:cubicBezTo>
                  <a:pt x="146402" y="843928"/>
                  <a:pt x="131626" y="834703"/>
                  <a:pt x="118786" y="823147"/>
                </a:cubicBezTo>
                <a:cubicBezTo>
                  <a:pt x="29901" y="743150"/>
                  <a:pt x="128635" y="816575"/>
                  <a:pt x="57826" y="765997"/>
                </a:cubicBezTo>
                <a:cubicBezTo>
                  <a:pt x="51476" y="755837"/>
                  <a:pt x="45422" y="745486"/>
                  <a:pt x="38776" y="735517"/>
                </a:cubicBezTo>
                <a:cubicBezTo>
                  <a:pt x="32716" y="726427"/>
                  <a:pt x="25516" y="718111"/>
                  <a:pt x="19726" y="708847"/>
                </a:cubicBezTo>
                <a:cubicBezTo>
                  <a:pt x="12796" y="697759"/>
                  <a:pt x="7026" y="685987"/>
                  <a:pt x="676" y="674557"/>
                </a:cubicBezTo>
                <a:cubicBezTo>
                  <a:pt x="1946" y="613597"/>
                  <a:pt x="-3572" y="552115"/>
                  <a:pt x="4486" y="491677"/>
                </a:cubicBezTo>
                <a:cubicBezTo>
                  <a:pt x="6818" y="474188"/>
                  <a:pt x="23266" y="461738"/>
                  <a:pt x="31156" y="445957"/>
                </a:cubicBezTo>
                <a:cubicBezTo>
                  <a:pt x="44364" y="419540"/>
                  <a:pt x="64490" y="377379"/>
                  <a:pt x="84496" y="365947"/>
                </a:cubicBezTo>
                <a:lnTo>
                  <a:pt x="111166" y="350707"/>
                </a:lnTo>
                <a:cubicBezTo>
                  <a:pt x="121326" y="338007"/>
                  <a:pt x="133278" y="326553"/>
                  <a:pt x="141646" y="312607"/>
                </a:cubicBezTo>
                <a:cubicBezTo>
                  <a:pt x="144978" y="307054"/>
                  <a:pt x="141480" y="298669"/>
                  <a:pt x="145456" y="293557"/>
                </a:cubicBezTo>
                <a:cubicBezTo>
                  <a:pt x="154052" y="282505"/>
                  <a:pt x="174715" y="275757"/>
                  <a:pt x="187366" y="270697"/>
                </a:cubicBezTo>
                <a:cubicBezTo>
                  <a:pt x="203876" y="256727"/>
                  <a:pt x="220732" y="243155"/>
                  <a:pt x="236896" y="228787"/>
                </a:cubicBezTo>
                <a:cubicBezTo>
                  <a:pt x="243608" y="222821"/>
                  <a:pt x="248638" y="214957"/>
                  <a:pt x="255946" y="209737"/>
                </a:cubicBezTo>
                <a:cubicBezTo>
                  <a:pt x="266586" y="202137"/>
                  <a:pt x="278665" y="196777"/>
                  <a:pt x="290236" y="190687"/>
                </a:cubicBezTo>
                <a:cubicBezTo>
                  <a:pt x="330588" y="169449"/>
                  <a:pt x="316027" y="174099"/>
                  <a:pt x="347386" y="167827"/>
                </a:cubicBezTo>
                <a:cubicBezTo>
                  <a:pt x="351196" y="160207"/>
                  <a:pt x="353805" y="151857"/>
                  <a:pt x="358816" y="144967"/>
                </a:cubicBezTo>
                <a:cubicBezTo>
                  <a:pt x="375439" y="122110"/>
                  <a:pt x="389546" y="120077"/>
                  <a:pt x="415966" y="106867"/>
                </a:cubicBezTo>
                <a:cubicBezTo>
                  <a:pt x="421046" y="97977"/>
                  <a:pt x="423374" y="86792"/>
                  <a:pt x="431206" y="80197"/>
                </a:cubicBezTo>
                <a:cubicBezTo>
                  <a:pt x="467966" y="49241"/>
                  <a:pt x="478780" y="48643"/>
                  <a:pt x="515026" y="38287"/>
                </a:cubicBezTo>
                <a:cubicBezTo>
                  <a:pt x="565686" y="9791"/>
                  <a:pt x="558633" y="4655"/>
                  <a:pt x="598846" y="187"/>
                </a:cubicBezTo>
                <a:cubicBezTo>
                  <a:pt x="602633" y="-234"/>
                  <a:pt x="606466" y="187"/>
                  <a:pt x="610276" y="18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8E0329DB-F9EA-A097-93B7-CD80F36BD44F}"/>
              </a:ext>
            </a:extLst>
          </p:cNvPr>
          <p:cNvSpPr/>
          <p:nvPr/>
        </p:nvSpPr>
        <p:spPr>
          <a:xfrm>
            <a:off x="2366514" y="4560570"/>
            <a:ext cx="1020576" cy="1288632"/>
          </a:xfrm>
          <a:custGeom>
            <a:avLst/>
            <a:gdLst>
              <a:gd name="csX0" fmla="*/ 1020576 w 1020576"/>
              <a:gd name="csY0" fmla="*/ 0 h 1257300"/>
              <a:gd name="csX1" fmla="*/ 837696 w 1020576"/>
              <a:gd name="csY1" fmla="*/ 15240 h 1257300"/>
              <a:gd name="csX2" fmla="*/ 795786 w 1020576"/>
              <a:gd name="csY2" fmla="*/ 22860 h 1257300"/>
              <a:gd name="csX3" fmla="*/ 723396 w 1020576"/>
              <a:gd name="csY3" fmla="*/ 57150 h 1257300"/>
              <a:gd name="csX4" fmla="*/ 570996 w 1020576"/>
              <a:gd name="csY4" fmla="*/ 83820 h 1257300"/>
              <a:gd name="csX5" fmla="*/ 479556 w 1020576"/>
              <a:gd name="csY5" fmla="*/ 118110 h 1257300"/>
              <a:gd name="csX6" fmla="*/ 391926 w 1020576"/>
              <a:gd name="csY6" fmla="*/ 163830 h 1257300"/>
              <a:gd name="csX7" fmla="*/ 300486 w 1020576"/>
              <a:gd name="csY7" fmla="*/ 198120 h 1257300"/>
              <a:gd name="csX8" fmla="*/ 254766 w 1020576"/>
              <a:gd name="csY8" fmla="*/ 240030 h 1257300"/>
              <a:gd name="csX9" fmla="*/ 201426 w 1020576"/>
              <a:gd name="csY9" fmla="*/ 274320 h 1257300"/>
              <a:gd name="csX10" fmla="*/ 106176 w 1020576"/>
              <a:gd name="csY10" fmla="*/ 350520 h 1257300"/>
              <a:gd name="csX11" fmla="*/ 71886 w 1020576"/>
              <a:gd name="csY11" fmla="*/ 426720 h 1257300"/>
              <a:gd name="csX12" fmla="*/ 64266 w 1020576"/>
              <a:gd name="csY12" fmla="*/ 453390 h 1257300"/>
              <a:gd name="csX13" fmla="*/ 52836 w 1020576"/>
              <a:gd name="csY13" fmla="*/ 476250 h 1257300"/>
              <a:gd name="csX14" fmla="*/ 45216 w 1020576"/>
              <a:gd name="csY14" fmla="*/ 514350 h 1257300"/>
              <a:gd name="csX15" fmla="*/ 26166 w 1020576"/>
              <a:gd name="csY15" fmla="*/ 598170 h 1257300"/>
              <a:gd name="csX16" fmla="*/ 10926 w 1020576"/>
              <a:gd name="csY16" fmla="*/ 800100 h 1257300"/>
              <a:gd name="csX17" fmla="*/ 33786 w 1020576"/>
              <a:gd name="csY17" fmla="*/ 1002030 h 1257300"/>
              <a:gd name="csX18" fmla="*/ 45216 w 1020576"/>
              <a:gd name="csY18" fmla="*/ 1009650 h 1257300"/>
              <a:gd name="csX19" fmla="*/ 64266 w 1020576"/>
              <a:gd name="csY19" fmla="*/ 1013460 h 1257300"/>
              <a:gd name="csX20" fmla="*/ 83316 w 1020576"/>
              <a:gd name="csY20" fmla="*/ 1028700 h 1257300"/>
              <a:gd name="csX21" fmla="*/ 90936 w 1020576"/>
              <a:gd name="csY21" fmla="*/ 1047750 h 1257300"/>
              <a:gd name="csX22" fmla="*/ 125226 w 1020576"/>
              <a:gd name="csY22" fmla="*/ 1055370 h 1257300"/>
              <a:gd name="csX23" fmla="*/ 193806 w 1020576"/>
              <a:gd name="csY23" fmla="*/ 1108710 h 1257300"/>
              <a:gd name="csX24" fmla="*/ 220476 w 1020576"/>
              <a:gd name="csY24" fmla="*/ 1131570 h 1257300"/>
              <a:gd name="csX25" fmla="*/ 315726 w 1020576"/>
              <a:gd name="csY25" fmla="*/ 1192530 h 1257300"/>
              <a:gd name="csX26" fmla="*/ 357636 w 1020576"/>
              <a:gd name="csY26" fmla="*/ 1219200 h 1257300"/>
              <a:gd name="csX27" fmla="*/ 372876 w 1020576"/>
              <a:gd name="csY27" fmla="*/ 1234440 h 1257300"/>
              <a:gd name="csX28" fmla="*/ 395736 w 1020576"/>
              <a:gd name="csY28" fmla="*/ 1253490 h 1257300"/>
              <a:gd name="csX29" fmla="*/ 738636 w 1020576"/>
              <a:gd name="csY29" fmla="*/ 1242060 h 1257300"/>
              <a:gd name="csX30" fmla="*/ 795786 w 1020576"/>
              <a:gd name="csY30" fmla="*/ 1234440 h 1257300"/>
              <a:gd name="csX31" fmla="*/ 944376 w 1020576"/>
              <a:gd name="csY31" fmla="*/ 1238250 h 1257300"/>
              <a:gd name="csX32" fmla="*/ 974856 w 1020576"/>
              <a:gd name="csY32" fmla="*/ 1257300 h 1257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1020576" h="1257300">
                <a:moveTo>
                  <a:pt x="1020576" y="0"/>
                </a:moveTo>
                <a:lnTo>
                  <a:pt x="837696" y="15240"/>
                </a:lnTo>
                <a:cubicBezTo>
                  <a:pt x="823570" y="16677"/>
                  <a:pt x="809117" y="17972"/>
                  <a:pt x="795786" y="22860"/>
                </a:cubicBezTo>
                <a:cubicBezTo>
                  <a:pt x="770718" y="32052"/>
                  <a:pt x="748526" y="48129"/>
                  <a:pt x="723396" y="57150"/>
                </a:cubicBezTo>
                <a:cubicBezTo>
                  <a:pt x="664917" y="78143"/>
                  <a:pt x="631826" y="77737"/>
                  <a:pt x="570996" y="83820"/>
                </a:cubicBezTo>
                <a:cubicBezTo>
                  <a:pt x="540516" y="95250"/>
                  <a:pt x="507674" y="101708"/>
                  <a:pt x="479556" y="118110"/>
                </a:cubicBezTo>
                <a:cubicBezTo>
                  <a:pt x="448798" y="136052"/>
                  <a:pt x="425356" y="151795"/>
                  <a:pt x="391926" y="163830"/>
                </a:cubicBezTo>
                <a:cubicBezTo>
                  <a:pt x="355416" y="176974"/>
                  <a:pt x="331719" y="175405"/>
                  <a:pt x="300486" y="198120"/>
                </a:cubicBezTo>
                <a:cubicBezTo>
                  <a:pt x="283766" y="210280"/>
                  <a:pt x="271153" y="227425"/>
                  <a:pt x="254766" y="240030"/>
                </a:cubicBezTo>
                <a:cubicBezTo>
                  <a:pt x="238012" y="252917"/>
                  <a:pt x="218826" y="262320"/>
                  <a:pt x="201426" y="274320"/>
                </a:cubicBezTo>
                <a:cubicBezTo>
                  <a:pt x="145226" y="313079"/>
                  <a:pt x="151183" y="310014"/>
                  <a:pt x="106176" y="350520"/>
                </a:cubicBezTo>
                <a:cubicBezTo>
                  <a:pt x="84554" y="415385"/>
                  <a:pt x="99670" y="391990"/>
                  <a:pt x="71886" y="426720"/>
                </a:cubicBezTo>
                <a:cubicBezTo>
                  <a:pt x="69346" y="435610"/>
                  <a:pt x="67585" y="444761"/>
                  <a:pt x="64266" y="453390"/>
                </a:cubicBezTo>
                <a:cubicBezTo>
                  <a:pt x="61208" y="461342"/>
                  <a:pt x="55377" y="468118"/>
                  <a:pt x="52836" y="476250"/>
                </a:cubicBezTo>
                <a:cubicBezTo>
                  <a:pt x="48973" y="488612"/>
                  <a:pt x="48086" y="501721"/>
                  <a:pt x="45216" y="514350"/>
                </a:cubicBezTo>
                <a:cubicBezTo>
                  <a:pt x="20931" y="621205"/>
                  <a:pt x="44876" y="504621"/>
                  <a:pt x="26166" y="598170"/>
                </a:cubicBezTo>
                <a:cubicBezTo>
                  <a:pt x="21086" y="665480"/>
                  <a:pt x="12950" y="732629"/>
                  <a:pt x="10926" y="800100"/>
                </a:cubicBezTo>
                <a:cubicBezTo>
                  <a:pt x="7547" y="912742"/>
                  <a:pt x="-22256" y="945988"/>
                  <a:pt x="33786" y="1002030"/>
                </a:cubicBezTo>
                <a:cubicBezTo>
                  <a:pt x="37024" y="1005268"/>
                  <a:pt x="40929" y="1008042"/>
                  <a:pt x="45216" y="1009650"/>
                </a:cubicBezTo>
                <a:cubicBezTo>
                  <a:pt x="51279" y="1011924"/>
                  <a:pt x="57916" y="1012190"/>
                  <a:pt x="64266" y="1013460"/>
                </a:cubicBezTo>
                <a:cubicBezTo>
                  <a:pt x="70616" y="1018540"/>
                  <a:pt x="78323" y="1022281"/>
                  <a:pt x="83316" y="1028700"/>
                </a:cubicBezTo>
                <a:cubicBezTo>
                  <a:pt x="87515" y="1034099"/>
                  <a:pt x="85166" y="1044078"/>
                  <a:pt x="90936" y="1047750"/>
                </a:cubicBezTo>
                <a:cubicBezTo>
                  <a:pt x="100814" y="1054036"/>
                  <a:pt x="113796" y="1052830"/>
                  <a:pt x="125226" y="1055370"/>
                </a:cubicBezTo>
                <a:cubicBezTo>
                  <a:pt x="171358" y="1101502"/>
                  <a:pt x="147262" y="1085438"/>
                  <a:pt x="193806" y="1108710"/>
                </a:cubicBezTo>
                <a:cubicBezTo>
                  <a:pt x="208255" y="1144833"/>
                  <a:pt x="190531" y="1115946"/>
                  <a:pt x="220476" y="1131570"/>
                </a:cubicBezTo>
                <a:cubicBezTo>
                  <a:pt x="228602" y="1135810"/>
                  <a:pt x="295709" y="1175593"/>
                  <a:pt x="315726" y="1192530"/>
                </a:cubicBezTo>
                <a:cubicBezTo>
                  <a:pt x="349698" y="1221276"/>
                  <a:pt x="324093" y="1212491"/>
                  <a:pt x="357636" y="1219200"/>
                </a:cubicBezTo>
                <a:cubicBezTo>
                  <a:pt x="362716" y="1224280"/>
                  <a:pt x="366596" y="1230951"/>
                  <a:pt x="372876" y="1234440"/>
                </a:cubicBezTo>
                <a:cubicBezTo>
                  <a:pt x="399557" y="1249263"/>
                  <a:pt x="388337" y="1223893"/>
                  <a:pt x="395736" y="1253490"/>
                </a:cubicBezTo>
                <a:lnTo>
                  <a:pt x="738636" y="1242060"/>
                </a:lnTo>
                <a:cubicBezTo>
                  <a:pt x="757833" y="1241146"/>
                  <a:pt x="776571" y="1234796"/>
                  <a:pt x="795786" y="1234440"/>
                </a:cubicBezTo>
                <a:lnTo>
                  <a:pt x="944376" y="1238250"/>
                </a:lnTo>
                <a:cubicBezTo>
                  <a:pt x="969599" y="1255065"/>
                  <a:pt x="959045" y="1249394"/>
                  <a:pt x="974856" y="12573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487B1B31-D3FB-E709-A534-169954F7C1C5}"/>
              </a:ext>
            </a:extLst>
          </p:cNvPr>
          <p:cNvSpPr/>
          <p:nvPr/>
        </p:nvSpPr>
        <p:spPr>
          <a:xfrm>
            <a:off x="3947160" y="5433060"/>
            <a:ext cx="194310" cy="404178"/>
          </a:xfrm>
          <a:custGeom>
            <a:avLst/>
            <a:gdLst>
              <a:gd name="csX0" fmla="*/ 194310 w 194310"/>
              <a:gd name="csY0" fmla="*/ 0 h 434650"/>
              <a:gd name="csX1" fmla="*/ 190500 w 194310"/>
              <a:gd name="csY1" fmla="*/ 87630 h 434650"/>
              <a:gd name="csX2" fmla="*/ 175260 w 194310"/>
              <a:gd name="csY2" fmla="*/ 110490 h 434650"/>
              <a:gd name="csX3" fmla="*/ 171450 w 194310"/>
              <a:gd name="csY3" fmla="*/ 144780 h 434650"/>
              <a:gd name="csX4" fmla="*/ 129540 w 194310"/>
              <a:gd name="csY4" fmla="*/ 220980 h 434650"/>
              <a:gd name="csX5" fmla="*/ 118110 w 194310"/>
              <a:gd name="csY5" fmla="*/ 270510 h 434650"/>
              <a:gd name="csX6" fmla="*/ 99060 w 194310"/>
              <a:gd name="csY6" fmla="*/ 312420 h 434650"/>
              <a:gd name="csX7" fmla="*/ 83820 w 194310"/>
              <a:gd name="csY7" fmla="*/ 331470 h 434650"/>
              <a:gd name="csX8" fmla="*/ 57150 w 194310"/>
              <a:gd name="csY8" fmla="*/ 373380 h 434650"/>
              <a:gd name="csX9" fmla="*/ 45720 w 194310"/>
              <a:gd name="csY9" fmla="*/ 392430 h 434650"/>
              <a:gd name="csX10" fmla="*/ 26670 w 194310"/>
              <a:gd name="csY10" fmla="*/ 426720 h 434650"/>
              <a:gd name="csX11" fmla="*/ 7620 w 194310"/>
              <a:gd name="csY11" fmla="*/ 434340 h 434650"/>
              <a:gd name="csX12" fmla="*/ 0 w 194310"/>
              <a:gd name="csY12" fmla="*/ 434340 h 434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4310" h="434650">
                <a:moveTo>
                  <a:pt x="194310" y="0"/>
                </a:moveTo>
                <a:cubicBezTo>
                  <a:pt x="193040" y="29210"/>
                  <a:pt x="195468" y="58818"/>
                  <a:pt x="190500" y="87630"/>
                </a:cubicBezTo>
                <a:cubicBezTo>
                  <a:pt x="188944" y="96655"/>
                  <a:pt x="178156" y="101802"/>
                  <a:pt x="175260" y="110490"/>
                </a:cubicBezTo>
                <a:cubicBezTo>
                  <a:pt x="171623" y="121400"/>
                  <a:pt x="174913" y="133813"/>
                  <a:pt x="171450" y="144780"/>
                </a:cubicBezTo>
                <a:cubicBezTo>
                  <a:pt x="165745" y="162847"/>
                  <a:pt x="138877" y="205418"/>
                  <a:pt x="129540" y="220980"/>
                </a:cubicBezTo>
                <a:cubicBezTo>
                  <a:pt x="125730" y="237490"/>
                  <a:pt x="122645" y="254184"/>
                  <a:pt x="118110" y="270510"/>
                </a:cubicBezTo>
                <a:cubicBezTo>
                  <a:pt x="115631" y="279435"/>
                  <a:pt x="103203" y="305909"/>
                  <a:pt x="99060" y="312420"/>
                </a:cubicBezTo>
                <a:cubicBezTo>
                  <a:pt x="94694" y="319281"/>
                  <a:pt x="88900" y="325120"/>
                  <a:pt x="83820" y="331470"/>
                </a:cubicBezTo>
                <a:cubicBezTo>
                  <a:pt x="77105" y="371759"/>
                  <a:pt x="87581" y="339568"/>
                  <a:pt x="57150" y="373380"/>
                </a:cubicBezTo>
                <a:cubicBezTo>
                  <a:pt x="52196" y="378884"/>
                  <a:pt x="49032" y="385806"/>
                  <a:pt x="45720" y="392430"/>
                </a:cubicBezTo>
                <a:cubicBezTo>
                  <a:pt x="39558" y="404755"/>
                  <a:pt x="38660" y="417727"/>
                  <a:pt x="26670" y="426720"/>
                </a:cubicBezTo>
                <a:cubicBezTo>
                  <a:pt x="21199" y="430823"/>
                  <a:pt x="14196" y="432461"/>
                  <a:pt x="7620" y="434340"/>
                </a:cubicBezTo>
                <a:cubicBezTo>
                  <a:pt x="5178" y="435038"/>
                  <a:pt x="2540" y="434340"/>
                  <a:pt x="0" y="43434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8228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F991A-20C7-7F44-7340-325C98B8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지형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75D34-F6A7-1259-2E06-8F88F6F387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3F34EE-1CA5-89FC-3071-2540CFD39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29202"/>
            <a:ext cx="5181600" cy="46477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dirty="0"/>
              <a:t>모래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1/2 </a:t>
            </a:r>
            <a:r>
              <a:rPr lang="ko-KR" altLang="en-US" dirty="0"/>
              <a:t>감소</a:t>
            </a:r>
            <a:r>
              <a:rPr lang="en-US" altLang="ko-KR" dirty="0"/>
              <a:t>, </a:t>
            </a:r>
            <a:r>
              <a:rPr lang="ko-KR" altLang="en-US" dirty="0"/>
              <a:t>몬스터 없음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늪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1/3 </a:t>
            </a:r>
            <a:r>
              <a:rPr lang="ko-KR" altLang="en-US" dirty="0"/>
              <a:t>감소</a:t>
            </a:r>
            <a:r>
              <a:rPr lang="en-US" altLang="ko-KR" dirty="0"/>
              <a:t>, </a:t>
            </a:r>
            <a:r>
              <a:rPr lang="ko-KR" altLang="en-US" dirty="0"/>
              <a:t>방향전환율 </a:t>
            </a:r>
            <a:r>
              <a:rPr lang="en-US" altLang="ko-KR" dirty="0"/>
              <a:t>1/4 </a:t>
            </a:r>
            <a:r>
              <a:rPr lang="ko-KR" altLang="en-US" dirty="0"/>
              <a:t>감소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수중 지형 </a:t>
            </a:r>
            <a:r>
              <a:rPr lang="en-US" altLang="ko-KR" dirty="0"/>
              <a:t>: </a:t>
            </a:r>
            <a:r>
              <a:rPr lang="ko-KR" altLang="en-US" dirty="0"/>
              <a:t>플레이어에게 묻은 냄새 </a:t>
            </a:r>
            <a:br>
              <a:rPr lang="en-US" altLang="ko-KR" dirty="0"/>
            </a:br>
            <a:r>
              <a:rPr lang="ko-KR" altLang="en-US" dirty="0"/>
              <a:t>제거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산 </a:t>
            </a:r>
            <a:r>
              <a:rPr lang="en-US" altLang="ko-KR" dirty="0"/>
              <a:t>: </a:t>
            </a:r>
            <a:r>
              <a:rPr lang="ko-KR" altLang="en-US" dirty="0"/>
              <a:t>일반적으로 지나갈 수 없을 정도로 강한 존재가 있음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숲</a:t>
            </a:r>
            <a:r>
              <a:rPr lang="en-US" altLang="ko-KR" dirty="0"/>
              <a:t>: </a:t>
            </a:r>
            <a:r>
              <a:rPr lang="ko-KR" altLang="en-US" dirty="0"/>
              <a:t>일반 지형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203198-45D6-3AAD-6451-4780C43D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62DC9-923E-46D3-442F-D830BC98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8C67CF1-3DCB-56B7-EFA5-766725AA15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712AFD-B319-EF8D-5B6D-EFFE5D21F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11" name="사각형: 잘린 대각선 방향 모서리 10">
            <a:extLst>
              <a:ext uri="{FF2B5EF4-FFF2-40B4-BE49-F238E27FC236}">
                <a16:creationId xmlns:a16="http://schemas.microsoft.com/office/drawing/2014/main" id="{4456D1FD-45C9-D3ED-4648-79F29AE8BE2D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49119AF-9D3E-EC0D-8A98-094733E89840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1A104-D346-7B19-ACA5-ADAF55C35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10CDF3A-58E0-A4AA-79AA-5DDEB13DF7F0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D62D7D8A-8451-C666-FB32-D68DCBCBF7B3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01E91C3-F41F-559F-989F-595FB643DFFB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83721EF-5060-2CFE-A9B1-678CCC292D1B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BEC025-39CA-A396-CD07-77E0D8FFEC44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E3502E-26CD-E735-2F38-7057F0B5454A}"/>
              </a:ext>
            </a:extLst>
          </p:cNvPr>
          <p:cNvSpPr txBox="1"/>
          <p:nvPr/>
        </p:nvSpPr>
        <p:spPr>
          <a:xfrm>
            <a:off x="2848932" y="4942057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그래픽 34" descr="배지 1 단색으로 채워진">
            <a:extLst>
              <a:ext uri="{FF2B5EF4-FFF2-40B4-BE49-F238E27FC236}">
                <a16:creationId xmlns:a16="http://schemas.microsoft.com/office/drawing/2014/main" id="{0E443984-6597-FECF-5DCD-F8C0183CACD7}"/>
              </a:ext>
            </a:extLst>
          </p:cNvPr>
          <p:cNvSpPr/>
          <p:nvPr/>
        </p:nvSpPr>
        <p:spPr>
          <a:xfrm>
            <a:off x="5789062" y="1620924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그래픽 34" descr="배지 1 단색으로 채워진">
            <a:extLst>
              <a:ext uri="{FF2B5EF4-FFF2-40B4-BE49-F238E27FC236}">
                <a16:creationId xmlns:a16="http://schemas.microsoft.com/office/drawing/2014/main" id="{FC656D2F-A77D-0D37-8766-3B0170306A91}"/>
              </a:ext>
            </a:extLst>
          </p:cNvPr>
          <p:cNvSpPr/>
          <p:nvPr/>
        </p:nvSpPr>
        <p:spPr>
          <a:xfrm>
            <a:off x="1369459" y="167178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그래픽 39" descr="배지 단색으로 채워진">
            <a:extLst>
              <a:ext uri="{FF2B5EF4-FFF2-40B4-BE49-F238E27FC236}">
                <a16:creationId xmlns:a16="http://schemas.microsoft.com/office/drawing/2014/main" id="{9031AD2B-D905-5B06-178D-29C5F1170DE6}"/>
              </a:ext>
            </a:extLst>
          </p:cNvPr>
          <p:cNvSpPr/>
          <p:nvPr/>
        </p:nvSpPr>
        <p:spPr>
          <a:xfrm>
            <a:off x="5821086" y="2668840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그래픽 42" descr="배지 3 단색으로 채워진">
            <a:extLst>
              <a:ext uri="{FF2B5EF4-FFF2-40B4-BE49-F238E27FC236}">
                <a16:creationId xmlns:a16="http://schemas.microsoft.com/office/drawing/2014/main" id="{641C89B7-FB7A-9305-4349-F570362BA545}"/>
              </a:ext>
            </a:extLst>
          </p:cNvPr>
          <p:cNvSpPr/>
          <p:nvPr/>
        </p:nvSpPr>
        <p:spPr>
          <a:xfrm>
            <a:off x="5821086" y="3711210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그래픽 39" descr="배지 단색으로 채워진">
            <a:extLst>
              <a:ext uri="{FF2B5EF4-FFF2-40B4-BE49-F238E27FC236}">
                <a16:creationId xmlns:a16="http://schemas.microsoft.com/office/drawing/2014/main" id="{1A3B0922-79D2-CF17-A8BA-9ACD28DFDC66}"/>
              </a:ext>
            </a:extLst>
          </p:cNvPr>
          <p:cNvSpPr/>
          <p:nvPr/>
        </p:nvSpPr>
        <p:spPr>
          <a:xfrm>
            <a:off x="4241173" y="2247335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그래픽 42" descr="배지 3 단색으로 채워진">
            <a:extLst>
              <a:ext uri="{FF2B5EF4-FFF2-40B4-BE49-F238E27FC236}">
                <a16:creationId xmlns:a16="http://schemas.microsoft.com/office/drawing/2014/main" id="{34E17EA3-A556-356A-E06D-839BCDDBBE3E}"/>
              </a:ext>
            </a:extLst>
          </p:cNvPr>
          <p:cNvSpPr/>
          <p:nvPr/>
        </p:nvSpPr>
        <p:spPr>
          <a:xfrm>
            <a:off x="4920894" y="3081619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그래픽 44" descr="배지 5 단색으로 채워진">
            <a:extLst>
              <a:ext uri="{FF2B5EF4-FFF2-40B4-BE49-F238E27FC236}">
                <a16:creationId xmlns:a16="http://schemas.microsoft.com/office/drawing/2014/main" id="{905D0652-EC77-396D-57F4-539262983CEB}"/>
              </a:ext>
            </a:extLst>
          </p:cNvPr>
          <p:cNvSpPr/>
          <p:nvPr/>
        </p:nvSpPr>
        <p:spPr>
          <a:xfrm>
            <a:off x="5837990" y="5728947"/>
            <a:ext cx="380209" cy="389963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362093 w 723499"/>
              <a:gd name="csY4" fmla="*/ 0 h 723500"/>
              <a:gd name="csX5" fmla="*/ 361750 w 723499"/>
              <a:gd name="csY5" fmla="*/ 0 h 723500"/>
              <a:gd name="csX6" fmla="*/ 468735 w 723499"/>
              <a:gd name="csY6" fmla="*/ 461420 h 723500"/>
              <a:gd name="csX7" fmla="*/ 439007 w 723499"/>
              <a:gd name="csY7" fmla="*/ 493205 h 723500"/>
              <a:gd name="csX8" fmla="*/ 396478 w 723499"/>
              <a:gd name="csY8" fmla="*/ 511540 h 723500"/>
              <a:gd name="csX9" fmla="*/ 346510 w 723499"/>
              <a:gd name="csY9" fmla="*/ 517389 h 723500"/>
              <a:gd name="csX10" fmla="*/ 268405 w 723499"/>
              <a:gd name="csY10" fmla="*/ 504111 h 723500"/>
              <a:gd name="csX11" fmla="*/ 268405 w 723499"/>
              <a:gd name="csY11" fmla="*/ 456362 h 723500"/>
              <a:gd name="csX12" fmla="*/ 347139 w 723499"/>
              <a:gd name="csY12" fmla="*/ 477250 h 723500"/>
              <a:gd name="csX13" fmla="*/ 378771 w 723499"/>
              <a:gd name="csY13" fmla="*/ 473440 h 723500"/>
              <a:gd name="csX14" fmla="*/ 403898 w 723499"/>
              <a:gd name="csY14" fmla="*/ 462010 h 723500"/>
              <a:gd name="csX15" fmla="*/ 426520 w 723499"/>
              <a:gd name="csY15" fmla="*/ 417100 h 723500"/>
              <a:gd name="csX16" fmla="*/ 419395 w 723499"/>
              <a:gd name="csY16" fmla="*/ 391325 h 723500"/>
              <a:gd name="csX17" fmla="*/ 400422 w 723499"/>
              <a:gd name="csY17" fmla="*/ 373771 h 723500"/>
              <a:gd name="csX18" fmla="*/ 372799 w 723499"/>
              <a:gd name="csY18" fmla="*/ 363655 h 723500"/>
              <a:gd name="csX19" fmla="*/ 339585 w 723499"/>
              <a:gd name="csY19" fmla="*/ 360493 h 723500"/>
              <a:gd name="csX20" fmla="*/ 280445 w 723499"/>
              <a:gd name="csY20" fmla="*/ 363350 h 723500"/>
              <a:gd name="csX21" fmla="*/ 296228 w 723499"/>
              <a:gd name="csY21" fmla="*/ 194501 h 723500"/>
              <a:gd name="csX22" fmla="*/ 462915 w 723499"/>
              <a:gd name="csY22" fmla="*/ 194501 h 723500"/>
              <a:gd name="csX23" fmla="*/ 462915 w 723499"/>
              <a:gd name="csY23" fmla="*/ 236877 h 723500"/>
              <a:gd name="csX24" fmla="*/ 343348 w 723499"/>
              <a:gd name="csY24" fmla="*/ 236877 h 723500"/>
              <a:gd name="csX25" fmla="*/ 335128 w 723499"/>
              <a:gd name="csY25" fmla="*/ 320373 h 723500"/>
              <a:gd name="csX26" fmla="*/ 341452 w 723499"/>
              <a:gd name="csY26" fmla="*/ 319897 h 723500"/>
              <a:gd name="csX27" fmla="*/ 344757 w 723499"/>
              <a:gd name="csY27" fmla="*/ 319583 h 723500"/>
              <a:gd name="csX28" fmla="*/ 347777 w 723499"/>
              <a:gd name="csY28" fmla="*/ 319421 h 723500"/>
              <a:gd name="csX29" fmla="*/ 353149 w 723499"/>
              <a:gd name="csY29" fmla="*/ 319421 h 723500"/>
              <a:gd name="csX30" fmla="*/ 401222 w 723499"/>
              <a:gd name="csY30" fmla="*/ 324641 h 723500"/>
              <a:gd name="csX31" fmla="*/ 441703 w 723499"/>
              <a:gd name="csY31" fmla="*/ 341243 h 723500"/>
              <a:gd name="csX32" fmla="*/ 469583 w 723499"/>
              <a:gd name="csY32" fmla="*/ 370818 h 723500"/>
              <a:gd name="csX33" fmla="*/ 480060 w 723499"/>
              <a:gd name="csY33" fmla="*/ 414938 h 723500"/>
              <a:gd name="csX34" fmla="*/ 468735 w 723499"/>
              <a:gd name="csY34" fmla="*/ 461420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94" y="162056"/>
                  <a:pt x="561787" y="94"/>
                  <a:pt x="362093" y="0"/>
                </a:cubicBezTo>
                <a:cubicBezTo>
                  <a:pt x="361979" y="0"/>
                  <a:pt x="361864" y="0"/>
                  <a:pt x="361750" y="0"/>
                </a:cubicBezTo>
                <a:close/>
                <a:moveTo>
                  <a:pt x="468735" y="461420"/>
                </a:moveTo>
                <a:cubicBezTo>
                  <a:pt x="461383" y="474146"/>
                  <a:pt x="451215" y="485020"/>
                  <a:pt x="439007" y="493205"/>
                </a:cubicBezTo>
                <a:cubicBezTo>
                  <a:pt x="426041" y="501810"/>
                  <a:pt x="411637" y="508021"/>
                  <a:pt x="396478" y="511540"/>
                </a:cubicBezTo>
                <a:cubicBezTo>
                  <a:pt x="380116" y="515480"/>
                  <a:pt x="363340" y="517444"/>
                  <a:pt x="346510" y="517389"/>
                </a:cubicBezTo>
                <a:cubicBezTo>
                  <a:pt x="311725" y="517389"/>
                  <a:pt x="285690" y="512962"/>
                  <a:pt x="268405" y="504111"/>
                </a:cubicBezTo>
                <a:lnTo>
                  <a:pt x="268405" y="456362"/>
                </a:lnTo>
                <a:cubicBezTo>
                  <a:pt x="292490" y="469799"/>
                  <a:pt x="319560" y="476981"/>
                  <a:pt x="347139" y="477250"/>
                </a:cubicBezTo>
                <a:cubicBezTo>
                  <a:pt x="357802" y="477335"/>
                  <a:pt x="368433" y="476055"/>
                  <a:pt x="378771" y="473440"/>
                </a:cubicBezTo>
                <a:cubicBezTo>
                  <a:pt x="387779" y="471209"/>
                  <a:pt x="396297" y="467334"/>
                  <a:pt x="403898" y="462010"/>
                </a:cubicBezTo>
                <a:cubicBezTo>
                  <a:pt x="418546" y="451826"/>
                  <a:pt x="427055" y="434932"/>
                  <a:pt x="426520" y="417100"/>
                </a:cubicBezTo>
                <a:cubicBezTo>
                  <a:pt x="426800" y="407986"/>
                  <a:pt x="424316" y="399001"/>
                  <a:pt x="419395" y="391325"/>
                </a:cubicBezTo>
                <a:cubicBezTo>
                  <a:pt x="414483" y="384111"/>
                  <a:pt x="407995" y="378108"/>
                  <a:pt x="400422" y="373771"/>
                </a:cubicBezTo>
                <a:cubicBezTo>
                  <a:pt x="391841" y="368884"/>
                  <a:pt x="382506" y="365465"/>
                  <a:pt x="372799" y="363655"/>
                </a:cubicBezTo>
                <a:cubicBezTo>
                  <a:pt x="361859" y="361511"/>
                  <a:pt x="350733" y="360452"/>
                  <a:pt x="339585" y="360493"/>
                </a:cubicBezTo>
                <a:cubicBezTo>
                  <a:pt x="328841" y="360493"/>
                  <a:pt x="309127" y="361445"/>
                  <a:pt x="280445" y="363350"/>
                </a:cubicBezTo>
                <a:lnTo>
                  <a:pt x="296228" y="194501"/>
                </a:lnTo>
                <a:lnTo>
                  <a:pt x="462915" y="194501"/>
                </a:lnTo>
                <a:lnTo>
                  <a:pt x="462915" y="236877"/>
                </a:lnTo>
                <a:lnTo>
                  <a:pt x="343348" y="236877"/>
                </a:lnTo>
                <a:lnTo>
                  <a:pt x="335128" y="320373"/>
                </a:lnTo>
                <a:cubicBezTo>
                  <a:pt x="338061" y="320164"/>
                  <a:pt x="340185" y="320002"/>
                  <a:pt x="341452" y="319897"/>
                </a:cubicBezTo>
                <a:cubicBezTo>
                  <a:pt x="342719" y="319792"/>
                  <a:pt x="343814" y="319688"/>
                  <a:pt x="344757" y="319583"/>
                </a:cubicBezTo>
                <a:cubicBezTo>
                  <a:pt x="345760" y="319473"/>
                  <a:pt x="346768" y="319420"/>
                  <a:pt x="347777" y="319421"/>
                </a:cubicBezTo>
                <a:lnTo>
                  <a:pt x="353149" y="319421"/>
                </a:lnTo>
                <a:cubicBezTo>
                  <a:pt x="369318" y="319370"/>
                  <a:pt x="385441" y="321121"/>
                  <a:pt x="401222" y="324641"/>
                </a:cubicBezTo>
                <a:cubicBezTo>
                  <a:pt x="415602" y="327704"/>
                  <a:pt x="429313" y="333327"/>
                  <a:pt x="441703" y="341243"/>
                </a:cubicBezTo>
                <a:cubicBezTo>
                  <a:pt x="453223" y="348734"/>
                  <a:pt x="462784" y="358875"/>
                  <a:pt x="469583" y="370818"/>
                </a:cubicBezTo>
                <a:cubicBezTo>
                  <a:pt x="476898" y="384345"/>
                  <a:pt x="480512" y="399565"/>
                  <a:pt x="480060" y="414938"/>
                </a:cubicBezTo>
                <a:cubicBezTo>
                  <a:pt x="480499" y="431164"/>
                  <a:pt x="476589" y="447213"/>
                  <a:pt x="468735" y="461420"/>
                </a:cubicBezTo>
                <a:close/>
              </a:path>
            </a:pathLst>
          </a:custGeom>
          <a:solidFill>
            <a:srgbClr val="7030A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68202A89-4777-51B8-7084-75254D1B1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623" y="4686578"/>
            <a:ext cx="387752" cy="387752"/>
          </a:xfrm>
          <a:prstGeom prst="rect">
            <a:avLst/>
          </a:prstGeom>
        </p:spPr>
      </p:pic>
      <p:sp>
        <p:nvSpPr>
          <p:cNvPr id="45" name="그래픽 44" descr="배지 5 단색으로 채워진">
            <a:extLst>
              <a:ext uri="{FF2B5EF4-FFF2-40B4-BE49-F238E27FC236}">
                <a16:creationId xmlns:a16="http://schemas.microsoft.com/office/drawing/2014/main" id="{64D79B01-0C68-7874-D3E5-525C3B301A87}"/>
              </a:ext>
            </a:extLst>
          </p:cNvPr>
          <p:cNvSpPr/>
          <p:nvPr/>
        </p:nvSpPr>
        <p:spPr>
          <a:xfrm>
            <a:off x="1422655" y="3612107"/>
            <a:ext cx="380209" cy="389963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362093 w 723499"/>
              <a:gd name="csY4" fmla="*/ 0 h 723500"/>
              <a:gd name="csX5" fmla="*/ 361750 w 723499"/>
              <a:gd name="csY5" fmla="*/ 0 h 723500"/>
              <a:gd name="csX6" fmla="*/ 468735 w 723499"/>
              <a:gd name="csY6" fmla="*/ 461420 h 723500"/>
              <a:gd name="csX7" fmla="*/ 439007 w 723499"/>
              <a:gd name="csY7" fmla="*/ 493205 h 723500"/>
              <a:gd name="csX8" fmla="*/ 396478 w 723499"/>
              <a:gd name="csY8" fmla="*/ 511540 h 723500"/>
              <a:gd name="csX9" fmla="*/ 346510 w 723499"/>
              <a:gd name="csY9" fmla="*/ 517389 h 723500"/>
              <a:gd name="csX10" fmla="*/ 268405 w 723499"/>
              <a:gd name="csY10" fmla="*/ 504111 h 723500"/>
              <a:gd name="csX11" fmla="*/ 268405 w 723499"/>
              <a:gd name="csY11" fmla="*/ 456362 h 723500"/>
              <a:gd name="csX12" fmla="*/ 347139 w 723499"/>
              <a:gd name="csY12" fmla="*/ 477250 h 723500"/>
              <a:gd name="csX13" fmla="*/ 378771 w 723499"/>
              <a:gd name="csY13" fmla="*/ 473440 h 723500"/>
              <a:gd name="csX14" fmla="*/ 403898 w 723499"/>
              <a:gd name="csY14" fmla="*/ 462010 h 723500"/>
              <a:gd name="csX15" fmla="*/ 426520 w 723499"/>
              <a:gd name="csY15" fmla="*/ 417100 h 723500"/>
              <a:gd name="csX16" fmla="*/ 419395 w 723499"/>
              <a:gd name="csY16" fmla="*/ 391325 h 723500"/>
              <a:gd name="csX17" fmla="*/ 400422 w 723499"/>
              <a:gd name="csY17" fmla="*/ 373771 h 723500"/>
              <a:gd name="csX18" fmla="*/ 372799 w 723499"/>
              <a:gd name="csY18" fmla="*/ 363655 h 723500"/>
              <a:gd name="csX19" fmla="*/ 339585 w 723499"/>
              <a:gd name="csY19" fmla="*/ 360493 h 723500"/>
              <a:gd name="csX20" fmla="*/ 280445 w 723499"/>
              <a:gd name="csY20" fmla="*/ 363350 h 723500"/>
              <a:gd name="csX21" fmla="*/ 296228 w 723499"/>
              <a:gd name="csY21" fmla="*/ 194501 h 723500"/>
              <a:gd name="csX22" fmla="*/ 462915 w 723499"/>
              <a:gd name="csY22" fmla="*/ 194501 h 723500"/>
              <a:gd name="csX23" fmla="*/ 462915 w 723499"/>
              <a:gd name="csY23" fmla="*/ 236877 h 723500"/>
              <a:gd name="csX24" fmla="*/ 343348 w 723499"/>
              <a:gd name="csY24" fmla="*/ 236877 h 723500"/>
              <a:gd name="csX25" fmla="*/ 335128 w 723499"/>
              <a:gd name="csY25" fmla="*/ 320373 h 723500"/>
              <a:gd name="csX26" fmla="*/ 341452 w 723499"/>
              <a:gd name="csY26" fmla="*/ 319897 h 723500"/>
              <a:gd name="csX27" fmla="*/ 344757 w 723499"/>
              <a:gd name="csY27" fmla="*/ 319583 h 723500"/>
              <a:gd name="csX28" fmla="*/ 347777 w 723499"/>
              <a:gd name="csY28" fmla="*/ 319421 h 723500"/>
              <a:gd name="csX29" fmla="*/ 353149 w 723499"/>
              <a:gd name="csY29" fmla="*/ 319421 h 723500"/>
              <a:gd name="csX30" fmla="*/ 401222 w 723499"/>
              <a:gd name="csY30" fmla="*/ 324641 h 723500"/>
              <a:gd name="csX31" fmla="*/ 441703 w 723499"/>
              <a:gd name="csY31" fmla="*/ 341243 h 723500"/>
              <a:gd name="csX32" fmla="*/ 469583 w 723499"/>
              <a:gd name="csY32" fmla="*/ 370818 h 723500"/>
              <a:gd name="csX33" fmla="*/ 480060 w 723499"/>
              <a:gd name="csY33" fmla="*/ 414938 h 723500"/>
              <a:gd name="csX34" fmla="*/ 468735 w 723499"/>
              <a:gd name="csY34" fmla="*/ 461420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94" y="162056"/>
                  <a:pt x="561787" y="94"/>
                  <a:pt x="362093" y="0"/>
                </a:cubicBezTo>
                <a:cubicBezTo>
                  <a:pt x="361979" y="0"/>
                  <a:pt x="361864" y="0"/>
                  <a:pt x="361750" y="0"/>
                </a:cubicBezTo>
                <a:close/>
                <a:moveTo>
                  <a:pt x="468735" y="461420"/>
                </a:moveTo>
                <a:cubicBezTo>
                  <a:pt x="461383" y="474146"/>
                  <a:pt x="451215" y="485020"/>
                  <a:pt x="439007" y="493205"/>
                </a:cubicBezTo>
                <a:cubicBezTo>
                  <a:pt x="426041" y="501810"/>
                  <a:pt x="411637" y="508021"/>
                  <a:pt x="396478" y="511540"/>
                </a:cubicBezTo>
                <a:cubicBezTo>
                  <a:pt x="380116" y="515480"/>
                  <a:pt x="363340" y="517444"/>
                  <a:pt x="346510" y="517389"/>
                </a:cubicBezTo>
                <a:cubicBezTo>
                  <a:pt x="311725" y="517389"/>
                  <a:pt x="285690" y="512962"/>
                  <a:pt x="268405" y="504111"/>
                </a:cubicBezTo>
                <a:lnTo>
                  <a:pt x="268405" y="456362"/>
                </a:lnTo>
                <a:cubicBezTo>
                  <a:pt x="292490" y="469799"/>
                  <a:pt x="319560" y="476981"/>
                  <a:pt x="347139" y="477250"/>
                </a:cubicBezTo>
                <a:cubicBezTo>
                  <a:pt x="357802" y="477335"/>
                  <a:pt x="368433" y="476055"/>
                  <a:pt x="378771" y="473440"/>
                </a:cubicBezTo>
                <a:cubicBezTo>
                  <a:pt x="387779" y="471209"/>
                  <a:pt x="396297" y="467334"/>
                  <a:pt x="403898" y="462010"/>
                </a:cubicBezTo>
                <a:cubicBezTo>
                  <a:pt x="418546" y="451826"/>
                  <a:pt x="427055" y="434932"/>
                  <a:pt x="426520" y="417100"/>
                </a:cubicBezTo>
                <a:cubicBezTo>
                  <a:pt x="426800" y="407986"/>
                  <a:pt x="424316" y="399001"/>
                  <a:pt x="419395" y="391325"/>
                </a:cubicBezTo>
                <a:cubicBezTo>
                  <a:pt x="414483" y="384111"/>
                  <a:pt x="407995" y="378108"/>
                  <a:pt x="400422" y="373771"/>
                </a:cubicBezTo>
                <a:cubicBezTo>
                  <a:pt x="391841" y="368884"/>
                  <a:pt x="382506" y="365465"/>
                  <a:pt x="372799" y="363655"/>
                </a:cubicBezTo>
                <a:cubicBezTo>
                  <a:pt x="361859" y="361511"/>
                  <a:pt x="350733" y="360452"/>
                  <a:pt x="339585" y="360493"/>
                </a:cubicBezTo>
                <a:cubicBezTo>
                  <a:pt x="328841" y="360493"/>
                  <a:pt x="309127" y="361445"/>
                  <a:pt x="280445" y="363350"/>
                </a:cubicBezTo>
                <a:lnTo>
                  <a:pt x="296228" y="194501"/>
                </a:lnTo>
                <a:lnTo>
                  <a:pt x="462915" y="194501"/>
                </a:lnTo>
                <a:lnTo>
                  <a:pt x="462915" y="236877"/>
                </a:lnTo>
                <a:lnTo>
                  <a:pt x="343348" y="236877"/>
                </a:lnTo>
                <a:lnTo>
                  <a:pt x="335128" y="320373"/>
                </a:lnTo>
                <a:cubicBezTo>
                  <a:pt x="338061" y="320164"/>
                  <a:pt x="340185" y="320002"/>
                  <a:pt x="341452" y="319897"/>
                </a:cubicBezTo>
                <a:cubicBezTo>
                  <a:pt x="342719" y="319792"/>
                  <a:pt x="343814" y="319688"/>
                  <a:pt x="344757" y="319583"/>
                </a:cubicBezTo>
                <a:cubicBezTo>
                  <a:pt x="345760" y="319473"/>
                  <a:pt x="346768" y="319420"/>
                  <a:pt x="347777" y="319421"/>
                </a:cubicBezTo>
                <a:lnTo>
                  <a:pt x="353149" y="319421"/>
                </a:lnTo>
                <a:cubicBezTo>
                  <a:pt x="369318" y="319370"/>
                  <a:pt x="385441" y="321121"/>
                  <a:pt x="401222" y="324641"/>
                </a:cubicBezTo>
                <a:cubicBezTo>
                  <a:pt x="415602" y="327704"/>
                  <a:pt x="429313" y="333327"/>
                  <a:pt x="441703" y="341243"/>
                </a:cubicBezTo>
                <a:cubicBezTo>
                  <a:pt x="453223" y="348734"/>
                  <a:pt x="462784" y="358875"/>
                  <a:pt x="469583" y="370818"/>
                </a:cubicBezTo>
                <a:cubicBezTo>
                  <a:pt x="476898" y="384345"/>
                  <a:pt x="480512" y="399565"/>
                  <a:pt x="480060" y="414938"/>
                </a:cubicBezTo>
                <a:cubicBezTo>
                  <a:pt x="480499" y="431164"/>
                  <a:pt x="476589" y="447213"/>
                  <a:pt x="468735" y="461420"/>
                </a:cubicBezTo>
                <a:close/>
              </a:path>
            </a:pathLst>
          </a:custGeom>
          <a:solidFill>
            <a:srgbClr val="7030A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3409D4B-0B77-B4E6-83C3-6EA5D1B96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63" y="4742247"/>
            <a:ext cx="387752" cy="387752"/>
          </a:xfrm>
          <a:prstGeom prst="rect">
            <a:avLst/>
          </a:prstGeom>
        </p:spPr>
      </p:pic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F53B9FDF-432B-B4D6-2D3C-474F01AD170F}"/>
              </a:ext>
            </a:extLst>
          </p:cNvPr>
          <p:cNvSpPr/>
          <p:nvPr/>
        </p:nvSpPr>
        <p:spPr>
          <a:xfrm>
            <a:off x="3292549" y="3428998"/>
            <a:ext cx="850656" cy="1240767"/>
          </a:xfrm>
          <a:prstGeom prst="parallelogram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</p:spTree>
    <p:extLst>
      <p:ext uri="{BB962C8B-B14F-4D97-AF65-F5344CB8AC3E}">
        <p14:creationId xmlns:p14="http://schemas.microsoft.com/office/powerpoint/2010/main" val="26082834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3524E-6BB8-B254-BCCB-C33A11AF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배달품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04DF9-B717-6846-00BA-2E0821B3B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5721"/>
            <a:ext cx="5375694" cy="4831242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1800" dirty="0" err="1"/>
              <a:t>배달품</a:t>
            </a:r>
            <a:r>
              <a:rPr lang="ko-KR" altLang="en-US" sz="1800" dirty="0"/>
              <a:t> 품목 </a:t>
            </a:r>
            <a:r>
              <a:rPr lang="en-US" altLang="ko-KR" sz="1800" dirty="0"/>
              <a:t>: </a:t>
            </a:r>
            <a:br>
              <a:rPr lang="en-US" altLang="ko-KR" sz="1800" dirty="0"/>
            </a:br>
            <a:r>
              <a:rPr lang="ko-KR" altLang="en-US" sz="1800" dirty="0"/>
              <a:t>일반 품목</a:t>
            </a:r>
            <a:r>
              <a:rPr lang="en-US" altLang="ko-KR" sz="1800" dirty="0"/>
              <a:t>(</a:t>
            </a:r>
            <a:r>
              <a:rPr lang="ko-KR" altLang="en-US" sz="1800" dirty="0"/>
              <a:t>일반</a:t>
            </a:r>
            <a:r>
              <a:rPr lang="en-US" altLang="ko-KR" sz="1800" dirty="0"/>
              <a:t>), </a:t>
            </a:r>
            <a:r>
              <a:rPr lang="ko-KR" altLang="en-US" sz="1800" dirty="0"/>
              <a:t>파손 주의</a:t>
            </a:r>
            <a:r>
              <a:rPr lang="en-US" altLang="ko-KR" sz="1800" dirty="0"/>
              <a:t>(</a:t>
            </a:r>
            <a:r>
              <a:rPr lang="ko-KR" altLang="en-US" sz="1800" dirty="0"/>
              <a:t>파손 위험</a:t>
            </a:r>
            <a:r>
              <a:rPr lang="en-US" altLang="ko-KR" sz="1800" dirty="0"/>
              <a:t>)</a:t>
            </a:r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상태 </a:t>
            </a:r>
            <a:r>
              <a:rPr lang="en-US" altLang="ko-KR" sz="1800" dirty="0"/>
              <a:t>: </a:t>
            </a:r>
            <a:r>
              <a:rPr lang="ko-KR" altLang="en-US" sz="1800" dirty="0"/>
              <a:t>배달 중</a:t>
            </a:r>
            <a:r>
              <a:rPr lang="en-US" altLang="ko-KR" sz="1800" dirty="0"/>
              <a:t>, </a:t>
            </a:r>
            <a:r>
              <a:rPr lang="ko-KR" altLang="en-US" sz="1800" dirty="0"/>
              <a:t>시간 안에 배달 완료</a:t>
            </a:r>
            <a:r>
              <a:rPr lang="en-US" altLang="ko-KR" sz="1800" dirty="0"/>
              <a:t>, </a:t>
            </a:r>
            <a:br>
              <a:rPr lang="en-US" altLang="ko-KR" sz="1800" dirty="0"/>
            </a:br>
            <a:r>
              <a:rPr lang="ko-KR" altLang="en-US" sz="1800" dirty="0"/>
              <a:t>시간 초과 배달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배달품</a:t>
            </a:r>
            <a:r>
              <a:rPr lang="ko-KR" altLang="en-US" sz="1800" dirty="0"/>
              <a:t> 파손됨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 err="1"/>
              <a:t>배달품</a:t>
            </a:r>
            <a:r>
              <a:rPr lang="ko-KR" altLang="en-US" sz="1800" dirty="0"/>
              <a:t> 파손 시 </a:t>
            </a:r>
            <a:r>
              <a:rPr lang="en-US" altLang="ko-KR" sz="1800" dirty="0"/>
              <a:t>: </a:t>
            </a:r>
            <a:r>
              <a:rPr lang="ko-KR" altLang="en-US" sz="1800" dirty="0"/>
              <a:t>기지로 가서 </a:t>
            </a:r>
            <a:r>
              <a:rPr lang="ko-KR" altLang="en-US" sz="1800" dirty="0" err="1"/>
              <a:t>배달품</a:t>
            </a:r>
            <a:r>
              <a:rPr lang="ko-KR" altLang="en-US" sz="1800" dirty="0"/>
              <a:t> 재수령 후 배달 진행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완료 판단 </a:t>
            </a:r>
            <a:r>
              <a:rPr lang="en-US" altLang="ko-KR" sz="1800" dirty="0"/>
              <a:t>: </a:t>
            </a:r>
            <a:r>
              <a:rPr lang="ko-KR" altLang="en-US" sz="1800" dirty="0"/>
              <a:t>제한 시간 안에 배달함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실패 판단 </a:t>
            </a:r>
            <a:r>
              <a:rPr lang="en-US" altLang="ko-KR" sz="1800" dirty="0"/>
              <a:t>: </a:t>
            </a:r>
            <a:r>
              <a:rPr lang="ko-KR" altLang="en-US" sz="1800" dirty="0"/>
              <a:t>제한 시간 안에 배달하지 못함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A765DB-1691-E1FE-761E-9A01606F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83321B-53EC-D84C-B29C-799E76AA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6AD1D0E-CF35-ADD7-F184-E5F933660C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25" name="내용 개체 틀 12" descr="열린 포장 상자 윤곽선">
            <a:extLst>
              <a:ext uri="{FF2B5EF4-FFF2-40B4-BE49-F238E27FC236}">
                <a16:creationId xmlns:a16="http://schemas.microsoft.com/office/drawing/2014/main" id="{6D8A6B85-8EA8-28F3-8099-A93F82D5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1804" y="2517475"/>
            <a:ext cx="2152291" cy="215229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431C18C3-CA29-92E9-EE2D-CE518276B2CA}"/>
              </a:ext>
            </a:extLst>
          </p:cNvPr>
          <p:cNvGrpSpPr/>
          <p:nvPr/>
        </p:nvGrpSpPr>
        <p:grpSpPr>
          <a:xfrm>
            <a:off x="1395507" y="2810664"/>
            <a:ext cx="1917724" cy="1859102"/>
            <a:chOff x="4943969" y="2797892"/>
            <a:chExt cx="272824" cy="325698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DF3BC8A4-444E-E87F-2107-604BF99AD02A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6D5263D-0067-E788-FA2B-03B43A0D9BBF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25F1B2C2-1338-C4C1-46AB-4AD3C4B34D01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8F80F11B-4E1F-2122-1ABA-3B293C7A5C56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56135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9B108-C7FB-752A-B8FF-FD74F9A3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예시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8B8630-EB4F-A5EB-39E9-475AD1C75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56F6801E-A777-D7E2-3F7D-FE70833DC17E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8503153" y="4148177"/>
            <a:ext cx="864860" cy="197339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EAE3C6E4-905B-F746-6227-97B6038FD9CE}"/>
              </a:ext>
            </a:extLst>
          </p:cNvPr>
          <p:cNvCxnSpPr>
            <a:cxnSpLocks/>
            <a:stCxn id="129" idx="3"/>
            <a:endCxn id="29" idx="1"/>
          </p:cNvCxnSpPr>
          <p:nvPr/>
        </p:nvCxnSpPr>
        <p:spPr>
          <a:xfrm flipV="1">
            <a:off x="2219172" y="2994316"/>
            <a:ext cx="501944" cy="6655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9219-7D61-354A-E365-1F27ABBEE98F}"/>
              </a:ext>
            </a:extLst>
          </p:cNvPr>
          <p:cNvSpPr/>
          <p:nvPr/>
        </p:nvSpPr>
        <p:spPr>
          <a:xfrm>
            <a:off x="2721116" y="2668631"/>
            <a:ext cx="18978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[40T]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F3819E-3AFB-EA66-9364-82EF1C520019}"/>
              </a:ext>
            </a:extLst>
          </p:cNvPr>
          <p:cNvSpPr/>
          <p:nvPr/>
        </p:nvSpPr>
        <p:spPr>
          <a:xfrm>
            <a:off x="2676829" y="3989070"/>
            <a:ext cx="19421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모래언덕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[80T]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17D59C-8575-F0A7-0903-28793FD4E8D3}"/>
              </a:ext>
            </a:extLst>
          </p:cNvPr>
          <p:cNvSpPr/>
          <p:nvPr/>
        </p:nvSpPr>
        <p:spPr>
          <a:xfrm>
            <a:off x="6513951" y="1404947"/>
            <a:ext cx="19477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[20T]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AA3893-299B-A643-F7AB-7FAF127ACB8F}"/>
              </a:ext>
            </a:extLst>
          </p:cNvPr>
          <p:cNvSpPr/>
          <p:nvPr/>
        </p:nvSpPr>
        <p:spPr>
          <a:xfrm>
            <a:off x="6561043" y="3822492"/>
            <a:ext cx="194211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[10T]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ADAD90DE-F6E9-A2FB-0C2C-B653BCD7729D}"/>
              </a:ext>
            </a:extLst>
          </p:cNvPr>
          <p:cNvCxnSpPr>
            <a:cxnSpLocks/>
            <a:stCxn id="129" idx="3"/>
            <a:endCxn id="33" idx="1"/>
          </p:cNvCxnSpPr>
          <p:nvPr/>
        </p:nvCxnSpPr>
        <p:spPr>
          <a:xfrm>
            <a:off x="2219172" y="3659817"/>
            <a:ext cx="457657" cy="6549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4C43D-6067-0DF0-B9A6-B76471F4F9D7}"/>
              </a:ext>
            </a:extLst>
          </p:cNvPr>
          <p:cNvSpPr/>
          <p:nvPr/>
        </p:nvSpPr>
        <p:spPr>
          <a:xfrm>
            <a:off x="9368013" y="5795886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D7DA4324-C9E0-8070-3D26-EBAE550692AB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8461658" y="1730632"/>
            <a:ext cx="906355" cy="43909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AA4BF786-2129-746A-9AA3-9A21F4DA95DC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4618936" y="4314755"/>
            <a:ext cx="4749077" cy="1806816"/>
          </a:xfrm>
          <a:prstGeom prst="bentConnector3">
            <a:avLst>
              <a:gd name="adj1" fmla="val 16038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33A2FA1F-665E-2689-2ACB-CEAC982402CF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618937" y="2994316"/>
            <a:ext cx="1942106" cy="115386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3D03D58E-FB20-BB79-DE7C-06A42C45BB70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18937" y="1730632"/>
            <a:ext cx="1895014" cy="12636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74CC2370-1DBC-167A-14C8-CAF8233671AE}"/>
              </a:ext>
            </a:extLst>
          </p:cNvPr>
          <p:cNvSpPr/>
          <p:nvPr/>
        </p:nvSpPr>
        <p:spPr>
          <a:xfrm>
            <a:off x="2448748" y="4656985"/>
            <a:ext cx="2390498" cy="16931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1/3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7A49AC89-C484-B2DE-89BB-FD81F1C06155}"/>
              </a:ext>
            </a:extLst>
          </p:cNvPr>
          <p:cNvSpPr/>
          <p:nvPr/>
        </p:nvSpPr>
        <p:spPr>
          <a:xfrm>
            <a:off x="6340736" y="4473562"/>
            <a:ext cx="2390498" cy="122258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1/2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965E803D-03E1-AABC-C5D7-6F77D3F2729E}"/>
              </a:ext>
            </a:extLst>
          </p:cNvPr>
          <p:cNvSpPr/>
          <p:nvPr/>
        </p:nvSpPr>
        <p:spPr>
          <a:xfrm>
            <a:off x="4624535" y="2343962"/>
            <a:ext cx="2190204" cy="13007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강탈 시도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[20T]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A8042C3D-45F7-D27A-3EBC-34591A33679D}"/>
              </a:ext>
            </a:extLst>
          </p:cNvPr>
          <p:cNvSpPr/>
          <p:nvPr/>
        </p:nvSpPr>
        <p:spPr>
          <a:xfrm>
            <a:off x="8467256" y="901440"/>
            <a:ext cx="3601601" cy="1677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601F852-A91A-A0DF-CC44-F42BB55A71EC}"/>
              </a:ext>
            </a:extLst>
          </p:cNvPr>
          <p:cNvGrpSpPr/>
          <p:nvPr/>
        </p:nvGrpSpPr>
        <p:grpSpPr>
          <a:xfrm>
            <a:off x="123143" y="802178"/>
            <a:ext cx="4046434" cy="1754326"/>
            <a:chOff x="9079016" y="0"/>
            <a:chExt cx="4046434" cy="17543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C55629-E4F3-57CF-CC18-E93B5BE95B2E}"/>
                </a:ext>
              </a:extLst>
            </p:cNvPr>
            <p:cNvSpPr txBox="1"/>
            <p:nvPr/>
          </p:nvSpPr>
          <p:spPr>
            <a:xfrm>
              <a:off x="9079016" y="0"/>
              <a:ext cx="4046434" cy="175432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</a:t>
              </a:r>
              <a:r>
                <a:rPr lang="en-US" altLang="ko-KR" dirty="0">
                  <a:solidFill>
                    <a:schemeClr val="accent3"/>
                  </a:solidFill>
                </a:rPr>
                <a:t>4</a:t>
              </a:r>
              <a:r>
                <a:rPr lang="ko-KR" altLang="en-US" dirty="0">
                  <a:solidFill>
                    <a:schemeClr val="accent3"/>
                  </a:solidFill>
                </a:rPr>
                <a:t>차 요소</a:t>
              </a:r>
              <a:r>
                <a:rPr lang="en-US" altLang="ko-KR" dirty="0">
                  <a:solidFill>
                    <a:schemeClr val="accent3"/>
                  </a:solidFill>
                </a:rPr>
                <a:t>(</a:t>
              </a:r>
              <a:r>
                <a:rPr lang="ko-KR" altLang="en-US" dirty="0">
                  <a:solidFill>
                    <a:schemeClr val="accent3"/>
                  </a:solidFill>
                </a:rPr>
                <a:t>이전 </a:t>
              </a:r>
              <a:r>
                <a:rPr lang="ko-KR" altLang="en-US" dirty="0" err="1">
                  <a:solidFill>
                    <a:schemeClr val="accent3"/>
                  </a:solidFill>
                </a:rPr>
                <a:t>배달품</a:t>
              </a:r>
              <a:r>
                <a:rPr lang="ko-KR" altLang="en-US" dirty="0">
                  <a:solidFill>
                    <a:schemeClr val="accent3"/>
                  </a:solidFill>
                </a:rPr>
                <a:t> 결과 기반</a:t>
              </a:r>
              <a:r>
                <a:rPr lang="en-US" altLang="ko-KR" dirty="0">
                  <a:solidFill>
                    <a:schemeClr val="accent3"/>
                  </a:solidFill>
                </a:rPr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611A8C6-9AFC-15AE-4E74-434A6FECAF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2C9CC5E-83D7-4903-86B4-80FF36DDA064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1225554-CD4A-1C98-996D-29327B292E34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화살표: 오각형 106">
              <a:extLst>
                <a:ext uri="{FF2B5EF4-FFF2-40B4-BE49-F238E27FC236}">
                  <a16:creationId xmlns:a16="http://schemas.microsoft.com/office/drawing/2014/main" id="{7B7CE380-9A89-F522-64BF-395A3A4E5C83}"/>
                </a:ext>
              </a:extLst>
            </p:cNvPr>
            <p:cNvSpPr/>
            <p:nvPr/>
          </p:nvSpPr>
          <p:spPr>
            <a:xfrm>
              <a:off x="9158812" y="1501064"/>
              <a:ext cx="360815" cy="178894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F28FC141-8401-ECBB-69D9-2C923EE18BCD}"/>
              </a:ext>
            </a:extLst>
          </p:cNvPr>
          <p:cNvSpPr/>
          <p:nvPr/>
        </p:nvSpPr>
        <p:spPr>
          <a:xfrm>
            <a:off x="351333" y="3260695"/>
            <a:ext cx="1867839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배달품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꿀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ko-KR" altLang="en-US">
                <a:solidFill>
                  <a:srgbClr val="000000"/>
                </a:solidFill>
              </a:rPr>
              <a:t>배송지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주거지</a:t>
            </a:r>
            <a:r>
              <a:rPr lang="en-US" altLang="ko-KR">
                <a:solidFill>
                  <a:srgbClr val="000000"/>
                </a:solidFill>
              </a:rPr>
              <a:t>3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5613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2F53E-0A4C-3B06-5621-DEF831DE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50CCE7-D789-F958-FE18-20FB92E9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FE5601-BF63-7C14-0869-180339AF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5258502-3CD9-7354-A75F-84EC7DA7F6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8" name="꺾인 양쪽 화살표 연결선 18">
            <a:extLst>
              <a:ext uri="{FF2B5EF4-FFF2-40B4-BE49-F238E27FC236}">
                <a16:creationId xmlns:a16="http://schemas.microsoft.com/office/drawing/2014/main" id="{672C30D7-39A4-D914-98DE-F181E7279D50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7263443" y="4782829"/>
            <a:ext cx="2846442" cy="76056"/>
          </a:xfrm>
          <a:prstGeom prst="bentConnector3">
            <a:avLst>
              <a:gd name="adj1" fmla="val 80306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1BB14DFA-69A7-8774-FD37-FA7942731017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2079463" y="2843589"/>
            <a:ext cx="231403" cy="826820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D70D6C-0598-9107-86EB-889FACC0D50A}"/>
              </a:ext>
            </a:extLst>
          </p:cNvPr>
          <p:cNvSpPr/>
          <p:nvPr/>
        </p:nvSpPr>
        <p:spPr>
          <a:xfrm>
            <a:off x="5717006" y="3295233"/>
            <a:ext cx="1547582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r>
              <a:rPr lang="en-US" altLang="ko-KR" dirty="0">
                <a:solidFill>
                  <a:srgbClr val="000000"/>
                </a:solidFill>
              </a:rPr>
              <a:t>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76EA24-2A47-3169-BE91-789DB6904A15}"/>
              </a:ext>
            </a:extLst>
          </p:cNvPr>
          <p:cNvSpPr/>
          <p:nvPr/>
        </p:nvSpPr>
        <p:spPr>
          <a:xfrm>
            <a:off x="5718150" y="4533200"/>
            <a:ext cx="1545293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a_c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BA8DB4-685C-5731-74CF-ECCFB6A9BA8F}"/>
              </a:ext>
            </a:extLst>
          </p:cNvPr>
          <p:cNvSpPr/>
          <p:nvPr/>
        </p:nvSpPr>
        <p:spPr>
          <a:xfrm>
            <a:off x="5718150" y="2079439"/>
            <a:ext cx="1545293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모래언덕</a:t>
            </a:r>
          </a:p>
        </p:txBody>
      </p:sp>
      <p:cxnSp>
        <p:nvCxnSpPr>
          <p:cNvPr id="13" name="꺾인 양쪽 화살표 연결선 18">
            <a:extLst>
              <a:ext uri="{FF2B5EF4-FFF2-40B4-BE49-F238E27FC236}">
                <a16:creationId xmlns:a16="http://schemas.microsoft.com/office/drawing/2014/main" id="{F7FED407-6194-C4A1-A919-E17E9C5D0467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2079463" y="2689050"/>
            <a:ext cx="755198" cy="1545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EE1B3A-57A0-6F62-7C15-DB49CC65674D}"/>
              </a:ext>
            </a:extLst>
          </p:cNvPr>
          <p:cNvSpPr/>
          <p:nvPr/>
        </p:nvSpPr>
        <p:spPr>
          <a:xfrm>
            <a:off x="10109885" y="4457144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15" name="꺾인 양쪽 화살표 연결선 18">
            <a:extLst>
              <a:ext uri="{FF2B5EF4-FFF2-40B4-BE49-F238E27FC236}">
                <a16:creationId xmlns:a16="http://schemas.microsoft.com/office/drawing/2014/main" id="{7B9B968E-E964-C83A-B298-EBAB4E56AEF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7263443" y="2405124"/>
            <a:ext cx="2846442" cy="2377705"/>
          </a:xfrm>
          <a:prstGeom prst="bentConnector3">
            <a:avLst>
              <a:gd name="adj1" fmla="val 86367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7AED7AA5-627F-D397-FF2E-2DE648C0DA38}"/>
              </a:ext>
            </a:extLst>
          </p:cNvPr>
          <p:cNvCxnSpPr>
            <a:cxnSpLocks/>
            <a:stCxn id="27" idx="3"/>
            <a:endCxn id="11" idx="1"/>
          </p:cNvCxnSpPr>
          <p:nvPr/>
        </p:nvCxnSpPr>
        <p:spPr>
          <a:xfrm>
            <a:off x="4271151" y="2689050"/>
            <a:ext cx="1446999" cy="216983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양쪽 화살표 연결선 18">
            <a:extLst>
              <a:ext uri="{FF2B5EF4-FFF2-40B4-BE49-F238E27FC236}">
                <a16:creationId xmlns:a16="http://schemas.microsoft.com/office/drawing/2014/main" id="{B042E00F-CA7A-5DC3-F947-30C44F7B8CD8}"/>
              </a:ext>
            </a:extLst>
          </p:cNvPr>
          <p:cNvCxnSpPr>
            <a:cxnSpLocks/>
            <a:stCxn id="27" idx="3"/>
            <a:endCxn id="10" idx="1"/>
          </p:cNvCxnSpPr>
          <p:nvPr/>
        </p:nvCxnSpPr>
        <p:spPr>
          <a:xfrm>
            <a:off x="4271151" y="2689050"/>
            <a:ext cx="1445855" cy="93186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양쪽 화살표 연결선 18">
            <a:extLst>
              <a:ext uri="{FF2B5EF4-FFF2-40B4-BE49-F238E27FC236}">
                <a16:creationId xmlns:a16="http://schemas.microsoft.com/office/drawing/2014/main" id="{73371379-D3D7-B46C-D3C4-5EFF9411B403}"/>
              </a:ext>
            </a:extLst>
          </p:cNvPr>
          <p:cNvCxnSpPr>
            <a:cxnSpLocks/>
            <a:stCxn id="27" idx="3"/>
            <a:endCxn id="12" idx="1"/>
          </p:cNvCxnSpPr>
          <p:nvPr/>
        </p:nvCxnSpPr>
        <p:spPr>
          <a:xfrm flipV="1">
            <a:off x="4271151" y="2405124"/>
            <a:ext cx="1446999" cy="28392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D189459-68E5-8073-D27F-67BDF3C247C7}"/>
              </a:ext>
            </a:extLst>
          </p:cNvPr>
          <p:cNvSpPr/>
          <p:nvPr/>
        </p:nvSpPr>
        <p:spPr>
          <a:xfrm>
            <a:off x="5805897" y="1131614"/>
            <a:ext cx="1369798" cy="92769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</a:p>
        </p:txBody>
      </p: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9BF8B297-AEBE-914B-8A8D-311076EB66CC}"/>
              </a:ext>
            </a:extLst>
          </p:cNvPr>
          <p:cNvSpPr/>
          <p:nvPr/>
        </p:nvSpPr>
        <p:spPr>
          <a:xfrm>
            <a:off x="5805897" y="5224829"/>
            <a:ext cx="1369798" cy="1048329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AB4EC36-920D-7DD9-7EA5-8647899D8214}"/>
              </a:ext>
            </a:extLst>
          </p:cNvPr>
          <p:cNvGrpSpPr/>
          <p:nvPr/>
        </p:nvGrpSpPr>
        <p:grpSpPr>
          <a:xfrm>
            <a:off x="123143" y="802178"/>
            <a:ext cx="4046434" cy="1477328"/>
            <a:chOff x="9079016" y="0"/>
            <a:chExt cx="4046434" cy="147732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7A8BCD2-5DA6-52B8-6E8E-C1E55020A4A6}"/>
                </a:ext>
              </a:extLst>
            </p:cNvPr>
            <p:cNvSpPr txBox="1"/>
            <p:nvPr/>
          </p:nvSpPr>
          <p:spPr>
            <a:xfrm>
              <a:off x="9079016" y="0"/>
              <a:ext cx="4046434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23" name="다이아몬드 22">
              <a:extLst>
                <a:ext uri="{FF2B5EF4-FFF2-40B4-BE49-F238E27FC236}">
                  <a16:creationId xmlns:a16="http://schemas.microsoft.com/office/drawing/2014/main" id="{539778D9-184B-2BA7-2E17-C8B52B6A0A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3A13E0-38AE-DD03-5A43-0CD4A7DEAE2A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F91232F-C5E2-E4FF-F4D0-8267BF66380C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2E8A8AC-AFAA-5A55-DC83-188674BC4733}"/>
              </a:ext>
            </a:extLst>
          </p:cNvPr>
          <p:cNvSpPr/>
          <p:nvPr/>
        </p:nvSpPr>
        <p:spPr>
          <a:xfrm>
            <a:off x="181642" y="2444467"/>
            <a:ext cx="1897821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배송지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r>
              <a:rPr lang="ko-KR" altLang="en-US" dirty="0">
                <a:solidFill>
                  <a:srgbClr val="000000"/>
                </a:solidFill>
              </a:rPr>
              <a:t>임을 파악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4A7FFC9-70F9-380D-C10E-540E89FC8313}"/>
              </a:ext>
            </a:extLst>
          </p:cNvPr>
          <p:cNvSpPr/>
          <p:nvPr/>
        </p:nvSpPr>
        <p:spPr>
          <a:xfrm>
            <a:off x="2834661" y="2363365"/>
            <a:ext cx="143649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r>
              <a:rPr lang="en-US" altLang="ko-KR" dirty="0">
                <a:solidFill>
                  <a:srgbClr val="000000"/>
                </a:solidFill>
              </a:rPr>
              <a:t>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70B7E1-31EA-C744-BE68-305596664376}"/>
              </a:ext>
            </a:extLst>
          </p:cNvPr>
          <p:cNvSpPr/>
          <p:nvPr/>
        </p:nvSpPr>
        <p:spPr>
          <a:xfrm>
            <a:off x="2310866" y="3066639"/>
            <a:ext cx="2484081" cy="120754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경로를 보여는 주지만 실제로는 가기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어려움도 알려줌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AFC08EDB-0E0B-2F09-BE56-EE890B357D4E}"/>
              </a:ext>
            </a:extLst>
          </p:cNvPr>
          <p:cNvCxnSpPr>
            <a:cxnSpLocks/>
            <a:stCxn id="30" idx="2"/>
            <a:endCxn id="14" idx="1"/>
          </p:cNvCxnSpPr>
          <p:nvPr/>
        </p:nvCxnSpPr>
        <p:spPr>
          <a:xfrm rot="10800000" flipH="1" flipV="1">
            <a:off x="7263443" y="3620917"/>
            <a:ext cx="2846442" cy="1161911"/>
          </a:xfrm>
          <a:prstGeom prst="bentConnector3">
            <a:avLst>
              <a:gd name="adj1" fmla="val 3581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597AC725-04F4-6C21-1FED-1681C16D7E69}"/>
              </a:ext>
            </a:extLst>
          </p:cNvPr>
          <p:cNvSpPr/>
          <p:nvPr/>
        </p:nvSpPr>
        <p:spPr>
          <a:xfrm>
            <a:off x="7263443" y="2888906"/>
            <a:ext cx="2329131" cy="1464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ko-KR" altLang="en-US" sz="1400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6/5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방향 회전율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3/2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167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00DDE-0906-FC8D-58B6-95985F6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생물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0F576-7438-39F6-8BE1-E8373982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DF2F7-73D5-1737-BFAE-4E9778FE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5889B58-BCF1-B3D9-1AC1-037522E0F1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50CDE-980B-7773-CE68-54A3FCBD3B52}"/>
              </a:ext>
            </a:extLst>
          </p:cNvPr>
          <p:cNvSpPr/>
          <p:nvPr/>
        </p:nvSpPr>
        <p:spPr>
          <a:xfrm>
            <a:off x="7058821" y="2029088"/>
            <a:ext cx="721259" cy="45424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E4D8DF-F5C3-FC3E-2FD0-AA56254CC7E5}"/>
              </a:ext>
            </a:extLst>
          </p:cNvPr>
          <p:cNvSpPr/>
          <p:nvPr/>
        </p:nvSpPr>
        <p:spPr>
          <a:xfrm>
            <a:off x="3644569" y="1527208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생물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벌</a:t>
            </a:r>
          </a:p>
        </p:txBody>
      </p:sp>
      <p:sp>
        <p:nvSpPr>
          <p:cNvPr id="53" name="육각형 52">
            <a:extLst>
              <a:ext uri="{FF2B5EF4-FFF2-40B4-BE49-F238E27FC236}">
                <a16:creationId xmlns:a16="http://schemas.microsoft.com/office/drawing/2014/main" id="{B500CAD0-3D19-623E-D213-CE83747B0E05}"/>
              </a:ext>
            </a:extLst>
          </p:cNvPr>
          <p:cNvSpPr/>
          <p:nvPr/>
        </p:nvSpPr>
        <p:spPr>
          <a:xfrm>
            <a:off x="4296831" y="2752314"/>
            <a:ext cx="1655395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벌집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저격 당함</a:t>
            </a:r>
          </a:p>
        </p:txBody>
      </p:sp>
      <p:cxnSp>
        <p:nvCxnSpPr>
          <p:cNvPr id="65" name="꺾인 양쪽 화살표 연결선 18">
            <a:extLst>
              <a:ext uri="{FF2B5EF4-FFF2-40B4-BE49-F238E27FC236}">
                <a16:creationId xmlns:a16="http://schemas.microsoft.com/office/drawing/2014/main" id="{D94BC165-8346-FDBB-557A-85830FFEC502}"/>
              </a:ext>
            </a:extLst>
          </p:cNvPr>
          <p:cNvCxnSpPr>
            <a:cxnSpLocks/>
            <a:stCxn id="78" idx="0"/>
            <a:endCxn id="10" idx="1"/>
          </p:cNvCxnSpPr>
          <p:nvPr/>
        </p:nvCxnSpPr>
        <p:spPr>
          <a:xfrm>
            <a:off x="6451950" y="1911112"/>
            <a:ext cx="606871" cy="3450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03A14B-A0D5-1195-D931-AA09924182A2}"/>
              </a:ext>
            </a:extLst>
          </p:cNvPr>
          <p:cNvSpPr txBox="1"/>
          <p:nvPr/>
        </p:nvSpPr>
        <p:spPr>
          <a:xfrm>
            <a:off x="175347" y="814353"/>
            <a:ext cx="2954748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en-US" altLang="ko-KR" dirty="0"/>
              <a:t>: </a:t>
            </a:r>
            <a:r>
              <a:rPr lang="ko-KR" altLang="en-US" dirty="0"/>
              <a:t>방해 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미소지 상태에서도 방해를 진행함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기억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스탯은</a:t>
            </a:r>
            <a:r>
              <a:rPr lang="ko-KR" altLang="en-US" dirty="0">
                <a:solidFill>
                  <a:sysClr val="windowText" lastClr="000000"/>
                </a:solidFill>
              </a:rPr>
              <a:t> 제거 불가</a:t>
            </a:r>
            <a:r>
              <a:rPr lang="en-US" altLang="ko-KR" dirty="0">
                <a:solidFill>
                  <a:schemeClr val="accent3"/>
                </a:solidFill>
              </a:rPr>
              <a:t>***</a:t>
            </a:r>
            <a:r>
              <a:rPr lang="ko-KR" altLang="en-US" dirty="0">
                <a:solidFill>
                  <a:schemeClr val="accent3"/>
                </a:solidFill>
              </a:rPr>
              <a:t>방해를 진행할지 방해보다 조금 더 </a:t>
            </a:r>
            <a:r>
              <a:rPr lang="ko-KR" altLang="en-US" dirty="0" err="1">
                <a:solidFill>
                  <a:schemeClr val="accent3"/>
                </a:solidFill>
              </a:rPr>
              <a:t>역동적인걸</a:t>
            </a:r>
            <a:r>
              <a:rPr lang="ko-KR" altLang="en-US" dirty="0">
                <a:solidFill>
                  <a:schemeClr val="accent3"/>
                </a:solidFill>
              </a:rPr>
              <a:t> 진행할지 고민</a:t>
            </a:r>
            <a:endParaRPr lang="en-US" altLang="ko-KR" dirty="0">
              <a:solidFill>
                <a:schemeClr val="accent3"/>
              </a:solidFill>
            </a:endParaRPr>
          </a:p>
          <a:p>
            <a:endParaRPr lang="en-US" altLang="ko-KR" dirty="0">
              <a:solidFill>
                <a:schemeClr val="accent3"/>
              </a:solidFill>
            </a:endParaRPr>
          </a:p>
          <a:p>
            <a:r>
              <a:rPr lang="en-US" altLang="ko-KR" dirty="0">
                <a:solidFill>
                  <a:schemeClr val="accent3"/>
                </a:solidFill>
              </a:rPr>
              <a:t>**</a:t>
            </a:r>
            <a:r>
              <a:rPr lang="ko-KR" altLang="en-US" dirty="0">
                <a:solidFill>
                  <a:schemeClr val="accent3"/>
                </a:solidFill>
              </a:rPr>
              <a:t>인식범위</a:t>
            </a:r>
            <a:r>
              <a:rPr lang="en-US" altLang="ko-KR" dirty="0">
                <a:solidFill>
                  <a:schemeClr val="accent3"/>
                </a:solidFill>
              </a:rPr>
              <a:t> </a:t>
            </a:r>
            <a:r>
              <a:rPr lang="ko-KR" altLang="en-US" dirty="0">
                <a:solidFill>
                  <a:schemeClr val="accent3"/>
                </a:solidFill>
              </a:rPr>
              <a:t>지정</a:t>
            </a:r>
          </a:p>
        </p:txBody>
      </p:sp>
      <p:sp>
        <p:nvSpPr>
          <p:cNvPr id="78" name="육각형 77">
            <a:extLst>
              <a:ext uri="{FF2B5EF4-FFF2-40B4-BE49-F238E27FC236}">
                <a16:creationId xmlns:a16="http://schemas.microsoft.com/office/drawing/2014/main" id="{CBFEB431-A16E-9B12-1D5D-63C1D0E4A5A4}"/>
              </a:ext>
            </a:extLst>
          </p:cNvPr>
          <p:cNvSpPr/>
          <p:nvPr/>
        </p:nvSpPr>
        <p:spPr>
          <a:xfrm>
            <a:off x="5160766" y="1566013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꿀 인식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767A3001-CCAE-8569-CE94-82CDBEB98D37}"/>
              </a:ext>
            </a:extLst>
          </p:cNvPr>
          <p:cNvCxnSpPr>
            <a:cxnSpLocks/>
            <a:stCxn id="78" idx="3"/>
            <a:endCxn id="43" idx="3"/>
          </p:cNvCxnSpPr>
          <p:nvPr/>
        </p:nvCxnSpPr>
        <p:spPr>
          <a:xfrm rot="10800000">
            <a:off x="4831190" y="1852894"/>
            <a:ext cx="329577" cy="58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C898089-26A6-140C-0DCE-4F47DBD9F862}"/>
              </a:ext>
            </a:extLst>
          </p:cNvPr>
          <p:cNvCxnSpPr>
            <a:cxnSpLocks/>
            <a:stCxn id="53" idx="3"/>
            <a:endCxn id="43" idx="2"/>
          </p:cNvCxnSpPr>
          <p:nvPr/>
        </p:nvCxnSpPr>
        <p:spPr>
          <a:xfrm rot="10800000">
            <a:off x="4237879" y="2178579"/>
            <a:ext cx="58952" cy="9188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배지 124">
            <a:extLst>
              <a:ext uri="{FF2B5EF4-FFF2-40B4-BE49-F238E27FC236}">
                <a16:creationId xmlns:a16="http://schemas.microsoft.com/office/drawing/2014/main" id="{84FB7C6B-A2C4-9B63-93A0-56EE3B858A07}"/>
              </a:ext>
            </a:extLst>
          </p:cNvPr>
          <p:cNvSpPr/>
          <p:nvPr/>
        </p:nvSpPr>
        <p:spPr>
          <a:xfrm>
            <a:off x="9389864" y="3111120"/>
            <a:ext cx="1094106" cy="66278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활성화</a:t>
            </a:r>
          </a:p>
        </p:txBody>
      </p:sp>
      <p:cxnSp>
        <p:nvCxnSpPr>
          <p:cNvPr id="128" name="꺾인 양쪽 화살표 연결선 18">
            <a:extLst>
              <a:ext uri="{FF2B5EF4-FFF2-40B4-BE49-F238E27FC236}">
                <a16:creationId xmlns:a16="http://schemas.microsoft.com/office/drawing/2014/main" id="{E843FF79-AE37-F5EB-EB6F-E57DC94FE757}"/>
              </a:ext>
            </a:extLst>
          </p:cNvPr>
          <p:cNvCxnSpPr>
            <a:cxnSpLocks/>
            <a:stCxn id="53" idx="0"/>
            <a:endCxn id="8" idx="1"/>
          </p:cNvCxnSpPr>
          <p:nvPr/>
        </p:nvCxnSpPr>
        <p:spPr>
          <a:xfrm flipH="1">
            <a:off x="5497981" y="3097413"/>
            <a:ext cx="454245" cy="1235340"/>
          </a:xfrm>
          <a:prstGeom prst="bentConnector5">
            <a:avLst>
              <a:gd name="adj1" fmla="val -50325"/>
              <a:gd name="adj2" fmla="val 48336"/>
              <a:gd name="adj3" fmla="val 150325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양쪽 화살표 연결선 18">
            <a:extLst>
              <a:ext uri="{FF2B5EF4-FFF2-40B4-BE49-F238E27FC236}">
                <a16:creationId xmlns:a16="http://schemas.microsoft.com/office/drawing/2014/main" id="{B56976AC-6FBC-875A-E681-2FCD1B73471F}"/>
              </a:ext>
            </a:extLst>
          </p:cNvPr>
          <p:cNvCxnSpPr>
            <a:cxnSpLocks/>
            <a:stCxn id="125" idx="3"/>
            <a:endCxn id="10" idx="1"/>
          </p:cNvCxnSpPr>
          <p:nvPr/>
        </p:nvCxnSpPr>
        <p:spPr>
          <a:xfrm flipH="1" flipV="1">
            <a:off x="7058821" y="2256211"/>
            <a:ext cx="3425149" cy="1186301"/>
          </a:xfrm>
          <a:prstGeom prst="bentConnector5">
            <a:avLst>
              <a:gd name="adj1" fmla="val -6674"/>
              <a:gd name="adj2" fmla="val 54395"/>
              <a:gd name="adj3" fmla="val 106674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육각형 146">
            <a:extLst>
              <a:ext uri="{FF2B5EF4-FFF2-40B4-BE49-F238E27FC236}">
                <a16:creationId xmlns:a16="http://schemas.microsoft.com/office/drawing/2014/main" id="{DD409C54-AA99-B28E-D5BA-1A47E5062A2F}"/>
              </a:ext>
            </a:extLst>
          </p:cNvPr>
          <p:cNvSpPr/>
          <p:nvPr/>
        </p:nvSpPr>
        <p:spPr>
          <a:xfrm>
            <a:off x="239516" y="4936242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/</a:t>
            </a:r>
            <a:r>
              <a:rPr lang="ko-KR" altLang="en-US" dirty="0">
                <a:solidFill>
                  <a:sysClr val="windowText" lastClr="000000"/>
                </a:solidFill>
              </a:rPr>
              <a:t>판단</a:t>
            </a:r>
          </a:p>
        </p:txBody>
      </p:sp>
      <p:sp>
        <p:nvSpPr>
          <p:cNvPr id="149" name="배지 148">
            <a:extLst>
              <a:ext uri="{FF2B5EF4-FFF2-40B4-BE49-F238E27FC236}">
                <a16:creationId xmlns:a16="http://schemas.microsoft.com/office/drawing/2014/main" id="{F0230DC3-C964-C99E-73D1-E627296D0ABA}"/>
              </a:ext>
            </a:extLst>
          </p:cNvPr>
          <p:cNvSpPr/>
          <p:nvPr/>
        </p:nvSpPr>
        <p:spPr>
          <a:xfrm>
            <a:off x="1715144" y="4936242"/>
            <a:ext cx="1176977" cy="805683"/>
          </a:xfrm>
          <a:prstGeom prst="plaqu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1E934-0DB7-BF98-4139-65FB026DAD0D}"/>
              </a:ext>
            </a:extLst>
          </p:cNvPr>
          <p:cNvSpPr/>
          <p:nvPr/>
        </p:nvSpPr>
        <p:spPr>
          <a:xfrm>
            <a:off x="7032561" y="4524223"/>
            <a:ext cx="2138250" cy="92756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다시 방해 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[30T]</a:t>
            </a:r>
            <a:r>
              <a:rPr lang="ko-KR" altLang="en-US" dirty="0">
                <a:solidFill>
                  <a:srgbClr val="000000"/>
                </a:solidFill>
              </a:rPr>
              <a:t>로 증가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</a:p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기억 활성화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꺾인 양쪽 화살표 연결선 18">
            <a:extLst>
              <a:ext uri="{FF2B5EF4-FFF2-40B4-BE49-F238E27FC236}">
                <a16:creationId xmlns:a16="http://schemas.microsoft.com/office/drawing/2014/main" id="{F1A5FC15-967B-2542-3F7E-6D0CAFEBB782}"/>
              </a:ext>
            </a:extLst>
          </p:cNvPr>
          <p:cNvCxnSpPr>
            <a:cxnSpLocks/>
            <a:stCxn id="3" idx="3"/>
            <a:endCxn id="125" idx="1"/>
          </p:cNvCxnSpPr>
          <p:nvPr/>
        </p:nvCxnSpPr>
        <p:spPr>
          <a:xfrm flipV="1">
            <a:off x="9170811" y="3442512"/>
            <a:ext cx="219053" cy="154549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011269-E8CD-8A50-6F63-B6152B5116A8}"/>
              </a:ext>
            </a:extLst>
          </p:cNvPr>
          <p:cNvSpPr/>
          <p:nvPr/>
        </p:nvSpPr>
        <p:spPr>
          <a:xfrm>
            <a:off x="5497981" y="3946554"/>
            <a:ext cx="1196038" cy="772398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 일시 중지</a:t>
            </a:r>
            <a:r>
              <a:rPr lang="en-US" altLang="ko-KR" dirty="0">
                <a:solidFill>
                  <a:srgbClr val="000000"/>
                </a:solidFill>
              </a:rPr>
              <a:t>[3T]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BF9AC59B-3E47-B1AF-0545-BB7E65B62E0F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6694019" y="4332753"/>
            <a:ext cx="338542" cy="65525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4629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85D4-54E4-1C7C-981A-CF701762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B2DC6-C099-8952-59A6-6E6C490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698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394CC3-10BC-21B8-5839-6A451024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화물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1AF12A68-A7CB-3039-8B62-E190F1298F1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13239984"/>
              </p:ext>
            </p:extLst>
          </p:nvPr>
        </p:nvGraphicFramePr>
        <p:xfrm>
          <a:off x="1116488" y="1939195"/>
          <a:ext cx="9959023" cy="25782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6680">
                  <a:extLst>
                    <a:ext uri="{9D8B030D-6E8A-4147-A177-3AD203B41FA5}">
                      <a16:colId xmlns:a16="http://schemas.microsoft.com/office/drawing/2014/main" val="2368495908"/>
                    </a:ext>
                  </a:extLst>
                </a:gridCol>
                <a:gridCol w="8582343">
                  <a:extLst>
                    <a:ext uri="{9D8B030D-6E8A-4147-A177-3AD203B41FA5}">
                      <a16:colId xmlns:a16="http://schemas.microsoft.com/office/drawing/2014/main" val="2843093248"/>
                    </a:ext>
                  </a:extLst>
                </a:gridCol>
              </a:tblGrid>
              <a:tr h="10016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개념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dirty="0"/>
                        <a:t>플레이어가 안전하게 목적지까지 운반해야 하는 오브젝트로</a:t>
                      </a:r>
                      <a:r>
                        <a:rPr lang="en-US" altLang="ko-KR" sz="2000" dirty="0"/>
                        <a:t>,</a:t>
                      </a:r>
                      <a:br>
                        <a:rPr lang="en-US" altLang="ko-KR" sz="2000" dirty="0"/>
                      </a:br>
                      <a:r>
                        <a:rPr lang="ko-KR" altLang="en-US" sz="2000" dirty="0"/>
                        <a:t>종류에 따라 다른 생물들의 다른 반응을 이끌어낼 수 있음</a:t>
                      </a:r>
                      <a:r>
                        <a:rPr lang="en-US" altLang="ko-KR" sz="2000" dirty="0"/>
                        <a:t>.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9951"/>
                  </a:ext>
                </a:extLst>
              </a:tr>
              <a:tr h="15766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세부 특징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dirty="0"/>
                        <a:t>플레이어 한 명이 운반 중인 화물은 다른 플레이어가 강제로 상호작용 시</a:t>
                      </a:r>
                      <a:r>
                        <a:rPr lang="en-US" altLang="ko-KR" sz="2000" dirty="0"/>
                        <a:t>,</a:t>
                      </a:r>
                      <a:br>
                        <a:rPr lang="en-US" altLang="ko-KR" sz="2000" dirty="0"/>
                      </a:br>
                      <a:r>
                        <a:rPr lang="en-US" altLang="ko-KR" sz="2000" dirty="0"/>
                        <a:t>40%</a:t>
                      </a:r>
                      <a:r>
                        <a:rPr lang="ko-KR" altLang="en-US" sz="2000" dirty="0"/>
                        <a:t>의 확률로 운반자가 변경됨</a:t>
                      </a:r>
                      <a:r>
                        <a:rPr lang="en-US" altLang="ko-KR" sz="2000" dirty="0"/>
                        <a:t>.</a:t>
                      </a:r>
                      <a:br>
                        <a:rPr lang="en-US" altLang="ko-KR" sz="2000" dirty="0"/>
                      </a:br>
                      <a:br>
                        <a:rPr lang="en-US" altLang="ko-KR" sz="2000" dirty="0"/>
                      </a:br>
                      <a:r>
                        <a:rPr lang="ko-KR" altLang="en-US" sz="2000" dirty="0"/>
                        <a:t>제한 시간 안에 배달하면 배달 완료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제한 시간을 초과하면 배달 실패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661750"/>
                  </a:ext>
                </a:extLst>
              </a:tr>
            </a:tbl>
          </a:graphicData>
        </a:graphic>
      </p:graphicFrame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C8EC98FF-471F-924A-F613-B7A8ED6B65F2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시스템</a:t>
            </a:r>
          </a:p>
        </p:txBody>
      </p:sp>
    </p:spTree>
    <p:extLst>
      <p:ext uri="{BB962C8B-B14F-4D97-AF65-F5344CB8AC3E}">
        <p14:creationId xmlns:p14="http://schemas.microsoft.com/office/powerpoint/2010/main" val="15254105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F6E8-65C3-9037-AE29-04FFCF1F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88206-DB11-0447-4AC5-DF6B8A89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화물 </a:t>
            </a:r>
            <a:r>
              <a:rPr lang="ko-KR" altLang="en-US" dirty="0" err="1"/>
              <a:t>스탯</a:t>
            </a:r>
            <a:r>
              <a:rPr lang="ko-KR" altLang="en-US" dirty="0"/>
              <a:t> 관계 다이어그램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8053F0-DAE6-8A2D-16AD-4EEEE2055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5022D-DC77-8C3C-1955-75A17E47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9F86C96-9791-534A-8875-06BFEE1624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4277FD-D192-29CD-1D77-35DF091CE988}"/>
              </a:ext>
            </a:extLst>
          </p:cNvPr>
          <p:cNvSpPr/>
          <p:nvPr/>
        </p:nvSpPr>
        <p:spPr>
          <a:xfrm>
            <a:off x="5235250" y="991015"/>
            <a:ext cx="118230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화물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ED6CF1-9692-CFE0-59F1-0EF558794EAA}"/>
              </a:ext>
            </a:extLst>
          </p:cNvPr>
          <p:cNvSpPr/>
          <p:nvPr/>
        </p:nvSpPr>
        <p:spPr>
          <a:xfrm>
            <a:off x="6647646" y="1837519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자극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530A37-33A3-BC22-C029-965C0768E01A}"/>
              </a:ext>
            </a:extLst>
          </p:cNvPr>
          <p:cNvSpPr/>
          <p:nvPr/>
        </p:nvSpPr>
        <p:spPr>
          <a:xfrm>
            <a:off x="4238254" y="1837519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종류</a:t>
            </a:r>
          </a:p>
        </p:txBody>
      </p:sp>
      <p:cxnSp>
        <p:nvCxnSpPr>
          <p:cNvPr id="40" name="꺾인 양쪽 화살표 연결선 18">
            <a:extLst>
              <a:ext uri="{FF2B5EF4-FFF2-40B4-BE49-F238E27FC236}">
                <a16:creationId xmlns:a16="http://schemas.microsoft.com/office/drawing/2014/main" id="{8FAFFBB6-2B08-F741-B67C-99A1DA833104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16200000" flipH="1">
            <a:off x="6226341" y="1032871"/>
            <a:ext cx="404711" cy="12045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양쪽 화살표 연결선 18">
            <a:extLst>
              <a:ext uri="{FF2B5EF4-FFF2-40B4-BE49-F238E27FC236}">
                <a16:creationId xmlns:a16="http://schemas.microsoft.com/office/drawing/2014/main" id="{702E3B7F-6B57-325E-53B2-C9F964AC16D4}"/>
              </a:ext>
            </a:extLst>
          </p:cNvPr>
          <p:cNvCxnSpPr>
            <a:cxnSpLocks/>
            <a:stCxn id="8" idx="2"/>
            <a:endCxn id="19" idx="0"/>
          </p:cNvCxnSpPr>
          <p:nvPr/>
        </p:nvCxnSpPr>
        <p:spPr>
          <a:xfrm rot="5400000">
            <a:off x="5021645" y="1032759"/>
            <a:ext cx="404711" cy="120480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AC9EF3D-06CA-0213-91C5-B884F1AFB4CC}"/>
              </a:ext>
            </a:extLst>
          </p:cNvPr>
          <p:cNvSpPr/>
          <p:nvPr/>
        </p:nvSpPr>
        <p:spPr>
          <a:xfrm>
            <a:off x="8514378" y="2734824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후각 자극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E39A05E-48EB-0E1D-0F95-09483D6429F5}"/>
              </a:ext>
            </a:extLst>
          </p:cNvPr>
          <p:cNvSpPr/>
          <p:nvPr/>
        </p:nvSpPr>
        <p:spPr>
          <a:xfrm>
            <a:off x="7331276" y="2734824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시각 자극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D6114FC-EFF4-7353-2914-C436755D834D}"/>
              </a:ext>
            </a:extLst>
          </p:cNvPr>
          <p:cNvSpPr/>
          <p:nvPr/>
        </p:nvSpPr>
        <p:spPr>
          <a:xfrm>
            <a:off x="9697480" y="2734824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진동 자극</a:t>
            </a:r>
          </a:p>
        </p:txBody>
      </p: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9F9FF3BA-8AE3-ACE3-036B-4BD69B488197}"/>
              </a:ext>
            </a:extLst>
          </p:cNvPr>
          <p:cNvCxnSpPr>
            <a:cxnSpLocks/>
            <a:stCxn id="13" idx="2"/>
            <a:endCxn id="61" idx="0"/>
          </p:cNvCxnSpPr>
          <p:nvPr/>
        </p:nvCxnSpPr>
        <p:spPr>
          <a:xfrm rot="16200000" flipH="1">
            <a:off x="7182951" y="2127348"/>
            <a:ext cx="455512" cy="7594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양쪽 화살표 연결선 18">
            <a:extLst>
              <a:ext uri="{FF2B5EF4-FFF2-40B4-BE49-F238E27FC236}">
                <a16:creationId xmlns:a16="http://schemas.microsoft.com/office/drawing/2014/main" id="{DE82D0C6-B284-AF71-BCCD-353C83EF9615}"/>
              </a:ext>
            </a:extLst>
          </p:cNvPr>
          <p:cNvCxnSpPr>
            <a:cxnSpLocks/>
            <a:stCxn id="13" idx="2"/>
            <a:endCxn id="63" idx="0"/>
          </p:cNvCxnSpPr>
          <p:nvPr/>
        </p:nvCxnSpPr>
        <p:spPr>
          <a:xfrm rot="16200000" flipH="1">
            <a:off x="8366053" y="944246"/>
            <a:ext cx="455512" cy="312564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양쪽 화살표 연결선 18">
            <a:extLst>
              <a:ext uri="{FF2B5EF4-FFF2-40B4-BE49-F238E27FC236}">
                <a16:creationId xmlns:a16="http://schemas.microsoft.com/office/drawing/2014/main" id="{24C3C693-A8B4-4B4B-D299-2ADBC7A1154F}"/>
              </a:ext>
            </a:extLst>
          </p:cNvPr>
          <p:cNvCxnSpPr>
            <a:cxnSpLocks/>
            <a:stCxn id="13" idx="2"/>
            <a:endCxn id="59" idx="0"/>
          </p:cNvCxnSpPr>
          <p:nvPr/>
        </p:nvCxnSpPr>
        <p:spPr>
          <a:xfrm rot="16200000" flipH="1">
            <a:off x="7774502" y="1535797"/>
            <a:ext cx="455512" cy="194254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6D1C16-D95B-7C5C-DCFE-7D3DDF5CEDA5}"/>
              </a:ext>
            </a:extLst>
          </p:cNvPr>
          <p:cNvSpPr/>
          <p:nvPr/>
        </p:nvSpPr>
        <p:spPr>
          <a:xfrm>
            <a:off x="2252639" y="2831331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일반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A04A49-7BAA-5140-2F24-0B986C8F2FEF}"/>
              </a:ext>
            </a:extLst>
          </p:cNvPr>
          <p:cNvSpPr/>
          <p:nvPr/>
        </p:nvSpPr>
        <p:spPr>
          <a:xfrm>
            <a:off x="3194270" y="2831331"/>
            <a:ext cx="1183935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파손 주의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BEAF4B-A08E-C9AC-9435-755E4A41CF48}"/>
              </a:ext>
            </a:extLst>
          </p:cNvPr>
          <p:cNvSpPr/>
          <p:nvPr/>
        </p:nvSpPr>
        <p:spPr>
          <a:xfrm>
            <a:off x="4700243" y="4947693"/>
            <a:ext cx="991133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운반 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37B3033-6FB7-621E-264F-C5C059E598FA}"/>
              </a:ext>
            </a:extLst>
          </p:cNvPr>
          <p:cNvSpPr/>
          <p:nvPr/>
        </p:nvSpPr>
        <p:spPr>
          <a:xfrm>
            <a:off x="5962955" y="4947693"/>
            <a:ext cx="94633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파손됨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77C563C-C421-1004-6BA4-3BE621F27E17}"/>
              </a:ext>
            </a:extLst>
          </p:cNvPr>
          <p:cNvSpPr/>
          <p:nvPr/>
        </p:nvSpPr>
        <p:spPr>
          <a:xfrm>
            <a:off x="5442950" y="1833201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상태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237FD5E-205D-1991-C077-FDB5EBCFB962}"/>
              </a:ext>
            </a:extLst>
          </p:cNvPr>
          <p:cNvSpPr/>
          <p:nvPr/>
        </p:nvSpPr>
        <p:spPr>
          <a:xfrm>
            <a:off x="7180871" y="4947693"/>
            <a:ext cx="101791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소실 중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1C5AB73-A33E-FEBD-F66A-E0360558B0D4}"/>
              </a:ext>
            </a:extLst>
          </p:cNvPr>
          <p:cNvSpPr/>
          <p:nvPr/>
        </p:nvSpPr>
        <p:spPr>
          <a:xfrm>
            <a:off x="2953929" y="4947692"/>
            <a:ext cx="1474736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상호작용 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8" name="꺾인 양쪽 화살표 연결선 18">
            <a:extLst>
              <a:ext uri="{FF2B5EF4-FFF2-40B4-BE49-F238E27FC236}">
                <a16:creationId xmlns:a16="http://schemas.microsoft.com/office/drawing/2014/main" id="{1656F0E8-131B-38B0-160C-687B9C441F14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 rot="5400000">
            <a:off x="3352780" y="1562514"/>
            <a:ext cx="552019" cy="198561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양쪽 화살표 연결선 18">
            <a:extLst>
              <a:ext uri="{FF2B5EF4-FFF2-40B4-BE49-F238E27FC236}">
                <a16:creationId xmlns:a16="http://schemas.microsoft.com/office/drawing/2014/main" id="{750EFA3D-16EC-CB07-2683-959075468BEC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 rot="5400000">
            <a:off x="3927908" y="2137642"/>
            <a:ext cx="552019" cy="83535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양쪽 화살표 연결선 18">
            <a:extLst>
              <a:ext uri="{FF2B5EF4-FFF2-40B4-BE49-F238E27FC236}">
                <a16:creationId xmlns:a16="http://schemas.microsoft.com/office/drawing/2014/main" id="{B169CCEB-FA59-58E7-482E-27469D79B11D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 rot="5400000">
            <a:off x="3422446" y="2543846"/>
            <a:ext cx="2672698" cy="213499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99C0381F-901E-509C-FEDF-DA87AB338519}"/>
              </a:ext>
            </a:extLst>
          </p:cNvPr>
          <p:cNvCxnSpPr>
            <a:cxnSpLocks/>
            <a:stCxn id="41" idx="2"/>
            <a:endCxn id="34" idx="0"/>
          </p:cNvCxnSpPr>
          <p:nvPr/>
        </p:nvCxnSpPr>
        <p:spPr>
          <a:xfrm rot="5400000">
            <a:off x="4174702" y="3296102"/>
            <a:ext cx="2672699" cy="63048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양쪽 화살표 연결선 18">
            <a:extLst>
              <a:ext uri="{FF2B5EF4-FFF2-40B4-BE49-F238E27FC236}">
                <a16:creationId xmlns:a16="http://schemas.microsoft.com/office/drawing/2014/main" id="{6AC9F1C6-EB99-E689-B752-3CFEE0DD44CE}"/>
              </a:ext>
            </a:extLst>
          </p:cNvPr>
          <p:cNvCxnSpPr>
            <a:cxnSpLocks/>
            <a:stCxn id="41" idx="2"/>
            <a:endCxn id="38" idx="0"/>
          </p:cNvCxnSpPr>
          <p:nvPr/>
        </p:nvCxnSpPr>
        <p:spPr>
          <a:xfrm rot="16200000" flipH="1">
            <a:off x="4794859" y="3306427"/>
            <a:ext cx="2672699" cy="60983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양쪽 화살표 연결선 18">
            <a:extLst>
              <a:ext uri="{FF2B5EF4-FFF2-40B4-BE49-F238E27FC236}">
                <a16:creationId xmlns:a16="http://schemas.microsoft.com/office/drawing/2014/main" id="{01C90099-2CB7-BAA5-F5FF-2DF678D4727D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 rot="16200000" flipH="1">
            <a:off x="5421712" y="2679574"/>
            <a:ext cx="2672699" cy="18635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양쪽 화살표 연결선 18">
            <a:extLst>
              <a:ext uri="{FF2B5EF4-FFF2-40B4-BE49-F238E27FC236}">
                <a16:creationId xmlns:a16="http://schemas.microsoft.com/office/drawing/2014/main" id="{DD692EE0-DAD5-2E89-9A79-75FB66F190D7}"/>
              </a:ext>
            </a:extLst>
          </p:cNvPr>
          <p:cNvCxnSpPr>
            <a:cxnSpLocks/>
            <a:stCxn id="8" idx="2"/>
            <a:endCxn id="41" idx="0"/>
          </p:cNvCxnSpPr>
          <p:nvPr/>
        </p:nvCxnSpPr>
        <p:spPr>
          <a:xfrm rot="5400000">
            <a:off x="5626152" y="1632948"/>
            <a:ext cx="400393" cy="11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01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CDE8B-B1CF-9D92-619D-3EA7437EB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2260B-3281-5C07-EBB2-A9A71959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화물 </a:t>
            </a:r>
            <a:r>
              <a:rPr lang="ko-KR" altLang="en-US" dirty="0" err="1"/>
              <a:t>스탯</a:t>
            </a:r>
            <a:r>
              <a:rPr lang="ko-KR" altLang="en-US" dirty="0"/>
              <a:t> 명세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94713-0D23-7D7D-ED73-1283B223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E4802-28ED-2573-3395-65096234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68</a:t>
            </a:fld>
            <a:endParaRPr lang="ko-KR" altLang="en-US"/>
          </a:p>
        </p:txBody>
      </p:sp>
      <p:graphicFrame>
        <p:nvGraphicFramePr>
          <p:cNvPr id="3" name="내용 개체 틀 2">
            <a:extLst>
              <a:ext uri="{FF2B5EF4-FFF2-40B4-BE49-F238E27FC236}">
                <a16:creationId xmlns:a16="http://schemas.microsoft.com/office/drawing/2014/main" id="{27EC3A30-483F-BE00-DD1A-9A373DEF078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59497826"/>
              </p:ext>
            </p:extLst>
          </p:nvPr>
        </p:nvGraphicFramePr>
        <p:xfrm>
          <a:off x="7898416" y="1645882"/>
          <a:ext cx="3748606" cy="399491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94088">
                  <a:extLst>
                    <a:ext uri="{9D8B030D-6E8A-4147-A177-3AD203B41FA5}">
                      <a16:colId xmlns:a16="http://schemas.microsoft.com/office/drawing/2014/main" val="2379257138"/>
                    </a:ext>
                  </a:extLst>
                </a:gridCol>
                <a:gridCol w="1409521">
                  <a:extLst>
                    <a:ext uri="{9D8B030D-6E8A-4147-A177-3AD203B41FA5}">
                      <a16:colId xmlns:a16="http://schemas.microsoft.com/office/drawing/2014/main" val="2948238723"/>
                    </a:ext>
                  </a:extLst>
                </a:gridCol>
                <a:gridCol w="1644997">
                  <a:extLst>
                    <a:ext uri="{9D8B030D-6E8A-4147-A177-3AD203B41FA5}">
                      <a16:colId xmlns:a16="http://schemas.microsoft.com/office/drawing/2014/main" val="2485259887"/>
                    </a:ext>
                  </a:extLst>
                </a:gridCol>
              </a:tblGrid>
              <a:tr h="181152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/>
                        <a:t>스탯</a:t>
                      </a:r>
                      <a:r>
                        <a:rPr lang="ko-KR" altLang="en-US" sz="1600" b="0" dirty="0"/>
                        <a:t>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/>
                        <a:t>스탯</a:t>
                      </a:r>
                      <a:r>
                        <a:rPr lang="ko-KR" altLang="en-US" sz="1600" b="0" dirty="0"/>
                        <a:t> 영문이름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274243"/>
                  </a:ext>
                </a:extLst>
              </a:tr>
              <a:tr h="2530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일반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/>
                        <a:t>General_cargo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447410"/>
                  </a:ext>
                </a:extLst>
              </a:tr>
              <a:tr h="181152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파손주의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/>
                        <a:t>Fragile_cargo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923291"/>
                  </a:ext>
                </a:extLst>
              </a:tr>
              <a:tr h="18115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상호작용 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/>
                        <a:t>Preinteract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609395"/>
                  </a:ext>
                </a:extLst>
              </a:tr>
              <a:tr h="181152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운반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Carried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419894"/>
                  </a:ext>
                </a:extLst>
              </a:tr>
              <a:tr h="466065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파손됨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Destroyed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848550"/>
                  </a:ext>
                </a:extLst>
              </a:tr>
              <a:tr h="785654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소실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Vanishing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61441"/>
                  </a:ext>
                </a:extLst>
              </a:tr>
              <a:tr h="18115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자극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시각자극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/>
                        <a:t>Visual_stim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395246"/>
                  </a:ext>
                </a:extLst>
              </a:tr>
              <a:tr h="181152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/>
                        <a:t>후각자극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 err="1"/>
                        <a:t>Olfac_stim</a:t>
                      </a:r>
                      <a:endParaRPr lang="ko-KR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197601"/>
                  </a:ext>
                </a:extLst>
              </a:tr>
              <a:tr h="181152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진동자극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/>
                        <a:t>Vib_stim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81097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3D1C775-35BD-ED49-5E06-4E8F8CB1FF31}"/>
              </a:ext>
            </a:extLst>
          </p:cNvPr>
          <p:cNvSpPr/>
          <p:nvPr/>
        </p:nvSpPr>
        <p:spPr>
          <a:xfrm>
            <a:off x="4068363" y="1434566"/>
            <a:ext cx="1182307" cy="441793"/>
          </a:xfrm>
          <a:prstGeom prst="rect">
            <a:avLst/>
          </a:prstGeom>
          <a:solidFill>
            <a:schemeClr val="lt1"/>
          </a:solidFill>
          <a:ln w="381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화물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6F4015-BC4F-1699-AE99-220A88361A9E}"/>
              </a:ext>
            </a:extLst>
          </p:cNvPr>
          <p:cNvSpPr/>
          <p:nvPr/>
        </p:nvSpPr>
        <p:spPr>
          <a:xfrm>
            <a:off x="5480759" y="2137766"/>
            <a:ext cx="766684" cy="441793"/>
          </a:xfrm>
          <a:prstGeom prst="rect">
            <a:avLst/>
          </a:prstGeom>
          <a:solidFill>
            <a:schemeClr val="lt1"/>
          </a:solidFill>
          <a:ln w="381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자극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47446A-DD58-F18A-95BA-63157B6C94C9}"/>
              </a:ext>
            </a:extLst>
          </p:cNvPr>
          <p:cNvSpPr/>
          <p:nvPr/>
        </p:nvSpPr>
        <p:spPr>
          <a:xfrm>
            <a:off x="3071367" y="2137766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종류</a:t>
            </a:r>
          </a:p>
        </p:txBody>
      </p: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2ED62440-1534-E005-A7D7-87BCEC9D8546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131106" y="1404770"/>
            <a:ext cx="261407" cy="12045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양쪽 화살표 연결선 18">
            <a:extLst>
              <a:ext uri="{FF2B5EF4-FFF2-40B4-BE49-F238E27FC236}">
                <a16:creationId xmlns:a16="http://schemas.microsoft.com/office/drawing/2014/main" id="{86FC022A-1ED2-D0CB-EFC7-6F5AE69AD7B0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5400000">
            <a:off x="3926410" y="1404658"/>
            <a:ext cx="261407" cy="120480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ABEC58-6713-9731-2FD4-22D289DCB150}"/>
              </a:ext>
            </a:extLst>
          </p:cNvPr>
          <p:cNvSpPr/>
          <p:nvPr/>
        </p:nvSpPr>
        <p:spPr>
          <a:xfrm>
            <a:off x="5771172" y="3076009"/>
            <a:ext cx="918302" cy="647655"/>
          </a:xfrm>
          <a:prstGeom prst="rect">
            <a:avLst/>
          </a:prstGeom>
          <a:solidFill>
            <a:schemeClr val="lt1"/>
          </a:solidFill>
          <a:ln w="381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후각 자극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9F41C9-4AA8-4EB7-C8B9-E2DD486760C2}"/>
              </a:ext>
            </a:extLst>
          </p:cNvPr>
          <p:cNvSpPr/>
          <p:nvPr/>
        </p:nvSpPr>
        <p:spPr>
          <a:xfrm>
            <a:off x="4709681" y="3082392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시각 자극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3C4F6C-AC34-1515-2E31-B94F4B712BA3}"/>
              </a:ext>
            </a:extLst>
          </p:cNvPr>
          <p:cNvSpPr/>
          <p:nvPr/>
        </p:nvSpPr>
        <p:spPr>
          <a:xfrm>
            <a:off x="6848442" y="3076008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진동 자극</a:t>
            </a:r>
          </a:p>
        </p:txBody>
      </p:sp>
      <p:cxnSp>
        <p:nvCxnSpPr>
          <p:cNvPr id="14" name="꺾인 양쪽 화살표 연결선 18">
            <a:extLst>
              <a:ext uri="{FF2B5EF4-FFF2-40B4-BE49-F238E27FC236}">
                <a16:creationId xmlns:a16="http://schemas.microsoft.com/office/drawing/2014/main" id="{BBF32755-1822-40C0-C165-3A9B89C2E391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5265051" y="2483341"/>
            <a:ext cx="502833" cy="69526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양쪽 화살표 연결선 18">
            <a:extLst>
              <a:ext uri="{FF2B5EF4-FFF2-40B4-BE49-F238E27FC236}">
                <a16:creationId xmlns:a16="http://schemas.microsoft.com/office/drawing/2014/main" id="{E4F75291-6322-8454-93E9-4004E67B2700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6337623" y="2106037"/>
            <a:ext cx="496449" cy="144349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08230DC9-C2A3-C862-F74A-B2FA1930C36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16200000" flipH="1">
            <a:off x="5798987" y="2644673"/>
            <a:ext cx="496450" cy="36622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2FF7CE-C73A-4BF5-E98C-DCB1183EBDA5}"/>
              </a:ext>
            </a:extLst>
          </p:cNvPr>
          <p:cNvSpPr/>
          <p:nvPr/>
        </p:nvSpPr>
        <p:spPr>
          <a:xfrm>
            <a:off x="1085752" y="2824500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일반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D072E5-AD12-0330-90D0-31252A3F6EE3}"/>
              </a:ext>
            </a:extLst>
          </p:cNvPr>
          <p:cNvSpPr/>
          <p:nvPr/>
        </p:nvSpPr>
        <p:spPr>
          <a:xfrm>
            <a:off x="2027383" y="2824500"/>
            <a:ext cx="1183935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파손 주의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7972EDD-1D35-58D8-753B-BBA93B6C5EBC}"/>
              </a:ext>
            </a:extLst>
          </p:cNvPr>
          <p:cNvSpPr/>
          <p:nvPr/>
        </p:nvSpPr>
        <p:spPr>
          <a:xfrm>
            <a:off x="2421062" y="4524601"/>
            <a:ext cx="991133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운반 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3887F0-FB68-B7E4-BCE6-3005F29EF337}"/>
              </a:ext>
            </a:extLst>
          </p:cNvPr>
          <p:cNvSpPr/>
          <p:nvPr/>
        </p:nvSpPr>
        <p:spPr>
          <a:xfrm>
            <a:off x="3683774" y="4524601"/>
            <a:ext cx="94633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파손됨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E8C59E-C6AA-055F-87E1-6F395208D72D}"/>
              </a:ext>
            </a:extLst>
          </p:cNvPr>
          <p:cNvSpPr/>
          <p:nvPr/>
        </p:nvSpPr>
        <p:spPr>
          <a:xfrm>
            <a:off x="4276063" y="2133448"/>
            <a:ext cx="766684" cy="441793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상태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77924E0-A7FB-5F6E-90DD-7A0D3F6E8438}"/>
              </a:ext>
            </a:extLst>
          </p:cNvPr>
          <p:cNvSpPr/>
          <p:nvPr/>
        </p:nvSpPr>
        <p:spPr>
          <a:xfrm>
            <a:off x="4901690" y="4524601"/>
            <a:ext cx="101791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소실 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EA0BB8-53B1-4DD7-C983-51B7082E1E3A}"/>
              </a:ext>
            </a:extLst>
          </p:cNvPr>
          <p:cNvSpPr/>
          <p:nvPr/>
        </p:nvSpPr>
        <p:spPr>
          <a:xfrm>
            <a:off x="674748" y="4524600"/>
            <a:ext cx="1474736" cy="441793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상호작용 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7D3479E2-BC2F-E4A0-826C-3759F0601D8E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rot="5400000">
            <a:off x="2339432" y="1709222"/>
            <a:ext cx="244941" cy="198561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양쪽 화살표 연결선 18">
            <a:extLst>
              <a:ext uri="{FF2B5EF4-FFF2-40B4-BE49-F238E27FC236}">
                <a16:creationId xmlns:a16="http://schemas.microsoft.com/office/drawing/2014/main" id="{C3A90B56-51F4-996C-A725-F7C3B16A395B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5400000">
            <a:off x="2914560" y="2284350"/>
            <a:ext cx="244941" cy="83535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양쪽 화살표 연결선 18">
            <a:extLst>
              <a:ext uri="{FF2B5EF4-FFF2-40B4-BE49-F238E27FC236}">
                <a16:creationId xmlns:a16="http://schemas.microsoft.com/office/drawing/2014/main" id="{7DF846F0-5C9E-E0CE-B6F4-DB7F455AB9C1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rot="5400000">
            <a:off x="2061082" y="1926276"/>
            <a:ext cx="1949359" cy="3247289"/>
          </a:xfrm>
          <a:prstGeom prst="bentConnector3">
            <a:avLst>
              <a:gd name="adj1" fmla="val 81155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양쪽 화살표 연결선 18">
            <a:extLst>
              <a:ext uri="{FF2B5EF4-FFF2-40B4-BE49-F238E27FC236}">
                <a16:creationId xmlns:a16="http://schemas.microsoft.com/office/drawing/2014/main" id="{963BA789-658A-09D3-4FDF-84755226B64C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rot="5400000">
            <a:off x="2813337" y="2678533"/>
            <a:ext cx="1949360" cy="1742776"/>
          </a:xfrm>
          <a:prstGeom prst="bentConnector3">
            <a:avLst>
              <a:gd name="adj1" fmla="val 82205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양쪽 화살표 연결선 18">
            <a:extLst>
              <a:ext uri="{FF2B5EF4-FFF2-40B4-BE49-F238E27FC236}">
                <a16:creationId xmlns:a16="http://schemas.microsoft.com/office/drawing/2014/main" id="{266D1ED0-BC04-939D-9F34-AF56E53AD613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 rot="5400000">
            <a:off x="3433494" y="3298690"/>
            <a:ext cx="1949360" cy="502462"/>
          </a:xfrm>
          <a:prstGeom prst="bentConnector3">
            <a:avLst>
              <a:gd name="adj1" fmla="val 81505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7B8863AE-55A0-B6B2-C2DC-3767CE9CCA7A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16200000" flipH="1">
            <a:off x="4060347" y="3174299"/>
            <a:ext cx="1949360" cy="751244"/>
          </a:xfrm>
          <a:prstGeom prst="bentConnector3">
            <a:avLst>
              <a:gd name="adj1" fmla="val 82205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양쪽 화살표 연결선 18">
            <a:extLst>
              <a:ext uri="{FF2B5EF4-FFF2-40B4-BE49-F238E27FC236}">
                <a16:creationId xmlns:a16="http://schemas.microsoft.com/office/drawing/2014/main" id="{E1F5AB0F-C86A-D98A-5CEB-9502FCC107C6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 rot="5400000">
            <a:off x="4530917" y="2004847"/>
            <a:ext cx="257089" cy="11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6">
            <a:extLst>
              <a:ext uri="{FF2B5EF4-FFF2-40B4-BE49-F238E27FC236}">
                <a16:creationId xmlns:a16="http://schemas.microsoft.com/office/drawing/2014/main" id="{A280FAD9-FE3B-C800-7EB6-54C523C02511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시스템</a:t>
            </a:r>
          </a:p>
        </p:txBody>
      </p:sp>
    </p:spTree>
    <p:extLst>
      <p:ext uri="{BB962C8B-B14F-4D97-AF65-F5344CB8AC3E}">
        <p14:creationId xmlns:p14="http://schemas.microsoft.com/office/powerpoint/2010/main" val="898369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52B8-1A62-9F8B-4DEB-C684C43A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EBEA2-44D1-F9A3-A919-87413FCA1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화물 </a:t>
            </a:r>
            <a:r>
              <a:rPr lang="ko-KR" altLang="en-US" dirty="0" err="1"/>
              <a:t>스탯</a:t>
            </a:r>
            <a:r>
              <a:rPr lang="ko-KR" altLang="en-US" dirty="0"/>
              <a:t> 설명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FEFD78-3DD3-38D3-088C-3A138AC2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EAEA6-B74E-A669-06EF-8925E98E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69</a:t>
            </a:fld>
            <a:endParaRPr lang="ko-KR" altLang="en-US"/>
          </a:p>
        </p:txBody>
      </p:sp>
      <p:graphicFrame>
        <p:nvGraphicFramePr>
          <p:cNvPr id="3" name="내용 개체 틀 2">
            <a:extLst>
              <a:ext uri="{FF2B5EF4-FFF2-40B4-BE49-F238E27FC236}">
                <a16:creationId xmlns:a16="http://schemas.microsoft.com/office/drawing/2014/main" id="{3FE7E038-3212-C5BC-324F-0B8FF365995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52128272"/>
              </p:ext>
            </p:extLst>
          </p:nvPr>
        </p:nvGraphicFramePr>
        <p:xfrm>
          <a:off x="1159986" y="767224"/>
          <a:ext cx="9872028" cy="595425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60718">
                  <a:extLst>
                    <a:ext uri="{9D8B030D-6E8A-4147-A177-3AD203B41FA5}">
                      <a16:colId xmlns:a16="http://schemas.microsoft.com/office/drawing/2014/main" val="2379257138"/>
                    </a:ext>
                  </a:extLst>
                </a:gridCol>
                <a:gridCol w="1341755">
                  <a:extLst>
                    <a:ext uri="{9D8B030D-6E8A-4147-A177-3AD203B41FA5}">
                      <a16:colId xmlns:a16="http://schemas.microsoft.com/office/drawing/2014/main" val="2948238723"/>
                    </a:ext>
                  </a:extLst>
                </a:gridCol>
                <a:gridCol w="7869555">
                  <a:extLst>
                    <a:ext uri="{9D8B030D-6E8A-4147-A177-3AD203B41FA5}">
                      <a16:colId xmlns:a16="http://schemas.microsoft.com/office/drawing/2014/main" val="3722105752"/>
                    </a:ext>
                  </a:extLst>
                </a:gridCol>
              </a:tblGrid>
              <a:tr h="35857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/>
                        <a:t>스탯</a:t>
                      </a:r>
                      <a:r>
                        <a:rPr lang="ko-KR" altLang="en-US" sz="1600" b="0" dirty="0"/>
                        <a:t>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개념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274243"/>
                  </a:ext>
                </a:extLst>
              </a:tr>
              <a:tr h="55996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일반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600" dirty="0"/>
                        <a:t>특수한 특징 없이 오로지 생물 반응만 이끌어내는 화물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추가 설정이 없다면 모든 화물은 기본적으로 일반 화물임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447410"/>
                  </a:ext>
                </a:extLst>
              </a:tr>
              <a:tr h="358573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파손주의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파손 가능한 화물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923291"/>
                  </a:ext>
                </a:extLst>
              </a:tr>
              <a:tr h="35857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상호작용 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플레이어가 상호작용하기 전의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609395"/>
                  </a:ext>
                </a:extLst>
              </a:tr>
              <a:tr h="358573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운반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600" dirty="0"/>
                        <a:t>플레이어 중 한 명이 화물을 집어 이동 중인 화물의 상태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419894"/>
                  </a:ext>
                </a:extLst>
              </a:tr>
              <a:tr h="1031512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파손됨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600" dirty="0"/>
                        <a:t>운반 중인 화물이 어떤 이유로 인해 플레이어의 손에서 떨어져 즉시 파괴된 상태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플레이어에게서 떨어진 이후 바닥을 포함한 모든 오브젝트에 닿는 즉시 파괴됨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파괴된 화물은 다시 집어들 수 없고 파괴된 상태 후 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초 경과 시 해당 객체는 삭제됨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화물이 파손되면 기지로 돌아가 동일한 화물을 지급받아 다시 배달을 진행해야 함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848550"/>
                  </a:ext>
                </a:extLst>
              </a:tr>
              <a:tr h="1738835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소실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어떤 이유로 플레이어의 손에서 화물이 떨어져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파괴되지는 않으나 일정 시간 이후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사라지는 상태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플레이어가 한 번 집어 올린 화물은 플레이어에게서 떨어진 순간부터 </a:t>
                      </a:r>
                      <a:r>
                        <a:rPr lang="en-US" altLang="ko-KR" sz="1600" dirty="0"/>
                        <a:t>7</a:t>
                      </a:r>
                      <a:r>
                        <a:rPr lang="ko-KR" altLang="en-US" sz="1600" dirty="0"/>
                        <a:t>초 이내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다시 상호작용하지 않으면 소실됨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모든 화물에 발생할 수 있음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다른 플레이어에 의해 운반자가 강제로 변경된 경우는 소실로 판단하지 않음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화물이 소실되면 기지로 돌아가 동일한 화물을 지급받아 다시 배달을 진행해야 함</a:t>
                      </a:r>
                      <a:endParaRPr lang="en-US" altLang="ko-K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61441"/>
                  </a:ext>
                </a:extLst>
              </a:tr>
              <a:tr h="35857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자극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시각자극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화물마다 갖고 있는 생물들의 반응을 이끌어낼 수 있는 </a:t>
                      </a:r>
                      <a:r>
                        <a:rPr lang="ko-KR" altLang="en-US" sz="1600" b="0" dirty="0" err="1"/>
                        <a:t>스탯</a:t>
                      </a:r>
                      <a:r>
                        <a:rPr lang="en-US" altLang="ko-KR" sz="1600" b="0" dirty="0"/>
                        <a:t>_</a:t>
                      </a:r>
                      <a:r>
                        <a:rPr lang="ko-KR" altLang="en-US" sz="1600" b="0" dirty="0"/>
                        <a:t>시각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395246"/>
                  </a:ext>
                </a:extLst>
              </a:tr>
              <a:tr h="358573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후각자극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화물마다 갖고 있는 생물들의 반응을 이끌어낼 수 있는 </a:t>
                      </a:r>
                      <a:r>
                        <a:rPr lang="ko-KR" altLang="en-US" sz="1600" b="0" dirty="0" err="1"/>
                        <a:t>스탯</a:t>
                      </a:r>
                      <a:r>
                        <a:rPr lang="en-US" altLang="ko-KR" sz="1600" b="0" dirty="0"/>
                        <a:t>_</a:t>
                      </a:r>
                      <a:r>
                        <a:rPr lang="ko-KR" altLang="en-US" sz="1600" b="0" dirty="0"/>
                        <a:t>후각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197601"/>
                  </a:ext>
                </a:extLst>
              </a:tr>
              <a:tr h="358573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/>
                        <a:t>진동자극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화물마다 갖고 있는 생물들의 반응을 이끌어낼 수 있는 </a:t>
                      </a:r>
                      <a:r>
                        <a:rPr lang="ko-KR" altLang="en-US" sz="1600" b="0" dirty="0" err="1"/>
                        <a:t>스탯</a:t>
                      </a:r>
                      <a:r>
                        <a:rPr lang="en-US" altLang="ko-KR" sz="1600" b="0" dirty="0"/>
                        <a:t>_</a:t>
                      </a:r>
                      <a:r>
                        <a:rPr lang="ko-KR" altLang="en-US" sz="1600" b="0" dirty="0" err="1"/>
                        <a:t>진동값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810973"/>
                  </a:ext>
                </a:extLst>
              </a:tr>
            </a:tbl>
          </a:graphicData>
        </a:graphic>
      </p:graphicFrame>
      <p:sp>
        <p:nvSpPr>
          <p:cNvPr id="4" name="내용 개체 틀 6">
            <a:extLst>
              <a:ext uri="{FF2B5EF4-FFF2-40B4-BE49-F238E27FC236}">
                <a16:creationId xmlns:a16="http://schemas.microsoft.com/office/drawing/2014/main" id="{6F4B2D26-B22B-9547-CA81-93FB3D292316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시스템</a:t>
            </a:r>
          </a:p>
        </p:txBody>
      </p:sp>
    </p:spTree>
    <p:extLst>
      <p:ext uri="{BB962C8B-B14F-4D97-AF65-F5344CB8AC3E}">
        <p14:creationId xmlns:p14="http://schemas.microsoft.com/office/powerpoint/2010/main" val="19135928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B4486-62EE-4F69-DAC1-7CBB9C91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화물 종류 별 데이터 테이블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112BD0-5142-B555-B1C3-C623432A7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16816" y="1825625"/>
            <a:ext cx="3336984" cy="4351338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최솟값 </a:t>
            </a:r>
            <a:r>
              <a:rPr lang="en-US" altLang="ko-KR" sz="1800" dirty="0"/>
              <a:t>= 0, </a:t>
            </a:r>
            <a:r>
              <a:rPr lang="ko-KR" altLang="en-US" sz="1800" dirty="0"/>
              <a:t>최댓값 </a:t>
            </a:r>
            <a:r>
              <a:rPr lang="en-US" altLang="ko-KR" sz="1800" dirty="0"/>
              <a:t>= 100</a:t>
            </a:r>
          </a:p>
          <a:p>
            <a:r>
              <a:rPr lang="en-US" altLang="ko-KR" sz="1800" dirty="0"/>
              <a:t>0 = </a:t>
            </a:r>
            <a:r>
              <a:rPr lang="ko-KR" altLang="en-US" sz="1800" dirty="0"/>
              <a:t>게임 내에서 상호작용이 없음을 의미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08382-8421-3C95-54B7-8F8C5B52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EFD169-B2FC-1508-28E5-5ADFD900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08B6D79-8A89-4F2D-BE63-62D5793D2B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aphicFrame>
        <p:nvGraphicFramePr>
          <p:cNvPr id="8" name="내용 개체 틀 1">
            <a:extLst>
              <a:ext uri="{FF2B5EF4-FFF2-40B4-BE49-F238E27FC236}">
                <a16:creationId xmlns:a16="http://schemas.microsoft.com/office/drawing/2014/main" id="{13C7B6E4-828B-FDEE-ED26-B65341A3C5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3324639"/>
              </p:ext>
            </p:extLst>
          </p:nvPr>
        </p:nvGraphicFramePr>
        <p:xfrm>
          <a:off x="1298276" y="2006052"/>
          <a:ext cx="4750058" cy="2845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243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082165443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홍어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냄새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보여지는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무게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976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175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25168-84E7-44A0-0E0D-B20A0EAD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생물 </a:t>
            </a:r>
            <a:r>
              <a:rPr lang="ko-KR" altLang="en-US" dirty="0" err="1"/>
              <a:t>스탯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431240-481A-11A9-533C-BE222CE2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B50EF-03B8-FF17-0987-E3A2055F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19D480-DDE6-E044-E9D8-D2F93D9DE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D3ADD4-7EA4-564C-8572-29B9D36D6831}"/>
              </a:ext>
            </a:extLst>
          </p:cNvPr>
          <p:cNvSpPr/>
          <p:nvPr/>
        </p:nvSpPr>
        <p:spPr>
          <a:xfrm>
            <a:off x="2635012" y="1703513"/>
            <a:ext cx="118230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생물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8DC84758-F674-EBEF-9484-045D5F25D556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2371138" y="1572032"/>
            <a:ext cx="281754" cy="142830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012682-FAFB-E07F-29E5-DA09895BB6BB}"/>
              </a:ext>
            </a:extLst>
          </p:cNvPr>
          <p:cNvSpPr/>
          <p:nvPr/>
        </p:nvSpPr>
        <p:spPr>
          <a:xfrm>
            <a:off x="1164747" y="2427060"/>
            <a:ext cx="126623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물리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EA6DA5-CF8B-C0DB-799E-2A63CF65FC9F}"/>
              </a:ext>
            </a:extLst>
          </p:cNvPr>
          <p:cNvSpPr/>
          <p:nvPr/>
        </p:nvSpPr>
        <p:spPr>
          <a:xfrm>
            <a:off x="5487193" y="3506550"/>
            <a:ext cx="918302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반응도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8A3A96-6721-85BB-D1B7-BCA8606F5277}"/>
              </a:ext>
            </a:extLst>
          </p:cNvPr>
          <p:cNvSpPr/>
          <p:nvPr/>
        </p:nvSpPr>
        <p:spPr>
          <a:xfrm>
            <a:off x="1337480" y="3199789"/>
            <a:ext cx="918302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공격력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566D65-E40D-FC01-76F8-02FBA7478E8D}"/>
              </a:ext>
            </a:extLst>
          </p:cNvPr>
          <p:cNvSpPr/>
          <p:nvPr/>
        </p:nvSpPr>
        <p:spPr>
          <a:xfrm>
            <a:off x="2419353" y="3199788"/>
            <a:ext cx="1097325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이동속도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3112D3-E339-CE09-DCBC-D6D2D8343D95}"/>
              </a:ext>
            </a:extLst>
          </p:cNvPr>
          <p:cNvSpPr/>
          <p:nvPr/>
        </p:nvSpPr>
        <p:spPr>
          <a:xfrm>
            <a:off x="4265867" y="3506550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상태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3397A29-390C-33DB-7B4F-D5DCBAF1870A}"/>
              </a:ext>
            </a:extLst>
          </p:cNvPr>
          <p:cNvSpPr/>
          <p:nvPr/>
        </p:nvSpPr>
        <p:spPr>
          <a:xfrm>
            <a:off x="419349" y="3199790"/>
            <a:ext cx="753693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체력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6" name="꺾인 양쪽 화살표 연결선 18">
            <a:extLst>
              <a:ext uri="{FF2B5EF4-FFF2-40B4-BE49-F238E27FC236}">
                <a16:creationId xmlns:a16="http://schemas.microsoft.com/office/drawing/2014/main" id="{B33F4835-4A9A-2102-8269-A52B661892A2}"/>
              </a:ext>
            </a:extLst>
          </p:cNvPr>
          <p:cNvCxnSpPr>
            <a:cxnSpLocks/>
            <a:stCxn id="11" idx="2"/>
            <a:endCxn id="25" idx="0"/>
          </p:cNvCxnSpPr>
          <p:nvPr/>
        </p:nvCxnSpPr>
        <p:spPr>
          <a:xfrm rot="5400000">
            <a:off x="1131562" y="2533487"/>
            <a:ext cx="330937" cy="100166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78A43A62-0F9D-F60A-7890-A69085D15A5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1631780" y="3033705"/>
            <a:ext cx="330936" cy="123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양쪽 화살표 연결선 18">
            <a:extLst>
              <a:ext uri="{FF2B5EF4-FFF2-40B4-BE49-F238E27FC236}">
                <a16:creationId xmlns:a16="http://schemas.microsoft.com/office/drawing/2014/main" id="{EE1BB9E2-BF64-36D0-3D05-9AF33D77D4E9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rot="16200000" flipH="1">
            <a:off x="2217473" y="2449244"/>
            <a:ext cx="330935" cy="117015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52A754-9590-8DB1-9452-AE741BD65473}"/>
              </a:ext>
            </a:extLst>
          </p:cNvPr>
          <p:cNvSpPr/>
          <p:nvPr/>
        </p:nvSpPr>
        <p:spPr>
          <a:xfrm>
            <a:off x="4341970" y="2427056"/>
            <a:ext cx="1675969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상호작용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37" name="꺾인 양쪽 화살표 연결선 18">
            <a:extLst>
              <a:ext uri="{FF2B5EF4-FFF2-40B4-BE49-F238E27FC236}">
                <a16:creationId xmlns:a16="http://schemas.microsoft.com/office/drawing/2014/main" id="{A2E4EFDC-011A-FE63-89A8-3A71ACEEC399}"/>
              </a:ext>
            </a:extLst>
          </p:cNvPr>
          <p:cNvCxnSpPr>
            <a:cxnSpLocks/>
            <a:stCxn id="8" idx="2"/>
            <a:endCxn id="36" idx="0"/>
          </p:cNvCxnSpPr>
          <p:nvPr/>
        </p:nvCxnSpPr>
        <p:spPr>
          <a:xfrm rot="16200000" flipH="1">
            <a:off x="4062185" y="1309286"/>
            <a:ext cx="281750" cy="195378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양쪽 화살표 연결선 18">
            <a:extLst>
              <a:ext uri="{FF2B5EF4-FFF2-40B4-BE49-F238E27FC236}">
                <a16:creationId xmlns:a16="http://schemas.microsoft.com/office/drawing/2014/main" id="{2696716A-4AD3-7FF5-4C3F-CABBE0838864}"/>
              </a:ext>
            </a:extLst>
          </p:cNvPr>
          <p:cNvCxnSpPr>
            <a:cxnSpLocks/>
            <a:stCxn id="36" idx="2"/>
            <a:endCxn id="13" idx="0"/>
          </p:cNvCxnSpPr>
          <p:nvPr/>
        </p:nvCxnSpPr>
        <p:spPr>
          <a:xfrm rot="16200000" flipH="1">
            <a:off x="5244299" y="2804504"/>
            <a:ext cx="637701" cy="76638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양쪽 화살표 연결선 18">
            <a:extLst>
              <a:ext uri="{FF2B5EF4-FFF2-40B4-BE49-F238E27FC236}">
                <a16:creationId xmlns:a16="http://schemas.microsoft.com/office/drawing/2014/main" id="{22041EB2-EABF-E94E-A16E-5C19F7EAB0F0}"/>
              </a:ext>
            </a:extLst>
          </p:cNvPr>
          <p:cNvCxnSpPr>
            <a:cxnSpLocks/>
            <a:stCxn id="36" idx="2"/>
            <a:endCxn id="19" idx="0"/>
          </p:cNvCxnSpPr>
          <p:nvPr/>
        </p:nvCxnSpPr>
        <p:spPr>
          <a:xfrm rot="5400000">
            <a:off x="4595732" y="2922326"/>
            <a:ext cx="637701" cy="53074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47AA5C4-14BD-BC3D-CBD9-E6B9B914F62B}"/>
              </a:ext>
            </a:extLst>
          </p:cNvPr>
          <p:cNvSpPr/>
          <p:nvPr/>
        </p:nvSpPr>
        <p:spPr>
          <a:xfrm>
            <a:off x="1800593" y="4250805"/>
            <a:ext cx="1179560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배회 속도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BD4CD1B-3220-C314-01FA-F57A0DA61204}"/>
              </a:ext>
            </a:extLst>
          </p:cNvPr>
          <p:cNvSpPr/>
          <p:nvPr/>
        </p:nvSpPr>
        <p:spPr>
          <a:xfrm>
            <a:off x="3187810" y="4250805"/>
            <a:ext cx="1179561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질주 </a:t>
            </a:r>
            <a:r>
              <a:rPr lang="ko-KR" altLang="en-US" dirty="0">
                <a:solidFill>
                  <a:srgbClr val="000000"/>
                </a:solidFill>
              </a:rPr>
              <a:t>속도</a:t>
            </a:r>
          </a:p>
        </p:txBody>
      </p:sp>
      <p:cxnSp>
        <p:nvCxnSpPr>
          <p:cNvPr id="50" name="꺾인 양쪽 화살표 연결선 18">
            <a:extLst>
              <a:ext uri="{FF2B5EF4-FFF2-40B4-BE49-F238E27FC236}">
                <a16:creationId xmlns:a16="http://schemas.microsoft.com/office/drawing/2014/main" id="{3FD3F5F4-C914-57C6-88AF-3621FBA3D55E}"/>
              </a:ext>
            </a:extLst>
          </p:cNvPr>
          <p:cNvCxnSpPr>
            <a:cxnSpLocks/>
            <a:stCxn id="17" idx="2"/>
            <a:endCxn id="47" idx="0"/>
          </p:cNvCxnSpPr>
          <p:nvPr/>
        </p:nvCxnSpPr>
        <p:spPr>
          <a:xfrm rot="5400000">
            <a:off x="2374583" y="3657372"/>
            <a:ext cx="609224" cy="57764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양쪽 화살표 연결선 18">
            <a:extLst>
              <a:ext uri="{FF2B5EF4-FFF2-40B4-BE49-F238E27FC236}">
                <a16:creationId xmlns:a16="http://schemas.microsoft.com/office/drawing/2014/main" id="{9E9CF1A6-B0D7-20DE-12B4-B0FFBDF0A2B8}"/>
              </a:ext>
            </a:extLst>
          </p:cNvPr>
          <p:cNvCxnSpPr>
            <a:cxnSpLocks/>
            <a:stCxn id="17" idx="2"/>
            <a:endCxn id="49" idx="0"/>
          </p:cNvCxnSpPr>
          <p:nvPr/>
        </p:nvCxnSpPr>
        <p:spPr>
          <a:xfrm rot="16200000" flipH="1">
            <a:off x="3068191" y="3541405"/>
            <a:ext cx="609224" cy="80957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BFC6BE2-4EF1-7BED-FDEB-32DECCBDB0F4}"/>
              </a:ext>
            </a:extLst>
          </p:cNvPr>
          <p:cNvSpPr/>
          <p:nvPr/>
        </p:nvSpPr>
        <p:spPr>
          <a:xfrm>
            <a:off x="4180144" y="5321836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후각 반응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B293FE-EAEE-CE0C-6C0B-342CCD584EA6}"/>
              </a:ext>
            </a:extLst>
          </p:cNvPr>
          <p:cNvSpPr/>
          <p:nvPr/>
        </p:nvSpPr>
        <p:spPr>
          <a:xfrm>
            <a:off x="5258959" y="5321838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시각 반응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F3472ED-FA29-CBB1-4532-56A01D65F4CB}"/>
              </a:ext>
            </a:extLst>
          </p:cNvPr>
          <p:cNvSpPr/>
          <p:nvPr/>
        </p:nvSpPr>
        <p:spPr>
          <a:xfrm>
            <a:off x="6341068" y="5321837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진동 </a:t>
            </a:r>
            <a:r>
              <a:rPr lang="ko-KR" altLang="en-US" dirty="0">
                <a:solidFill>
                  <a:srgbClr val="000000"/>
                </a:solidFill>
              </a:rPr>
              <a:t>반응</a:t>
            </a:r>
          </a:p>
        </p:txBody>
      </p: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F6F0DDE9-BDCF-DC90-E66A-73403300DB16}"/>
              </a:ext>
            </a:extLst>
          </p:cNvPr>
          <p:cNvCxnSpPr>
            <a:cxnSpLocks/>
            <a:stCxn id="13" idx="2"/>
            <a:endCxn id="61" idx="0"/>
          </p:cNvCxnSpPr>
          <p:nvPr/>
        </p:nvCxnSpPr>
        <p:spPr>
          <a:xfrm rot="5400000">
            <a:off x="5145480" y="4520973"/>
            <a:ext cx="1373495" cy="22823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양쪽 화살표 연결선 18">
            <a:extLst>
              <a:ext uri="{FF2B5EF4-FFF2-40B4-BE49-F238E27FC236}">
                <a16:creationId xmlns:a16="http://schemas.microsoft.com/office/drawing/2014/main" id="{D3727766-635A-637B-F616-13D43B88397D}"/>
              </a:ext>
            </a:extLst>
          </p:cNvPr>
          <p:cNvCxnSpPr>
            <a:cxnSpLocks/>
            <a:stCxn id="13" idx="2"/>
            <a:endCxn id="63" idx="0"/>
          </p:cNvCxnSpPr>
          <p:nvPr/>
        </p:nvCxnSpPr>
        <p:spPr>
          <a:xfrm rot="16200000" flipH="1">
            <a:off x="5686534" y="4208152"/>
            <a:ext cx="1373494" cy="85387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양쪽 화살표 연결선 18">
            <a:extLst>
              <a:ext uri="{FF2B5EF4-FFF2-40B4-BE49-F238E27FC236}">
                <a16:creationId xmlns:a16="http://schemas.microsoft.com/office/drawing/2014/main" id="{705EF96C-EE4B-7D84-44BC-F6B70FBE3C5E}"/>
              </a:ext>
            </a:extLst>
          </p:cNvPr>
          <p:cNvCxnSpPr>
            <a:cxnSpLocks/>
            <a:stCxn id="13" idx="2"/>
            <a:endCxn id="59" idx="0"/>
          </p:cNvCxnSpPr>
          <p:nvPr/>
        </p:nvCxnSpPr>
        <p:spPr>
          <a:xfrm rot="5400000">
            <a:off x="4606074" y="3981565"/>
            <a:ext cx="1373493" cy="130704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B7F050E-5602-8B2C-082B-A2AF2EB36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988633"/>
              </p:ext>
            </p:extLst>
          </p:nvPr>
        </p:nvGraphicFramePr>
        <p:xfrm>
          <a:off x="6488492" y="1153585"/>
          <a:ext cx="5494021" cy="33375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544433689"/>
                    </a:ext>
                  </a:extLst>
                </a:gridCol>
                <a:gridCol w="1178243">
                  <a:extLst>
                    <a:ext uri="{9D8B030D-6E8A-4147-A177-3AD203B41FA5}">
                      <a16:colId xmlns:a16="http://schemas.microsoft.com/office/drawing/2014/main" val="2071900658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1274613349"/>
                    </a:ext>
                  </a:extLst>
                </a:gridCol>
                <a:gridCol w="1797368">
                  <a:extLst>
                    <a:ext uri="{9D8B030D-6E8A-4147-A177-3AD203B41FA5}">
                      <a16:colId xmlns:a16="http://schemas.microsoft.com/office/drawing/2014/main" val="428578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스탯</a:t>
                      </a:r>
                      <a:r>
                        <a:rPr lang="ko-KR" altLang="en-US" b="0" dirty="0"/>
                        <a:t> 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스탯</a:t>
                      </a:r>
                      <a:r>
                        <a:rPr lang="ko-KR" altLang="en-US" b="0" dirty="0"/>
                        <a:t> 영문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10831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물리 </a:t>
                      </a:r>
                      <a:r>
                        <a:rPr lang="ko-KR" altLang="en-US" dirty="0" err="1"/>
                        <a:t>스탯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체력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137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Attk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4761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이동속도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배회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Wander_vel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4923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질주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Sprint_vel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4991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상호작용</a:t>
                      </a:r>
                      <a:br>
                        <a:rPr lang="en-US" altLang="ko-KR" dirty="0"/>
                      </a:br>
                      <a:r>
                        <a:rPr lang="ko-KR" altLang="en-US" dirty="0" err="1"/>
                        <a:t>스탯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반응도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후각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Olfac_resp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250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시각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Visual_resp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5789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진동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Vib_resp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3981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Condition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571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134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07776-B1F5-4EFD-0086-AD3BC434E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A7C25-E886-8948-09FB-785A22DB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생물 </a:t>
            </a:r>
            <a:r>
              <a:rPr lang="ko-KR" altLang="en-US" dirty="0" err="1"/>
              <a:t>스탯</a:t>
            </a:r>
            <a:r>
              <a:rPr lang="ko-KR" altLang="en-US" dirty="0"/>
              <a:t> 설명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151D65-7E9F-EF5C-13A6-0573277D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1865AE-EF17-CE80-CD4A-81FCA7C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72</a:t>
            </a:fld>
            <a:endParaRPr lang="ko-KR" altLang="en-US"/>
          </a:p>
        </p:txBody>
      </p:sp>
      <p:sp>
        <p:nvSpPr>
          <p:cNvPr id="4" name="내용 개체 틀 6">
            <a:extLst>
              <a:ext uri="{FF2B5EF4-FFF2-40B4-BE49-F238E27FC236}">
                <a16:creationId xmlns:a16="http://schemas.microsoft.com/office/drawing/2014/main" id="{B7F5449E-591E-DCF5-D836-5BBC8FEDB7C9}"/>
              </a:ext>
            </a:extLst>
          </p:cNvPr>
          <p:cNvSpPr txBox="1">
            <a:spLocks/>
          </p:cNvSpPr>
          <p:nvPr/>
        </p:nvSpPr>
        <p:spPr>
          <a:xfrm>
            <a:off x="5116286" y="0"/>
            <a:ext cx="707571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시스템</a:t>
            </a:r>
          </a:p>
        </p:txBody>
      </p:sp>
      <p:graphicFrame>
        <p:nvGraphicFramePr>
          <p:cNvPr id="14" name="내용 개체 틀 8">
            <a:extLst>
              <a:ext uri="{FF2B5EF4-FFF2-40B4-BE49-F238E27FC236}">
                <a16:creationId xmlns:a16="http://schemas.microsoft.com/office/drawing/2014/main" id="{56C201FF-E361-CD15-5D09-3CD6E586E4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476668"/>
              </p:ext>
            </p:extLst>
          </p:nvPr>
        </p:nvGraphicFramePr>
        <p:xfrm>
          <a:off x="1322545" y="1569720"/>
          <a:ext cx="9546908" cy="37185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16355">
                  <a:extLst>
                    <a:ext uri="{9D8B030D-6E8A-4147-A177-3AD203B41FA5}">
                      <a16:colId xmlns:a16="http://schemas.microsoft.com/office/drawing/2014/main" val="188603479"/>
                    </a:ext>
                  </a:extLst>
                </a:gridCol>
                <a:gridCol w="1232218">
                  <a:extLst>
                    <a:ext uri="{9D8B030D-6E8A-4147-A177-3AD203B41FA5}">
                      <a16:colId xmlns:a16="http://schemas.microsoft.com/office/drawing/2014/main" val="602883667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3051481889"/>
                    </a:ext>
                  </a:extLst>
                </a:gridCol>
                <a:gridCol w="5681980">
                  <a:extLst>
                    <a:ext uri="{9D8B030D-6E8A-4147-A177-3AD203B41FA5}">
                      <a16:colId xmlns:a16="http://schemas.microsoft.com/office/drawing/2014/main" val="54623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9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900" b="0" dirty="0" err="1"/>
                        <a:t>스탯이름</a:t>
                      </a:r>
                      <a:endParaRPr lang="ko-KR" altLang="en-US" sz="19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0" dirty="0"/>
                        <a:t>개념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650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900" dirty="0"/>
                        <a:t>물리 </a:t>
                      </a:r>
                      <a:r>
                        <a:rPr lang="ko-KR" altLang="en-US" sz="1900" dirty="0" err="1"/>
                        <a:t>스탯</a:t>
                      </a:r>
                      <a:endParaRPr lang="ko-KR" altLang="en-US" sz="1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체력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각 생물의 체력</a:t>
                      </a:r>
                      <a:br>
                        <a:rPr lang="en-US" altLang="ko-KR" sz="1900" dirty="0"/>
                      </a:br>
                      <a:r>
                        <a:rPr lang="en-US" altLang="ko-KR" sz="1900" dirty="0"/>
                        <a:t>0</a:t>
                      </a:r>
                      <a:r>
                        <a:rPr lang="ko-KR" altLang="en-US" sz="1900" dirty="0"/>
                        <a:t>이 되면 사망</a:t>
                      </a:r>
                      <a:r>
                        <a:rPr lang="en-US" altLang="ko-KR" sz="1900" dirty="0"/>
                        <a:t> </a:t>
                      </a:r>
                      <a:r>
                        <a:rPr lang="ko-KR" altLang="en-US" sz="1900" dirty="0"/>
                        <a:t>후 객체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934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공격력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플레이어에게 공격을 가할 시 </a:t>
                      </a:r>
                      <a:r>
                        <a:rPr lang="ko-KR" altLang="en-US" sz="1900" dirty="0" err="1"/>
                        <a:t>깍는</a:t>
                      </a:r>
                      <a:r>
                        <a:rPr lang="ko-KR" altLang="en-US" sz="1900" dirty="0"/>
                        <a:t> 체력의 수치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2593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이동속도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배회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생물이 화물에 반응 하기 전까지 배회할 때의 속도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37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질주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생물이 추적</a:t>
                      </a:r>
                      <a:r>
                        <a:rPr lang="en-US" altLang="ko-KR" sz="1900" dirty="0"/>
                        <a:t>/</a:t>
                      </a:r>
                      <a:r>
                        <a:rPr lang="ko-KR" altLang="en-US" sz="1900" dirty="0"/>
                        <a:t>도망 시의 속도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30804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900" dirty="0"/>
                        <a:t>상호작용</a:t>
                      </a:r>
                      <a:br>
                        <a:rPr lang="en-US" altLang="ko-KR" sz="1900" dirty="0"/>
                      </a:br>
                      <a:r>
                        <a:rPr lang="ko-KR" altLang="en-US" sz="1900" dirty="0" err="1"/>
                        <a:t>스탯</a:t>
                      </a:r>
                      <a:endParaRPr lang="ko-KR" altLang="en-US" sz="19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반응도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후각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dirty="0"/>
                        <a:t>생물마다 화물에 반응하는 정도의 </a:t>
                      </a:r>
                      <a:r>
                        <a:rPr lang="ko-KR" altLang="en-US" sz="1900" b="0" dirty="0" err="1"/>
                        <a:t>스탯</a:t>
                      </a:r>
                      <a:r>
                        <a:rPr lang="en-US" altLang="ko-KR" sz="1900" b="0" dirty="0"/>
                        <a:t>_</a:t>
                      </a:r>
                      <a:r>
                        <a:rPr lang="ko-KR" altLang="en-US" sz="1900" b="0" dirty="0"/>
                        <a:t>후각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6441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시각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0" dirty="0"/>
                        <a:t>생물마다 화물에 반응하는 정도의 </a:t>
                      </a:r>
                      <a:r>
                        <a:rPr lang="ko-KR" altLang="en-US" sz="1900" b="0" dirty="0" err="1"/>
                        <a:t>스탯</a:t>
                      </a:r>
                      <a:r>
                        <a:rPr lang="en-US" altLang="ko-KR" sz="1900" b="0" dirty="0"/>
                        <a:t>_</a:t>
                      </a:r>
                      <a:r>
                        <a:rPr lang="ko-KR" altLang="en-US" sz="1900" b="0" dirty="0"/>
                        <a:t>시각</a:t>
                      </a:r>
                      <a:endParaRPr lang="ko-KR" alt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7776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진동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0" dirty="0"/>
                        <a:t>생물마다 화물에 반응하는 정도의 </a:t>
                      </a:r>
                      <a:r>
                        <a:rPr lang="ko-KR" altLang="en-US" sz="1900" b="0" dirty="0" err="1"/>
                        <a:t>스탯</a:t>
                      </a:r>
                      <a:r>
                        <a:rPr lang="en-US" altLang="ko-KR" sz="1900" b="0" dirty="0"/>
                        <a:t>_</a:t>
                      </a:r>
                      <a:r>
                        <a:rPr lang="ko-KR" altLang="en-US" sz="1900" b="0" dirty="0"/>
                        <a:t>진동</a:t>
                      </a:r>
                      <a:endParaRPr lang="ko-KR" alt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2696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상태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dirty="0"/>
                        <a:t>상호작용에 따라 지정되는 생물의 현재 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057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8000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69D4-EE2E-1188-1D46-92B57F177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3D75F-C182-1666-AB8E-92EAB42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</a:t>
            </a:r>
            <a:r>
              <a:rPr lang="ko-KR" altLang="en-US" dirty="0" err="1"/>
              <a:t>스탯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A6B8D3-A599-2153-9CE3-B4D83418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B89872-4F3F-F6C4-9113-E36114E7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3C975A0-A5DD-3B30-EB6B-FCAFDC75E9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FE343C-B767-4B0F-AC26-0C722ACB66B6}"/>
              </a:ext>
            </a:extLst>
          </p:cNvPr>
          <p:cNvSpPr/>
          <p:nvPr/>
        </p:nvSpPr>
        <p:spPr>
          <a:xfrm>
            <a:off x="4036618" y="895502"/>
            <a:ext cx="1706958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B18FD8BF-505B-AE7D-BFE1-F952FD1B88C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3692236" y="357926"/>
            <a:ext cx="218493" cy="2177230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C16879-415F-E402-375A-4B7845313C44}"/>
              </a:ext>
            </a:extLst>
          </p:cNvPr>
          <p:cNvSpPr/>
          <p:nvPr/>
        </p:nvSpPr>
        <p:spPr>
          <a:xfrm>
            <a:off x="2079750" y="1555788"/>
            <a:ext cx="126623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물리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42E630-8CF3-69E3-9A82-70123964D958}"/>
              </a:ext>
            </a:extLst>
          </p:cNvPr>
          <p:cNvSpPr/>
          <p:nvPr/>
        </p:nvSpPr>
        <p:spPr>
          <a:xfrm>
            <a:off x="2252483" y="2328517"/>
            <a:ext cx="918302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공격력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80DA6A-E9AF-BD5B-D006-498FA9F50C07}"/>
              </a:ext>
            </a:extLst>
          </p:cNvPr>
          <p:cNvSpPr/>
          <p:nvPr/>
        </p:nvSpPr>
        <p:spPr>
          <a:xfrm>
            <a:off x="3334356" y="2328516"/>
            <a:ext cx="1097325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이동속도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F8E4F14-5C22-20AF-F8D3-EDC26F5CE1DB}"/>
              </a:ext>
            </a:extLst>
          </p:cNvPr>
          <p:cNvSpPr/>
          <p:nvPr/>
        </p:nvSpPr>
        <p:spPr>
          <a:xfrm>
            <a:off x="1334352" y="2328518"/>
            <a:ext cx="753693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체력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6" name="꺾인 양쪽 화살표 연결선 18">
            <a:extLst>
              <a:ext uri="{FF2B5EF4-FFF2-40B4-BE49-F238E27FC236}">
                <a16:creationId xmlns:a16="http://schemas.microsoft.com/office/drawing/2014/main" id="{094ECC49-9579-6086-3992-E0B9F2D642C1}"/>
              </a:ext>
            </a:extLst>
          </p:cNvPr>
          <p:cNvCxnSpPr>
            <a:cxnSpLocks/>
            <a:stCxn id="11" idx="2"/>
            <a:endCxn id="25" idx="0"/>
          </p:cNvCxnSpPr>
          <p:nvPr/>
        </p:nvCxnSpPr>
        <p:spPr>
          <a:xfrm rot="5400000">
            <a:off x="2046565" y="1662215"/>
            <a:ext cx="330937" cy="100166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CEDED0F9-B23B-B446-0DAF-E060A4564B87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2546783" y="2162433"/>
            <a:ext cx="330936" cy="123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양쪽 화살표 연결선 18">
            <a:extLst>
              <a:ext uri="{FF2B5EF4-FFF2-40B4-BE49-F238E27FC236}">
                <a16:creationId xmlns:a16="http://schemas.microsoft.com/office/drawing/2014/main" id="{0DA3C3D2-9FDD-39CC-5153-9C9D85E44EAB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rot="16200000" flipH="1">
            <a:off x="3132476" y="1577972"/>
            <a:ext cx="330935" cy="117015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2B7BAC3-8124-C67C-DF8F-5B8078F5A7B8}"/>
              </a:ext>
            </a:extLst>
          </p:cNvPr>
          <p:cNvSpPr/>
          <p:nvPr/>
        </p:nvSpPr>
        <p:spPr>
          <a:xfrm>
            <a:off x="2347532" y="3103989"/>
            <a:ext cx="1179560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걷기 속도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131502E-F4FD-7B3D-2A61-84AD3FAF0169}"/>
              </a:ext>
            </a:extLst>
          </p:cNvPr>
          <p:cNvSpPr/>
          <p:nvPr/>
        </p:nvSpPr>
        <p:spPr>
          <a:xfrm>
            <a:off x="3626708" y="3103989"/>
            <a:ext cx="140984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달리기 </a:t>
            </a:r>
            <a:r>
              <a:rPr lang="ko-KR" altLang="en-US" dirty="0">
                <a:solidFill>
                  <a:srgbClr val="000000"/>
                </a:solidFill>
              </a:rPr>
              <a:t>속도</a:t>
            </a:r>
          </a:p>
        </p:txBody>
      </p:sp>
      <p:cxnSp>
        <p:nvCxnSpPr>
          <p:cNvPr id="50" name="꺾인 양쪽 화살표 연결선 18">
            <a:extLst>
              <a:ext uri="{FF2B5EF4-FFF2-40B4-BE49-F238E27FC236}">
                <a16:creationId xmlns:a16="http://schemas.microsoft.com/office/drawing/2014/main" id="{7C54C4E7-4D63-B0AB-63BB-E5415D04A890}"/>
              </a:ext>
            </a:extLst>
          </p:cNvPr>
          <p:cNvCxnSpPr>
            <a:cxnSpLocks/>
            <a:stCxn id="17" idx="2"/>
            <a:endCxn id="47" idx="0"/>
          </p:cNvCxnSpPr>
          <p:nvPr/>
        </p:nvCxnSpPr>
        <p:spPr>
          <a:xfrm rot="5400000">
            <a:off x="3243326" y="2464296"/>
            <a:ext cx="333680" cy="945707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양쪽 화살표 연결선 18">
            <a:extLst>
              <a:ext uri="{FF2B5EF4-FFF2-40B4-BE49-F238E27FC236}">
                <a16:creationId xmlns:a16="http://schemas.microsoft.com/office/drawing/2014/main" id="{2D99D36A-41FD-DB36-4885-E5093D48CBBB}"/>
              </a:ext>
            </a:extLst>
          </p:cNvPr>
          <p:cNvCxnSpPr>
            <a:cxnSpLocks/>
            <a:stCxn id="17" idx="2"/>
            <a:endCxn id="49" idx="0"/>
          </p:cNvCxnSpPr>
          <p:nvPr/>
        </p:nvCxnSpPr>
        <p:spPr>
          <a:xfrm rot="16200000" flipH="1">
            <a:off x="3940485" y="2712842"/>
            <a:ext cx="333680" cy="44861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5A9EFC-05B8-FC5C-2AAE-93246A0FBF4A}"/>
              </a:ext>
            </a:extLst>
          </p:cNvPr>
          <p:cNvSpPr/>
          <p:nvPr/>
        </p:nvSpPr>
        <p:spPr>
          <a:xfrm>
            <a:off x="4594018" y="2328516"/>
            <a:ext cx="1214462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점프 높이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84E5017-3EE7-64F5-1562-3A5F5F063CB6}"/>
              </a:ext>
            </a:extLst>
          </p:cNvPr>
          <p:cNvSpPr/>
          <p:nvPr/>
        </p:nvSpPr>
        <p:spPr>
          <a:xfrm>
            <a:off x="7249349" y="2327086"/>
            <a:ext cx="1464598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부활 타이머</a:t>
            </a:r>
          </a:p>
        </p:txBody>
      </p: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23236868-31D1-637E-DCE4-6EA97299EACD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 rot="16200000" flipH="1">
            <a:off x="3791591" y="918857"/>
            <a:ext cx="330935" cy="248838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6B29877-DDC5-61B8-7D1F-8C35FC984306}"/>
              </a:ext>
            </a:extLst>
          </p:cNvPr>
          <p:cNvSpPr/>
          <p:nvPr/>
        </p:nvSpPr>
        <p:spPr>
          <a:xfrm>
            <a:off x="6580823" y="1555787"/>
            <a:ext cx="126623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기타</a:t>
            </a:r>
          </a:p>
        </p:txBody>
      </p:sp>
      <p:cxnSp>
        <p:nvCxnSpPr>
          <p:cNvPr id="31" name="꺾인 양쪽 화살표 연결선 18">
            <a:extLst>
              <a:ext uri="{FF2B5EF4-FFF2-40B4-BE49-F238E27FC236}">
                <a16:creationId xmlns:a16="http://schemas.microsoft.com/office/drawing/2014/main" id="{B5C1D931-B297-B0A9-9BAB-8D1BEC626256}"/>
              </a:ext>
            </a:extLst>
          </p:cNvPr>
          <p:cNvCxnSpPr>
            <a:cxnSpLocks/>
            <a:stCxn id="8" idx="2"/>
            <a:endCxn id="30" idx="0"/>
          </p:cNvCxnSpPr>
          <p:nvPr/>
        </p:nvCxnSpPr>
        <p:spPr>
          <a:xfrm rot="16200000" flipH="1">
            <a:off x="5942772" y="284619"/>
            <a:ext cx="218492" cy="232384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양쪽 화살표 연결선 18">
            <a:extLst>
              <a:ext uri="{FF2B5EF4-FFF2-40B4-BE49-F238E27FC236}">
                <a16:creationId xmlns:a16="http://schemas.microsoft.com/office/drawing/2014/main" id="{1BB34CD6-4F33-694A-AD1F-909F089A55C8}"/>
              </a:ext>
            </a:extLst>
          </p:cNvPr>
          <p:cNvCxnSpPr>
            <a:cxnSpLocks/>
            <a:stCxn id="30" idx="2"/>
            <a:endCxn id="21" idx="0"/>
          </p:cNvCxnSpPr>
          <p:nvPr/>
        </p:nvCxnSpPr>
        <p:spPr>
          <a:xfrm rot="16200000" flipH="1">
            <a:off x="7433041" y="1778479"/>
            <a:ext cx="329506" cy="76770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8CE520C-9630-60F2-F393-DA5D21234F27}"/>
              </a:ext>
            </a:extLst>
          </p:cNvPr>
          <p:cNvSpPr/>
          <p:nvPr/>
        </p:nvSpPr>
        <p:spPr>
          <a:xfrm>
            <a:off x="5970817" y="2327087"/>
            <a:ext cx="1116195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스태미나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47FE11BE-FE9D-7B89-E82A-16990384BB23}"/>
              </a:ext>
            </a:extLst>
          </p:cNvPr>
          <p:cNvCxnSpPr>
            <a:cxnSpLocks/>
            <a:stCxn id="11" idx="2"/>
            <a:endCxn id="42" idx="0"/>
          </p:cNvCxnSpPr>
          <p:nvPr/>
        </p:nvCxnSpPr>
        <p:spPr>
          <a:xfrm rot="16200000" flipH="1">
            <a:off x="4456138" y="254310"/>
            <a:ext cx="329506" cy="381604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439ECC-C7CE-E6FD-B961-9A283F596B40}"/>
              </a:ext>
            </a:extLst>
          </p:cNvPr>
          <p:cNvSpPr/>
          <p:nvPr/>
        </p:nvSpPr>
        <p:spPr>
          <a:xfrm>
            <a:off x="8924440" y="2327085"/>
            <a:ext cx="1464598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냄새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12" name="꺾인 양쪽 화살표 연결선 18">
            <a:extLst>
              <a:ext uri="{FF2B5EF4-FFF2-40B4-BE49-F238E27FC236}">
                <a16:creationId xmlns:a16="http://schemas.microsoft.com/office/drawing/2014/main" id="{6C8F10DE-668D-582B-476F-DFB1C50A8B71}"/>
              </a:ext>
            </a:extLst>
          </p:cNvPr>
          <p:cNvCxnSpPr>
            <a:cxnSpLocks/>
            <a:stCxn id="30" idx="2"/>
            <a:endCxn id="10" idx="0"/>
          </p:cNvCxnSpPr>
          <p:nvPr/>
        </p:nvCxnSpPr>
        <p:spPr>
          <a:xfrm rot="16200000" flipH="1">
            <a:off x="8270587" y="940932"/>
            <a:ext cx="329505" cy="24427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2175061-8717-5126-E2F8-A4E704A8E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059428"/>
              </p:ext>
            </p:extLst>
          </p:nvPr>
        </p:nvGraphicFramePr>
        <p:xfrm>
          <a:off x="5248072" y="2912130"/>
          <a:ext cx="5722621" cy="33375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544433689"/>
                    </a:ext>
                  </a:extLst>
                </a:gridCol>
                <a:gridCol w="1178243">
                  <a:extLst>
                    <a:ext uri="{9D8B030D-6E8A-4147-A177-3AD203B41FA5}">
                      <a16:colId xmlns:a16="http://schemas.microsoft.com/office/drawing/2014/main" val="2071900658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1274613349"/>
                    </a:ext>
                  </a:extLst>
                </a:gridCol>
                <a:gridCol w="1797368">
                  <a:extLst>
                    <a:ext uri="{9D8B030D-6E8A-4147-A177-3AD203B41FA5}">
                      <a16:colId xmlns:a16="http://schemas.microsoft.com/office/drawing/2014/main" val="428578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스탯</a:t>
                      </a:r>
                      <a:r>
                        <a:rPr lang="ko-KR" altLang="en-US" b="0" dirty="0"/>
                        <a:t> 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스탯</a:t>
                      </a:r>
                      <a:r>
                        <a:rPr lang="ko-KR" altLang="en-US" b="0" dirty="0"/>
                        <a:t> 영문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10831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물리 </a:t>
                      </a:r>
                      <a:r>
                        <a:rPr lang="ko-KR" altLang="en-US" dirty="0" err="1"/>
                        <a:t>스탯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체력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137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Attk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4761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이동속도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걷기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Walk_vel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4923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달리기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Run_vel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499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점프 높이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Jump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357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스태미나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3583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기타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부활 타이머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Rev_timer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891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냄새 </a:t>
                      </a:r>
                      <a:r>
                        <a:rPr lang="ko-KR" altLang="en-US" dirty="0" err="1"/>
                        <a:t>스탯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Smelly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462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4112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5C9E9-148C-54B5-B007-453A9391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BEA17-26BF-BAFB-7014-5F084244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</a:t>
            </a:r>
            <a:r>
              <a:rPr lang="ko-KR" altLang="en-US" dirty="0" err="1"/>
              <a:t>스탯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6ACBA9-67A2-CE75-E3DE-ED1AA1822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102C7-CDED-904C-0B8C-E8FC4993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15252F1-BAB7-1036-A416-CF5BCFFA8C5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B235DAE-D5E5-4D64-B931-A8EA6FA8F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980006"/>
              </p:ext>
            </p:extLst>
          </p:nvPr>
        </p:nvGraphicFramePr>
        <p:xfrm>
          <a:off x="2084545" y="1047439"/>
          <a:ext cx="8022908" cy="48666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802005">
                  <a:extLst>
                    <a:ext uri="{9D8B030D-6E8A-4147-A177-3AD203B41FA5}">
                      <a16:colId xmlns:a16="http://schemas.microsoft.com/office/drawing/2014/main" val="1544433689"/>
                    </a:ext>
                  </a:extLst>
                </a:gridCol>
                <a:gridCol w="1178243">
                  <a:extLst>
                    <a:ext uri="{9D8B030D-6E8A-4147-A177-3AD203B41FA5}">
                      <a16:colId xmlns:a16="http://schemas.microsoft.com/office/drawing/2014/main" val="2071900658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1274613349"/>
                    </a:ext>
                  </a:extLst>
                </a:gridCol>
                <a:gridCol w="4554855">
                  <a:extLst>
                    <a:ext uri="{9D8B030D-6E8A-4147-A177-3AD203B41FA5}">
                      <a16:colId xmlns:a16="http://schemas.microsoft.com/office/drawing/2014/main" val="1880246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스탯</a:t>
                      </a:r>
                      <a:r>
                        <a:rPr lang="ko-KR" altLang="en-US" b="0" dirty="0"/>
                        <a:t> 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개념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10831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물리 </a:t>
                      </a:r>
                      <a:br>
                        <a:rPr lang="en-US" altLang="ko-KR" dirty="0"/>
                      </a:br>
                      <a:r>
                        <a:rPr lang="ko-KR" altLang="en-US" dirty="0" err="1"/>
                        <a:t>스탯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체력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플레이어 캐릭터의 체력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 되면 사망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사망 시 동일한 위치에서 </a:t>
                      </a:r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 후 부활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부활 직후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초간 무적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플레이어에게 가시화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137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 발사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회의 공격력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4761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이동속도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걷기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 이동 시 속도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4923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달리기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</a:t>
                      </a:r>
                      <a:r>
                        <a:rPr lang="ko-KR" altLang="en-US" dirty="0"/>
                        <a:t>를 눌러 달리기 시 속도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499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점프 높이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플레이어의 점프가 가능한 높이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가장 낮은 나무의 절반 높이와 동일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357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스태미나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플레이어가 달릴 때 소모되는 에너지 수치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플레이어에게 가시화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92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기타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부활 타이머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사망 시 부활까지의 타이머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플레이어에게 가시화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8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8863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EE5627-6DAA-0602-4EBD-0197572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플로우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01C6E-1301-7925-0E3C-443629A898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D5C72-3ED1-9651-5CDC-5553A8E7E5A0}"/>
              </a:ext>
            </a:extLst>
          </p:cNvPr>
          <p:cNvSpPr/>
          <p:nvPr/>
        </p:nvSpPr>
        <p:spPr>
          <a:xfrm>
            <a:off x="2202495" y="1234421"/>
            <a:ext cx="1698246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666780-E618-D0A6-3450-200C04A52676}"/>
              </a:ext>
            </a:extLst>
          </p:cNvPr>
          <p:cNvSpPr/>
          <p:nvPr/>
        </p:nvSpPr>
        <p:spPr>
          <a:xfrm>
            <a:off x="1847175" y="3289203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게임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6B7E1-5C60-3F7D-CC53-7A9095CBE60D}"/>
              </a:ext>
            </a:extLst>
          </p:cNvPr>
          <p:cNvSpPr/>
          <p:nvPr/>
        </p:nvSpPr>
        <p:spPr>
          <a:xfrm>
            <a:off x="416248" y="1235437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cxnSp>
        <p:nvCxnSpPr>
          <p:cNvPr id="11" name="화살표 12">
            <a:extLst>
              <a:ext uri="{FF2B5EF4-FFF2-40B4-BE49-F238E27FC236}">
                <a16:creationId xmlns:a16="http://schemas.microsoft.com/office/drawing/2014/main" id="{BEDC569C-FB01-ACC8-35B0-4BF916C513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21185" y="1603515"/>
            <a:ext cx="381310" cy="676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1A7613-2876-7C8E-A177-2A267D4109F8}"/>
              </a:ext>
            </a:extLst>
          </p:cNvPr>
          <p:cNvSpPr txBox="1"/>
          <p:nvPr/>
        </p:nvSpPr>
        <p:spPr>
          <a:xfrm>
            <a:off x="7564760" y="1618468"/>
            <a:ext cx="105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ko-KR" altLang="en-US" sz="1400" dirty="0"/>
              <a:t>나가기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D5B4C9-7BBF-54CA-AB62-157FFF3ABD11}"/>
              </a:ext>
            </a:extLst>
          </p:cNvPr>
          <p:cNvSpPr/>
          <p:nvPr/>
        </p:nvSpPr>
        <p:spPr>
          <a:xfrm>
            <a:off x="6351883" y="2483540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환경설정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716EDE-C569-F173-5476-BB9A58D527AD}"/>
              </a:ext>
            </a:extLst>
          </p:cNvPr>
          <p:cNvSpPr/>
          <p:nvPr/>
        </p:nvSpPr>
        <p:spPr>
          <a:xfrm>
            <a:off x="4230941" y="4225903"/>
            <a:ext cx="1567131" cy="66278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 안내 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5</a:t>
            </a:r>
            <a:r>
              <a:rPr lang="ko-KR" altLang="en-US" dirty="0">
                <a:solidFill>
                  <a:srgbClr val="000000"/>
                </a:solidFill>
              </a:rPr>
              <a:t>초 지속</a:t>
            </a:r>
          </a:p>
        </p:txBody>
      </p:sp>
      <p:cxnSp>
        <p:nvCxnSpPr>
          <p:cNvPr id="21" name="꺾인 양쪽 화살표 연결선 18">
            <a:extLst>
              <a:ext uri="{FF2B5EF4-FFF2-40B4-BE49-F238E27FC236}">
                <a16:creationId xmlns:a16="http://schemas.microsoft.com/office/drawing/2014/main" id="{F543E6F6-AADC-822B-5BF6-F714F67A93F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034062" y="3620595"/>
            <a:ext cx="1196879" cy="936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9D1694CD-94CF-70B1-F109-E75D3B0C8C3E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3034062" y="2814932"/>
            <a:ext cx="3317821" cy="80566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F74BFFC4-1AB5-7350-1B7B-2B91013A1AC3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H="1">
            <a:off x="1847175" y="2814932"/>
            <a:ext cx="5691595" cy="805663"/>
          </a:xfrm>
          <a:prstGeom prst="bentConnector5">
            <a:avLst>
              <a:gd name="adj1" fmla="val -4016"/>
              <a:gd name="adj2" fmla="val 454332"/>
              <a:gd name="adj3" fmla="val 104016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D24C7BE5-EFCF-2801-723E-8F2C6A7FAB4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1847175" y="1603515"/>
            <a:ext cx="2053566" cy="2017080"/>
          </a:xfrm>
          <a:prstGeom prst="bentConnector5">
            <a:avLst>
              <a:gd name="adj1" fmla="val -11132"/>
              <a:gd name="adj2" fmla="val 50935"/>
              <a:gd name="adj3" fmla="val 11113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FE7D78D8-DB94-9169-0059-9CCD4207E262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 flipH="1" flipV="1">
            <a:off x="1847175" y="3620595"/>
            <a:ext cx="3950897" cy="936700"/>
          </a:xfrm>
          <a:prstGeom prst="bentConnector5">
            <a:avLst>
              <a:gd name="adj1" fmla="val -5786"/>
              <a:gd name="adj2" fmla="val -195404"/>
              <a:gd name="adj3" fmla="val 105786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양쪽 화살표 연결선 18">
            <a:extLst>
              <a:ext uri="{FF2B5EF4-FFF2-40B4-BE49-F238E27FC236}">
                <a16:creationId xmlns:a16="http://schemas.microsoft.com/office/drawing/2014/main" id="{D9B7F7A4-B105-1E59-AE46-45BF37B6A0A6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034062" y="3620595"/>
            <a:ext cx="7310763" cy="456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9D951-B819-D20F-BAC2-0CE3E2C621AB}"/>
              </a:ext>
            </a:extLst>
          </p:cNvPr>
          <p:cNvSpPr/>
          <p:nvPr/>
        </p:nvSpPr>
        <p:spPr>
          <a:xfrm>
            <a:off x="10344825" y="3334834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C6BCC5A-3A34-A46A-A919-95A546CA7799}"/>
              </a:ext>
            </a:extLst>
          </p:cNvPr>
          <p:cNvSpPr/>
          <p:nvPr/>
        </p:nvSpPr>
        <p:spPr>
          <a:xfrm>
            <a:off x="4230941" y="5079302"/>
            <a:ext cx="1463506" cy="829381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전달 대화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7C80B770-9BEA-7512-8FF0-9C4C9255A8B3}"/>
              </a:ext>
            </a:extLst>
          </p:cNvPr>
          <p:cNvCxnSpPr>
            <a:cxnSpLocks/>
            <a:stCxn id="8" idx="3"/>
            <a:endCxn id="57" idx="1"/>
          </p:cNvCxnSpPr>
          <p:nvPr/>
        </p:nvCxnSpPr>
        <p:spPr>
          <a:xfrm>
            <a:off x="3034062" y="3620595"/>
            <a:ext cx="1196879" cy="18733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774289FA-681F-CC30-0B7F-F9B5A0B1D4D0}"/>
              </a:ext>
            </a:extLst>
          </p:cNvPr>
          <p:cNvCxnSpPr>
            <a:cxnSpLocks/>
            <a:stCxn id="57" idx="3"/>
            <a:endCxn id="8" idx="1"/>
          </p:cNvCxnSpPr>
          <p:nvPr/>
        </p:nvCxnSpPr>
        <p:spPr>
          <a:xfrm flipH="1" flipV="1">
            <a:off x="1847175" y="3620595"/>
            <a:ext cx="3847272" cy="1873398"/>
          </a:xfrm>
          <a:prstGeom prst="bentConnector5">
            <a:avLst>
              <a:gd name="adj1" fmla="val -5942"/>
              <a:gd name="adj2" fmla="val -43702"/>
              <a:gd name="adj3" fmla="val 105942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양쪽 화살표 연결선 18">
            <a:extLst>
              <a:ext uri="{FF2B5EF4-FFF2-40B4-BE49-F238E27FC236}">
                <a16:creationId xmlns:a16="http://schemas.microsoft.com/office/drawing/2014/main" id="{29D6C60E-BE35-B144-B708-8521782BE45E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H="1" flipV="1">
            <a:off x="416248" y="1604531"/>
            <a:ext cx="7122522" cy="1210401"/>
          </a:xfrm>
          <a:prstGeom prst="bentConnector5">
            <a:avLst>
              <a:gd name="adj1" fmla="val -3210"/>
              <a:gd name="adj2" fmla="val 150120"/>
              <a:gd name="adj3" fmla="val 10321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9C68A32-AD56-9D15-31AB-10B5CBE82878}"/>
              </a:ext>
            </a:extLst>
          </p:cNvPr>
          <p:cNvSpPr txBox="1"/>
          <p:nvPr/>
        </p:nvSpPr>
        <p:spPr>
          <a:xfrm>
            <a:off x="4053141" y="2125008"/>
            <a:ext cx="12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로딩화면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62A930E-8CC2-6012-2583-50CD6146A08C}"/>
              </a:ext>
            </a:extLst>
          </p:cNvPr>
          <p:cNvSpPr/>
          <p:nvPr/>
        </p:nvSpPr>
        <p:spPr>
          <a:xfrm>
            <a:off x="509655" y="1196719"/>
            <a:ext cx="1311530" cy="7381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E03BDDF-CB04-CDC5-5414-43CCC85D5432}"/>
              </a:ext>
            </a:extLst>
          </p:cNvPr>
          <p:cNvSpPr/>
          <p:nvPr/>
        </p:nvSpPr>
        <p:spPr>
          <a:xfrm>
            <a:off x="10344825" y="3217763"/>
            <a:ext cx="1311530" cy="7381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402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3757E-1FD6-215F-E156-3C3139CE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 참고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1E79F0F-FDFC-E817-C0AE-BB5090B865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6" r="8893"/>
          <a:stretch>
            <a:fillRect/>
          </a:stretch>
        </p:blipFill>
        <p:spPr>
          <a:xfrm>
            <a:off x="838200" y="3056121"/>
            <a:ext cx="5746630" cy="3229714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C8D78D-3ED4-2311-EA63-537F5F77C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8034" y="1825625"/>
            <a:ext cx="4505766" cy="4351338"/>
          </a:xfrm>
        </p:spPr>
        <p:txBody>
          <a:bodyPr>
            <a:normAutofit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레퍼런스 게임의 이미지 </a:t>
            </a:r>
            <a:br>
              <a:rPr lang="en-US" altLang="ko-KR" sz="2400" dirty="0"/>
            </a:br>
            <a:r>
              <a:rPr lang="ko-KR" altLang="en-US" sz="2400" dirty="0"/>
              <a:t>플레이 화면 참고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5CE34-8468-8FBD-5332-DFDBCB87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FD26-AF90-A1CC-A66F-C817032E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B089F7A-7CA1-E010-5F87-17E27A8029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A101FB-C5F7-D7BA-BAFB-2BFC8BEA7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30227"/>
            <a:ext cx="3781977" cy="21258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69ABD2-5C85-6EFE-9E9C-6A167D27F917}"/>
              </a:ext>
            </a:extLst>
          </p:cNvPr>
          <p:cNvSpPr/>
          <p:nvPr/>
        </p:nvSpPr>
        <p:spPr>
          <a:xfrm>
            <a:off x="801999" y="930227"/>
            <a:ext cx="857926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7288D5-F1CD-1A04-BDA2-2AD330634E91}"/>
              </a:ext>
            </a:extLst>
          </p:cNvPr>
          <p:cNvSpPr/>
          <p:nvPr/>
        </p:nvSpPr>
        <p:spPr>
          <a:xfrm>
            <a:off x="878492" y="3056121"/>
            <a:ext cx="3119350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88704E-B783-8AA9-FEC9-3C32AF5BFA10}"/>
              </a:ext>
            </a:extLst>
          </p:cNvPr>
          <p:cNvSpPr/>
          <p:nvPr/>
        </p:nvSpPr>
        <p:spPr>
          <a:xfrm>
            <a:off x="3147145" y="4635521"/>
            <a:ext cx="868510" cy="1292252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A4487-800F-DF37-A70B-371D2746D349}"/>
              </a:ext>
            </a:extLst>
          </p:cNvPr>
          <p:cNvSpPr txBox="1"/>
          <p:nvPr/>
        </p:nvSpPr>
        <p:spPr>
          <a:xfrm>
            <a:off x="4564154" y="1477070"/>
            <a:ext cx="206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4] </a:t>
            </a:r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en-US" altLang="ko-KR" sz="1400" dirty="0"/>
              <a:t>“</a:t>
            </a:r>
            <a:r>
              <a:rPr lang="ko-KR" altLang="en-US" sz="1400" dirty="0" err="1"/>
              <a:t>이프선셋</a:t>
            </a:r>
            <a:r>
              <a:rPr lang="en-US" altLang="ko-KR" sz="1400" dirty="0"/>
              <a:t>” </a:t>
            </a:r>
            <a:r>
              <a:rPr lang="ko-KR" altLang="en-US" sz="1400" dirty="0"/>
              <a:t>플레이 화면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836F7-4B29-DFB0-923C-2D74D5FD2332}"/>
              </a:ext>
            </a:extLst>
          </p:cNvPr>
          <p:cNvSpPr txBox="1"/>
          <p:nvPr/>
        </p:nvSpPr>
        <p:spPr>
          <a:xfrm>
            <a:off x="4564155" y="2345203"/>
            <a:ext cx="2020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5] </a:t>
            </a:r>
            <a:r>
              <a:rPr lang="ko-KR" altLang="en-US" sz="1400" dirty="0"/>
              <a:t>게임 </a:t>
            </a:r>
            <a:r>
              <a:rPr lang="en-US" altLang="ko-KR" sz="1400" dirty="0"/>
              <a:t>“Totally Reliable Delivery Service”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26006758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E3C15-BBEC-4ECE-CB07-41C6908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374B0-6F4C-5F64-2FB3-E6BF609F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29E22-E88D-853E-E3FD-23646777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4DCC80B-B0BB-1B28-1AB1-A7B61EA62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1D0332-8E04-2446-FB53-C87E8DBEDF0B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D61393-884B-D75C-0494-2B6F87B4171C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32568F-08C5-1D22-F143-FDB7924344F6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래픽 19" descr="남자 단색으로 채워진">
            <a:extLst>
              <a:ext uri="{FF2B5EF4-FFF2-40B4-BE49-F238E27FC236}">
                <a16:creationId xmlns:a16="http://schemas.microsoft.com/office/drawing/2014/main" id="{F1303222-194A-EA7E-8200-B9B86AA82950}"/>
              </a:ext>
            </a:extLst>
          </p:cNvPr>
          <p:cNvGrpSpPr/>
          <p:nvPr/>
        </p:nvGrpSpPr>
        <p:grpSpPr>
          <a:xfrm>
            <a:off x="3722238" y="3759837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9BEC900-CC8D-593E-678C-0C9B54124023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9B6DFC1B-9094-BBE7-637A-A57A4A903F46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부분 원형 28">
            <a:extLst>
              <a:ext uri="{FF2B5EF4-FFF2-40B4-BE49-F238E27FC236}">
                <a16:creationId xmlns:a16="http://schemas.microsoft.com/office/drawing/2014/main" id="{4751DBFC-D2CE-EA5B-C23B-B0A18C6F9C73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022E8-84C2-1229-D77E-969FA7EF1836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3C3912-C901-B9CF-518E-47D127032416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그래픽 34" descr="배지 1 단색으로 채워진">
            <a:extLst>
              <a:ext uri="{FF2B5EF4-FFF2-40B4-BE49-F238E27FC236}">
                <a16:creationId xmlns:a16="http://schemas.microsoft.com/office/drawing/2014/main" id="{5B026F9F-61F3-E3E4-0375-432C034CBE51}"/>
              </a:ext>
            </a:extLst>
          </p:cNvPr>
          <p:cNvSpPr/>
          <p:nvPr/>
        </p:nvSpPr>
        <p:spPr>
          <a:xfrm>
            <a:off x="948785" y="1974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그래픽 36" descr="배지 단색으로 채워진">
            <a:extLst>
              <a:ext uri="{FF2B5EF4-FFF2-40B4-BE49-F238E27FC236}">
                <a16:creationId xmlns:a16="http://schemas.microsoft.com/office/drawing/2014/main" id="{33B29038-5D73-6585-F525-3B64DD912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468" y="4920457"/>
            <a:ext cx="445606" cy="445606"/>
          </a:xfrm>
          <a:prstGeom prst="rect">
            <a:avLst/>
          </a:prstGeom>
        </p:spPr>
      </p:pic>
      <p:pic>
        <p:nvPicPr>
          <p:cNvPr id="39" name="그래픽 38" descr="배지 3 단색으로 채워진">
            <a:extLst>
              <a:ext uri="{FF2B5EF4-FFF2-40B4-BE49-F238E27FC236}">
                <a16:creationId xmlns:a16="http://schemas.microsoft.com/office/drawing/2014/main" id="{9DFCB7BC-DE19-2F6B-FE9F-EABB6AD03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6988" y="4858185"/>
            <a:ext cx="445605" cy="44560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6CEDC34-E6D6-8E1D-BC69-E60E98909A7D}"/>
              </a:ext>
            </a:extLst>
          </p:cNvPr>
          <p:cNvSpPr txBox="1"/>
          <p:nvPr/>
        </p:nvSpPr>
        <p:spPr>
          <a:xfrm>
            <a:off x="7779486" y="2069339"/>
            <a:ext cx="3273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남은 배달 시간 표시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</a:t>
            </a:r>
            <a:r>
              <a:rPr lang="en-US" altLang="ko-KR" sz="2000" dirty="0"/>
              <a:t>HP</a:t>
            </a:r>
            <a:r>
              <a:rPr lang="ko-KR" altLang="en-US" sz="2000" dirty="0"/>
              <a:t>와 달리기 </a:t>
            </a:r>
            <a:br>
              <a:rPr lang="en-US" altLang="ko-KR" sz="2000" dirty="0"/>
            </a:br>
            <a:r>
              <a:rPr lang="ko-KR" altLang="en-US" sz="2000" dirty="0" err="1"/>
              <a:t>스테미너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위치 및 비율</a:t>
            </a:r>
          </a:p>
        </p:txBody>
      </p:sp>
      <p:sp>
        <p:nvSpPr>
          <p:cNvPr id="45" name="그래픽 34" descr="배지 1 단색으로 채워진">
            <a:extLst>
              <a:ext uri="{FF2B5EF4-FFF2-40B4-BE49-F238E27FC236}">
                <a16:creationId xmlns:a16="http://schemas.microsoft.com/office/drawing/2014/main" id="{061E99F2-BB46-9E1A-A1CC-4803574FA569}"/>
              </a:ext>
            </a:extLst>
          </p:cNvPr>
          <p:cNvSpPr/>
          <p:nvPr/>
        </p:nvSpPr>
        <p:spPr>
          <a:xfrm>
            <a:off x="7276371" y="2069339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래픽 46" descr="배지 단색으로 채워진">
            <a:extLst>
              <a:ext uri="{FF2B5EF4-FFF2-40B4-BE49-F238E27FC236}">
                <a16:creationId xmlns:a16="http://schemas.microsoft.com/office/drawing/2014/main" id="{14F20FBB-AA7F-AC81-07D1-9FF7290BF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9118" y="2703470"/>
            <a:ext cx="445606" cy="445606"/>
          </a:xfrm>
          <a:prstGeom prst="rect">
            <a:avLst/>
          </a:prstGeom>
        </p:spPr>
      </p:pic>
      <p:pic>
        <p:nvPicPr>
          <p:cNvPr id="49" name="그래픽 48" descr="배지 3 단색으로 채워진">
            <a:extLst>
              <a:ext uri="{FF2B5EF4-FFF2-40B4-BE49-F238E27FC236}">
                <a16:creationId xmlns:a16="http://schemas.microsoft.com/office/drawing/2014/main" id="{101F10A2-B72E-5179-E165-2D6B7AC3E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550" y="3601142"/>
            <a:ext cx="445605" cy="445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DBB38-6B09-F311-9B07-7D08411440D9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플레이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3393A4A-5D77-A41B-95CB-C7AE8A21AA6C}"/>
              </a:ext>
            </a:extLst>
          </p:cNvPr>
          <p:cNvGrpSpPr/>
          <p:nvPr/>
        </p:nvGrpSpPr>
        <p:grpSpPr>
          <a:xfrm>
            <a:off x="3149075" y="4046747"/>
            <a:ext cx="659514" cy="768648"/>
            <a:chOff x="4943969" y="2797892"/>
            <a:chExt cx="272824" cy="325698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FEA4E559-DD3B-AE7E-B7D9-A812B23FF7F4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A4D9629-ED3A-F1AB-BAA2-31E66B815B81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AA24659-7180-61A9-E7B5-07F0F2DB0228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960F396A-E20D-32F1-D647-2E237622E48F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2685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7050F-272A-1BB2-9BE6-83E8B056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사격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7DFD3B-7CC6-EEC0-D5A6-B946E851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C69C3-C52D-227B-06D8-382BC809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58D6E8A-9505-F016-5B35-DCE1AF3E51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BB53B-6F9C-16BF-6FF7-32399AA469C0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사격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148455-48BD-A905-0749-713FFC12B82A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5AA8159-B17C-E156-E650-AD732A462218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AB653A8-4D11-93F9-C84D-49288B248979}"/>
              </a:ext>
            </a:extLst>
          </p:cNvPr>
          <p:cNvCxnSpPr>
            <a:cxnSpLocks/>
            <a:stCxn id="10" idx="0"/>
            <a:endCxn id="10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B2E506-D2E6-2921-7B09-B2D13DC73988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그래픽 34" descr="배지 1 단색으로 채워진">
            <a:extLst>
              <a:ext uri="{FF2B5EF4-FFF2-40B4-BE49-F238E27FC236}">
                <a16:creationId xmlns:a16="http://schemas.microsoft.com/office/drawing/2014/main" id="{5870A0CF-B239-2368-0BEE-F56D86E9977B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DDAB14-CD89-AFA7-C7D6-81D044756CE2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DE3EBD-8171-1A15-FDF2-3034FC420713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0887347-8032-1FB2-4AB0-285D50DC644F}"/>
              </a:ext>
            </a:extLst>
          </p:cNvPr>
          <p:cNvGrpSpPr/>
          <p:nvPr/>
        </p:nvGrpSpPr>
        <p:grpSpPr>
          <a:xfrm rot="166083" flipH="1">
            <a:off x="3608027" y="3685770"/>
            <a:ext cx="1024736" cy="1370857"/>
            <a:chOff x="6014111" y="1090488"/>
            <a:chExt cx="1024736" cy="1413781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CC4E4A5-20C3-37D0-40D6-FD90C061B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051800" y="1265209"/>
              <a:ext cx="987047" cy="1239060"/>
            </a:xfrm>
            <a:prstGeom prst="rect">
              <a:avLst/>
            </a:prstGeom>
          </p:spPr>
        </p:pic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A09D9BF-2BA3-F305-1CC9-86C9443253B9}"/>
                </a:ext>
              </a:extLst>
            </p:cNvPr>
            <p:cNvSpPr/>
            <p:nvPr/>
          </p:nvSpPr>
          <p:spPr>
            <a:xfrm>
              <a:off x="6014111" y="1090488"/>
              <a:ext cx="499967" cy="465443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35" name="내용 개체 틀 34" descr="벌집 단색으로 채워진">
            <a:extLst>
              <a:ext uri="{FF2B5EF4-FFF2-40B4-BE49-F238E27FC236}">
                <a16:creationId xmlns:a16="http://schemas.microsoft.com/office/drawing/2014/main" id="{4721B731-4DD9-DC69-8697-2DA5E64FBB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524" y="2916644"/>
            <a:ext cx="914400" cy="914400"/>
          </a:xfrm>
        </p:spPr>
      </p:pic>
      <p:sp>
        <p:nvSpPr>
          <p:cNvPr id="16" name="부분 원형 15">
            <a:extLst>
              <a:ext uri="{FF2B5EF4-FFF2-40B4-BE49-F238E27FC236}">
                <a16:creationId xmlns:a16="http://schemas.microsoft.com/office/drawing/2014/main" id="{C0D4BA13-D904-5DAF-0D68-BC1032A90D2B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원형: 비어 있음 47">
            <a:extLst>
              <a:ext uri="{FF2B5EF4-FFF2-40B4-BE49-F238E27FC236}">
                <a16:creationId xmlns:a16="http://schemas.microsoft.com/office/drawing/2014/main" id="{9C93C1C8-3C08-A636-5812-3906D5AFD3DC}"/>
              </a:ext>
            </a:extLst>
          </p:cNvPr>
          <p:cNvSpPr/>
          <p:nvPr/>
        </p:nvSpPr>
        <p:spPr>
          <a:xfrm>
            <a:off x="1266064" y="2873197"/>
            <a:ext cx="1126104" cy="1065007"/>
          </a:xfrm>
          <a:prstGeom prst="donut">
            <a:avLst>
              <a:gd name="adj" fmla="val 648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그래픽 34" descr="배지 1 단색으로 채워진">
            <a:extLst>
              <a:ext uri="{FF2B5EF4-FFF2-40B4-BE49-F238E27FC236}">
                <a16:creationId xmlns:a16="http://schemas.microsoft.com/office/drawing/2014/main" id="{940FE48E-AAC5-FC6D-1CE1-92B80000E344}"/>
              </a:ext>
            </a:extLst>
          </p:cNvPr>
          <p:cNvSpPr/>
          <p:nvPr/>
        </p:nvSpPr>
        <p:spPr>
          <a:xfrm>
            <a:off x="1177248" y="282075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1A35C7-29E2-C7A1-829E-DDE315676049}"/>
              </a:ext>
            </a:extLst>
          </p:cNvPr>
          <p:cNvSpPr txBox="1"/>
          <p:nvPr/>
        </p:nvSpPr>
        <p:spPr>
          <a:xfrm>
            <a:off x="7802490" y="1884865"/>
            <a:ext cx="327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타겟 자동 조준</a:t>
            </a:r>
          </a:p>
        </p:txBody>
      </p:sp>
    </p:spTree>
    <p:extLst>
      <p:ext uri="{BB962C8B-B14F-4D97-AF65-F5344CB8AC3E}">
        <p14:creationId xmlns:p14="http://schemas.microsoft.com/office/powerpoint/2010/main" val="37435350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D9AE434-40A3-45F4-5B24-312B8AF82B6E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D4224F-91CE-0FFB-3CE5-3E951280736C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BFFD6C-5952-495B-EDB1-16342967D3FF}"/>
              </a:ext>
            </a:extLst>
          </p:cNvPr>
          <p:cNvCxnSpPr>
            <a:cxnSpLocks/>
          </p:cNvCxnSpPr>
          <p:nvPr/>
        </p:nvCxnSpPr>
        <p:spPr>
          <a:xfrm>
            <a:off x="1418464" y="37424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36B1C07E-F7EC-59D8-EF91-47071F83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ko-KR" altLang="en-US" dirty="0"/>
              <a:t> 전달 대화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716E03-C66C-9577-17B4-22F5FA7AD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9725" y="1825625"/>
            <a:ext cx="36840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남은 배달 시간 표시 </a:t>
            </a:r>
            <a:r>
              <a:rPr lang="en-US" altLang="ko-KR" sz="2400" dirty="0"/>
              <a:t>UI</a:t>
            </a:r>
            <a:r>
              <a:rPr lang="ko-KR" altLang="en-US" sz="2400" dirty="0"/>
              <a:t>는 </a:t>
            </a:r>
            <a:br>
              <a:rPr lang="en-US" altLang="ko-KR" sz="2400" dirty="0"/>
            </a:br>
            <a:r>
              <a:rPr lang="ko-KR" altLang="en-US" sz="2400" dirty="0"/>
              <a:t>이때 보이지 </a:t>
            </a:r>
            <a:r>
              <a:rPr lang="en-US" altLang="ko-KR" sz="2400" dirty="0"/>
              <a:t>X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배달 수령 시 주민과의 </a:t>
            </a:r>
            <a:br>
              <a:rPr lang="en-US" altLang="ko-KR" sz="2400" dirty="0"/>
            </a:br>
            <a:r>
              <a:rPr lang="ko-KR" altLang="en-US" sz="2400" dirty="0" err="1"/>
              <a:t>대화창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주민과 카메라 방향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6E54E-956F-E70A-5CC5-4B1DB22A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49402-68B7-30F1-6A41-33D219C4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7FEE13-7745-206C-1D5C-507DFDE670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13" name="그래픽 19" descr="남자 단색으로 채워진">
            <a:extLst>
              <a:ext uri="{FF2B5EF4-FFF2-40B4-BE49-F238E27FC236}">
                <a16:creationId xmlns:a16="http://schemas.microsoft.com/office/drawing/2014/main" id="{CE324FDF-8776-CEE9-FF7F-7995DF4B102B}"/>
              </a:ext>
            </a:extLst>
          </p:cNvPr>
          <p:cNvGrpSpPr/>
          <p:nvPr/>
        </p:nvGrpSpPr>
        <p:grpSpPr>
          <a:xfrm>
            <a:off x="3416756" y="3429000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400903F-45C1-78A3-3ACC-2669A2B1C302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5C04E9A1-0554-1CF6-B10E-E2F46AB4279F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DC1EAA-421A-ADA7-C901-B1CF0B947D22}"/>
              </a:ext>
            </a:extLst>
          </p:cNvPr>
          <p:cNvSpPr/>
          <p:nvPr/>
        </p:nvSpPr>
        <p:spPr>
          <a:xfrm>
            <a:off x="1266064" y="4263051"/>
            <a:ext cx="5578413" cy="8947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테스트가 적히는 곳</a:t>
            </a:r>
          </a:p>
        </p:txBody>
      </p:sp>
      <p:grpSp>
        <p:nvGrpSpPr>
          <p:cNvPr id="31" name="그래픽 16" descr="천사 같은 얼굴(윤곽선) 윤곽선">
            <a:extLst>
              <a:ext uri="{FF2B5EF4-FFF2-40B4-BE49-F238E27FC236}">
                <a16:creationId xmlns:a16="http://schemas.microsoft.com/office/drawing/2014/main" id="{056A0A10-C7F1-2AE6-2301-ACAF635FFAE2}"/>
              </a:ext>
            </a:extLst>
          </p:cNvPr>
          <p:cNvGrpSpPr/>
          <p:nvPr/>
        </p:nvGrpSpPr>
        <p:grpSpPr>
          <a:xfrm>
            <a:off x="4216848" y="3080941"/>
            <a:ext cx="723900" cy="790575"/>
            <a:chOff x="4216848" y="3080941"/>
            <a:chExt cx="723900" cy="790575"/>
          </a:xfrm>
          <a:solidFill>
            <a:srgbClr val="00B050"/>
          </a:solidFill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F2C7783B-08E7-527A-1026-2A77FDF559E0}"/>
                </a:ext>
              </a:extLst>
            </p:cNvPr>
            <p:cNvSpPr/>
            <p:nvPr/>
          </p:nvSpPr>
          <p:spPr>
            <a:xfrm>
              <a:off x="4264473" y="3080941"/>
              <a:ext cx="628650" cy="140969"/>
            </a:xfrm>
            <a:custGeom>
              <a:avLst/>
              <a:gdLst>
                <a:gd name="csX0" fmla="*/ 561975 w 628650"/>
                <a:gd name="csY0" fmla="*/ 126682 h 140969"/>
                <a:gd name="csX1" fmla="*/ 578168 w 628650"/>
                <a:gd name="csY1" fmla="*/ 140970 h 140969"/>
                <a:gd name="csX2" fmla="*/ 628650 w 628650"/>
                <a:gd name="csY2" fmla="*/ 90488 h 140969"/>
                <a:gd name="csX3" fmla="*/ 314325 w 628650"/>
                <a:gd name="csY3" fmla="*/ 0 h 140969"/>
                <a:gd name="csX4" fmla="*/ 0 w 628650"/>
                <a:gd name="csY4" fmla="*/ 90488 h 140969"/>
                <a:gd name="csX5" fmla="*/ 50482 w 628650"/>
                <a:gd name="csY5" fmla="*/ 140970 h 140969"/>
                <a:gd name="csX6" fmla="*/ 66675 w 628650"/>
                <a:gd name="csY6" fmla="*/ 126682 h 140969"/>
                <a:gd name="csX7" fmla="*/ 19050 w 628650"/>
                <a:gd name="csY7" fmla="*/ 90488 h 140969"/>
                <a:gd name="csX8" fmla="*/ 314325 w 628650"/>
                <a:gd name="csY8" fmla="*/ 19050 h 140969"/>
                <a:gd name="csX9" fmla="*/ 609600 w 628650"/>
                <a:gd name="csY9" fmla="*/ 90488 h 140969"/>
                <a:gd name="csX10" fmla="*/ 561975 w 628650"/>
                <a:gd name="csY10" fmla="*/ 126682 h 140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28650" h="140969">
                  <a:moveTo>
                    <a:pt x="561975" y="126682"/>
                  </a:moveTo>
                  <a:cubicBezTo>
                    <a:pt x="567690" y="131445"/>
                    <a:pt x="572453" y="136208"/>
                    <a:pt x="578168" y="140970"/>
                  </a:cubicBezTo>
                  <a:cubicBezTo>
                    <a:pt x="609600" y="127635"/>
                    <a:pt x="628650" y="110490"/>
                    <a:pt x="628650" y="90488"/>
                  </a:cubicBezTo>
                  <a:cubicBezTo>
                    <a:pt x="628650" y="31433"/>
                    <a:pt x="466725" y="0"/>
                    <a:pt x="314325" y="0"/>
                  </a:cubicBezTo>
                  <a:cubicBezTo>
                    <a:pt x="161925" y="0"/>
                    <a:pt x="0" y="31433"/>
                    <a:pt x="0" y="90488"/>
                  </a:cubicBezTo>
                  <a:cubicBezTo>
                    <a:pt x="0" y="110490"/>
                    <a:pt x="19050" y="127635"/>
                    <a:pt x="50482" y="140970"/>
                  </a:cubicBezTo>
                  <a:cubicBezTo>
                    <a:pt x="56197" y="136208"/>
                    <a:pt x="60960" y="131445"/>
                    <a:pt x="66675" y="126682"/>
                  </a:cubicBezTo>
                  <a:cubicBezTo>
                    <a:pt x="36195" y="114300"/>
                    <a:pt x="19050" y="101918"/>
                    <a:pt x="19050" y="90488"/>
                  </a:cubicBezTo>
                  <a:cubicBezTo>
                    <a:pt x="19050" y="60960"/>
                    <a:pt x="131445" y="19050"/>
                    <a:pt x="314325" y="19050"/>
                  </a:cubicBezTo>
                  <a:cubicBezTo>
                    <a:pt x="497205" y="19050"/>
                    <a:pt x="609600" y="60960"/>
                    <a:pt x="609600" y="90488"/>
                  </a:cubicBezTo>
                  <a:cubicBezTo>
                    <a:pt x="609600" y="101918"/>
                    <a:pt x="593408" y="115253"/>
                    <a:pt x="561975" y="1266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9D77AB37-181B-925D-1078-3B5366CC313B}"/>
                </a:ext>
              </a:extLst>
            </p:cNvPr>
            <p:cNvSpPr/>
            <p:nvPr/>
          </p:nvSpPr>
          <p:spPr>
            <a:xfrm>
              <a:off x="4216848" y="3147616"/>
              <a:ext cx="723900" cy="723900"/>
            </a:xfrm>
            <a:custGeom>
              <a:avLst/>
              <a:gdLst>
                <a:gd name="csX0" fmla="*/ 361950 w 723900"/>
                <a:gd name="csY0" fmla="*/ 723900 h 723900"/>
                <a:gd name="csX1" fmla="*/ 723900 w 723900"/>
                <a:gd name="csY1" fmla="*/ 361950 h 723900"/>
                <a:gd name="csX2" fmla="*/ 361950 w 723900"/>
                <a:gd name="csY2" fmla="*/ 0 h 723900"/>
                <a:gd name="csX3" fmla="*/ 0 w 723900"/>
                <a:gd name="csY3" fmla="*/ 361950 h 723900"/>
                <a:gd name="csX4" fmla="*/ 361950 w 723900"/>
                <a:gd name="csY4" fmla="*/ 723900 h 723900"/>
                <a:gd name="csX5" fmla="*/ 361950 w 723900"/>
                <a:gd name="csY5" fmla="*/ 19050 h 723900"/>
                <a:gd name="csX6" fmla="*/ 704850 w 723900"/>
                <a:gd name="csY6" fmla="*/ 361950 h 723900"/>
                <a:gd name="csX7" fmla="*/ 361950 w 723900"/>
                <a:gd name="csY7" fmla="*/ 704850 h 723900"/>
                <a:gd name="csX8" fmla="*/ 19050 w 723900"/>
                <a:gd name="csY8" fmla="*/ 361950 h 723900"/>
                <a:gd name="csX9" fmla="*/ 361950 w 723900"/>
                <a:gd name="csY9" fmla="*/ 1905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23900" h="723900">
                  <a:moveTo>
                    <a:pt x="361950" y="723900"/>
                  </a:move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lose/>
                  <a:moveTo>
                    <a:pt x="361950" y="19050"/>
                  </a:moveTo>
                  <a:cubicBezTo>
                    <a:pt x="551498" y="19050"/>
                    <a:pt x="704850" y="172403"/>
                    <a:pt x="704850" y="361950"/>
                  </a:cubicBezTo>
                  <a:cubicBezTo>
                    <a:pt x="704850" y="551498"/>
                    <a:pt x="551498" y="704850"/>
                    <a:pt x="361950" y="704850"/>
                  </a:cubicBezTo>
                  <a:cubicBezTo>
                    <a:pt x="172403" y="704850"/>
                    <a:pt x="19050" y="551498"/>
                    <a:pt x="19050" y="361950"/>
                  </a:cubicBezTo>
                  <a:cubicBezTo>
                    <a:pt x="19050" y="172403"/>
                    <a:pt x="172403" y="19050"/>
                    <a:pt x="36195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0642FA02-F4D2-B1AB-857E-9DBE99C98C09}"/>
                </a:ext>
              </a:extLst>
            </p:cNvPr>
            <p:cNvSpPr/>
            <p:nvPr/>
          </p:nvSpPr>
          <p:spPr>
            <a:xfrm>
              <a:off x="4391399" y="3643348"/>
              <a:ext cx="375086" cy="105067"/>
            </a:xfrm>
            <a:custGeom>
              <a:avLst/>
              <a:gdLst>
                <a:gd name="csX0" fmla="*/ 16901 w 375086"/>
                <a:gd name="csY0" fmla="*/ 3378 h 105067"/>
                <a:gd name="csX1" fmla="*/ 3566 w 375086"/>
                <a:gd name="csY1" fmla="*/ 2425 h 105067"/>
                <a:gd name="csX2" fmla="*/ 1661 w 375086"/>
                <a:gd name="csY2" fmla="*/ 15760 h 105067"/>
                <a:gd name="csX3" fmla="*/ 335989 w 375086"/>
                <a:gd name="csY3" fmla="*/ 52908 h 105067"/>
                <a:gd name="csX4" fmla="*/ 373136 w 375086"/>
                <a:gd name="csY4" fmla="*/ 15760 h 105067"/>
                <a:gd name="csX5" fmla="*/ 371232 w 375086"/>
                <a:gd name="csY5" fmla="*/ 2425 h 105067"/>
                <a:gd name="csX6" fmla="*/ 357897 w 375086"/>
                <a:gd name="csY6" fmla="*/ 4330 h 105067"/>
                <a:gd name="csX7" fmla="*/ 51191 w 375086"/>
                <a:gd name="csY7" fmla="*/ 37668 h 105067"/>
                <a:gd name="csX8" fmla="*/ 16901 w 375086"/>
                <a:gd name="csY8" fmla="*/ 3378 h 105067"/>
                <a:gd name="csX9" fmla="*/ 16901 w 375086"/>
                <a:gd name="csY9" fmla="*/ 3378 h 105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5086" h="105067">
                  <a:moveTo>
                    <a:pt x="16901" y="3378"/>
                  </a:moveTo>
                  <a:cubicBezTo>
                    <a:pt x="13091" y="-432"/>
                    <a:pt x="7376" y="-1385"/>
                    <a:pt x="3566" y="2425"/>
                  </a:cubicBezTo>
                  <a:cubicBezTo>
                    <a:pt x="-244" y="5283"/>
                    <a:pt x="-1196" y="10998"/>
                    <a:pt x="1661" y="15760"/>
                  </a:cubicBezTo>
                  <a:cubicBezTo>
                    <a:pt x="83576" y="118630"/>
                    <a:pt x="233119" y="134823"/>
                    <a:pt x="335989" y="52908"/>
                  </a:cubicBezTo>
                  <a:cubicBezTo>
                    <a:pt x="349324" y="41478"/>
                    <a:pt x="361707" y="29095"/>
                    <a:pt x="373136" y="15760"/>
                  </a:cubicBezTo>
                  <a:cubicBezTo>
                    <a:pt x="375994" y="11950"/>
                    <a:pt x="375994" y="5283"/>
                    <a:pt x="371232" y="2425"/>
                  </a:cubicBezTo>
                  <a:cubicBezTo>
                    <a:pt x="367422" y="-432"/>
                    <a:pt x="360754" y="-432"/>
                    <a:pt x="357897" y="4330"/>
                  </a:cubicBezTo>
                  <a:cubicBezTo>
                    <a:pt x="282649" y="97675"/>
                    <a:pt x="145489" y="112915"/>
                    <a:pt x="51191" y="37668"/>
                  </a:cubicBezTo>
                  <a:cubicBezTo>
                    <a:pt x="37856" y="27190"/>
                    <a:pt x="26426" y="15760"/>
                    <a:pt x="16901" y="3378"/>
                  </a:cubicBezTo>
                  <a:lnTo>
                    <a:pt x="16901" y="33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451B6FF8-54F0-94CF-57A1-28FCFA9D8C45}"/>
                </a:ext>
              </a:extLst>
            </p:cNvPr>
            <p:cNvSpPr/>
            <p:nvPr/>
          </p:nvSpPr>
          <p:spPr>
            <a:xfrm>
              <a:off x="4353825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3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4337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8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914C10B6-57D5-CFF6-6467-0D212F76AC8B}"/>
                </a:ext>
              </a:extLst>
            </p:cNvPr>
            <p:cNvSpPr/>
            <p:nvPr/>
          </p:nvSpPr>
          <p:spPr>
            <a:xfrm>
              <a:off x="4630050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2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3384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7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그래픽 34" descr="배지 1 단색으로 채워진">
            <a:extLst>
              <a:ext uri="{FF2B5EF4-FFF2-40B4-BE49-F238E27FC236}">
                <a16:creationId xmlns:a16="http://schemas.microsoft.com/office/drawing/2014/main" id="{A8B00338-DFF6-D6FF-213C-09D601B1642B}"/>
              </a:ext>
            </a:extLst>
          </p:cNvPr>
          <p:cNvSpPr/>
          <p:nvPr/>
        </p:nvSpPr>
        <p:spPr>
          <a:xfrm>
            <a:off x="1134646" y="2079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그래픽 22" descr="배지 단색으로 채워진">
            <a:extLst>
              <a:ext uri="{FF2B5EF4-FFF2-40B4-BE49-F238E27FC236}">
                <a16:creationId xmlns:a16="http://schemas.microsoft.com/office/drawing/2014/main" id="{300DF055-558F-0015-5F5E-E83AEC078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261" y="4263051"/>
            <a:ext cx="445606" cy="445606"/>
          </a:xfrm>
          <a:prstGeom prst="rect">
            <a:avLst/>
          </a:prstGeom>
        </p:spPr>
      </p:pic>
      <p:pic>
        <p:nvPicPr>
          <p:cNvPr id="25" name="그래픽 24" descr="배지 3 단색으로 채워진">
            <a:extLst>
              <a:ext uri="{FF2B5EF4-FFF2-40B4-BE49-F238E27FC236}">
                <a16:creationId xmlns:a16="http://schemas.microsoft.com/office/drawing/2014/main" id="{3E7B92E4-E0DC-1C20-6500-F5C79F08E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1753" y="2917333"/>
            <a:ext cx="445605" cy="445605"/>
          </a:xfrm>
          <a:prstGeom prst="rect">
            <a:avLst/>
          </a:prstGeom>
        </p:spPr>
      </p:pic>
      <p:sp>
        <p:nvSpPr>
          <p:cNvPr id="38" name="그래픽 34" descr="배지 1 단색으로 채워진">
            <a:extLst>
              <a:ext uri="{FF2B5EF4-FFF2-40B4-BE49-F238E27FC236}">
                <a16:creationId xmlns:a16="http://schemas.microsoft.com/office/drawing/2014/main" id="{6926DFA0-38F3-D148-8E9D-0B2A994372AE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그래픽 39" descr="배지 단색으로 채워진">
            <a:extLst>
              <a:ext uri="{FF2B5EF4-FFF2-40B4-BE49-F238E27FC236}">
                <a16:creationId xmlns:a16="http://schemas.microsoft.com/office/drawing/2014/main" id="{C59B779A-98FE-7563-D8FE-33B93524BFEF}"/>
              </a:ext>
            </a:extLst>
          </p:cNvPr>
          <p:cNvSpPr/>
          <p:nvPr/>
        </p:nvSpPr>
        <p:spPr>
          <a:xfrm>
            <a:off x="7280694" y="3210719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그래픽 42" descr="배지 3 단색으로 채워진">
            <a:extLst>
              <a:ext uri="{FF2B5EF4-FFF2-40B4-BE49-F238E27FC236}">
                <a16:creationId xmlns:a16="http://schemas.microsoft.com/office/drawing/2014/main" id="{D5B52964-A1F1-1B2C-3714-89A36C476AA3}"/>
              </a:ext>
            </a:extLst>
          </p:cNvPr>
          <p:cNvSpPr/>
          <p:nvPr/>
        </p:nvSpPr>
        <p:spPr>
          <a:xfrm>
            <a:off x="7280695" y="4563479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E291D-4206-099A-29B9-4D6E47F0B05E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배달품</a:t>
            </a:r>
            <a:r>
              <a:rPr lang="ko-KR" altLang="en-US" sz="1400" dirty="0"/>
              <a:t> 전달 시 대화 화면</a:t>
            </a:r>
          </a:p>
        </p:txBody>
      </p:sp>
    </p:spTree>
    <p:extLst>
      <p:ext uri="{BB962C8B-B14F-4D97-AF65-F5344CB8AC3E}">
        <p14:creationId xmlns:p14="http://schemas.microsoft.com/office/powerpoint/2010/main" val="11049857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0D5B3-5D67-15C9-B0E9-9B7C4B41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참고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032B7D5-375E-F1B5-D4A7-27FCCFE236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2" r="9047"/>
          <a:stretch>
            <a:fillRect/>
          </a:stretch>
        </p:blipFill>
        <p:spPr>
          <a:xfrm>
            <a:off x="550653" y="2053138"/>
            <a:ext cx="5621547" cy="3174919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294A18-7686-FCDB-7105-CC5F8EC2D6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경로 안내 </a:t>
            </a:r>
            <a:r>
              <a:rPr lang="en-US" altLang="ko-KR" dirty="0"/>
              <a:t>UI </a:t>
            </a:r>
            <a:r>
              <a:rPr lang="ko-KR" altLang="en-US" dirty="0"/>
              <a:t>레퍼런스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BE60CC-7223-D6EA-9600-7DC2EB56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6CC933-EDE8-A29F-F92B-67644A9C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32D19E2-2D28-A6E5-8058-B27390643B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CF7DDC-A34A-0C76-59AD-05080944D4A4}"/>
              </a:ext>
            </a:extLst>
          </p:cNvPr>
          <p:cNvSpPr/>
          <p:nvPr/>
        </p:nvSpPr>
        <p:spPr>
          <a:xfrm>
            <a:off x="3036498" y="2053138"/>
            <a:ext cx="1610264" cy="3174919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7383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33B79-3571-3AB6-91FE-211A8F4C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BE03F-2F45-B0C5-93CF-316A7A40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6520" y="1825625"/>
            <a:ext cx="3917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목적지까지의 경로 방향 </a:t>
            </a:r>
            <a:br>
              <a:rPr lang="en-US" altLang="ko-KR" sz="2400" dirty="0"/>
            </a:br>
            <a:r>
              <a:rPr lang="ko-KR" altLang="en-US" sz="2400" dirty="0"/>
              <a:t>일시 시각화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해당 경로로 이동 시 예측 시간 표시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E0A3A-E10C-A6C2-176D-3E1058CC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FB634-331A-7B57-6CCB-2F5E3691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05E5B4-B73C-F543-A5FD-32620B57FA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824EC7-B62D-5BBB-2C24-F6380CFE97A9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7DB1C08-4D02-7CC8-ADAF-467584B46215}"/>
              </a:ext>
            </a:extLst>
          </p:cNvPr>
          <p:cNvCxnSpPr>
            <a:cxnSpLocks/>
            <a:stCxn id="45" idx="1"/>
            <a:endCxn id="45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6E83863-9E50-B5C8-44EE-E00B6AE6A52C}"/>
              </a:ext>
            </a:extLst>
          </p:cNvPr>
          <p:cNvCxnSpPr>
            <a:cxnSpLocks/>
            <a:stCxn id="45" idx="0"/>
            <a:endCxn id="45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F760DD5-3247-73AD-AA57-1EC69F09A758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4C3B404-B82A-CD58-7009-67F5BE08402F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10570F-C505-65B3-04BF-C9AFBE1FE990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부분 원형 52">
            <a:extLst>
              <a:ext uri="{FF2B5EF4-FFF2-40B4-BE49-F238E27FC236}">
                <a16:creationId xmlns:a16="http://schemas.microsoft.com/office/drawing/2014/main" id="{6CE3B42A-5025-E122-74F4-F0F334A3880A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4FB360E-5421-7BA3-A82A-6EECEB3D2E8E}"/>
              </a:ext>
            </a:extLst>
          </p:cNvPr>
          <p:cNvGrpSpPr/>
          <p:nvPr/>
        </p:nvGrpSpPr>
        <p:grpSpPr>
          <a:xfrm rot="2011594">
            <a:off x="4767883" y="2383006"/>
            <a:ext cx="1599830" cy="3098573"/>
            <a:chOff x="4349276" y="1987776"/>
            <a:chExt cx="1599830" cy="2710430"/>
          </a:xfrm>
          <a:scene3d>
            <a:camera prst="perspectiveHeroicExtremeRightFacing"/>
            <a:lightRig rig="threePt" dir="t"/>
          </a:scene3d>
        </p:grpSpPr>
        <p:sp>
          <p:nvSpPr>
            <p:cNvPr id="63" name="화살표: 갈매기형 수장 62">
              <a:extLst>
                <a:ext uri="{FF2B5EF4-FFF2-40B4-BE49-F238E27FC236}">
                  <a16:creationId xmlns:a16="http://schemas.microsoft.com/office/drawing/2014/main" id="{7E16D4AD-70CC-AF6E-75DE-ED47F559141E}"/>
                </a:ext>
              </a:extLst>
            </p:cNvPr>
            <p:cNvSpPr/>
            <p:nvPr/>
          </p:nvSpPr>
          <p:spPr>
            <a:xfrm rot="17792637">
              <a:off x="4346353" y="426112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4" name="화살표: 갈매기형 수장 63">
              <a:extLst>
                <a:ext uri="{FF2B5EF4-FFF2-40B4-BE49-F238E27FC236}">
                  <a16:creationId xmlns:a16="http://schemas.microsoft.com/office/drawing/2014/main" id="{40B5D477-DCBC-071B-3187-AE4FAAC98C2F}"/>
                </a:ext>
              </a:extLst>
            </p:cNvPr>
            <p:cNvSpPr/>
            <p:nvPr/>
          </p:nvSpPr>
          <p:spPr>
            <a:xfrm rot="17792637">
              <a:off x="4525540" y="3913884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화살표: 갈매기형 수장 64">
              <a:extLst>
                <a:ext uri="{FF2B5EF4-FFF2-40B4-BE49-F238E27FC236}">
                  <a16:creationId xmlns:a16="http://schemas.microsoft.com/office/drawing/2014/main" id="{5A846DE9-B7F5-BEEA-E8F7-0047D63D71DF}"/>
                </a:ext>
              </a:extLst>
            </p:cNvPr>
            <p:cNvSpPr/>
            <p:nvPr/>
          </p:nvSpPr>
          <p:spPr>
            <a:xfrm rot="17792637">
              <a:off x="4696317" y="3566646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화살표: 갈매기형 수장 66">
              <a:extLst>
                <a:ext uri="{FF2B5EF4-FFF2-40B4-BE49-F238E27FC236}">
                  <a16:creationId xmlns:a16="http://schemas.microsoft.com/office/drawing/2014/main" id="{DA5D6ACE-5064-01D6-1308-661F415F803F}"/>
                </a:ext>
              </a:extLst>
            </p:cNvPr>
            <p:cNvSpPr/>
            <p:nvPr/>
          </p:nvSpPr>
          <p:spPr>
            <a:xfrm rot="17792637">
              <a:off x="4850391" y="3272822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화살표: 갈매기형 수장 67">
              <a:extLst>
                <a:ext uri="{FF2B5EF4-FFF2-40B4-BE49-F238E27FC236}">
                  <a16:creationId xmlns:a16="http://schemas.microsoft.com/office/drawing/2014/main" id="{A81A2ED8-786F-842A-5987-9DF639080B01}"/>
                </a:ext>
              </a:extLst>
            </p:cNvPr>
            <p:cNvSpPr/>
            <p:nvPr/>
          </p:nvSpPr>
          <p:spPr>
            <a:xfrm rot="17792637">
              <a:off x="5007984" y="2978998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화살표: 갈매기형 수장 68">
              <a:extLst>
                <a:ext uri="{FF2B5EF4-FFF2-40B4-BE49-F238E27FC236}">
                  <a16:creationId xmlns:a16="http://schemas.microsoft.com/office/drawing/2014/main" id="{C52160BD-0F84-3BAD-78DA-470EB2238179}"/>
                </a:ext>
              </a:extLst>
            </p:cNvPr>
            <p:cNvSpPr/>
            <p:nvPr/>
          </p:nvSpPr>
          <p:spPr>
            <a:xfrm rot="17792637">
              <a:off x="5187171" y="263176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화살표: 갈매기형 수장 69">
              <a:extLst>
                <a:ext uri="{FF2B5EF4-FFF2-40B4-BE49-F238E27FC236}">
                  <a16:creationId xmlns:a16="http://schemas.microsoft.com/office/drawing/2014/main" id="{220B541E-D55E-F550-2377-978ABAD26F65}"/>
                </a:ext>
              </a:extLst>
            </p:cNvPr>
            <p:cNvSpPr/>
            <p:nvPr/>
          </p:nvSpPr>
          <p:spPr>
            <a:xfrm rot="17792637">
              <a:off x="5357948" y="2284523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화살표: 갈매기형 수장 70">
              <a:extLst>
                <a:ext uri="{FF2B5EF4-FFF2-40B4-BE49-F238E27FC236}">
                  <a16:creationId xmlns:a16="http://schemas.microsoft.com/office/drawing/2014/main" id="{12AA950A-2D0C-EFEF-AC4B-4AAA8D84344A}"/>
                </a:ext>
              </a:extLst>
            </p:cNvPr>
            <p:cNvSpPr/>
            <p:nvPr/>
          </p:nvSpPr>
          <p:spPr>
            <a:xfrm rot="17792637">
              <a:off x="5512022" y="1990699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2" name="그림 71">
            <a:extLst>
              <a:ext uri="{FF2B5EF4-FFF2-40B4-BE49-F238E27FC236}">
                <a16:creationId xmlns:a16="http://schemas.microsoft.com/office/drawing/2014/main" id="{509DA4D6-803C-0808-7E2A-AC240264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6921">
            <a:off x="2154168" y="3174343"/>
            <a:ext cx="1059360" cy="2665916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grpSp>
        <p:nvGrpSpPr>
          <p:cNvPr id="73" name="그래픽 19" descr="남자 단색으로 채워진">
            <a:extLst>
              <a:ext uri="{FF2B5EF4-FFF2-40B4-BE49-F238E27FC236}">
                <a16:creationId xmlns:a16="http://schemas.microsoft.com/office/drawing/2014/main" id="{2799056A-18E6-BADC-895E-745EDB114595}"/>
              </a:ext>
            </a:extLst>
          </p:cNvPr>
          <p:cNvGrpSpPr/>
          <p:nvPr/>
        </p:nvGrpSpPr>
        <p:grpSpPr>
          <a:xfrm>
            <a:off x="3773997" y="3774083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857BE383-17B5-A5B0-69CE-A7B16A2C4555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0F9D220B-487B-0FA0-7CB0-37705C5C795E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6" name="그래픽 34" descr="배지 1 단색으로 채워진">
            <a:extLst>
              <a:ext uri="{FF2B5EF4-FFF2-40B4-BE49-F238E27FC236}">
                <a16:creationId xmlns:a16="http://schemas.microsoft.com/office/drawing/2014/main" id="{36326A99-6C25-8FAB-65FD-F88441ADA8DF}"/>
              </a:ext>
            </a:extLst>
          </p:cNvPr>
          <p:cNvSpPr/>
          <p:nvPr/>
        </p:nvSpPr>
        <p:spPr>
          <a:xfrm>
            <a:off x="3233328" y="4265312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그래픽 34" descr="배지 1 단색으로 채워진">
            <a:extLst>
              <a:ext uri="{FF2B5EF4-FFF2-40B4-BE49-F238E27FC236}">
                <a16:creationId xmlns:a16="http://schemas.microsoft.com/office/drawing/2014/main" id="{57B6EDB8-5405-A48B-321A-FAFD0D9477FA}"/>
              </a:ext>
            </a:extLst>
          </p:cNvPr>
          <p:cNvSpPr/>
          <p:nvPr/>
        </p:nvSpPr>
        <p:spPr>
          <a:xfrm>
            <a:off x="6968412" y="188733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37D6EB5-24FD-45AB-7346-41DDF2873B51}"/>
              </a:ext>
            </a:extLst>
          </p:cNvPr>
          <p:cNvSpPr/>
          <p:nvPr/>
        </p:nvSpPr>
        <p:spPr>
          <a:xfrm>
            <a:off x="1230532" y="3594130"/>
            <a:ext cx="89800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20T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95E1AE7-5E20-D553-A24C-7F76C8B91F31}"/>
              </a:ext>
            </a:extLst>
          </p:cNvPr>
          <p:cNvSpPr/>
          <p:nvPr/>
        </p:nvSpPr>
        <p:spPr>
          <a:xfrm>
            <a:off x="5699161" y="2685306"/>
            <a:ext cx="8980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  <a:r>
              <a:rPr lang="en-US" altLang="ko-KR" sz="32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0T</a:t>
            </a:r>
          </a:p>
        </p:txBody>
      </p:sp>
      <p:sp>
        <p:nvSpPr>
          <p:cNvPr id="80" name="그래픽 39" descr="배지 단색으로 채워진">
            <a:extLst>
              <a:ext uri="{FF2B5EF4-FFF2-40B4-BE49-F238E27FC236}">
                <a16:creationId xmlns:a16="http://schemas.microsoft.com/office/drawing/2014/main" id="{EF394799-83CA-71BF-0AFE-911233ED6887}"/>
              </a:ext>
            </a:extLst>
          </p:cNvPr>
          <p:cNvSpPr/>
          <p:nvPr/>
        </p:nvSpPr>
        <p:spPr>
          <a:xfrm>
            <a:off x="5452627" y="2552966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그래픽 39" descr="배지 단색으로 채워진">
            <a:extLst>
              <a:ext uri="{FF2B5EF4-FFF2-40B4-BE49-F238E27FC236}">
                <a16:creationId xmlns:a16="http://schemas.microsoft.com/office/drawing/2014/main" id="{8687A0D9-F965-3AB4-AC66-F6FC35F00E83}"/>
              </a:ext>
            </a:extLst>
          </p:cNvPr>
          <p:cNvSpPr/>
          <p:nvPr/>
        </p:nvSpPr>
        <p:spPr>
          <a:xfrm>
            <a:off x="1053783" y="3367257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그래픽 39" descr="배지 단색으로 채워진">
            <a:extLst>
              <a:ext uri="{FF2B5EF4-FFF2-40B4-BE49-F238E27FC236}">
                <a16:creationId xmlns:a16="http://schemas.microsoft.com/office/drawing/2014/main" id="{C8CB77A5-7712-7DCE-D7D9-138813288481}"/>
              </a:ext>
            </a:extLst>
          </p:cNvPr>
          <p:cNvSpPr/>
          <p:nvPr/>
        </p:nvSpPr>
        <p:spPr>
          <a:xfrm>
            <a:off x="6963928" y="2746657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9935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1F475-5B50-81EF-0BF8-C560EC3E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CF930E-0FCE-98B8-C18D-FD71745D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665B5-D155-106B-9932-0B5F391F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C7A1E43-FD2C-0569-0801-ACD96B5205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E81E2-7069-3A85-302B-DD8B8E805CA9}"/>
              </a:ext>
            </a:extLst>
          </p:cNvPr>
          <p:cNvSpPr txBox="1"/>
          <p:nvPr/>
        </p:nvSpPr>
        <p:spPr>
          <a:xfrm>
            <a:off x="914399" y="829386"/>
            <a:ext cx="359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키보드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681B940-E3E2-C582-AC0D-D2AA8E97B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132867"/>
            <a:ext cx="10248975" cy="3267099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78716C-9552-6E46-3A6C-44E0FF677670}"/>
              </a:ext>
            </a:extLst>
          </p:cNvPr>
          <p:cNvSpPr/>
          <p:nvPr/>
        </p:nvSpPr>
        <p:spPr>
          <a:xfrm>
            <a:off x="1130291" y="3223458"/>
            <a:ext cx="102235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6FD070B-25F5-4733-F586-051C9247A6CD}"/>
              </a:ext>
            </a:extLst>
          </p:cNvPr>
          <p:cNvSpPr/>
          <p:nvPr/>
        </p:nvSpPr>
        <p:spPr>
          <a:xfrm>
            <a:off x="1932668" y="2386592"/>
            <a:ext cx="1250950" cy="825500"/>
          </a:xfrm>
          <a:custGeom>
            <a:avLst/>
            <a:gdLst>
              <a:gd name="csX0" fmla="*/ 3175 w 1250950"/>
              <a:gd name="csY0" fmla="*/ 793750 h 825500"/>
              <a:gd name="csX1" fmla="*/ 0 w 1250950"/>
              <a:gd name="csY1" fmla="*/ 422275 h 825500"/>
              <a:gd name="csX2" fmla="*/ 384175 w 1250950"/>
              <a:gd name="csY2" fmla="*/ 420687 h 825500"/>
              <a:gd name="csX3" fmla="*/ 376237 w 1250950"/>
              <a:gd name="csY3" fmla="*/ 52387 h 825500"/>
              <a:gd name="csX4" fmla="*/ 392112 w 1250950"/>
              <a:gd name="csY4" fmla="*/ 1587 h 825500"/>
              <a:gd name="csX5" fmla="*/ 746125 w 1250950"/>
              <a:gd name="csY5" fmla="*/ 0 h 825500"/>
              <a:gd name="csX6" fmla="*/ 763587 w 1250950"/>
              <a:gd name="csY6" fmla="*/ 34925 h 825500"/>
              <a:gd name="csX7" fmla="*/ 766762 w 1250950"/>
              <a:gd name="csY7" fmla="*/ 406400 h 825500"/>
              <a:gd name="csX8" fmla="*/ 1225550 w 1250950"/>
              <a:gd name="csY8" fmla="*/ 409575 h 825500"/>
              <a:gd name="csX9" fmla="*/ 1250950 w 1250950"/>
              <a:gd name="csY9" fmla="*/ 442912 h 825500"/>
              <a:gd name="csX10" fmla="*/ 1250950 w 1250950"/>
              <a:gd name="csY10" fmla="*/ 825500 h 825500"/>
              <a:gd name="csX11" fmla="*/ 3175 w 1250950"/>
              <a:gd name="csY11" fmla="*/ 793750 h 82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50950" h="825500">
                <a:moveTo>
                  <a:pt x="3175" y="793750"/>
                </a:moveTo>
                <a:cubicBezTo>
                  <a:pt x="2117" y="669925"/>
                  <a:pt x="1058" y="546100"/>
                  <a:pt x="0" y="422275"/>
                </a:cubicBezTo>
                <a:lnTo>
                  <a:pt x="384175" y="420687"/>
                </a:lnTo>
                <a:lnTo>
                  <a:pt x="376237" y="52387"/>
                </a:lnTo>
                <a:lnTo>
                  <a:pt x="392112" y="1587"/>
                </a:lnTo>
                <a:lnTo>
                  <a:pt x="746125" y="0"/>
                </a:lnTo>
                <a:lnTo>
                  <a:pt x="763587" y="34925"/>
                </a:lnTo>
                <a:cubicBezTo>
                  <a:pt x="764645" y="158750"/>
                  <a:pt x="765704" y="282575"/>
                  <a:pt x="766762" y="406400"/>
                </a:cubicBezTo>
                <a:lnTo>
                  <a:pt x="1225550" y="409575"/>
                </a:lnTo>
                <a:lnTo>
                  <a:pt x="1250950" y="442912"/>
                </a:lnTo>
                <a:lnTo>
                  <a:pt x="1250950" y="825500"/>
                </a:lnTo>
                <a:lnTo>
                  <a:pt x="3175" y="793750"/>
                </a:lnTo>
                <a:close/>
              </a:path>
            </a:pathLst>
          </a:custGeom>
          <a:solidFill>
            <a:srgbClr val="00B0F0">
              <a:alpha val="10000"/>
            </a:srgb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4C216CB-B9D5-FB6C-3DB9-97923E8626DD}"/>
              </a:ext>
            </a:extLst>
          </p:cNvPr>
          <p:cNvSpPr/>
          <p:nvPr/>
        </p:nvSpPr>
        <p:spPr>
          <a:xfrm>
            <a:off x="3219923" y="2804499"/>
            <a:ext cx="385314" cy="401248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D354653-EC62-818A-CDFF-BCC86B9C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0" t="2892" r="9749" b="6038"/>
          <a:stretch>
            <a:fillRect/>
          </a:stretch>
        </p:blipFill>
        <p:spPr>
          <a:xfrm>
            <a:off x="8505642" y="1940977"/>
            <a:ext cx="1390510" cy="2237206"/>
          </a:xfrm>
          <a:prstGeom prst="rect">
            <a:avLst/>
          </a:prstGeom>
        </p:spPr>
      </p:pic>
      <p:sp>
        <p:nvSpPr>
          <p:cNvPr id="22" name="화살표: 원형 21">
            <a:extLst>
              <a:ext uri="{FF2B5EF4-FFF2-40B4-BE49-F238E27FC236}">
                <a16:creationId xmlns:a16="http://schemas.microsoft.com/office/drawing/2014/main" id="{81DDF3B1-E1A7-0732-86D9-063291983360}"/>
              </a:ext>
            </a:extLst>
          </p:cNvPr>
          <p:cNvSpPr/>
          <p:nvPr/>
        </p:nvSpPr>
        <p:spPr>
          <a:xfrm>
            <a:off x="8313777" y="1198718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206914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화살표: 원형 23">
            <a:extLst>
              <a:ext uri="{FF2B5EF4-FFF2-40B4-BE49-F238E27FC236}">
                <a16:creationId xmlns:a16="http://schemas.microsoft.com/office/drawing/2014/main" id="{A77F9669-6D41-741A-39A2-B0DD08474AD0}"/>
              </a:ext>
            </a:extLst>
          </p:cNvPr>
          <p:cNvSpPr/>
          <p:nvPr/>
        </p:nvSpPr>
        <p:spPr>
          <a:xfrm flipH="1">
            <a:off x="8313777" y="1198718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012437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5C2768-F5BD-D7B1-FD97-6AB99AEDB144}"/>
              </a:ext>
            </a:extLst>
          </p:cNvPr>
          <p:cNvSpPr/>
          <p:nvPr/>
        </p:nvSpPr>
        <p:spPr>
          <a:xfrm>
            <a:off x="8547698" y="2005226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ABD8B81-B05A-87B8-4093-2DB156AF6F58}"/>
              </a:ext>
            </a:extLst>
          </p:cNvPr>
          <p:cNvSpPr/>
          <p:nvPr/>
        </p:nvSpPr>
        <p:spPr>
          <a:xfrm>
            <a:off x="3255264" y="3683341"/>
            <a:ext cx="170780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DBF397A-F5A2-BABE-F5F8-F0EF9CB5B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21782"/>
              </p:ext>
            </p:extLst>
          </p:nvPr>
        </p:nvGraphicFramePr>
        <p:xfrm>
          <a:off x="1074508" y="4428198"/>
          <a:ext cx="9928756" cy="94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82">
                  <a:extLst>
                    <a:ext uri="{9D8B030D-6E8A-4147-A177-3AD203B41FA5}">
                      <a16:colId xmlns:a16="http://schemas.microsoft.com/office/drawing/2014/main" val="4197245890"/>
                    </a:ext>
                  </a:extLst>
                </a:gridCol>
                <a:gridCol w="1143688">
                  <a:extLst>
                    <a:ext uri="{9D8B030D-6E8A-4147-A177-3AD203B41FA5}">
                      <a16:colId xmlns:a16="http://schemas.microsoft.com/office/drawing/2014/main" val="4209761999"/>
                    </a:ext>
                  </a:extLst>
                </a:gridCol>
                <a:gridCol w="1131649">
                  <a:extLst>
                    <a:ext uri="{9D8B030D-6E8A-4147-A177-3AD203B41FA5}">
                      <a16:colId xmlns:a16="http://schemas.microsoft.com/office/drawing/2014/main" val="4220247498"/>
                    </a:ext>
                  </a:extLst>
                </a:gridCol>
                <a:gridCol w="1107284">
                  <a:extLst>
                    <a:ext uri="{9D8B030D-6E8A-4147-A177-3AD203B41FA5}">
                      <a16:colId xmlns:a16="http://schemas.microsoft.com/office/drawing/2014/main" val="1951899160"/>
                    </a:ext>
                  </a:extLst>
                </a:gridCol>
                <a:gridCol w="1500997">
                  <a:extLst>
                    <a:ext uri="{9D8B030D-6E8A-4147-A177-3AD203B41FA5}">
                      <a16:colId xmlns:a16="http://schemas.microsoft.com/office/drawing/2014/main" val="3814890661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2511956926"/>
                    </a:ext>
                  </a:extLst>
                </a:gridCol>
                <a:gridCol w="1374475">
                  <a:extLst>
                    <a:ext uri="{9D8B030D-6E8A-4147-A177-3AD203B41FA5}">
                      <a16:colId xmlns:a16="http://schemas.microsoft.com/office/drawing/2014/main" val="1245850054"/>
                    </a:ext>
                  </a:extLst>
                </a:gridCol>
                <a:gridCol w="1249664">
                  <a:extLst>
                    <a:ext uri="{9D8B030D-6E8A-4147-A177-3AD203B41FA5}">
                      <a16:colId xmlns:a16="http://schemas.microsoft.com/office/drawing/2014/main" val="2224349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달리기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상호작용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회전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경로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9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Wasd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Shift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Space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 좌우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움직임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 err="1"/>
                        <a:t>우클릭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 err="1"/>
                        <a:t>좌클릭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휠 클릭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475309"/>
                  </a:ext>
                </a:extLst>
              </a:tr>
            </a:tbl>
          </a:graphicData>
        </a:graphic>
      </p:graphicFrame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D617EA0-F4B8-682D-6728-5E7DA72B9BDA}"/>
              </a:ext>
            </a:extLst>
          </p:cNvPr>
          <p:cNvSpPr/>
          <p:nvPr/>
        </p:nvSpPr>
        <p:spPr>
          <a:xfrm>
            <a:off x="9367786" y="2036465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CB54980-D93C-BB36-4337-10581FF81870}"/>
              </a:ext>
            </a:extLst>
          </p:cNvPr>
          <p:cNvSpPr/>
          <p:nvPr/>
        </p:nvSpPr>
        <p:spPr>
          <a:xfrm>
            <a:off x="9067474" y="2225215"/>
            <a:ext cx="276927" cy="525820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346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DB22-F445-1C8F-61D8-CBB7CD53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및 출처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B7D82-5A93-A32E-08C0-ED202AF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0600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8EAFD-03FA-8944-B1DF-F230D2C4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자료 출처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8BD448A-07B9-B4A3-5EB1-9258F8A8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396"/>
            <a:ext cx="10515600" cy="5285567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자료</a:t>
            </a:r>
            <a:r>
              <a:rPr lang="en-US" altLang="ko-KR" sz="1600" dirty="0"/>
              <a:t>1 </a:t>
            </a:r>
            <a:r>
              <a:rPr lang="ko-KR" altLang="en-US" sz="1600" dirty="0" err="1"/>
              <a:t>플레임</a:t>
            </a:r>
            <a:r>
              <a:rPr lang="en-US" altLang="ko-KR" sz="1600" dirty="0"/>
              <a:t>&lt;</a:t>
            </a:r>
            <a:r>
              <a:rPr lang="ko-KR" altLang="en-US" sz="1600" dirty="0"/>
              <a:t>나 배달 </a:t>
            </a:r>
            <a:r>
              <a:rPr lang="ko-KR" altLang="en-US" sz="1600" dirty="0" err="1"/>
              <a:t>안해</a:t>
            </a:r>
            <a:r>
              <a:rPr lang="en-US" altLang="ko-KR" sz="1600" dirty="0"/>
              <a:t>&gt;</a:t>
            </a:r>
            <a:r>
              <a:rPr lang="ko-KR" altLang="en-US" sz="1600" dirty="0"/>
              <a:t>영상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2  </a:t>
            </a:r>
            <a:r>
              <a:rPr lang="en-US" altLang="ko-KR" sz="1600" dirty="0">
                <a:hlinkClick r:id="rId2"/>
              </a:rPr>
              <a:t>https://namu.wiki/w/%EB%8F%99%EB%AC%BC%EC%9D%98%20%EC%88%B2%20%EC%8B%9C%EB%A6%AC%EC%A6%88/%EC%9D%BC%EB%B0%98%20%EC%A3%BC%EB%AF%BC/%EA%B3%B0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3 </a:t>
            </a:r>
            <a:r>
              <a:rPr lang="en-US" altLang="ko-KR" sz="1600" dirty="0">
                <a:hlinkClick r:id="rId3"/>
              </a:rPr>
              <a:t>https://www.reddit.com/r/PartyAnimalsGame/comments/1b0dmqw/how_to_get_a_new_exclusive_tiagra_skin/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4 </a:t>
            </a:r>
            <a:r>
              <a:rPr lang="en-US" altLang="ko-KR" sz="1600" dirty="0">
                <a:hlinkClick r:id="rId4"/>
              </a:rPr>
              <a:t>https://page.onstove.com/indie/global/view/9597749</a:t>
            </a:r>
            <a:r>
              <a:rPr lang="en-US" altLang="ko-KR" sz="1600" dirty="0"/>
              <a:t> </a:t>
            </a:r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5 </a:t>
            </a:r>
            <a:r>
              <a:rPr lang="en-US" altLang="ko-KR" sz="1600" dirty="0">
                <a:hlinkClick r:id="rId5"/>
              </a:rPr>
              <a:t>https://www.youtube.com/watch?v=eNRvtvpl1Io&amp;t=872s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*</a:t>
            </a:r>
            <a:r>
              <a:rPr lang="ko-KR" altLang="en-US" sz="1600" dirty="0" err="1"/>
              <a:t>어떤느낌</a:t>
            </a:r>
            <a:r>
              <a:rPr lang="ko-KR" altLang="en-US" sz="1600" dirty="0"/>
              <a:t> 이미지</a:t>
            </a:r>
            <a:r>
              <a:rPr lang="en-US" altLang="ko-KR" sz="1600" dirty="0"/>
              <a:t> </a:t>
            </a:r>
            <a:r>
              <a:rPr lang="ko-KR" altLang="en-US" sz="1600" dirty="0"/>
              <a:t>베틀그라운드 </a:t>
            </a:r>
            <a:r>
              <a:rPr lang="en-US" altLang="ko-KR" sz="1600" dirty="0">
                <a:hlinkClick r:id="rId6"/>
              </a:rPr>
              <a:t>%EC%9D%B8%EC%B9%AD-Back-view-%EC%8A%88%ED%8C%85%EA%B2%8C%EC%9E%84TPS-%ED%94%84%EB%A1%9C%EC%A0%9D%ED%8A%B8-%EC%8B%9C%EC%9E%91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키보드 이미지 </a:t>
            </a:r>
            <a:r>
              <a:rPr lang="en-US" altLang="ko-KR" sz="1600" dirty="0">
                <a:hlinkClick r:id="rId7"/>
              </a:rPr>
              <a:t>https://creatorjoseph.com/268#google_vignette</a:t>
            </a:r>
            <a:endParaRPr lang="en-US" altLang="ko-KR" sz="1600" dirty="0"/>
          </a:p>
          <a:p>
            <a:r>
              <a:rPr lang="ko-KR" altLang="en-US" sz="1600" dirty="0"/>
              <a:t>마우스 이미지 </a:t>
            </a:r>
            <a:r>
              <a:rPr lang="en-US" altLang="ko-KR" sz="1600" dirty="0">
                <a:hlinkClick r:id="rId8"/>
              </a:rPr>
              <a:t>https://kor.pngtree.com/so/%EB%A7%88%EC%9A%B0%EC%8A%A4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26ECB-2B1C-B2A7-4CB5-00358793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F74C-0F26-5025-9369-77AED66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84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907003B-E921-5E38-C139-5AE6158C74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9752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4E2C0-C57B-EAFD-5D06-3FD50861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4289B-9D87-792E-04C1-D2A2923E4F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F9BD28-1458-AB7B-F84E-98312AF8DE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55562-3507-C911-F98D-4843A5F5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91E00-6114-C081-D877-7821267F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DDDFA48-0E3E-215C-F127-6CCD554066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5478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7DE-7DC4-1DA0-74CB-001BCA1C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0C2E3-6320-9489-4E68-947F5A32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FD4BF-BA8A-6F73-F997-07EC85AC1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 설명란과 폐기된 아이디어</a:t>
            </a:r>
          </a:p>
        </p:txBody>
      </p:sp>
    </p:spTree>
    <p:extLst>
      <p:ext uri="{BB962C8B-B14F-4D97-AF65-F5344CB8AC3E}">
        <p14:creationId xmlns:p14="http://schemas.microsoft.com/office/powerpoint/2010/main" val="36120210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93ED8D-A4DF-5611-FF36-58D5EAA1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D48AEC-BAAE-C0EE-7E52-1E48A848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기획발표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의도</a:t>
            </a:r>
            <a:r>
              <a:rPr lang="en-US" altLang="ko-KR" dirty="0"/>
              <a:t>(2</a:t>
            </a:r>
            <a:r>
              <a:rPr lang="ko-KR" altLang="en-US" dirty="0"/>
              <a:t>인 협동의 이유가 있나</a:t>
            </a:r>
            <a:r>
              <a:rPr lang="en-US" altLang="ko-KR" dirty="0"/>
              <a:t>?? </a:t>
            </a:r>
            <a:r>
              <a:rPr lang="ko-KR" altLang="en-US" dirty="0"/>
              <a:t>굳이 </a:t>
            </a:r>
            <a:r>
              <a:rPr lang="en-US" altLang="ko-KR" dirty="0"/>
              <a:t>2</a:t>
            </a:r>
            <a:r>
              <a:rPr lang="ko-KR" altLang="en-US" dirty="0" err="1"/>
              <a:t>인이어야하나</a:t>
            </a:r>
            <a:r>
              <a:rPr lang="en-US" altLang="ko-KR" dirty="0"/>
              <a:t>?)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기획자를 향한 기획서</a:t>
            </a:r>
            <a:endParaRPr lang="en-US" altLang="ko-KR" dirty="0"/>
          </a:p>
          <a:p>
            <a:r>
              <a:rPr lang="ko-KR" altLang="en-US" dirty="0"/>
              <a:t>연구주제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연구 주제 추가</a:t>
            </a:r>
            <a:r>
              <a:rPr lang="en-US" altLang="ko-KR" dirty="0"/>
              <a:t>, </a:t>
            </a:r>
            <a:r>
              <a:rPr lang="ko-KR" altLang="en-US" dirty="0"/>
              <a:t>어떻게 </a:t>
            </a:r>
            <a:r>
              <a:rPr lang="ko-KR" altLang="en-US" dirty="0" err="1"/>
              <a:t>구현하겠다에</a:t>
            </a:r>
            <a:r>
              <a:rPr lang="ko-KR" altLang="en-US" dirty="0"/>
              <a:t> 대한 계획과 기획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프로그래머를 향한 기획서</a:t>
            </a:r>
            <a:endParaRPr lang="en-US" altLang="ko-KR" dirty="0"/>
          </a:p>
          <a:p>
            <a:r>
              <a:rPr lang="ko-KR" altLang="en-US" dirty="0"/>
              <a:t>팀원 공유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세부 내용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AEC38E-F7F5-111A-9006-FE8FD05119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488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4D51-F217-67D8-15C1-2C657497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UI_</a:t>
            </a:r>
            <a:r>
              <a:rPr lang="ko-KR" altLang="en-US"/>
              <a:t>세부</a:t>
            </a:r>
            <a:r>
              <a:rPr lang="en-US" altLang="ko-KR"/>
              <a:t>_</a:t>
            </a:r>
            <a:r>
              <a:rPr lang="ko-KR" altLang="en-US"/>
              <a:t>시간예측분석</a:t>
            </a:r>
            <a:r>
              <a:rPr lang="en-US" altLang="ko-KR"/>
              <a:t>UI</a:t>
            </a:r>
            <a:r>
              <a:rPr lang="en-US" altLang="ko-KR">
                <a:solidFill>
                  <a:schemeClr val="accent3"/>
                </a:solidFill>
              </a:rPr>
              <a:t>_</a:t>
            </a:r>
            <a:r>
              <a:rPr lang="ko-KR" altLang="en-US">
                <a:solidFill>
                  <a:schemeClr val="accent3"/>
                </a:solidFill>
              </a:rPr>
              <a:t>후보</a:t>
            </a:r>
            <a:r>
              <a:rPr lang="en-US" altLang="ko-KR">
                <a:solidFill>
                  <a:schemeClr val="accent3"/>
                </a:solidFill>
              </a:rPr>
              <a:t>1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7975F-8ACE-F4FA-8AB0-07475DFB4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5F8528-CD96-16F4-2F05-6811FC9837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결과 </a:t>
            </a:r>
            <a:r>
              <a:rPr lang="en-US" altLang="ko-KR" sz="2400" dirty="0"/>
              <a:t>: </a:t>
            </a:r>
            <a:r>
              <a:rPr lang="ko-KR" altLang="en-US" sz="2400" dirty="0"/>
              <a:t>폐기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까닭 </a:t>
            </a:r>
            <a:r>
              <a:rPr lang="en-US" altLang="ko-KR" sz="2400" dirty="0"/>
              <a:t>: </a:t>
            </a:r>
            <a:r>
              <a:rPr lang="ko-KR" altLang="en-US" sz="2400" dirty="0"/>
              <a:t>다른 후보들에 비해 가장 쉽게 </a:t>
            </a:r>
            <a:r>
              <a:rPr lang="en-US" altLang="ko-KR" sz="2400" dirty="0"/>
              <a:t>3</a:t>
            </a:r>
            <a:r>
              <a:rPr lang="ko-KR" altLang="en-US" sz="2400" dirty="0"/>
              <a:t>인칭에 녹여낼 있으나</a:t>
            </a:r>
            <a:r>
              <a:rPr lang="en-US" altLang="ko-KR" sz="2400" dirty="0"/>
              <a:t>, </a:t>
            </a:r>
            <a:r>
              <a:rPr lang="ko-KR" altLang="en-US" sz="2400" dirty="0"/>
              <a:t>마찬가지로 다른 </a:t>
            </a:r>
            <a:r>
              <a:rPr lang="en-US" altLang="ko-KR" sz="2400" dirty="0"/>
              <a:t>3</a:t>
            </a:r>
            <a:r>
              <a:rPr lang="ko-KR" altLang="en-US" sz="2400" dirty="0"/>
              <a:t>인칭 </a:t>
            </a:r>
            <a:r>
              <a:rPr lang="en-US" altLang="ko-KR" sz="2400" dirty="0"/>
              <a:t>UI</a:t>
            </a:r>
            <a:r>
              <a:rPr lang="ko-KR" altLang="en-US" sz="2400" dirty="0"/>
              <a:t>에서 아이디어를 얻거나 통합하는 것이 더 나은 방안이라 판단함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 err="1"/>
              <a:t>핍보이</a:t>
            </a:r>
            <a:r>
              <a:rPr lang="ko-KR" altLang="en-US" sz="2400" dirty="0"/>
              <a:t> </a:t>
            </a:r>
            <a:r>
              <a:rPr lang="en-US" altLang="ko-KR" sz="2400" dirty="0"/>
              <a:t>UI </a:t>
            </a:r>
            <a:r>
              <a:rPr lang="ko-KR" altLang="en-US" sz="2400" dirty="0"/>
              <a:t>이미지 </a:t>
            </a:r>
            <a:r>
              <a:rPr lang="en-US" altLang="ko-KR" sz="2400" dirty="0">
                <a:hlinkClick r:id="rId2"/>
              </a:rPr>
              <a:t>https://arca.live/b/fallout76/19323367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EFC82-39C1-37D5-A2C1-BD710910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AC843-7DC9-A361-45FE-6B5FA433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7C3D725-686D-219D-E3F9-FCDBA59832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C82763-7EB2-6DBD-BD2A-89C2169C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2060"/>
            <a:ext cx="5266640" cy="296248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47BB6AC-574F-23F8-798C-FE5AED8C901E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30664055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ED21-0446-B325-480B-8AEDED03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2B022-CC93-5BD3-2FB3-7C520F27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2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0B2E1-7D68-E4DC-0EA7-BE29AF19F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FF18E-C4C2-7C23-480E-50C0007526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 err="1"/>
              <a:t>테블릿</a:t>
            </a:r>
            <a:r>
              <a:rPr lang="ko-KR" altLang="en-US" sz="1600" dirty="0"/>
              <a:t>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 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ko-KR" altLang="en-US" sz="1600" dirty="0"/>
              <a:t>화면을 덮을 크기</a:t>
            </a:r>
            <a:r>
              <a:rPr lang="en-US" altLang="ko-KR" sz="1600" dirty="0"/>
              <a:t>, </a:t>
            </a:r>
            <a:r>
              <a:rPr lang="ko-KR" altLang="en-US" sz="1600" dirty="0"/>
              <a:t>투명도는 방식에 따라 필요가 </a:t>
            </a:r>
            <a:r>
              <a:rPr lang="ko-KR" altLang="en-US" sz="1600" dirty="0" err="1"/>
              <a:t>정해짐</a:t>
            </a:r>
            <a:r>
              <a:rPr lang="en-US" altLang="ko-KR" sz="1600" dirty="0"/>
              <a:t>, </a:t>
            </a:r>
            <a:r>
              <a:rPr lang="ko-KR" altLang="en-US" sz="1600" dirty="0"/>
              <a:t>만약 </a:t>
            </a:r>
            <a:r>
              <a:rPr lang="ko-KR" altLang="en-US" sz="1600" dirty="0" err="1"/>
              <a:t>미니맵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탑뷰로</a:t>
            </a:r>
            <a:r>
              <a:rPr lang="ko-KR" altLang="en-US" sz="1600" dirty="0"/>
              <a:t> 경로를 알려준다면 투명도 필요 없음</a:t>
            </a:r>
            <a:r>
              <a:rPr lang="en-US" altLang="ko-KR" sz="1600" dirty="0"/>
              <a:t>, </a:t>
            </a:r>
            <a:r>
              <a:rPr lang="ko-KR" altLang="en-US" sz="1600" dirty="0"/>
              <a:t>눈 앞의 경로를 알려준다면 투명도 필요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3</a:t>
            </a:r>
            <a:r>
              <a:rPr lang="ko-KR" altLang="en-US" sz="1600" dirty="0"/>
              <a:t>인칭 진행에서 자연스럽게 디자인할 방안을 찾지 못함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서브노티카</a:t>
            </a:r>
            <a:r>
              <a:rPr lang="en-US" altLang="ko-KR" sz="1600" dirty="0"/>
              <a:t> 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https://gameuidatabase.com/index.php?&amp;scrn=71&amp;set=1&amp;plat=1&amp;tag=131&amp;series=106&amp;sort=2&amp;r=4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EB7CD-9D5E-B089-9D35-D9AF3542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5F2533-7743-0CAA-E193-5A96F503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20614F1-FB8C-4B4B-8C14-E7CF485B3A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E6418C-1FA6-12EF-E3A5-687928F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4" y="1119112"/>
            <a:ext cx="5197870" cy="29238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E254F-D347-9C8F-D15D-BFD13989A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19" y="4065917"/>
            <a:ext cx="5003961" cy="211104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28EEAA-D802-B5E2-4634-5801BDADAFC3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29541052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5E5E-B71B-3E00-C88E-EB1061C3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DB0DB-4DCE-11D7-B365-3F83F678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3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83826-6FD3-BF10-B452-319AE5A86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CC3A1F-E50B-52CB-1E8A-D38165C47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1916"/>
            <a:ext cx="5181600" cy="49950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/>
              <a:t>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</a:t>
            </a:r>
            <a:r>
              <a:rPr lang="en-US" altLang="ko-KR" sz="1600" dirty="0"/>
              <a:t> :</a:t>
            </a:r>
            <a:br>
              <a:rPr lang="en-US" altLang="ko-KR" sz="1600" dirty="0"/>
            </a:br>
            <a:r>
              <a:rPr lang="ko-KR" altLang="en-US" sz="1600" dirty="0"/>
              <a:t>시계는 크기가 </a:t>
            </a:r>
            <a:r>
              <a:rPr lang="ko-KR" altLang="en-US" sz="1600" dirty="0" err="1"/>
              <a:t>커야함</a:t>
            </a:r>
            <a:r>
              <a:rPr lang="en-US" altLang="ko-KR" sz="1600" dirty="0"/>
              <a:t>, </a:t>
            </a:r>
            <a:r>
              <a:rPr lang="ko-KR" altLang="en-US" sz="1600" dirty="0"/>
              <a:t>직관적이고 선명한 색의 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중앙에는 화살표로 경로의 위치를 확인할 수 있도록 해야함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</a:t>
            </a:r>
            <a:r>
              <a:rPr lang="ko-KR" altLang="en-US" sz="1600" dirty="0"/>
              <a:t>실시간 컨셉과 맞지 않다고 판단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배달품</a:t>
            </a:r>
            <a:r>
              <a:rPr lang="ko-KR" altLang="en-US" sz="1600" dirty="0"/>
              <a:t> 소지 시 손목을 볼 수 없거나 구현이 곤란해짐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그린헬</a:t>
            </a:r>
            <a:r>
              <a:rPr lang="ko-KR" altLang="en-US" sz="1600" dirty="0"/>
              <a:t> 손목시계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https://constante.tistory.com/entry/%EA%B7%B8%EB%A6%B0-%ED%97%ACGreen-Hell-%EC%B4%88%EB%B3%B4%EA%B0%80%EC%9D%B4%EB%93%9C-%ED%8A%9C%ED%86%A0%EB%A6%AC%EC%96%BC-%ED%95%B4%EC%95%BC-%ED%95%98%EB%8A%94-%EC%9D%B4%EC%9C%A0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C9BB43-0277-F6FA-BBC7-4CA345E2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6AA24-EF56-CAB7-B5BB-9D1F1703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8ECF64-4803-31DC-51AA-50E8624A34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AD80CA8-A303-4ECC-BDB8-24B3AFB8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54152"/>
            <a:ext cx="5181600" cy="29322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66009D-C93F-161B-09F5-E69904A8F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81916"/>
            <a:ext cx="5181600" cy="29634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060AB15-8ACC-8D8E-F1D0-86A263E9E1FF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75127147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44667-96F1-86C8-94EF-4A8B74ECF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기획 목표 어째서 </a:t>
            </a:r>
            <a:r>
              <a:rPr lang="en-US" altLang="ko-KR" dirty="0"/>
              <a:t>2</a:t>
            </a:r>
            <a:r>
              <a:rPr lang="ko-KR" altLang="en-US" dirty="0"/>
              <a:t>인인가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FCA02-08FD-457E-299A-2D12BB6FA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1358" y="842169"/>
            <a:ext cx="10322442" cy="5334794"/>
          </a:xfrm>
        </p:spPr>
        <p:txBody>
          <a:bodyPr anchor="ctr"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두 플레이어의 특성이나 성격에 따라</a:t>
            </a:r>
            <a:r>
              <a:rPr lang="en-US" altLang="ko-KR" dirty="0"/>
              <a:t>, </a:t>
            </a:r>
            <a:r>
              <a:rPr lang="ko-KR" altLang="en-US" dirty="0"/>
              <a:t>경로 안내</a:t>
            </a:r>
            <a:r>
              <a:rPr lang="en-US" altLang="ko-KR" dirty="0"/>
              <a:t>AI</a:t>
            </a:r>
            <a:r>
              <a:rPr lang="ko-KR" altLang="en-US" dirty="0"/>
              <a:t>의 결과를 보고 서로 다른 의견을 낼 수 있는데</a:t>
            </a:r>
            <a:r>
              <a:rPr lang="en-US" altLang="ko-KR" dirty="0"/>
              <a:t>, </a:t>
            </a:r>
            <a:r>
              <a:rPr lang="ko-KR" altLang="en-US" dirty="0"/>
              <a:t>그 둘이 다른 의견으로 토의 시간이 길어지면 배달 시간이 점점 줄어든다</a:t>
            </a:r>
            <a:r>
              <a:rPr lang="en-US" altLang="ko-KR" dirty="0"/>
              <a:t>. </a:t>
            </a:r>
            <a:r>
              <a:rPr lang="ko-KR" altLang="en-US" dirty="0"/>
              <a:t>그렇게 줄어든 시간을 보며 결국 플레이어는 급하게 선택을 내릴 수 밖에 없는데</a:t>
            </a:r>
            <a:r>
              <a:rPr lang="en-US" altLang="ko-KR" dirty="0"/>
              <a:t>, </a:t>
            </a:r>
            <a:r>
              <a:rPr lang="ko-KR" altLang="en-US" dirty="0"/>
              <a:t>그렇게 함으로써 마찰이 생김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두 플레이어가 토의하면 혼자서 결정하는 것보다 결정의 시간이 </a:t>
            </a:r>
            <a:r>
              <a:rPr lang="ko-KR" altLang="en-US" dirty="0" err="1"/>
              <a:t>증가하게되는데</a:t>
            </a:r>
            <a:r>
              <a:rPr lang="en-US" altLang="ko-KR" dirty="0"/>
              <a:t>, </a:t>
            </a:r>
            <a:r>
              <a:rPr lang="ko-KR" altLang="en-US" dirty="0"/>
              <a:t>그렇게 하면 경로 시간이 계속 </a:t>
            </a:r>
            <a:r>
              <a:rPr lang="ko-KR" altLang="en-US" dirty="0" err="1"/>
              <a:t>확인할때마다</a:t>
            </a:r>
            <a:r>
              <a:rPr lang="ko-KR" altLang="en-US" dirty="0"/>
              <a:t> 변경되는 것을 보여주고자 한다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배달품</a:t>
            </a:r>
            <a:r>
              <a:rPr lang="ko-KR" altLang="en-US" dirty="0"/>
              <a:t> 최초 지급</a:t>
            </a:r>
            <a:r>
              <a:rPr lang="en-US" altLang="ko-KR" dirty="0"/>
              <a:t>, </a:t>
            </a:r>
            <a:r>
              <a:rPr lang="ko-KR" altLang="en-US" dirty="0" err="1"/>
              <a:t>배달품</a:t>
            </a:r>
            <a:r>
              <a:rPr lang="ko-KR" altLang="en-US" dirty="0"/>
              <a:t> </a:t>
            </a:r>
            <a:r>
              <a:rPr lang="ko-KR" altLang="en-US" dirty="0" err="1"/>
              <a:t>전달시</a:t>
            </a:r>
            <a:r>
              <a:rPr lang="ko-KR" altLang="en-US" dirty="0"/>
              <a:t> 인증절차를 </a:t>
            </a:r>
            <a:r>
              <a:rPr lang="ko-KR" altLang="en-US" dirty="0" err="1"/>
              <a:t>진행할때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인플레이어가 반드시 필요하게 만들어 두 플레이어가 서로 의견차이가 있더라도 서로 떨어지지 </a:t>
            </a:r>
            <a:r>
              <a:rPr lang="ko-KR" altLang="en-US" dirty="0" err="1"/>
              <a:t>않도록함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2</a:t>
            </a:r>
            <a:r>
              <a:rPr lang="ko-KR" altLang="en-US" dirty="0"/>
              <a:t>인의 플레이어고 </a:t>
            </a:r>
            <a:r>
              <a:rPr lang="ko-KR" altLang="en-US" dirty="0" err="1"/>
              <a:t>사람에따라</a:t>
            </a:r>
            <a:r>
              <a:rPr lang="ko-KR" altLang="en-US" dirty="0"/>
              <a:t> 변수를 많이 만들고 싶음</a:t>
            </a:r>
            <a:br>
              <a:rPr lang="en-US" altLang="ko-KR" dirty="0"/>
            </a:br>
            <a:r>
              <a:rPr lang="ko-KR" altLang="en-US" dirty="0"/>
              <a:t>예를 들어 두 플레이어가 길을 갈라서서 둘이 완전히 다른 길을 간다면</a:t>
            </a:r>
            <a:r>
              <a:rPr lang="en-US" altLang="ko-KR" dirty="0"/>
              <a:t>??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왜냐하면 변수를 많이 만드는 것이 정답지와 공략이 있는 배달 루트보다 다양한 플레이경험을 제공할 수 있기 때문에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그러면 왜 </a:t>
            </a:r>
            <a:r>
              <a:rPr lang="en-US" altLang="ko-KR" dirty="0"/>
              <a:t>2</a:t>
            </a:r>
            <a:r>
              <a:rPr lang="ko-KR" altLang="en-US" dirty="0"/>
              <a:t>인이고 </a:t>
            </a:r>
            <a:r>
              <a:rPr lang="en-US" altLang="ko-KR" dirty="0"/>
              <a:t>3</a:t>
            </a:r>
            <a:r>
              <a:rPr lang="ko-KR" altLang="en-US" dirty="0"/>
              <a:t>인이나</a:t>
            </a:r>
            <a:r>
              <a:rPr lang="en-US" altLang="ko-KR" dirty="0"/>
              <a:t>4</a:t>
            </a:r>
            <a:r>
              <a:rPr lang="ko-KR" altLang="en-US" dirty="0"/>
              <a:t>인이 아닌가</a:t>
            </a:r>
            <a:r>
              <a:rPr lang="en-US" altLang="ko-KR" dirty="0"/>
              <a:t>-&gt; </a:t>
            </a:r>
            <a:r>
              <a:rPr lang="ko-KR" altLang="en-US" dirty="0"/>
              <a:t>비용이 많이 듦</a:t>
            </a:r>
            <a:r>
              <a:rPr lang="en-US" altLang="ko-KR" dirty="0"/>
              <a:t>. </a:t>
            </a:r>
            <a:r>
              <a:rPr lang="ko-KR" altLang="en-US" dirty="0"/>
              <a:t>또한 역할의 분담에는 </a:t>
            </a:r>
            <a:r>
              <a:rPr lang="en-US" altLang="ko-KR" dirty="0"/>
              <a:t>2</a:t>
            </a:r>
            <a:r>
              <a:rPr lang="ko-KR" altLang="en-US" dirty="0"/>
              <a:t>인이 적절하다고 판단함</a:t>
            </a:r>
            <a:r>
              <a:rPr lang="en-US" altLang="ko-KR" dirty="0"/>
              <a:t>. </a:t>
            </a:r>
            <a:r>
              <a:rPr lang="ko-KR" altLang="en-US" dirty="0"/>
              <a:t>한명은 </a:t>
            </a:r>
            <a:r>
              <a:rPr lang="ko-KR" altLang="en-US" dirty="0" err="1"/>
              <a:t>배달품들기</a:t>
            </a:r>
            <a:r>
              <a:rPr lang="en-US" altLang="ko-KR" dirty="0"/>
              <a:t>, </a:t>
            </a:r>
            <a:r>
              <a:rPr lang="ko-KR" altLang="en-US" dirty="0" err="1"/>
              <a:t>다른한명은</a:t>
            </a:r>
            <a:r>
              <a:rPr lang="ko-KR" altLang="en-US" dirty="0"/>
              <a:t> 무기로 </a:t>
            </a:r>
            <a:r>
              <a:rPr lang="ko-KR" altLang="en-US" dirty="0" err="1"/>
              <a:t>엄호를하고</a:t>
            </a:r>
            <a:r>
              <a:rPr lang="en-US" altLang="ko-KR" dirty="0"/>
              <a:t>. 3</a:t>
            </a:r>
            <a:r>
              <a:rPr lang="ko-KR" altLang="en-US" dirty="0"/>
              <a:t>인이상이 되는 순간부터는</a:t>
            </a:r>
            <a:r>
              <a:rPr lang="en-US" altLang="ko-KR" dirty="0"/>
              <a:t>, 1</a:t>
            </a:r>
            <a:r>
              <a:rPr lang="ko-KR" altLang="en-US" dirty="0"/>
              <a:t>명이 화물</a:t>
            </a:r>
            <a:r>
              <a:rPr lang="en-US" altLang="ko-KR" dirty="0"/>
              <a:t>, 2</a:t>
            </a:r>
            <a:r>
              <a:rPr lang="ko-KR" altLang="en-US" dirty="0"/>
              <a:t>인이 무기를 들면 너무  엄호가 쉬워지고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아맞다</a:t>
            </a:r>
            <a:r>
              <a:rPr lang="ko-KR" altLang="en-US" dirty="0"/>
              <a:t> 플레이예상 시간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1CFA96-B6C1-0AB0-5757-0C46C68F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3F41E6-2AA1-320D-D25D-10352978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E666827-FC81-6B0C-A9C0-3513E98015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</p:spTree>
    <p:extLst>
      <p:ext uri="{BB962C8B-B14F-4D97-AF65-F5344CB8AC3E}">
        <p14:creationId xmlns:p14="http://schemas.microsoft.com/office/powerpoint/2010/main" val="36281418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F461-14B0-BB36-311E-F0C2506F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FF308-2CD8-B301-36CC-07AFAD5F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프로토타입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5E3038B-C0FA-5E5A-5CAD-6210C3334C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B4A19-A40C-231E-13BA-53A5983D5D61}"/>
              </a:ext>
            </a:extLst>
          </p:cNvPr>
          <p:cNvSpPr/>
          <p:nvPr/>
        </p:nvSpPr>
        <p:spPr>
          <a:xfrm>
            <a:off x="4109741" y="1115617"/>
            <a:ext cx="1540360" cy="82330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본거지에서 랜덤 </a:t>
            </a:r>
            <a:r>
              <a:rPr lang="ko-KR" altLang="en-US" dirty="0" err="1">
                <a:solidFill>
                  <a:srgbClr val="000000"/>
                </a:solidFill>
              </a:rPr>
              <a:t>배다품</a:t>
            </a:r>
            <a:r>
              <a:rPr lang="ko-KR" altLang="en-US" dirty="0">
                <a:solidFill>
                  <a:srgbClr val="000000"/>
                </a:solidFill>
              </a:rPr>
              <a:t> 조달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A57F16-D0B3-1B9A-37D2-4C66D1F8F559}"/>
              </a:ext>
            </a:extLst>
          </p:cNvPr>
          <p:cNvSpPr/>
          <p:nvPr/>
        </p:nvSpPr>
        <p:spPr>
          <a:xfrm>
            <a:off x="8401609" y="800285"/>
            <a:ext cx="1818245" cy="1458316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두 플레이어 중 누가 배달품을 운반할지 결정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배달품의 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20F480-58C7-2D5A-5B79-C2939DFD97C0}"/>
              </a:ext>
            </a:extLst>
          </p:cNvPr>
          <p:cNvSpPr/>
          <p:nvPr/>
        </p:nvSpPr>
        <p:spPr>
          <a:xfrm>
            <a:off x="3739433" y="2819301"/>
            <a:ext cx="1687574" cy="89229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667A37-D258-2A8D-9046-72399B6DF659}"/>
              </a:ext>
            </a:extLst>
          </p:cNvPr>
          <p:cNvSpPr/>
          <p:nvPr/>
        </p:nvSpPr>
        <p:spPr>
          <a:xfrm>
            <a:off x="6106410" y="2672427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7E71A8-1AD4-7AE5-CC48-FF3FA646E6F5}"/>
              </a:ext>
            </a:extLst>
          </p:cNvPr>
          <p:cNvSpPr/>
          <p:nvPr/>
        </p:nvSpPr>
        <p:spPr>
          <a:xfrm>
            <a:off x="6106410" y="3621123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852B5A-2957-F499-1C31-8FCD7C57B816}"/>
              </a:ext>
            </a:extLst>
          </p:cNvPr>
          <p:cNvSpPr/>
          <p:nvPr/>
        </p:nvSpPr>
        <p:spPr>
          <a:xfrm>
            <a:off x="6130402" y="5571286"/>
            <a:ext cx="1460848" cy="843421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1918198C-FB21-2611-8580-230602B3D4CA}"/>
              </a:ext>
            </a:extLst>
          </p:cNvPr>
          <p:cNvCxnSpPr>
            <a:cxnSpLocks/>
            <a:stCxn id="9" idx="3"/>
            <a:endCxn id="33" idx="1"/>
          </p:cNvCxnSpPr>
          <p:nvPr/>
        </p:nvCxnSpPr>
        <p:spPr>
          <a:xfrm>
            <a:off x="5650101" y="1527271"/>
            <a:ext cx="3696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897AEB-6EE7-87EC-3E2D-C30561AF01DA}"/>
              </a:ext>
            </a:extLst>
          </p:cNvPr>
          <p:cNvSpPr/>
          <p:nvPr/>
        </p:nvSpPr>
        <p:spPr>
          <a:xfrm>
            <a:off x="6130402" y="4672933"/>
            <a:ext cx="1460849" cy="843421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BB2388B9-A5ED-45B0-C29F-652541C5E543}"/>
              </a:ext>
            </a:extLst>
          </p:cNvPr>
          <p:cNvCxnSpPr>
            <a:cxnSpLocks/>
            <a:stCxn id="185" idx="3"/>
            <a:endCxn id="4" idx="1"/>
          </p:cNvCxnSpPr>
          <p:nvPr/>
        </p:nvCxnSpPr>
        <p:spPr>
          <a:xfrm flipV="1">
            <a:off x="1855419" y="1527272"/>
            <a:ext cx="25641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DB7E95AC-5157-F2D2-BDF0-0AE378CDEC48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427007" y="3101188"/>
            <a:ext cx="679403" cy="16426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6C0BFD02-9B5C-64B3-DC0C-9FAF5DDD9D8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427007" y="3265450"/>
            <a:ext cx="679403" cy="7247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EA952F6D-1E8E-24F6-FBBE-58606F879584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885801" y="5094644"/>
            <a:ext cx="244601" cy="2661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64665EAA-0FAB-A742-3FDC-70048DA1C678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885801" y="5360809"/>
            <a:ext cx="244601" cy="6321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4315DA8E-3106-C294-9726-7ADC3B59BEF8}"/>
              </a:ext>
            </a:extLst>
          </p:cNvPr>
          <p:cNvCxnSpPr>
            <a:cxnSpLocks/>
            <a:stCxn id="13" idx="3"/>
            <a:endCxn id="218" idx="1"/>
          </p:cNvCxnSpPr>
          <p:nvPr/>
        </p:nvCxnSpPr>
        <p:spPr>
          <a:xfrm flipH="1">
            <a:off x="3781647" y="3101188"/>
            <a:ext cx="4399024" cy="2259621"/>
          </a:xfrm>
          <a:prstGeom prst="bentConnector5">
            <a:avLst>
              <a:gd name="adj1" fmla="val -5197"/>
              <a:gd name="adj2" fmla="val 61461"/>
              <a:gd name="adj3" fmla="val 10519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36077822-9C4B-7262-E4F1-29FEF4A09CD7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7591251" y="5094643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FA01B67-4475-7248-4FFC-CF2D73F9E927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7591250" y="5988054"/>
            <a:ext cx="547806" cy="49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138E0AF3-24A6-BB1B-E7CA-81ED48DCAD28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298BC00F-AB13-843C-521E-9E77FF86FA48}"/>
              </a:ext>
            </a:extLst>
          </p:cNvPr>
          <p:cNvSpPr/>
          <p:nvPr/>
        </p:nvSpPr>
        <p:spPr>
          <a:xfrm>
            <a:off x="8139056" y="4711677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A3C28926-8FEE-D426-9BED-A5BE8A93619B}"/>
              </a:ext>
            </a:extLst>
          </p:cNvPr>
          <p:cNvSpPr/>
          <p:nvPr/>
        </p:nvSpPr>
        <p:spPr>
          <a:xfrm>
            <a:off x="8139056" y="560508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E2963922-933C-401E-5F2B-039143BEA027}"/>
              </a:ext>
            </a:extLst>
          </p:cNvPr>
          <p:cNvSpPr/>
          <p:nvPr/>
        </p:nvSpPr>
        <p:spPr>
          <a:xfrm>
            <a:off x="3781647" y="4851939"/>
            <a:ext cx="2104154" cy="10177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본거지로 복귀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(=</a:t>
            </a: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29C595-3733-C2E2-DB35-F9BEE0C1E5CD}"/>
              </a:ext>
            </a:extLst>
          </p:cNvPr>
          <p:cNvSpPr/>
          <p:nvPr/>
        </p:nvSpPr>
        <p:spPr>
          <a:xfrm>
            <a:off x="2111837" y="1158178"/>
            <a:ext cx="1632960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각 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캐릭터 선택</a:t>
            </a:r>
          </a:p>
        </p:txBody>
      </p:sp>
      <p:cxnSp>
        <p:nvCxnSpPr>
          <p:cNvPr id="21" name="화살표 12">
            <a:extLst>
              <a:ext uri="{FF2B5EF4-FFF2-40B4-BE49-F238E27FC236}">
                <a16:creationId xmlns:a16="http://schemas.microsoft.com/office/drawing/2014/main" id="{DB7ADB23-D008-0403-68F9-C111546AD64B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744797" y="1527271"/>
            <a:ext cx="36494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화살표 12">
            <a:extLst>
              <a:ext uri="{FF2B5EF4-FFF2-40B4-BE49-F238E27FC236}">
                <a16:creationId xmlns:a16="http://schemas.microsoft.com/office/drawing/2014/main" id="{4F8C28DF-58ED-F47B-F109-DC5DEACE25FD}"/>
              </a:ext>
            </a:extLst>
          </p:cNvPr>
          <p:cNvCxnSpPr>
            <a:cxnSpLocks/>
            <a:stCxn id="185" idx="3"/>
            <a:endCxn id="4" idx="1"/>
          </p:cNvCxnSpPr>
          <p:nvPr/>
        </p:nvCxnSpPr>
        <p:spPr>
          <a:xfrm flipV="1">
            <a:off x="1855419" y="1527272"/>
            <a:ext cx="25641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BD74BA-DB7D-C800-5F83-19D5A2966C14}"/>
              </a:ext>
            </a:extLst>
          </p:cNvPr>
          <p:cNvSpPr/>
          <p:nvPr/>
        </p:nvSpPr>
        <p:spPr>
          <a:xfrm>
            <a:off x="6019702" y="1115617"/>
            <a:ext cx="1889378" cy="82330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벌꿀이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배송품으로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나옴</a:t>
            </a:r>
          </a:p>
        </p:txBody>
      </p:sp>
      <p:cxnSp>
        <p:nvCxnSpPr>
          <p:cNvPr id="34" name="화살표 14">
            <a:extLst>
              <a:ext uri="{FF2B5EF4-FFF2-40B4-BE49-F238E27FC236}">
                <a16:creationId xmlns:a16="http://schemas.microsoft.com/office/drawing/2014/main" id="{296C43E9-1EBF-B78D-4D8B-4F083616081E}"/>
              </a:ext>
            </a:extLst>
          </p:cNvPr>
          <p:cNvCxnSpPr>
            <a:cxnSpLocks/>
            <a:stCxn id="33" idx="3"/>
            <a:endCxn id="10" idx="1"/>
          </p:cNvCxnSpPr>
          <p:nvPr/>
        </p:nvCxnSpPr>
        <p:spPr>
          <a:xfrm>
            <a:off x="7909080" y="1527271"/>
            <a:ext cx="492529" cy="21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79EF659-D767-46F3-85EC-931C4B96BC20}"/>
              </a:ext>
            </a:extLst>
          </p:cNvPr>
          <p:cNvSpPr/>
          <p:nvPr/>
        </p:nvSpPr>
        <p:spPr>
          <a:xfrm>
            <a:off x="1194175" y="2840050"/>
            <a:ext cx="1960613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휠을</a:t>
            </a:r>
            <a:r>
              <a:rPr lang="ko-KR" altLang="en-US" dirty="0">
                <a:solidFill>
                  <a:srgbClr val="000000"/>
                </a:solidFill>
              </a:rPr>
              <a:t> 눌러 도우미 </a:t>
            </a: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로 경로 파악</a:t>
            </a:r>
          </a:p>
        </p:txBody>
      </p:sp>
      <p:cxnSp>
        <p:nvCxnSpPr>
          <p:cNvPr id="86" name="꺾인 양쪽 화살표 연결선 20">
            <a:extLst>
              <a:ext uri="{FF2B5EF4-FFF2-40B4-BE49-F238E27FC236}">
                <a16:creationId xmlns:a16="http://schemas.microsoft.com/office/drawing/2014/main" id="{FD123B17-66B1-DF4D-D055-BEBCD9948175}"/>
              </a:ext>
            </a:extLst>
          </p:cNvPr>
          <p:cNvCxnSpPr>
            <a:cxnSpLocks/>
            <a:stCxn id="10" idx="3"/>
            <a:endCxn id="82" idx="1"/>
          </p:cNvCxnSpPr>
          <p:nvPr/>
        </p:nvCxnSpPr>
        <p:spPr>
          <a:xfrm flipH="1">
            <a:off x="1194175" y="1529443"/>
            <a:ext cx="9025679" cy="1739368"/>
          </a:xfrm>
          <a:prstGeom prst="bentConnector5">
            <a:avLst>
              <a:gd name="adj1" fmla="val -2533"/>
              <a:gd name="adj2" fmla="val 58635"/>
              <a:gd name="adj3" fmla="val 10253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화살표 14">
            <a:extLst>
              <a:ext uri="{FF2B5EF4-FFF2-40B4-BE49-F238E27FC236}">
                <a16:creationId xmlns:a16="http://schemas.microsoft.com/office/drawing/2014/main" id="{958F0617-751B-0FB9-24FF-8154CE805DC2}"/>
              </a:ext>
            </a:extLst>
          </p:cNvPr>
          <p:cNvCxnSpPr>
            <a:cxnSpLocks/>
            <a:stCxn id="82" idx="3"/>
            <a:endCxn id="12" idx="1"/>
          </p:cNvCxnSpPr>
          <p:nvPr/>
        </p:nvCxnSpPr>
        <p:spPr>
          <a:xfrm flipV="1">
            <a:off x="3154788" y="3265450"/>
            <a:ext cx="584645" cy="33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양쪽 화살표 연결선 20">
            <a:extLst>
              <a:ext uri="{FF2B5EF4-FFF2-40B4-BE49-F238E27FC236}">
                <a16:creationId xmlns:a16="http://schemas.microsoft.com/office/drawing/2014/main" id="{8B6BB6B2-D495-FCB4-587F-444E26A629CE}"/>
              </a:ext>
            </a:extLst>
          </p:cNvPr>
          <p:cNvCxnSpPr>
            <a:cxnSpLocks/>
            <a:stCxn id="14" idx="3"/>
            <a:endCxn id="218" idx="1"/>
          </p:cNvCxnSpPr>
          <p:nvPr/>
        </p:nvCxnSpPr>
        <p:spPr>
          <a:xfrm flipH="1">
            <a:off x="3781647" y="3990217"/>
            <a:ext cx="4399024" cy="1370592"/>
          </a:xfrm>
          <a:prstGeom prst="bentConnector5">
            <a:avLst>
              <a:gd name="adj1" fmla="val -5197"/>
              <a:gd name="adj2" fmla="val 44901"/>
              <a:gd name="adj3" fmla="val 10519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58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D4F6-795A-EB20-54C4-2E1FA3F0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F816BD5-858B-342C-B823-0402D9D9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테이블</a:t>
            </a:r>
            <a:r>
              <a:rPr lang="en-US" altLang="ko-KR" dirty="0"/>
              <a:t>_</a:t>
            </a:r>
            <a:r>
              <a:rPr lang="ko-KR" altLang="en-US" dirty="0"/>
              <a:t>맵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20A946CA-1674-179B-AE75-4D66304C04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73459" y="1553440"/>
          <a:ext cx="2645434" cy="4268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717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100d*100d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숲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30d*25d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숲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40d*20d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66608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모래언덕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40d*25d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08401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20d*15d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22120"/>
                  </a:ext>
                </a:extLst>
              </a:tr>
            </a:tbl>
          </a:graphicData>
        </a:graphic>
      </p:graphicFrame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946AB-3E4D-E33A-2A0B-17C37A30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F43B1E-AD1F-E948-28C2-82FB3168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93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B3BECAE-7C73-0F19-AE82-887C923DF6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D2F03D9-B845-BFFB-CCF6-9FB4E7465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3" y="1525774"/>
            <a:ext cx="4152774" cy="4164488"/>
          </a:xfrm>
          <a:prstGeom prst="rect">
            <a:avLst/>
          </a:prstGeom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A9FC3793-CB72-77C8-51B2-9A89A355061A}"/>
              </a:ext>
            </a:extLst>
          </p:cNvPr>
          <p:cNvSpPr/>
          <p:nvPr/>
        </p:nvSpPr>
        <p:spPr>
          <a:xfrm>
            <a:off x="6377792" y="1293938"/>
            <a:ext cx="4129178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72028BC5-0B37-AFD4-F158-2A6E32D34539}"/>
              </a:ext>
            </a:extLst>
          </p:cNvPr>
          <p:cNvSpPr/>
          <p:nvPr/>
        </p:nvSpPr>
        <p:spPr>
          <a:xfrm rot="5400000">
            <a:off x="8589636" y="3490111"/>
            <a:ext cx="4129178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5329C8-DCC7-A2F0-6B61-6A9432AB87EF}"/>
              </a:ext>
            </a:extLst>
          </p:cNvPr>
          <p:cNvSpPr txBox="1"/>
          <p:nvPr/>
        </p:nvSpPr>
        <p:spPr>
          <a:xfrm>
            <a:off x="7879085" y="971408"/>
            <a:ext cx="11616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100d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E57484-2A68-488C-FE59-0B93B43FA7FB}"/>
              </a:ext>
            </a:extLst>
          </p:cNvPr>
          <p:cNvSpPr txBox="1"/>
          <p:nvPr/>
        </p:nvSpPr>
        <p:spPr>
          <a:xfrm>
            <a:off x="10456649" y="3150381"/>
            <a:ext cx="11616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100d</a:t>
            </a:r>
            <a:endParaRPr lang="ko-KR" altLang="en-US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4EF25E2-6D6F-DF10-2FB6-D98F803D0F88}"/>
              </a:ext>
            </a:extLst>
          </p:cNvPr>
          <p:cNvCxnSpPr>
            <a:cxnSpLocks/>
            <a:stCxn id="32" idx="0"/>
            <a:endCxn id="32" idx="2"/>
          </p:cNvCxnSpPr>
          <p:nvPr/>
        </p:nvCxnSpPr>
        <p:spPr>
          <a:xfrm>
            <a:off x="8459930" y="1525774"/>
            <a:ext cx="0" cy="416448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50D21BC-03E8-4770-3F07-FA45CB9F81E4}"/>
              </a:ext>
            </a:extLst>
          </p:cNvPr>
          <p:cNvCxnSpPr>
            <a:cxnSpLocks/>
            <a:stCxn id="32" idx="1"/>
            <a:endCxn id="32" idx="3"/>
          </p:cNvCxnSpPr>
          <p:nvPr/>
        </p:nvCxnSpPr>
        <p:spPr>
          <a:xfrm>
            <a:off x="6383543" y="3608018"/>
            <a:ext cx="41527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AA3CE3F5-BFCF-DD7C-F5BE-62E79C4744F3}"/>
              </a:ext>
            </a:extLst>
          </p:cNvPr>
          <p:cNvSpPr/>
          <p:nvPr/>
        </p:nvSpPr>
        <p:spPr>
          <a:xfrm>
            <a:off x="6407140" y="3203274"/>
            <a:ext cx="1253112" cy="235809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7509C5AB-F4DE-3D4D-1834-0942DCFC0EF8}"/>
              </a:ext>
            </a:extLst>
          </p:cNvPr>
          <p:cNvSpPr/>
          <p:nvPr/>
        </p:nvSpPr>
        <p:spPr>
          <a:xfrm>
            <a:off x="8014522" y="2195838"/>
            <a:ext cx="1348010" cy="228185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3BA74708-E3B2-BC6E-91F5-B4E1AF31ACE3}"/>
              </a:ext>
            </a:extLst>
          </p:cNvPr>
          <p:cNvSpPr/>
          <p:nvPr/>
        </p:nvSpPr>
        <p:spPr>
          <a:xfrm rot="5400000">
            <a:off x="7277766" y="3815700"/>
            <a:ext cx="941714" cy="168316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BACC5BA7-437A-6B0B-3DFB-94BCE3ACE9A8}"/>
              </a:ext>
            </a:extLst>
          </p:cNvPr>
          <p:cNvSpPr/>
          <p:nvPr/>
        </p:nvSpPr>
        <p:spPr>
          <a:xfrm rot="5400000">
            <a:off x="7491619" y="2033804"/>
            <a:ext cx="1136945" cy="15619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C220081B-D162-CB59-0713-6850674D6E95}"/>
              </a:ext>
            </a:extLst>
          </p:cNvPr>
          <p:cNvSpPr/>
          <p:nvPr/>
        </p:nvSpPr>
        <p:spPr>
          <a:xfrm>
            <a:off x="6404693" y="1315351"/>
            <a:ext cx="1609829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AA566ED8-14E7-0976-0069-AD2185B7B2DC}"/>
              </a:ext>
            </a:extLst>
          </p:cNvPr>
          <p:cNvSpPr/>
          <p:nvPr/>
        </p:nvSpPr>
        <p:spPr>
          <a:xfrm>
            <a:off x="9085048" y="2443274"/>
            <a:ext cx="1129519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91068D27-346D-48C1-9F8B-EBFA48CED659}"/>
              </a:ext>
            </a:extLst>
          </p:cNvPr>
          <p:cNvSpPr/>
          <p:nvPr/>
        </p:nvSpPr>
        <p:spPr>
          <a:xfrm rot="5400000">
            <a:off x="9327516" y="2611465"/>
            <a:ext cx="800773" cy="15619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0EAF07-D46E-6366-4DC7-063B5B2E853A}"/>
              </a:ext>
            </a:extLst>
          </p:cNvPr>
          <p:cNvSpPr txBox="1"/>
          <p:nvPr/>
        </p:nvSpPr>
        <p:spPr>
          <a:xfrm>
            <a:off x="8060091" y="202367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40d</a:t>
            </a:r>
            <a:endParaRPr lang="ko-KR" alt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90F07F-8FBC-2BDF-338B-03EBFCB08B79}"/>
              </a:ext>
            </a:extLst>
          </p:cNvPr>
          <p:cNvSpPr txBox="1"/>
          <p:nvPr/>
        </p:nvSpPr>
        <p:spPr>
          <a:xfrm>
            <a:off x="6586933" y="1116820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45d</a:t>
            </a:r>
            <a:endParaRPr lang="ko-KR" altLang="en-US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2F1617-2E5F-BC2E-A5E6-91E4557AEEDC}"/>
              </a:ext>
            </a:extLst>
          </p:cNvPr>
          <p:cNvSpPr txBox="1"/>
          <p:nvPr/>
        </p:nvSpPr>
        <p:spPr>
          <a:xfrm>
            <a:off x="7386089" y="3730655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25d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6442D4-5D2C-8674-81EC-A0EDC14D6F5A}"/>
              </a:ext>
            </a:extLst>
          </p:cNvPr>
          <p:cNvSpPr txBox="1"/>
          <p:nvPr/>
        </p:nvSpPr>
        <p:spPr>
          <a:xfrm>
            <a:off x="6428702" y="301459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30d</a:t>
            </a:r>
            <a:endParaRPr lang="ko-KR" altLang="en-US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D3124B-A52E-814C-890B-01921229E181}"/>
              </a:ext>
            </a:extLst>
          </p:cNvPr>
          <p:cNvSpPr txBox="1"/>
          <p:nvPr/>
        </p:nvSpPr>
        <p:spPr>
          <a:xfrm>
            <a:off x="7645191" y="1832262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25d</a:t>
            </a:r>
            <a:endParaRPr lang="ko-KR" altLang="en-US" sz="1400" dirty="0"/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3651B9FD-A63F-07BA-D2D4-D02DC873D76F}"/>
              </a:ext>
            </a:extLst>
          </p:cNvPr>
          <p:cNvSpPr/>
          <p:nvPr/>
        </p:nvSpPr>
        <p:spPr>
          <a:xfrm rot="16200000" flipH="1">
            <a:off x="7461221" y="2798634"/>
            <a:ext cx="961031" cy="145038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091B93C-2AF9-9A55-0F1E-E5971C5A2B8E}"/>
              </a:ext>
            </a:extLst>
          </p:cNvPr>
          <p:cNvSpPr txBox="1"/>
          <p:nvPr/>
        </p:nvSpPr>
        <p:spPr>
          <a:xfrm>
            <a:off x="7177979" y="272100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20d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7A5A53E-CBD6-4D27-7935-D88BFB023A30}"/>
              </a:ext>
            </a:extLst>
          </p:cNvPr>
          <p:cNvSpPr txBox="1"/>
          <p:nvPr/>
        </p:nvSpPr>
        <p:spPr>
          <a:xfrm>
            <a:off x="9317350" y="2596139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15d</a:t>
            </a:r>
            <a:endParaRPr lang="ko-KR" altLang="en-US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66974E6-E12C-B465-BD5E-8F165C5D4856}"/>
              </a:ext>
            </a:extLst>
          </p:cNvPr>
          <p:cNvSpPr txBox="1"/>
          <p:nvPr/>
        </p:nvSpPr>
        <p:spPr>
          <a:xfrm>
            <a:off x="9134645" y="2321731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20d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35304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31982-35EF-EBEC-D9A7-CC0AFA18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ko-KR" altLang="en-US" dirty="0" err="1"/>
              <a:t>행동트리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5F99C4-5814-36F2-7009-3BBAB3B6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46A311-80A7-E422-30F5-4DA87EF2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2276D0C-5F68-C658-45CC-3713A071FA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63720E-869D-97FB-FFF4-58F6951EDD70}"/>
              </a:ext>
            </a:extLst>
          </p:cNvPr>
          <p:cNvSpPr/>
          <p:nvPr/>
        </p:nvSpPr>
        <p:spPr>
          <a:xfrm>
            <a:off x="5318094" y="1262664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selector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1CA78A-DB74-E88D-5A42-4737866F5DAB}"/>
              </a:ext>
            </a:extLst>
          </p:cNvPr>
          <p:cNvSpPr/>
          <p:nvPr/>
        </p:nvSpPr>
        <p:spPr>
          <a:xfrm>
            <a:off x="9249734" y="2370482"/>
            <a:ext cx="2291327" cy="83248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배회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벌집 주변 배회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238FB-1BE7-6F02-51F7-EE12BBE682BE}"/>
              </a:ext>
            </a:extLst>
          </p:cNvPr>
          <p:cNvSpPr/>
          <p:nvPr/>
        </p:nvSpPr>
        <p:spPr>
          <a:xfrm>
            <a:off x="992448" y="2479320"/>
            <a:ext cx="1814012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</a:t>
            </a:r>
            <a:r>
              <a:rPr lang="ko-KR" altLang="en-US">
                <a:solidFill>
                  <a:schemeClr val="tx1"/>
                </a:solidFill>
              </a:rPr>
              <a:t>피격 대응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874184-5899-7BE1-D3E2-49F78C10ACF4}"/>
              </a:ext>
            </a:extLst>
          </p:cNvPr>
          <p:cNvSpPr/>
          <p:nvPr/>
        </p:nvSpPr>
        <p:spPr>
          <a:xfrm>
            <a:off x="6630824" y="2326698"/>
            <a:ext cx="2291327" cy="949681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귀환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범위에서 벗어나면 복귀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5E6C07C-C01C-D2E5-1242-D2D2577CCBA2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1899454" y="1914034"/>
            <a:ext cx="4011950" cy="5652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A1C32BD-8F65-AEA2-7EAF-2701ECEB5A9B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>
            <a:off x="5911404" y="1914034"/>
            <a:ext cx="1865084" cy="412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D447524-DD88-0B20-3BFA-0F6A4CE85A0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911404" y="1914034"/>
            <a:ext cx="4483994" cy="45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B9E20A-B8F9-CB51-C4D5-C3E38CB1857F}"/>
              </a:ext>
            </a:extLst>
          </p:cNvPr>
          <p:cNvSpPr/>
          <p:nvPr/>
        </p:nvSpPr>
        <p:spPr>
          <a:xfrm>
            <a:off x="4677148" y="2471926"/>
            <a:ext cx="1530911" cy="731042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벌꿀 탐지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FB0CA58-B2A0-207C-01CA-61B12DC6F7B8}"/>
              </a:ext>
            </a:extLst>
          </p:cNvPr>
          <p:cNvSpPr/>
          <p:nvPr/>
        </p:nvSpPr>
        <p:spPr>
          <a:xfrm>
            <a:off x="445721" y="5379295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저격 당함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4BDC9A5-280C-0B39-6D93-588DAE81FDF5}"/>
              </a:ext>
            </a:extLst>
          </p:cNvPr>
          <p:cNvSpPr/>
          <p:nvPr/>
        </p:nvSpPr>
        <p:spPr>
          <a:xfrm>
            <a:off x="1917601" y="5379295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방해 중단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8D74D15-DF3C-D729-CB6A-4CBA92D0021F}"/>
              </a:ext>
            </a:extLst>
          </p:cNvPr>
          <p:cNvSpPr/>
          <p:nvPr/>
        </p:nvSpPr>
        <p:spPr>
          <a:xfrm>
            <a:off x="3389481" y="5372271"/>
            <a:ext cx="1415605" cy="75665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활성화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559B2BA-1FE3-ACCD-2734-EFA2C960462F}"/>
              </a:ext>
            </a:extLst>
          </p:cNvPr>
          <p:cNvSpPr/>
          <p:nvPr/>
        </p:nvSpPr>
        <p:spPr>
          <a:xfrm>
            <a:off x="5090346" y="5424914"/>
            <a:ext cx="11866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벌집으로 복귀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FE06FCC-84DD-0387-364D-1B12A7A29D4A}"/>
              </a:ext>
            </a:extLst>
          </p:cNvPr>
          <p:cNvCxnSpPr>
            <a:cxnSpLocks/>
            <a:stCxn id="13" idx="2"/>
            <a:endCxn id="39" idx="0"/>
          </p:cNvCxnSpPr>
          <p:nvPr/>
        </p:nvCxnSpPr>
        <p:spPr>
          <a:xfrm flipH="1">
            <a:off x="1039031" y="3130690"/>
            <a:ext cx="860423" cy="2248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D1DB450-3FD5-CA64-2FAD-CF858AAAA0CF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>
            <a:off x="1899454" y="3130690"/>
            <a:ext cx="611457" cy="2248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42D94AC-F1AB-B320-A63D-D65BEDB2F883}"/>
              </a:ext>
            </a:extLst>
          </p:cNvPr>
          <p:cNvCxnSpPr>
            <a:cxnSpLocks/>
            <a:stCxn id="13" idx="2"/>
            <a:endCxn id="43" idx="0"/>
          </p:cNvCxnSpPr>
          <p:nvPr/>
        </p:nvCxnSpPr>
        <p:spPr>
          <a:xfrm>
            <a:off x="1899454" y="3130690"/>
            <a:ext cx="2197830" cy="2241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C7DE81E-0306-4215-23BE-0FAEF864D331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>
          <a:xfrm>
            <a:off x="1899454" y="3130690"/>
            <a:ext cx="3784203" cy="2294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36355BB-7CF3-D6C0-0FF4-FF08FC91CC27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 flipH="1">
            <a:off x="5442604" y="1914034"/>
            <a:ext cx="468800" cy="557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D219BEB-70FB-881E-2E07-BF9EF884B57D}"/>
              </a:ext>
            </a:extLst>
          </p:cNvPr>
          <p:cNvSpPr/>
          <p:nvPr/>
        </p:nvSpPr>
        <p:spPr>
          <a:xfrm>
            <a:off x="5044801" y="3665389"/>
            <a:ext cx="1517425" cy="75386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탐지 범위 내 벌꿀 확인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A2DA9F5-63DA-6AF6-0E57-506688DF3FB6}"/>
              </a:ext>
            </a:extLst>
          </p:cNvPr>
          <p:cNvSpPr/>
          <p:nvPr/>
        </p:nvSpPr>
        <p:spPr>
          <a:xfrm>
            <a:off x="6829339" y="3751992"/>
            <a:ext cx="897611" cy="58065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방해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69EFBC2-F234-7089-4A2B-35BB504DD58E}"/>
              </a:ext>
            </a:extLst>
          </p:cNvPr>
          <p:cNvCxnSpPr>
            <a:cxnSpLocks/>
            <a:stCxn id="36" idx="2"/>
            <a:endCxn id="78" idx="0"/>
          </p:cNvCxnSpPr>
          <p:nvPr/>
        </p:nvCxnSpPr>
        <p:spPr>
          <a:xfrm>
            <a:off x="5442604" y="3202968"/>
            <a:ext cx="360910" cy="462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75FDA05-F133-29E2-9D32-977FC9FDF09F}"/>
              </a:ext>
            </a:extLst>
          </p:cNvPr>
          <p:cNvCxnSpPr>
            <a:cxnSpLocks/>
            <a:stCxn id="36" idx="2"/>
            <a:endCxn id="80" idx="0"/>
          </p:cNvCxnSpPr>
          <p:nvPr/>
        </p:nvCxnSpPr>
        <p:spPr>
          <a:xfrm>
            <a:off x="5442604" y="3202968"/>
            <a:ext cx="1835541" cy="549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9D0BA7-EA09-4391-B6D3-AC5D5E87FFFF}"/>
              </a:ext>
            </a:extLst>
          </p:cNvPr>
          <p:cNvSpPr/>
          <p:nvPr/>
        </p:nvSpPr>
        <p:spPr>
          <a:xfrm>
            <a:off x="6562226" y="5424915"/>
            <a:ext cx="897611" cy="65136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방해 재개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0489940-664C-3F00-3493-E53F6070489D}"/>
              </a:ext>
            </a:extLst>
          </p:cNvPr>
          <p:cNvCxnSpPr>
            <a:cxnSpLocks/>
            <a:stCxn id="13" idx="2"/>
            <a:endCxn id="98" idx="0"/>
          </p:cNvCxnSpPr>
          <p:nvPr/>
        </p:nvCxnSpPr>
        <p:spPr>
          <a:xfrm>
            <a:off x="1899454" y="3130690"/>
            <a:ext cx="5111578" cy="2294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2159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6DE3-0E15-A4E3-AD51-80CFCE74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0A5533-2494-995E-04E9-3605D1458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FF5E8E-A9CD-330E-9FC8-B676E015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F0538A-2066-F481-809B-FBA490AA0A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 </a:t>
            </a:r>
            <a:r>
              <a:rPr lang="ko-KR" altLang="en-US" dirty="0"/>
              <a:t>도우미</a:t>
            </a:r>
            <a:r>
              <a:rPr lang="en-US" altLang="ko-KR" dirty="0"/>
              <a:t>UI</a:t>
            </a:r>
            <a:r>
              <a:rPr lang="ko-KR" altLang="en-US" dirty="0"/>
              <a:t>가 알려줄 수 있는 경로 시각화</a:t>
            </a: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7598D-BF01-6FA4-27BE-4C634CE2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B68A3-DC4A-32C0-16C5-C911CDA4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AEA602-BF4B-7886-C855-2581E77291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2" name="십자형 11">
            <a:extLst>
              <a:ext uri="{FF2B5EF4-FFF2-40B4-BE49-F238E27FC236}">
                <a16:creationId xmlns:a16="http://schemas.microsoft.com/office/drawing/2014/main" id="{4DB2FB71-1CD1-7FEF-D981-FD35DA664AD3}"/>
              </a:ext>
            </a:extLst>
          </p:cNvPr>
          <p:cNvSpPr/>
          <p:nvPr/>
        </p:nvSpPr>
        <p:spPr>
          <a:xfrm>
            <a:off x="1285875" y="5216099"/>
            <a:ext cx="923925" cy="590550"/>
          </a:xfrm>
          <a:prstGeom prst="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A62AA2FF-0FAA-5A42-1E66-54DFF1F89F2F}"/>
              </a:ext>
            </a:extLst>
          </p:cNvPr>
          <p:cNvSpPr/>
          <p:nvPr/>
        </p:nvSpPr>
        <p:spPr>
          <a:xfrm>
            <a:off x="3988594" y="1679663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3D62A-05DA-08D7-EB76-628C4B5E0674}"/>
              </a:ext>
            </a:extLst>
          </p:cNvPr>
          <p:cNvSpPr txBox="1"/>
          <p:nvPr/>
        </p:nvSpPr>
        <p:spPr>
          <a:xfrm>
            <a:off x="3620894" y="1504293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목적지</a:t>
            </a:r>
          </a:p>
        </p:txBody>
      </p:sp>
      <p:sp>
        <p:nvSpPr>
          <p:cNvPr id="27" name="사각형: 잘린 대각선 방향 모서리 26">
            <a:extLst>
              <a:ext uri="{FF2B5EF4-FFF2-40B4-BE49-F238E27FC236}">
                <a16:creationId xmlns:a16="http://schemas.microsoft.com/office/drawing/2014/main" id="{1EA77AB9-DF44-A84A-41DB-F629F902BD02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6B2778-A5F5-35CB-EF2E-C08179C3082B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AF3308F-4788-4387-6DEA-CF3B38B6A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B60C7EBE-E326-576B-EA70-9812E3FF3224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C69234DE-C068-8877-1766-4EDF9BD36689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2868A49-7460-5A45-B609-CA58D758D5DC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B81C346-04AC-C07E-17EE-9D82F2DD08C9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8F24490-07A8-ED4D-12EE-2780966A078B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강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3C8048-2622-E91A-F569-A33A08409DE3}"/>
              </a:ext>
            </a:extLst>
          </p:cNvPr>
          <p:cNvSpPr txBox="1"/>
          <p:nvPr/>
        </p:nvSpPr>
        <p:spPr>
          <a:xfrm>
            <a:off x="2418364" y="4552710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ysClr val="windowText" lastClr="000000"/>
                </a:solidFill>
              </a:rPr>
              <a:t>산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CE35D27-4ADD-BA38-B676-C231C0D37567}"/>
              </a:ext>
            </a:extLst>
          </p:cNvPr>
          <p:cNvCxnSpPr>
            <a:cxnSpLocks/>
          </p:cNvCxnSpPr>
          <p:nvPr/>
        </p:nvCxnSpPr>
        <p:spPr>
          <a:xfrm flipV="1">
            <a:off x="1679275" y="4175185"/>
            <a:ext cx="316302" cy="966158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2A5188-0E8F-0D78-4410-22EF23692B67}"/>
              </a:ext>
            </a:extLst>
          </p:cNvPr>
          <p:cNvCxnSpPr>
            <a:cxnSpLocks/>
          </p:cNvCxnSpPr>
          <p:nvPr/>
        </p:nvCxnSpPr>
        <p:spPr>
          <a:xfrm flipV="1">
            <a:off x="2288875" y="4819291"/>
            <a:ext cx="465827" cy="638354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550E6E8-9B6F-C35B-594F-70AE0A6F1B58}"/>
              </a:ext>
            </a:extLst>
          </p:cNvPr>
          <p:cNvCxnSpPr>
            <a:cxnSpLocks/>
          </p:cNvCxnSpPr>
          <p:nvPr/>
        </p:nvCxnSpPr>
        <p:spPr>
          <a:xfrm flipH="1">
            <a:off x="2104845" y="2923582"/>
            <a:ext cx="1264273" cy="1021565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044B077-A0C3-6C14-F814-4F7E526E3BE8}"/>
              </a:ext>
            </a:extLst>
          </p:cNvPr>
          <p:cNvCxnSpPr>
            <a:cxnSpLocks/>
          </p:cNvCxnSpPr>
          <p:nvPr/>
        </p:nvCxnSpPr>
        <p:spPr>
          <a:xfrm flipH="1">
            <a:off x="2104845" y="2324101"/>
            <a:ext cx="333555" cy="1621046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A2DE262-B537-122C-114B-463C87EDB9D2}"/>
              </a:ext>
            </a:extLst>
          </p:cNvPr>
          <p:cNvCxnSpPr>
            <a:cxnSpLocks/>
          </p:cNvCxnSpPr>
          <p:nvPr/>
        </p:nvCxnSpPr>
        <p:spPr>
          <a:xfrm flipV="1">
            <a:off x="2609849" y="1870163"/>
            <a:ext cx="1435360" cy="119663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0DC381D-8F6D-AD90-56EC-EA030D352556}"/>
              </a:ext>
            </a:extLst>
          </p:cNvPr>
          <p:cNvCxnSpPr>
            <a:cxnSpLocks/>
          </p:cNvCxnSpPr>
          <p:nvPr/>
        </p:nvCxnSpPr>
        <p:spPr>
          <a:xfrm flipH="1">
            <a:off x="2104845" y="2915728"/>
            <a:ext cx="2541917" cy="98341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1D14DB9-DFE9-90E0-FF84-06986793D0EB}"/>
              </a:ext>
            </a:extLst>
          </p:cNvPr>
          <p:cNvCxnSpPr>
            <a:cxnSpLocks/>
          </p:cNvCxnSpPr>
          <p:nvPr/>
        </p:nvCxnSpPr>
        <p:spPr>
          <a:xfrm>
            <a:off x="4133850" y="1920815"/>
            <a:ext cx="512912" cy="649857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B06D98F-2AB5-E389-09B3-1630D4725358}"/>
              </a:ext>
            </a:extLst>
          </p:cNvPr>
          <p:cNvCxnSpPr>
            <a:cxnSpLocks/>
          </p:cNvCxnSpPr>
          <p:nvPr/>
        </p:nvCxnSpPr>
        <p:spPr>
          <a:xfrm flipH="1">
            <a:off x="3581400" y="1938478"/>
            <a:ext cx="470912" cy="74001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9E3BDF6-E604-94D5-E7EE-4F46917F1B41}"/>
              </a:ext>
            </a:extLst>
          </p:cNvPr>
          <p:cNvSpPr txBox="1"/>
          <p:nvPr/>
        </p:nvSpPr>
        <p:spPr>
          <a:xfrm>
            <a:off x="1221173" y="4568334"/>
            <a:ext cx="652416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>
                <a:solidFill>
                  <a:srgbClr val="C00000"/>
                </a:solidFill>
              </a:rPr>
              <a:t>a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D4D11C-36F3-0685-17A9-DEE3BA65A757}"/>
              </a:ext>
            </a:extLst>
          </p:cNvPr>
          <p:cNvSpPr txBox="1"/>
          <p:nvPr/>
        </p:nvSpPr>
        <p:spPr>
          <a:xfrm>
            <a:off x="2424550" y="5157907"/>
            <a:ext cx="652416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>
                <a:solidFill>
                  <a:srgbClr val="C00000"/>
                </a:solidFill>
              </a:rPr>
              <a:t>b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38375D-3EEB-E799-4221-62827EBA27B4}"/>
              </a:ext>
            </a:extLst>
          </p:cNvPr>
          <p:cNvSpPr txBox="1"/>
          <p:nvPr/>
        </p:nvSpPr>
        <p:spPr>
          <a:xfrm>
            <a:off x="1477965" y="2492237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a_a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1032E7-1D39-FDEE-6061-5957A677F3D3}"/>
              </a:ext>
            </a:extLst>
          </p:cNvPr>
          <p:cNvSpPr txBox="1"/>
          <p:nvPr/>
        </p:nvSpPr>
        <p:spPr>
          <a:xfrm>
            <a:off x="3889224" y="3161889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a_c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629B5A-90CD-BA3B-D926-C0CEA2ACF822}"/>
              </a:ext>
            </a:extLst>
          </p:cNvPr>
          <p:cNvSpPr txBox="1"/>
          <p:nvPr/>
        </p:nvSpPr>
        <p:spPr>
          <a:xfrm>
            <a:off x="2449305" y="3059085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a_b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9747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55B9E-719C-75A8-8038-6DB706B5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전체 경로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324BDA-4CE2-33FA-C9C0-0201072879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5795B-337A-6FAC-9D7F-FFA570CC7A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최종 배달지에서 </a:t>
            </a:r>
            <a:br>
              <a:rPr lang="en-US" altLang="ko-KR" dirty="0"/>
            </a:br>
            <a:r>
              <a:rPr lang="ko-KR" altLang="en-US" dirty="0"/>
              <a:t>산을 넘을 수 있는 물품을 </a:t>
            </a:r>
            <a:br>
              <a:rPr lang="en-US" altLang="ko-KR" dirty="0"/>
            </a:br>
            <a:r>
              <a:rPr lang="ko-KR" altLang="en-US" dirty="0"/>
              <a:t>보상으로 받은 후 본거지로 </a:t>
            </a:r>
            <a:br>
              <a:rPr lang="en-US" altLang="ko-KR" dirty="0"/>
            </a:br>
            <a:r>
              <a:rPr lang="ko-KR" altLang="en-US" dirty="0"/>
              <a:t>귀환 가능하도록 </a:t>
            </a:r>
            <a:br>
              <a:rPr lang="en-US" altLang="ko-KR" dirty="0"/>
            </a:br>
            <a:r>
              <a:rPr lang="ko-KR" altLang="en-US" dirty="0" err="1"/>
              <a:t>맵의</a:t>
            </a:r>
            <a:r>
              <a:rPr lang="ko-KR" altLang="en-US" dirty="0"/>
              <a:t> 구조를 기획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4707A4-A264-BBB7-7A6D-3BE9D6CA1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1D979-D910-4FD1-90AB-2ED6B4E8FB0D}" type="datetime1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0B6A9-409D-E85D-15B1-6A0039AC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8B0718A-6E1F-5CFA-E632-C607BB381A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034F5-A629-CE50-34C6-DBEBF8CB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13" name="사각형: 잘린 대각선 방향 모서리 12">
            <a:extLst>
              <a:ext uri="{FF2B5EF4-FFF2-40B4-BE49-F238E27FC236}">
                <a16:creationId xmlns:a16="http://schemas.microsoft.com/office/drawing/2014/main" id="{386E55AC-8BE0-24AC-1276-58352606C79D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E01204D-C348-D474-8F52-BB88484B9682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B4948F3-986D-BA10-60F9-522F765F8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573BDAF9-8E10-5E2D-A500-97CDB18866E7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E2A7EC1D-5701-3ADC-9B43-A89199A0D3E1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1B900FB-8835-9265-969A-1D5AACB442FC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23A857-60D8-5B71-665C-798E8D0357F1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3148BA-9936-FF32-75E1-3CEF7BA2018B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ysClr val="windowText" lastClr="000000"/>
                </a:solidFill>
              </a:rPr>
              <a:t>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F277CB-1DA7-3604-3EAC-A5005FECAA2C}"/>
              </a:ext>
            </a:extLst>
          </p:cNvPr>
          <p:cNvSpPr txBox="1"/>
          <p:nvPr/>
        </p:nvSpPr>
        <p:spPr>
          <a:xfrm>
            <a:off x="2848932" y="4942057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1" name="평행 사변형 40">
            <a:extLst>
              <a:ext uri="{FF2B5EF4-FFF2-40B4-BE49-F238E27FC236}">
                <a16:creationId xmlns:a16="http://schemas.microsoft.com/office/drawing/2014/main" id="{000C7BB0-37FB-EAFF-36A6-38CA40294C18}"/>
              </a:ext>
            </a:extLst>
          </p:cNvPr>
          <p:cNvSpPr/>
          <p:nvPr/>
        </p:nvSpPr>
        <p:spPr>
          <a:xfrm>
            <a:off x="3292549" y="3428998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43" name="십자형 42">
            <a:extLst>
              <a:ext uri="{FF2B5EF4-FFF2-40B4-BE49-F238E27FC236}">
                <a16:creationId xmlns:a16="http://schemas.microsoft.com/office/drawing/2014/main" id="{C753C0D2-C1CD-34A2-0B3C-E8ED3EECE553}"/>
              </a:ext>
            </a:extLst>
          </p:cNvPr>
          <p:cNvSpPr/>
          <p:nvPr/>
        </p:nvSpPr>
        <p:spPr>
          <a:xfrm>
            <a:off x="1285875" y="5216099"/>
            <a:ext cx="923925" cy="590550"/>
          </a:xfrm>
          <a:prstGeom prst="plu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6664B951-5462-89CA-53D2-633439870DA9}"/>
              </a:ext>
            </a:extLst>
          </p:cNvPr>
          <p:cNvSpPr/>
          <p:nvPr/>
        </p:nvSpPr>
        <p:spPr>
          <a:xfrm>
            <a:off x="3988594" y="1679663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9" name="이등변 삼각형 48">
            <a:extLst>
              <a:ext uri="{FF2B5EF4-FFF2-40B4-BE49-F238E27FC236}">
                <a16:creationId xmlns:a16="http://schemas.microsoft.com/office/drawing/2014/main" id="{F1914C1E-3F8B-133B-4103-8FAB8EB0BF1E}"/>
              </a:ext>
            </a:extLst>
          </p:cNvPr>
          <p:cNvSpPr/>
          <p:nvPr/>
        </p:nvSpPr>
        <p:spPr>
          <a:xfrm>
            <a:off x="4494825" y="5470438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1" name="이등변 삼각형 50">
            <a:extLst>
              <a:ext uri="{FF2B5EF4-FFF2-40B4-BE49-F238E27FC236}">
                <a16:creationId xmlns:a16="http://schemas.microsoft.com/office/drawing/2014/main" id="{BC8FA6D5-D4CC-97DE-C794-62763A92375F}"/>
              </a:ext>
            </a:extLst>
          </p:cNvPr>
          <p:cNvSpPr/>
          <p:nvPr/>
        </p:nvSpPr>
        <p:spPr>
          <a:xfrm>
            <a:off x="1638634" y="3447119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3" name="이등변 삼각형 52">
            <a:extLst>
              <a:ext uri="{FF2B5EF4-FFF2-40B4-BE49-F238E27FC236}">
                <a16:creationId xmlns:a16="http://schemas.microsoft.com/office/drawing/2014/main" id="{483F43AD-3F5C-CD0F-80A3-0BDC104733BB}"/>
              </a:ext>
            </a:extLst>
          </p:cNvPr>
          <p:cNvSpPr/>
          <p:nvPr/>
        </p:nvSpPr>
        <p:spPr>
          <a:xfrm>
            <a:off x="4103926" y="3846316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5" name="십자형 54">
            <a:extLst>
              <a:ext uri="{FF2B5EF4-FFF2-40B4-BE49-F238E27FC236}">
                <a16:creationId xmlns:a16="http://schemas.microsoft.com/office/drawing/2014/main" id="{A2473AC5-87C9-DF7A-28F9-98F73D9B41F0}"/>
              </a:ext>
            </a:extLst>
          </p:cNvPr>
          <p:cNvSpPr/>
          <p:nvPr/>
        </p:nvSpPr>
        <p:spPr>
          <a:xfrm>
            <a:off x="2642224" y="4112030"/>
            <a:ext cx="561073" cy="438586"/>
          </a:xfrm>
          <a:prstGeom prst="plus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cxnSp>
        <p:nvCxnSpPr>
          <p:cNvPr id="57" name="연결선: 구부러짐 56">
            <a:extLst>
              <a:ext uri="{FF2B5EF4-FFF2-40B4-BE49-F238E27FC236}">
                <a16:creationId xmlns:a16="http://schemas.microsoft.com/office/drawing/2014/main" id="{24D53E14-A20E-F398-F9A4-6B4CF3265F89}"/>
              </a:ext>
            </a:extLst>
          </p:cNvPr>
          <p:cNvCxnSpPr>
            <a:cxnSpLocks/>
            <a:stCxn id="43" idx="0"/>
            <a:endCxn id="27" idx="0"/>
          </p:cNvCxnSpPr>
          <p:nvPr/>
        </p:nvCxnSpPr>
        <p:spPr>
          <a:xfrm rot="5400000" flipH="1" flipV="1">
            <a:off x="2367728" y="2721801"/>
            <a:ext cx="1874409" cy="3114189"/>
          </a:xfrm>
          <a:prstGeom prst="curvedConnector3">
            <a:avLst>
              <a:gd name="adj1" fmla="val 137355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BC636D52-D538-C01B-CBAB-0B34EA143BC3}"/>
              </a:ext>
            </a:extLst>
          </p:cNvPr>
          <p:cNvCxnSpPr>
            <a:cxnSpLocks/>
            <a:endCxn id="49" idx="5"/>
          </p:cNvCxnSpPr>
          <p:nvPr/>
        </p:nvCxnSpPr>
        <p:spPr>
          <a:xfrm rot="5400000">
            <a:off x="3843586" y="4382949"/>
            <a:ext cx="2051862" cy="313616"/>
          </a:xfrm>
          <a:prstGeom prst="curved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구부러짐 76">
            <a:extLst>
              <a:ext uri="{FF2B5EF4-FFF2-40B4-BE49-F238E27FC236}">
                <a16:creationId xmlns:a16="http://schemas.microsoft.com/office/drawing/2014/main" id="{6D0EDE59-CC85-ABCF-233B-AC1EAB297EB9}"/>
              </a:ext>
            </a:extLst>
          </p:cNvPr>
          <p:cNvCxnSpPr>
            <a:cxnSpLocks/>
            <a:endCxn id="43" idx="3"/>
          </p:cNvCxnSpPr>
          <p:nvPr/>
        </p:nvCxnSpPr>
        <p:spPr>
          <a:xfrm rot="10800000">
            <a:off x="2209801" y="5511374"/>
            <a:ext cx="2285025" cy="149564"/>
          </a:xfrm>
          <a:prstGeom prst="curvedConnector3">
            <a:avLst>
              <a:gd name="adj1" fmla="val 5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1324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CF57BE9-8481-9F59-2C95-0BFBD58D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70430" cy="662782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데이터 테이블</a:t>
            </a:r>
            <a:r>
              <a:rPr lang="en-US" altLang="ko-KR" dirty="0"/>
              <a:t>_NPC,</a:t>
            </a:r>
            <a:r>
              <a:rPr lang="ko-KR" altLang="en-US" dirty="0"/>
              <a:t>플레이어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AAD9A12E-7B8A-8401-8786-3CD2FD3A94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8" y="1121076"/>
          <a:ext cx="10715445" cy="2337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605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082165443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142584066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411341689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586902170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6578290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2323312840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Walk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이동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Run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달리는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Jump</a:t>
                      </a:r>
                    </a:p>
                    <a:p>
                      <a:pPr algn="ctr" latinLnBrk="1"/>
                      <a:r>
                        <a:rPr lang="ko-KR" altLang="en-US" dirty="0"/>
                        <a:t>높이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스테미너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데미지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감지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범위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반경 </a:t>
                      </a:r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</a:tbl>
          </a:graphicData>
        </a:graphic>
      </p:graphicFrame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8EE23-F6D7-9277-F5AF-5F6856D9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6E2C10-5960-BF61-30DE-D6C4AA75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97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7D3AF6C5-2C25-B122-432E-F14FF0090F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C7EA355-89BE-1583-EC30-7F9EE2A3933C}"/>
              </a:ext>
            </a:extLst>
          </p:cNvPr>
          <p:cNvCxnSpPr>
            <a:cxnSpLocks/>
          </p:cNvCxnSpPr>
          <p:nvPr/>
        </p:nvCxnSpPr>
        <p:spPr>
          <a:xfrm>
            <a:off x="2025253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5FC984A-5A55-996D-9B41-49BA08E8AD89}"/>
              </a:ext>
            </a:extLst>
          </p:cNvPr>
          <p:cNvCxnSpPr>
            <a:cxnSpLocks/>
          </p:cNvCxnSpPr>
          <p:nvPr/>
        </p:nvCxnSpPr>
        <p:spPr>
          <a:xfrm>
            <a:off x="4404927" y="274634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3B9C742-06A7-5272-31E7-17824AE017D3}"/>
              </a:ext>
            </a:extLst>
          </p:cNvPr>
          <p:cNvCxnSpPr>
            <a:cxnSpLocks/>
          </p:cNvCxnSpPr>
          <p:nvPr/>
        </p:nvCxnSpPr>
        <p:spPr>
          <a:xfrm>
            <a:off x="10358479" y="2035146"/>
            <a:ext cx="119516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내용 개체 틀 1">
            <a:extLst>
              <a:ext uri="{FF2B5EF4-FFF2-40B4-BE49-F238E27FC236}">
                <a16:creationId xmlns:a16="http://schemas.microsoft.com/office/drawing/2014/main" id="{72BD6EC9-1064-D057-14C5-E0E40C8946A9}"/>
              </a:ext>
            </a:extLst>
          </p:cNvPr>
          <p:cNvGraphicFramePr>
            <a:graphicFrameLocks/>
          </p:cNvGraphicFramePr>
          <p:nvPr/>
        </p:nvGraphicFramePr>
        <p:xfrm>
          <a:off x="841037" y="3457546"/>
          <a:ext cx="5948385" cy="2337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9677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2144455748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1559243483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높이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가로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세로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벌집 주변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배회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방해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지속 범위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</a:tbl>
          </a:graphicData>
        </a:graphic>
      </p:graphicFrame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F710C9C-C96B-CBB7-D075-8FDF666210E7}"/>
              </a:ext>
            </a:extLst>
          </p:cNvPr>
          <p:cNvCxnSpPr>
            <a:cxnSpLocks/>
          </p:cNvCxnSpPr>
          <p:nvPr/>
        </p:nvCxnSpPr>
        <p:spPr>
          <a:xfrm>
            <a:off x="5589511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33A880B-6DC7-CF20-8BE6-49651F7EA2CF}"/>
              </a:ext>
            </a:extLst>
          </p:cNvPr>
          <p:cNvCxnSpPr>
            <a:cxnSpLocks/>
          </p:cNvCxnSpPr>
          <p:nvPr/>
        </p:nvCxnSpPr>
        <p:spPr>
          <a:xfrm>
            <a:off x="6781883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BED431E-4FFF-BCC6-3704-CD16D04EDD40}"/>
              </a:ext>
            </a:extLst>
          </p:cNvPr>
          <p:cNvCxnSpPr>
            <a:cxnSpLocks/>
          </p:cNvCxnSpPr>
          <p:nvPr/>
        </p:nvCxnSpPr>
        <p:spPr>
          <a:xfrm>
            <a:off x="4404927" y="437161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A37C42E-BB35-AFE6-8C0B-C7A0B26493AD}"/>
              </a:ext>
            </a:extLst>
          </p:cNvPr>
          <p:cNvCxnSpPr>
            <a:cxnSpLocks/>
          </p:cNvCxnSpPr>
          <p:nvPr/>
        </p:nvCxnSpPr>
        <p:spPr>
          <a:xfrm>
            <a:off x="5589511" y="437161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865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E988F8A-FE25-3C03-8392-4987A049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78FFE0F-21C3-0093-CCB8-BF260178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891"/>
            <a:ext cx="10515600" cy="5320072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데이터 항목 </a:t>
            </a:r>
            <a:r>
              <a:rPr lang="en-US" altLang="ko-KR" dirty="0"/>
              <a:t>: </a:t>
            </a:r>
            <a:r>
              <a:rPr lang="ko-KR" altLang="en-US" dirty="0"/>
              <a:t>캐릭터크기 </a:t>
            </a:r>
            <a:r>
              <a:rPr lang="en-US" altLang="ko-KR" dirty="0"/>
              <a:t>: 1m(2:1</a:t>
            </a:r>
            <a:r>
              <a:rPr lang="ko-KR" altLang="en-US" dirty="0"/>
              <a:t>비율</a:t>
            </a:r>
            <a:r>
              <a:rPr lang="en-US" altLang="ko-KR" dirty="0"/>
              <a:t>) , </a:t>
            </a:r>
            <a:r>
              <a:rPr lang="ko-KR" altLang="en-US" dirty="0"/>
              <a:t>무기</a:t>
            </a:r>
            <a:r>
              <a:rPr lang="en-US" altLang="ko-KR" dirty="0"/>
              <a:t>, </a:t>
            </a:r>
            <a:r>
              <a:rPr lang="ko-KR" altLang="en-US" dirty="0"/>
              <a:t>총탄의 종류</a:t>
            </a:r>
            <a:r>
              <a:rPr lang="en-US" altLang="ko-KR" dirty="0"/>
              <a:t>, </a:t>
            </a:r>
            <a:r>
              <a:rPr lang="ko-KR" altLang="en-US" dirty="0"/>
              <a:t>이펙트</a:t>
            </a:r>
            <a:r>
              <a:rPr lang="en-US" altLang="ko-KR" dirty="0"/>
              <a:t>,</a:t>
            </a:r>
            <a:r>
              <a:rPr lang="ko-KR" altLang="en-US" dirty="0"/>
              <a:t> 조형물</a:t>
            </a:r>
            <a:r>
              <a:rPr lang="en-US" altLang="ko-KR" dirty="0"/>
              <a:t>_</a:t>
            </a:r>
            <a:r>
              <a:rPr lang="ko-KR" altLang="en-US" dirty="0" err="1"/>
              <a:t>나무랑</a:t>
            </a:r>
            <a:r>
              <a:rPr lang="ko-KR" altLang="en-US" dirty="0"/>
              <a:t> 돌 등등</a:t>
            </a:r>
            <a:r>
              <a:rPr lang="en-US" altLang="ko-KR" dirty="0"/>
              <a:t>, </a:t>
            </a:r>
            <a:r>
              <a:rPr lang="ko-KR" altLang="en-US" dirty="0" err="1"/>
              <a:t>맵크기</a:t>
            </a:r>
            <a:r>
              <a:rPr lang="ko-KR" altLang="en-US" dirty="0"/>
              <a:t> </a:t>
            </a:r>
            <a:r>
              <a:rPr lang="en-US" altLang="ko-KR" dirty="0"/>
              <a:t>(100,00</a:t>
            </a:r>
            <a:r>
              <a:rPr lang="ko-KR" altLang="en-US" dirty="0"/>
              <a:t>이상 고려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ko-KR" altLang="en-US" dirty="0"/>
          </a:p>
          <a:p>
            <a:pPr>
              <a:lnSpc>
                <a:spcPct val="120000"/>
              </a:lnSpc>
            </a:pPr>
            <a:r>
              <a:rPr lang="ko-KR" altLang="en-US" dirty="0"/>
              <a:t>세부 기획 고려사항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 err="1"/>
              <a:t>타격감</a:t>
            </a:r>
            <a:r>
              <a:rPr lang="en-US" altLang="ko-KR" dirty="0"/>
              <a:t>, </a:t>
            </a:r>
            <a:r>
              <a:rPr lang="ko-KR" altLang="en-US" dirty="0"/>
              <a:t>행동 패턴 디자인</a:t>
            </a:r>
            <a:r>
              <a:rPr lang="en-US" altLang="ko-KR" dirty="0"/>
              <a:t>, </a:t>
            </a:r>
            <a:r>
              <a:rPr lang="ko-KR" altLang="en-US" dirty="0"/>
              <a:t>다양한 총 </a:t>
            </a:r>
            <a:r>
              <a:rPr lang="ko-KR" altLang="en-US" dirty="0" err="1"/>
              <a:t>파티클</a:t>
            </a:r>
            <a:r>
              <a:rPr lang="en-US" altLang="ko-KR" dirty="0"/>
              <a:t>,</a:t>
            </a:r>
            <a:r>
              <a:rPr lang="ko-KR" altLang="en-US" dirty="0"/>
              <a:t> 난이도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B240FF-057F-29EB-E826-B26CD651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F7C50-00EF-30DA-610F-FA0DC56B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98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74CC034-212F-BECC-4AEE-010BDB4F29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149DFC2-8A88-BD82-0FAF-41BC9920C5E9}"/>
              </a:ext>
            </a:extLst>
          </p:cNvPr>
          <p:cNvSpPr/>
          <p:nvPr/>
        </p:nvSpPr>
        <p:spPr>
          <a:xfrm rot="20292011">
            <a:off x="7288179" y="2798438"/>
            <a:ext cx="288007" cy="1886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65CC25E7-B2CF-F36E-901F-21745077C1A4}"/>
              </a:ext>
            </a:extLst>
          </p:cNvPr>
          <p:cNvSpPr/>
          <p:nvPr/>
        </p:nvSpPr>
        <p:spPr>
          <a:xfrm>
            <a:off x="7177049" y="2650577"/>
            <a:ext cx="552450" cy="557453"/>
          </a:xfrm>
          <a:custGeom>
            <a:avLst/>
            <a:gdLst>
              <a:gd name="csX0" fmla="*/ 261937 w 552450"/>
              <a:gd name="csY0" fmla="*/ 32 h 557453"/>
              <a:gd name="csX1" fmla="*/ 233362 w 552450"/>
              <a:gd name="csY1" fmla="*/ 19082 h 557453"/>
              <a:gd name="csX2" fmla="*/ 190500 w 552450"/>
              <a:gd name="csY2" fmla="*/ 38132 h 557453"/>
              <a:gd name="csX3" fmla="*/ 104775 w 552450"/>
              <a:gd name="csY3" fmla="*/ 90520 h 557453"/>
              <a:gd name="csX4" fmla="*/ 85725 w 552450"/>
              <a:gd name="csY4" fmla="*/ 119095 h 557453"/>
              <a:gd name="csX5" fmla="*/ 42862 w 552450"/>
              <a:gd name="csY5" fmla="*/ 171482 h 557453"/>
              <a:gd name="csX6" fmla="*/ 19050 w 552450"/>
              <a:gd name="csY6" fmla="*/ 228632 h 557453"/>
              <a:gd name="csX7" fmla="*/ 14287 w 552450"/>
              <a:gd name="csY7" fmla="*/ 247682 h 557453"/>
              <a:gd name="csX8" fmla="*/ 0 w 552450"/>
              <a:gd name="csY8" fmla="*/ 295307 h 557453"/>
              <a:gd name="csX9" fmla="*/ 19050 w 552450"/>
              <a:gd name="csY9" fmla="*/ 376270 h 557453"/>
              <a:gd name="csX10" fmla="*/ 47625 w 552450"/>
              <a:gd name="csY10" fmla="*/ 400082 h 557453"/>
              <a:gd name="csX11" fmla="*/ 104775 w 552450"/>
              <a:gd name="csY11" fmla="*/ 447707 h 557453"/>
              <a:gd name="csX12" fmla="*/ 133350 w 552450"/>
              <a:gd name="csY12" fmla="*/ 452470 h 557453"/>
              <a:gd name="csX13" fmla="*/ 242887 w 552450"/>
              <a:gd name="csY13" fmla="*/ 509620 h 557453"/>
              <a:gd name="csX14" fmla="*/ 266700 w 552450"/>
              <a:gd name="csY14" fmla="*/ 519145 h 557453"/>
              <a:gd name="csX15" fmla="*/ 295275 w 552450"/>
              <a:gd name="csY15" fmla="*/ 523907 h 557453"/>
              <a:gd name="csX16" fmla="*/ 352425 w 552450"/>
              <a:gd name="csY16" fmla="*/ 557245 h 557453"/>
              <a:gd name="csX17" fmla="*/ 400050 w 552450"/>
              <a:gd name="csY17" fmla="*/ 528670 h 557453"/>
              <a:gd name="csX18" fmla="*/ 481012 w 552450"/>
              <a:gd name="csY18" fmla="*/ 395320 h 557453"/>
              <a:gd name="csX19" fmla="*/ 500062 w 552450"/>
              <a:gd name="csY19" fmla="*/ 381032 h 557453"/>
              <a:gd name="csX20" fmla="*/ 519112 w 552450"/>
              <a:gd name="csY20" fmla="*/ 333407 h 557453"/>
              <a:gd name="csX21" fmla="*/ 523875 w 552450"/>
              <a:gd name="csY21" fmla="*/ 309595 h 557453"/>
              <a:gd name="csX22" fmla="*/ 552450 w 552450"/>
              <a:gd name="csY22" fmla="*/ 200057 h 557453"/>
              <a:gd name="csX23" fmla="*/ 528637 w 552450"/>
              <a:gd name="csY23" fmla="*/ 100045 h 557453"/>
              <a:gd name="csX24" fmla="*/ 457200 w 552450"/>
              <a:gd name="csY24" fmla="*/ 95282 h 557453"/>
              <a:gd name="csX25" fmla="*/ 414337 w 552450"/>
              <a:gd name="csY25" fmla="*/ 80995 h 557453"/>
              <a:gd name="csX26" fmla="*/ 395287 w 552450"/>
              <a:gd name="csY26" fmla="*/ 71470 h 557453"/>
              <a:gd name="csX27" fmla="*/ 352425 w 552450"/>
              <a:gd name="csY27" fmla="*/ 66707 h 557453"/>
              <a:gd name="csX28" fmla="*/ 347662 w 552450"/>
              <a:gd name="csY28" fmla="*/ 52420 h 557453"/>
              <a:gd name="csX29" fmla="*/ 300037 w 552450"/>
              <a:gd name="csY29" fmla="*/ 28607 h 557453"/>
              <a:gd name="csX30" fmla="*/ 276225 w 552450"/>
              <a:gd name="csY30" fmla="*/ 14320 h 557453"/>
              <a:gd name="csX31" fmla="*/ 261937 w 552450"/>
              <a:gd name="csY31" fmla="*/ 32 h 557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52450" h="557453">
                <a:moveTo>
                  <a:pt x="261937" y="32"/>
                </a:moveTo>
                <a:cubicBezTo>
                  <a:pt x="254793" y="826"/>
                  <a:pt x="243463" y="13695"/>
                  <a:pt x="233362" y="19082"/>
                </a:cubicBezTo>
                <a:cubicBezTo>
                  <a:pt x="219567" y="26440"/>
                  <a:pt x="203960" y="30178"/>
                  <a:pt x="190500" y="38132"/>
                </a:cubicBezTo>
                <a:cubicBezTo>
                  <a:pt x="84941" y="100508"/>
                  <a:pt x="164364" y="66684"/>
                  <a:pt x="104775" y="90520"/>
                </a:cubicBezTo>
                <a:cubicBezTo>
                  <a:pt x="98425" y="100045"/>
                  <a:pt x="93175" y="110403"/>
                  <a:pt x="85725" y="119095"/>
                </a:cubicBezTo>
                <a:cubicBezTo>
                  <a:pt x="51984" y="158459"/>
                  <a:pt x="65932" y="140723"/>
                  <a:pt x="42862" y="171482"/>
                </a:cubicBezTo>
                <a:cubicBezTo>
                  <a:pt x="19007" y="254977"/>
                  <a:pt x="48724" y="161867"/>
                  <a:pt x="19050" y="228632"/>
                </a:cubicBezTo>
                <a:cubicBezTo>
                  <a:pt x="16392" y="234613"/>
                  <a:pt x="16168" y="241413"/>
                  <a:pt x="14287" y="247682"/>
                </a:cubicBezTo>
                <a:cubicBezTo>
                  <a:pt x="-3099" y="305632"/>
                  <a:pt x="10972" y="251415"/>
                  <a:pt x="0" y="295307"/>
                </a:cubicBezTo>
                <a:cubicBezTo>
                  <a:pt x="6350" y="322295"/>
                  <a:pt x="7577" y="351030"/>
                  <a:pt x="19050" y="376270"/>
                </a:cubicBezTo>
                <a:cubicBezTo>
                  <a:pt x="24181" y="387557"/>
                  <a:pt x="38358" y="391845"/>
                  <a:pt x="47625" y="400082"/>
                </a:cubicBezTo>
                <a:cubicBezTo>
                  <a:pt x="63711" y="414381"/>
                  <a:pt x="86156" y="444604"/>
                  <a:pt x="104775" y="447707"/>
                </a:cubicBezTo>
                <a:lnTo>
                  <a:pt x="133350" y="452470"/>
                </a:lnTo>
                <a:cubicBezTo>
                  <a:pt x="193418" y="488511"/>
                  <a:pt x="172818" y="478478"/>
                  <a:pt x="242887" y="509620"/>
                </a:cubicBezTo>
                <a:cubicBezTo>
                  <a:pt x="250699" y="513092"/>
                  <a:pt x="258452" y="516896"/>
                  <a:pt x="266700" y="519145"/>
                </a:cubicBezTo>
                <a:cubicBezTo>
                  <a:pt x="276016" y="521686"/>
                  <a:pt x="285750" y="522320"/>
                  <a:pt x="295275" y="523907"/>
                </a:cubicBezTo>
                <a:cubicBezTo>
                  <a:pt x="306294" y="532722"/>
                  <a:pt x="336190" y="560110"/>
                  <a:pt x="352425" y="557245"/>
                </a:cubicBezTo>
                <a:cubicBezTo>
                  <a:pt x="370657" y="554028"/>
                  <a:pt x="384175" y="538195"/>
                  <a:pt x="400050" y="528670"/>
                </a:cubicBezTo>
                <a:cubicBezTo>
                  <a:pt x="405720" y="518876"/>
                  <a:pt x="460359" y="420104"/>
                  <a:pt x="481012" y="395320"/>
                </a:cubicBezTo>
                <a:cubicBezTo>
                  <a:pt x="486094" y="389222"/>
                  <a:pt x="493712" y="385795"/>
                  <a:pt x="500062" y="381032"/>
                </a:cubicBezTo>
                <a:cubicBezTo>
                  <a:pt x="513758" y="326255"/>
                  <a:pt x="491567" y="409154"/>
                  <a:pt x="519112" y="333407"/>
                </a:cubicBezTo>
                <a:cubicBezTo>
                  <a:pt x="521878" y="325800"/>
                  <a:pt x="522119" y="317497"/>
                  <a:pt x="523875" y="309595"/>
                </a:cubicBezTo>
                <a:cubicBezTo>
                  <a:pt x="539318" y="240100"/>
                  <a:pt x="534087" y="261265"/>
                  <a:pt x="552450" y="200057"/>
                </a:cubicBezTo>
                <a:cubicBezTo>
                  <a:pt x="544512" y="166720"/>
                  <a:pt x="551689" y="125402"/>
                  <a:pt x="528637" y="100045"/>
                </a:cubicBezTo>
                <a:cubicBezTo>
                  <a:pt x="512584" y="82386"/>
                  <a:pt x="480740" y="99205"/>
                  <a:pt x="457200" y="95282"/>
                </a:cubicBezTo>
                <a:cubicBezTo>
                  <a:pt x="442344" y="92806"/>
                  <a:pt x="428394" y="86401"/>
                  <a:pt x="414337" y="80995"/>
                </a:cubicBezTo>
                <a:cubicBezTo>
                  <a:pt x="407711" y="78446"/>
                  <a:pt x="402205" y="73066"/>
                  <a:pt x="395287" y="71470"/>
                </a:cubicBezTo>
                <a:cubicBezTo>
                  <a:pt x="381280" y="68237"/>
                  <a:pt x="366712" y="68295"/>
                  <a:pt x="352425" y="66707"/>
                </a:cubicBezTo>
                <a:cubicBezTo>
                  <a:pt x="350837" y="61945"/>
                  <a:pt x="351722" y="55373"/>
                  <a:pt x="347662" y="52420"/>
                </a:cubicBezTo>
                <a:cubicBezTo>
                  <a:pt x="333308" y="41981"/>
                  <a:pt x="315257" y="37739"/>
                  <a:pt x="300037" y="28607"/>
                </a:cubicBezTo>
                <a:cubicBezTo>
                  <a:pt x="292100" y="23845"/>
                  <a:pt x="284733" y="17966"/>
                  <a:pt x="276225" y="14320"/>
                </a:cubicBezTo>
                <a:cubicBezTo>
                  <a:pt x="273307" y="13069"/>
                  <a:pt x="269081" y="-762"/>
                  <a:pt x="261937" y="3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65A5AE7E-99B9-9B3B-21BB-7A74224986BC}"/>
              </a:ext>
            </a:extLst>
          </p:cNvPr>
          <p:cNvSpPr/>
          <p:nvPr/>
        </p:nvSpPr>
        <p:spPr>
          <a:xfrm>
            <a:off x="6956678" y="2569647"/>
            <a:ext cx="1066772" cy="780555"/>
          </a:xfrm>
          <a:custGeom>
            <a:avLst/>
            <a:gdLst>
              <a:gd name="csX0" fmla="*/ 77496 w 1066772"/>
              <a:gd name="csY0" fmla="*/ 128587 h 780555"/>
              <a:gd name="csX1" fmla="*/ 120358 w 1066772"/>
              <a:gd name="csY1" fmla="*/ 114300 h 780555"/>
              <a:gd name="csX2" fmla="*/ 267996 w 1066772"/>
              <a:gd name="csY2" fmla="*/ 52387 h 780555"/>
              <a:gd name="csX3" fmla="*/ 377533 w 1066772"/>
              <a:gd name="csY3" fmla="*/ 19050 h 780555"/>
              <a:gd name="csX4" fmla="*/ 439446 w 1066772"/>
              <a:gd name="csY4" fmla="*/ 0 h 780555"/>
              <a:gd name="csX5" fmla="*/ 710908 w 1066772"/>
              <a:gd name="csY5" fmla="*/ 9525 h 780555"/>
              <a:gd name="csX6" fmla="*/ 801396 w 1066772"/>
              <a:gd name="csY6" fmla="*/ 38100 h 780555"/>
              <a:gd name="csX7" fmla="*/ 849021 w 1066772"/>
              <a:gd name="csY7" fmla="*/ 71437 h 780555"/>
              <a:gd name="csX8" fmla="*/ 953796 w 1066772"/>
              <a:gd name="csY8" fmla="*/ 161925 h 780555"/>
              <a:gd name="csX9" fmla="*/ 987133 w 1066772"/>
              <a:gd name="csY9" fmla="*/ 200025 h 780555"/>
              <a:gd name="csX10" fmla="*/ 1053808 w 1066772"/>
              <a:gd name="csY10" fmla="*/ 309562 h 780555"/>
              <a:gd name="csX11" fmla="*/ 1039521 w 1066772"/>
              <a:gd name="csY11" fmla="*/ 523875 h 780555"/>
              <a:gd name="csX12" fmla="*/ 944271 w 1066772"/>
              <a:gd name="csY12" fmla="*/ 628650 h 780555"/>
              <a:gd name="csX13" fmla="*/ 853783 w 1066772"/>
              <a:gd name="csY13" fmla="*/ 666750 h 780555"/>
              <a:gd name="csX14" fmla="*/ 829971 w 1066772"/>
              <a:gd name="csY14" fmla="*/ 681037 h 780555"/>
              <a:gd name="csX15" fmla="*/ 787108 w 1066772"/>
              <a:gd name="csY15" fmla="*/ 695325 h 780555"/>
              <a:gd name="csX16" fmla="*/ 749008 w 1066772"/>
              <a:gd name="csY16" fmla="*/ 709612 h 780555"/>
              <a:gd name="csX17" fmla="*/ 706146 w 1066772"/>
              <a:gd name="csY17" fmla="*/ 728662 h 780555"/>
              <a:gd name="csX18" fmla="*/ 658521 w 1066772"/>
              <a:gd name="csY18" fmla="*/ 757237 h 780555"/>
              <a:gd name="csX19" fmla="*/ 620421 w 1066772"/>
              <a:gd name="csY19" fmla="*/ 762000 h 780555"/>
              <a:gd name="csX20" fmla="*/ 348958 w 1066772"/>
              <a:gd name="csY20" fmla="*/ 757237 h 780555"/>
              <a:gd name="csX21" fmla="*/ 291808 w 1066772"/>
              <a:gd name="csY21" fmla="*/ 733425 h 780555"/>
              <a:gd name="csX22" fmla="*/ 172746 w 1066772"/>
              <a:gd name="csY22" fmla="*/ 609600 h 780555"/>
              <a:gd name="csX23" fmla="*/ 120358 w 1066772"/>
              <a:gd name="csY23" fmla="*/ 547687 h 780555"/>
              <a:gd name="csX24" fmla="*/ 96546 w 1066772"/>
              <a:gd name="csY24" fmla="*/ 504825 h 780555"/>
              <a:gd name="csX25" fmla="*/ 58446 w 1066772"/>
              <a:gd name="csY25" fmla="*/ 414337 h 780555"/>
              <a:gd name="csX26" fmla="*/ 44158 w 1066772"/>
              <a:gd name="csY26" fmla="*/ 395287 h 780555"/>
              <a:gd name="csX27" fmla="*/ 25108 w 1066772"/>
              <a:gd name="csY27" fmla="*/ 357187 h 780555"/>
              <a:gd name="csX28" fmla="*/ 6058 w 1066772"/>
              <a:gd name="csY28" fmla="*/ 323850 h 780555"/>
              <a:gd name="csX29" fmla="*/ 6058 w 1066772"/>
              <a:gd name="csY29" fmla="*/ 209550 h 780555"/>
              <a:gd name="csX30" fmla="*/ 20346 w 1066772"/>
              <a:gd name="csY30" fmla="*/ 190500 h 780555"/>
              <a:gd name="csX31" fmla="*/ 72733 w 1066772"/>
              <a:gd name="csY31" fmla="*/ 171450 h 780555"/>
              <a:gd name="csX32" fmla="*/ 87021 w 1066772"/>
              <a:gd name="csY32" fmla="*/ 161925 h 780555"/>
              <a:gd name="csX33" fmla="*/ 77496 w 1066772"/>
              <a:gd name="csY33" fmla="*/ 128587 h 7805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066772" h="780555">
                <a:moveTo>
                  <a:pt x="77496" y="128587"/>
                </a:moveTo>
                <a:cubicBezTo>
                  <a:pt x="83052" y="120649"/>
                  <a:pt x="106375" y="119893"/>
                  <a:pt x="120358" y="114300"/>
                </a:cubicBezTo>
                <a:cubicBezTo>
                  <a:pt x="169906" y="94481"/>
                  <a:pt x="217953" y="70921"/>
                  <a:pt x="267996" y="52387"/>
                </a:cubicBezTo>
                <a:cubicBezTo>
                  <a:pt x="303786" y="39131"/>
                  <a:pt x="341326" y="31119"/>
                  <a:pt x="377533" y="19050"/>
                </a:cubicBezTo>
                <a:cubicBezTo>
                  <a:pt x="443868" y="-3062"/>
                  <a:pt x="379679" y="9960"/>
                  <a:pt x="439446" y="0"/>
                </a:cubicBezTo>
                <a:cubicBezTo>
                  <a:pt x="529933" y="3175"/>
                  <a:pt x="620602" y="2981"/>
                  <a:pt x="710908" y="9525"/>
                </a:cubicBezTo>
                <a:cubicBezTo>
                  <a:pt x="730245" y="10926"/>
                  <a:pt x="780513" y="25816"/>
                  <a:pt x="801396" y="38100"/>
                </a:cubicBezTo>
                <a:cubicBezTo>
                  <a:pt x="818098" y="47925"/>
                  <a:pt x="833784" y="59465"/>
                  <a:pt x="849021" y="71437"/>
                </a:cubicBezTo>
                <a:cubicBezTo>
                  <a:pt x="871232" y="88889"/>
                  <a:pt x="925444" y="130995"/>
                  <a:pt x="953796" y="161925"/>
                </a:cubicBezTo>
                <a:cubicBezTo>
                  <a:pt x="965199" y="174365"/>
                  <a:pt x="977379" y="186254"/>
                  <a:pt x="987133" y="200025"/>
                </a:cubicBezTo>
                <a:cubicBezTo>
                  <a:pt x="1011260" y="234087"/>
                  <a:pt x="1032836" y="272862"/>
                  <a:pt x="1053808" y="309562"/>
                </a:cubicBezTo>
                <a:cubicBezTo>
                  <a:pt x="1069350" y="395043"/>
                  <a:pt x="1077418" y="407656"/>
                  <a:pt x="1039521" y="523875"/>
                </a:cubicBezTo>
                <a:cubicBezTo>
                  <a:pt x="1035998" y="534678"/>
                  <a:pt x="956490" y="621066"/>
                  <a:pt x="944271" y="628650"/>
                </a:cubicBezTo>
                <a:cubicBezTo>
                  <a:pt x="916465" y="645909"/>
                  <a:pt x="881847" y="649912"/>
                  <a:pt x="853783" y="666750"/>
                </a:cubicBezTo>
                <a:cubicBezTo>
                  <a:pt x="845846" y="671512"/>
                  <a:pt x="838479" y="677391"/>
                  <a:pt x="829971" y="681037"/>
                </a:cubicBezTo>
                <a:cubicBezTo>
                  <a:pt x="816128" y="686970"/>
                  <a:pt x="801310" y="690313"/>
                  <a:pt x="787108" y="695325"/>
                </a:cubicBezTo>
                <a:cubicBezTo>
                  <a:pt x="774318" y="699839"/>
                  <a:pt x="761550" y="704448"/>
                  <a:pt x="749008" y="709612"/>
                </a:cubicBezTo>
                <a:cubicBezTo>
                  <a:pt x="734551" y="715565"/>
                  <a:pt x="719982" y="721380"/>
                  <a:pt x="706146" y="728662"/>
                </a:cubicBezTo>
                <a:cubicBezTo>
                  <a:pt x="689763" y="737285"/>
                  <a:pt x="675775" y="750527"/>
                  <a:pt x="658521" y="757237"/>
                </a:cubicBezTo>
                <a:cubicBezTo>
                  <a:pt x="646592" y="761876"/>
                  <a:pt x="633121" y="760412"/>
                  <a:pt x="620421" y="762000"/>
                </a:cubicBezTo>
                <a:cubicBezTo>
                  <a:pt x="527161" y="793082"/>
                  <a:pt x="569959" y="780676"/>
                  <a:pt x="348958" y="757237"/>
                </a:cubicBezTo>
                <a:cubicBezTo>
                  <a:pt x="328436" y="755060"/>
                  <a:pt x="310858" y="741362"/>
                  <a:pt x="291808" y="733425"/>
                </a:cubicBezTo>
                <a:cubicBezTo>
                  <a:pt x="252121" y="692150"/>
                  <a:pt x="209733" y="653311"/>
                  <a:pt x="172746" y="609600"/>
                </a:cubicBezTo>
                <a:cubicBezTo>
                  <a:pt x="155283" y="588962"/>
                  <a:pt x="133487" y="571319"/>
                  <a:pt x="120358" y="547687"/>
                </a:cubicBezTo>
                <a:cubicBezTo>
                  <a:pt x="112421" y="533400"/>
                  <a:pt x="103429" y="519649"/>
                  <a:pt x="96546" y="504825"/>
                </a:cubicBezTo>
                <a:cubicBezTo>
                  <a:pt x="82764" y="475141"/>
                  <a:pt x="78083" y="440519"/>
                  <a:pt x="58446" y="414337"/>
                </a:cubicBezTo>
                <a:cubicBezTo>
                  <a:pt x="53683" y="407987"/>
                  <a:pt x="48158" y="402143"/>
                  <a:pt x="44158" y="395287"/>
                </a:cubicBezTo>
                <a:cubicBezTo>
                  <a:pt x="37003" y="383022"/>
                  <a:pt x="31790" y="369716"/>
                  <a:pt x="25108" y="357187"/>
                </a:cubicBezTo>
                <a:cubicBezTo>
                  <a:pt x="19085" y="345894"/>
                  <a:pt x="12408" y="334962"/>
                  <a:pt x="6058" y="323850"/>
                </a:cubicBezTo>
                <a:cubicBezTo>
                  <a:pt x="506" y="279430"/>
                  <a:pt x="-4208" y="260878"/>
                  <a:pt x="6058" y="209550"/>
                </a:cubicBezTo>
                <a:cubicBezTo>
                  <a:pt x="7615" y="201767"/>
                  <a:pt x="13996" y="195263"/>
                  <a:pt x="20346" y="190500"/>
                </a:cubicBezTo>
                <a:cubicBezTo>
                  <a:pt x="26886" y="185595"/>
                  <a:pt x="67282" y="173873"/>
                  <a:pt x="72733" y="171450"/>
                </a:cubicBezTo>
                <a:cubicBezTo>
                  <a:pt x="77964" y="169125"/>
                  <a:pt x="81901" y="164485"/>
                  <a:pt x="87021" y="161925"/>
                </a:cubicBezTo>
                <a:cubicBezTo>
                  <a:pt x="97835" y="156518"/>
                  <a:pt x="71940" y="136525"/>
                  <a:pt x="77496" y="128587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930FB4B-7840-7838-86C4-5C18938759F9}"/>
              </a:ext>
            </a:extLst>
          </p:cNvPr>
          <p:cNvSpPr/>
          <p:nvPr/>
        </p:nvSpPr>
        <p:spPr>
          <a:xfrm>
            <a:off x="8144250" y="3250487"/>
            <a:ext cx="342486" cy="329007"/>
          </a:xfrm>
          <a:custGeom>
            <a:avLst/>
            <a:gdLst>
              <a:gd name="csX0" fmla="*/ 4349 w 342486"/>
              <a:gd name="csY0" fmla="*/ 81160 h 329007"/>
              <a:gd name="csX1" fmla="*/ 90074 w 342486"/>
              <a:gd name="csY1" fmla="*/ 157360 h 329007"/>
              <a:gd name="csX2" fmla="*/ 132936 w 342486"/>
              <a:gd name="csY2" fmla="*/ 209747 h 329007"/>
              <a:gd name="csX3" fmla="*/ 161511 w 342486"/>
              <a:gd name="csY3" fmla="*/ 252610 h 329007"/>
              <a:gd name="csX4" fmla="*/ 213899 w 342486"/>
              <a:gd name="csY4" fmla="*/ 304997 h 329007"/>
              <a:gd name="csX5" fmla="*/ 228186 w 342486"/>
              <a:gd name="csY5" fmla="*/ 319285 h 329007"/>
              <a:gd name="csX6" fmla="*/ 271049 w 342486"/>
              <a:gd name="csY6" fmla="*/ 324047 h 329007"/>
              <a:gd name="csX7" fmla="*/ 290099 w 342486"/>
              <a:gd name="csY7" fmla="*/ 328810 h 329007"/>
              <a:gd name="csX8" fmla="*/ 323436 w 342486"/>
              <a:gd name="csY8" fmla="*/ 314522 h 329007"/>
              <a:gd name="csX9" fmla="*/ 342486 w 342486"/>
              <a:gd name="csY9" fmla="*/ 243085 h 329007"/>
              <a:gd name="csX10" fmla="*/ 275811 w 342486"/>
              <a:gd name="csY10" fmla="*/ 176410 h 329007"/>
              <a:gd name="csX11" fmla="*/ 256761 w 342486"/>
              <a:gd name="csY11" fmla="*/ 157360 h 329007"/>
              <a:gd name="csX12" fmla="*/ 232949 w 342486"/>
              <a:gd name="csY12" fmla="*/ 124022 h 329007"/>
              <a:gd name="csX13" fmla="*/ 223424 w 342486"/>
              <a:gd name="csY13" fmla="*/ 104972 h 329007"/>
              <a:gd name="csX14" fmla="*/ 199611 w 342486"/>
              <a:gd name="csY14" fmla="*/ 85922 h 329007"/>
              <a:gd name="csX15" fmla="*/ 190086 w 342486"/>
              <a:gd name="csY15" fmla="*/ 71635 h 329007"/>
              <a:gd name="csX16" fmla="*/ 104361 w 342486"/>
              <a:gd name="csY16" fmla="*/ 9722 h 329007"/>
              <a:gd name="csX17" fmla="*/ 66261 w 342486"/>
              <a:gd name="csY17" fmla="*/ 4960 h 329007"/>
              <a:gd name="csX18" fmla="*/ 47211 w 342486"/>
              <a:gd name="csY18" fmla="*/ 197 h 329007"/>
              <a:gd name="csX19" fmla="*/ 4349 w 342486"/>
              <a:gd name="csY19" fmla="*/ 81160 h 329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42486" h="329007">
                <a:moveTo>
                  <a:pt x="4349" y="81160"/>
                </a:moveTo>
                <a:cubicBezTo>
                  <a:pt x="11493" y="107354"/>
                  <a:pt x="31262" y="111617"/>
                  <a:pt x="90074" y="157360"/>
                </a:cubicBezTo>
                <a:cubicBezTo>
                  <a:pt x="111826" y="200864"/>
                  <a:pt x="83071" y="148374"/>
                  <a:pt x="132936" y="209747"/>
                </a:cubicBezTo>
                <a:cubicBezTo>
                  <a:pt x="143764" y="223074"/>
                  <a:pt x="151208" y="238873"/>
                  <a:pt x="161511" y="252610"/>
                </a:cubicBezTo>
                <a:cubicBezTo>
                  <a:pt x="192210" y="293542"/>
                  <a:pt x="181777" y="276890"/>
                  <a:pt x="213899" y="304997"/>
                </a:cubicBezTo>
                <a:cubicBezTo>
                  <a:pt x="218968" y="309432"/>
                  <a:pt x="221796" y="317155"/>
                  <a:pt x="228186" y="319285"/>
                </a:cubicBezTo>
                <a:cubicBezTo>
                  <a:pt x="241824" y="323831"/>
                  <a:pt x="256761" y="322460"/>
                  <a:pt x="271049" y="324047"/>
                </a:cubicBezTo>
                <a:cubicBezTo>
                  <a:pt x="277399" y="325635"/>
                  <a:pt x="283659" y="329981"/>
                  <a:pt x="290099" y="328810"/>
                </a:cubicBezTo>
                <a:cubicBezTo>
                  <a:pt x="301994" y="326647"/>
                  <a:pt x="316065" y="324105"/>
                  <a:pt x="323436" y="314522"/>
                </a:cubicBezTo>
                <a:cubicBezTo>
                  <a:pt x="330921" y="304791"/>
                  <a:pt x="338932" y="260856"/>
                  <a:pt x="342486" y="243085"/>
                </a:cubicBezTo>
                <a:lnTo>
                  <a:pt x="275811" y="176410"/>
                </a:lnTo>
                <a:cubicBezTo>
                  <a:pt x="269461" y="170060"/>
                  <a:pt x="262149" y="164544"/>
                  <a:pt x="256761" y="157360"/>
                </a:cubicBezTo>
                <a:cubicBezTo>
                  <a:pt x="250627" y="149181"/>
                  <a:pt x="238521" y="133772"/>
                  <a:pt x="232949" y="124022"/>
                </a:cubicBezTo>
                <a:cubicBezTo>
                  <a:pt x="229427" y="117858"/>
                  <a:pt x="228099" y="110315"/>
                  <a:pt x="223424" y="104972"/>
                </a:cubicBezTo>
                <a:cubicBezTo>
                  <a:pt x="216730" y="97322"/>
                  <a:pt x="206799" y="93110"/>
                  <a:pt x="199611" y="85922"/>
                </a:cubicBezTo>
                <a:cubicBezTo>
                  <a:pt x="195564" y="81875"/>
                  <a:pt x="193889" y="75913"/>
                  <a:pt x="190086" y="71635"/>
                </a:cubicBezTo>
                <a:cubicBezTo>
                  <a:pt x="170694" y="49819"/>
                  <a:pt x="132580" y="13249"/>
                  <a:pt x="104361" y="9722"/>
                </a:cubicBezTo>
                <a:lnTo>
                  <a:pt x="66261" y="4960"/>
                </a:lnTo>
                <a:cubicBezTo>
                  <a:pt x="59911" y="3372"/>
                  <a:pt x="53651" y="-974"/>
                  <a:pt x="47211" y="197"/>
                </a:cubicBezTo>
                <a:cubicBezTo>
                  <a:pt x="-8013" y="10238"/>
                  <a:pt x="-2795" y="54966"/>
                  <a:pt x="4349" y="81160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8E59B8F-3D2D-244F-7E99-56673E10EBBA}"/>
              </a:ext>
            </a:extLst>
          </p:cNvPr>
          <p:cNvSpPr/>
          <p:nvPr/>
        </p:nvSpPr>
        <p:spPr>
          <a:xfrm>
            <a:off x="8031897" y="3126859"/>
            <a:ext cx="731093" cy="595313"/>
          </a:xfrm>
          <a:custGeom>
            <a:avLst/>
            <a:gdLst>
              <a:gd name="csX0" fmla="*/ 235764 w 731093"/>
              <a:gd name="csY0" fmla="*/ 9525 h 595313"/>
              <a:gd name="csX1" fmla="*/ 269102 w 731093"/>
              <a:gd name="csY1" fmla="*/ 28575 h 595313"/>
              <a:gd name="csX2" fmla="*/ 383402 w 731093"/>
              <a:gd name="csY2" fmla="*/ 85725 h 595313"/>
              <a:gd name="csX3" fmla="*/ 454839 w 731093"/>
              <a:gd name="csY3" fmla="*/ 123825 h 595313"/>
              <a:gd name="csX4" fmla="*/ 526277 w 731093"/>
              <a:gd name="csY4" fmla="*/ 209550 h 595313"/>
              <a:gd name="csX5" fmla="*/ 531039 w 731093"/>
              <a:gd name="csY5" fmla="*/ 242888 h 595313"/>
              <a:gd name="csX6" fmla="*/ 569139 w 731093"/>
              <a:gd name="csY6" fmla="*/ 300038 h 595313"/>
              <a:gd name="csX7" fmla="*/ 645339 w 731093"/>
              <a:gd name="csY7" fmla="*/ 347663 h 595313"/>
              <a:gd name="csX8" fmla="*/ 664389 w 731093"/>
              <a:gd name="csY8" fmla="*/ 361950 h 595313"/>
              <a:gd name="csX9" fmla="*/ 669152 w 731093"/>
              <a:gd name="csY9" fmla="*/ 381000 h 595313"/>
              <a:gd name="csX10" fmla="*/ 683439 w 731093"/>
              <a:gd name="csY10" fmla="*/ 400050 h 595313"/>
              <a:gd name="csX11" fmla="*/ 712014 w 731093"/>
              <a:gd name="csY11" fmla="*/ 433388 h 595313"/>
              <a:gd name="csX12" fmla="*/ 731064 w 731093"/>
              <a:gd name="csY12" fmla="*/ 504825 h 595313"/>
              <a:gd name="csX13" fmla="*/ 683439 w 731093"/>
              <a:gd name="csY13" fmla="*/ 590550 h 595313"/>
              <a:gd name="csX14" fmla="*/ 664389 w 731093"/>
              <a:gd name="csY14" fmla="*/ 595313 h 595313"/>
              <a:gd name="csX15" fmla="*/ 583427 w 731093"/>
              <a:gd name="csY15" fmla="*/ 590550 h 595313"/>
              <a:gd name="csX16" fmla="*/ 526277 w 731093"/>
              <a:gd name="csY16" fmla="*/ 576263 h 595313"/>
              <a:gd name="csX17" fmla="*/ 497702 w 731093"/>
              <a:gd name="csY17" fmla="*/ 571500 h 595313"/>
              <a:gd name="csX18" fmla="*/ 402452 w 731093"/>
              <a:gd name="csY18" fmla="*/ 533400 h 595313"/>
              <a:gd name="csX19" fmla="*/ 383402 w 731093"/>
              <a:gd name="csY19" fmla="*/ 519113 h 595313"/>
              <a:gd name="csX20" fmla="*/ 331014 w 731093"/>
              <a:gd name="csY20" fmla="*/ 495300 h 595313"/>
              <a:gd name="csX21" fmla="*/ 278627 w 731093"/>
              <a:gd name="csY21" fmla="*/ 461963 h 595313"/>
              <a:gd name="csX22" fmla="*/ 173852 w 731093"/>
              <a:gd name="csY22" fmla="*/ 409575 h 595313"/>
              <a:gd name="csX23" fmla="*/ 145277 w 731093"/>
              <a:gd name="csY23" fmla="*/ 376238 h 595313"/>
              <a:gd name="csX24" fmla="*/ 107177 w 731093"/>
              <a:gd name="csY24" fmla="*/ 304800 h 595313"/>
              <a:gd name="csX25" fmla="*/ 92889 w 731093"/>
              <a:gd name="csY25" fmla="*/ 276225 h 595313"/>
              <a:gd name="csX26" fmla="*/ 88127 w 731093"/>
              <a:gd name="csY26" fmla="*/ 261938 h 595313"/>
              <a:gd name="csX27" fmla="*/ 64314 w 731093"/>
              <a:gd name="csY27" fmla="*/ 238125 h 595313"/>
              <a:gd name="csX28" fmla="*/ 50027 w 731093"/>
              <a:gd name="csY28" fmla="*/ 200025 h 595313"/>
              <a:gd name="csX29" fmla="*/ 30977 w 731093"/>
              <a:gd name="csY29" fmla="*/ 176213 h 595313"/>
              <a:gd name="csX30" fmla="*/ 7164 w 731093"/>
              <a:gd name="csY30" fmla="*/ 138113 h 595313"/>
              <a:gd name="csX31" fmla="*/ 16689 w 731093"/>
              <a:gd name="csY31" fmla="*/ 33338 h 595313"/>
              <a:gd name="csX32" fmla="*/ 30977 w 731093"/>
              <a:gd name="csY32" fmla="*/ 19050 h 595313"/>
              <a:gd name="csX33" fmla="*/ 50027 w 731093"/>
              <a:gd name="csY33" fmla="*/ 4763 h 595313"/>
              <a:gd name="csX34" fmla="*/ 83364 w 731093"/>
              <a:gd name="csY34" fmla="*/ 0 h 595313"/>
              <a:gd name="csX35" fmla="*/ 188139 w 731093"/>
              <a:gd name="csY35" fmla="*/ 4763 h 595313"/>
              <a:gd name="csX36" fmla="*/ 202427 w 731093"/>
              <a:gd name="csY36" fmla="*/ 14288 h 595313"/>
              <a:gd name="csX37" fmla="*/ 235764 w 731093"/>
              <a:gd name="csY37" fmla="*/ 9525 h 5953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731093" h="595313">
                <a:moveTo>
                  <a:pt x="235764" y="9525"/>
                </a:moveTo>
                <a:cubicBezTo>
                  <a:pt x="246877" y="11906"/>
                  <a:pt x="257729" y="22705"/>
                  <a:pt x="269102" y="28575"/>
                </a:cubicBezTo>
                <a:cubicBezTo>
                  <a:pt x="306955" y="48112"/>
                  <a:pt x="346418" y="64591"/>
                  <a:pt x="383402" y="85725"/>
                </a:cubicBezTo>
                <a:cubicBezTo>
                  <a:pt x="429067" y="111820"/>
                  <a:pt x="405292" y="99051"/>
                  <a:pt x="454839" y="123825"/>
                </a:cubicBezTo>
                <a:cubicBezTo>
                  <a:pt x="517155" y="196527"/>
                  <a:pt x="494425" y="167083"/>
                  <a:pt x="526277" y="209550"/>
                </a:cubicBezTo>
                <a:cubicBezTo>
                  <a:pt x="527864" y="220663"/>
                  <a:pt x="527264" y="232316"/>
                  <a:pt x="531039" y="242888"/>
                </a:cubicBezTo>
                <a:cubicBezTo>
                  <a:pt x="535613" y="255697"/>
                  <a:pt x="557596" y="289545"/>
                  <a:pt x="569139" y="300038"/>
                </a:cubicBezTo>
                <a:cubicBezTo>
                  <a:pt x="594165" y="322789"/>
                  <a:pt x="616406" y="329858"/>
                  <a:pt x="645339" y="347663"/>
                </a:cubicBezTo>
                <a:cubicBezTo>
                  <a:pt x="652099" y="351823"/>
                  <a:pt x="658039" y="357188"/>
                  <a:pt x="664389" y="361950"/>
                </a:cubicBezTo>
                <a:cubicBezTo>
                  <a:pt x="665977" y="368300"/>
                  <a:pt x="666225" y="375146"/>
                  <a:pt x="669152" y="381000"/>
                </a:cubicBezTo>
                <a:cubicBezTo>
                  <a:pt x="672702" y="388099"/>
                  <a:pt x="678413" y="393907"/>
                  <a:pt x="683439" y="400050"/>
                </a:cubicBezTo>
                <a:cubicBezTo>
                  <a:pt x="692707" y="411378"/>
                  <a:pt x="702489" y="422275"/>
                  <a:pt x="712014" y="433388"/>
                </a:cubicBezTo>
                <a:cubicBezTo>
                  <a:pt x="717615" y="450192"/>
                  <a:pt x="731827" y="489560"/>
                  <a:pt x="731064" y="504825"/>
                </a:cubicBezTo>
                <a:cubicBezTo>
                  <a:pt x="729895" y="528210"/>
                  <a:pt x="714597" y="582760"/>
                  <a:pt x="683439" y="590550"/>
                </a:cubicBezTo>
                <a:lnTo>
                  <a:pt x="664389" y="595313"/>
                </a:lnTo>
                <a:cubicBezTo>
                  <a:pt x="637402" y="593725"/>
                  <a:pt x="610207" y="594244"/>
                  <a:pt x="583427" y="590550"/>
                </a:cubicBezTo>
                <a:cubicBezTo>
                  <a:pt x="563975" y="587867"/>
                  <a:pt x="545446" y="580523"/>
                  <a:pt x="526277" y="576263"/>
                </a:cubicBezTo>
                <a:cubicBezTo>
                  <a:pt x="516851" y="574168"/>
                  <a:pt x="507227" y="573088"/>
                  <a:pt x="497702" y="571500"/>
                </a:cubicBezTo>
                <a:cubicBezTo>
                  <a:pt x="465952" y="558800"/>
                  <a:pt x="429809" y="553917"/>
                  <a:pt x="402452" y="533400"/>
                </a:cubicBezTo>
                <a:cubicBezTo>
                  <a:pt x="396102" y="528638"/>
                  <a:pt x="390133" y="523320"/>
                  <a:pt x="383402" y="519113"/>
                </a:cubicBezTo>
                <a:cubicBezTo>
                  <a:pt x="366950" y="508830"/>
                  <a:pt x="348038" y="504467"/>
                  <a:pt x="331014" y="495300"/>
                </a:cubicBezTo>
                <a:cubicBezTo>
                  <a:pt x="281952" y="468882"/>
                  <a:pt x="322593" y="483946"/>
                  <a:pt x="278627" y="461963"/>
                </a:cubicBezTo>
                <a:cubicBezTo>
                  <a:pt x="220720" y="433010"/>
                  <a:pt x="239973" y="450901"/>
                  <a:pt x="173852" y="409575"/>
                </a:cubicBezTo>
                <a:cubicBezTo>
                  <a:pt x="164484" y="403720"/>
                  <a:pt x="151192" y="384125"/>
                  <a:pt x="145277" y="376238"/>
                </a:cubicBezTo>
                <a:cubicBezTo>
                  <a:pt x="133797" y="307367"/>
                  <a:pt x="153454" y="397351"/>
                  <a:pt x="107177" y="304800"/>
                </a:cubicBezTo>
                <a:cubicBezTo>
                  <a:pt x="102414" y="295275"/>
                  <a:pt x="97214" y="285956"/>
                  <a:pt x="92889" y="276225"/>
                </a:cubicBezTo>
                <a:cubicBezTo>
                  <a:pt x="90850" y="271638"/>
                  <a:pt x="91139" y="265954"/>
                  <a:pt x="88127" y="261938"/>
                </a:cubicBezTo>
                <a:cubicBezTo>
                  <a:pt x="81392" y="252958"/>
                  <a:pt x="72252" y="246063"/>
                  <a:pt x="64314" y="238125"/>
                </a:cubicBezTo>
                <a:cubicBezTo>
                  <a:pt x="59552" y="225425"/>
                  <a:pt x="56457" y="211967"/>
                  <a:pt x="50027" y="200025"/>
                </a:cubicBezTo>
                <a:cubicBezTo>
                  <a:pt x="45208" y="191075"/>
                  <a:pt x="37076" y="184345"/>
                  <a:pt x="30977" y="176213"/>
                </a:cubicBezTo>
                <a:cubicBezTo>
                  <a:pt x="23652" y="166446"/>
                  <a:pt x="12537" y="147067"/>
                  <a:pt x="7164" y="138113"/>
                </a:cubicBezTo>
                <a:cubicBezTo>
                  <a:pt x="-3466" y="95587"/>
                  <a:pt x="-3795" y="105033"/>
                  <a:pt x="16689" y="33338"/>
                </a:cubicBezTo>
                <a:cubicBezTo>
                  <a:pt x="18539" y="26862"/>
                  <a:pt x="25863" y="23433"/>
                  <a:pt x="30977" y="19050"/>
                </a:cubicBezTo>
                <a:cubicBezTo>
                  <a:pt x="37004" y="13884"/>
                  <a:pt x="42567" y="7476"/>
                  <a:pt x="50027" y="4763"/>
                </a:cubicBezTo>
                <a:cubicBezTo>
                  <a:pt x="60576" y="927"/>
                  <a:pt x="72252" y="1588"/>
                  <a:pt x="83364" y="0"/>
                </a:cubicBezTo>
                <a:cubicBezTo>
                  <a:pt x="118289" y="1588"/>
                  <a:pt x="153427" y="597"/>
                  <a:pt x="188139" y="4763"/>
                </a:cubicBezTo>
                <a:cubicBezTo>
                  <a:pt x="193822" y="5445"/>
                  <a:pt x="197166" y="12033"/>
                  <a:pt x="202427" y="14288"/>
                </a:cubicBezTo>
                <a:cubicBezTo>
                  <a:pt x="208443" y="16866"/>
                  <a:pt x="224651" y="7144"/>
                  <a:pt x="235764" y="9525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6F8F4E2-3E6E-A653-0A2B-A093153ACD3E}"/>
              </a:ext>
            </a:extLst>
          </p:cNvPr>
          <p:cNvSpPr/>
          <p:nvPr/>
        </p:nvSpPr>
        <p:spPr>
          <a:xfrm>
            <a:off x="9000895" y="3841234"/>
            <a:ext cx="119413" cy="100040"/>
          </a:xfrm>
          <a:custGeom>
            <a:avLst/>
            <a:gdLst>
              <a:gd name="csX0" fmla="*/ 19241 w 119413"/>
              <a:gd name="csY0" fmla="*/ 71438 h 100040"/>
              <a:gd name="csX1" fmla="*/ 4954 w 119413"/>
              <a:gd name="csY1" fmla="*/ 42863 h 100040"/>
              <a:gd name="csX2" fmla="*/ 191 w 119413"/>
              <a:gd name="csY2" fmla="*/ 28575 h 100040"/>
              <a:gd name="csX3" fmla="*/ 14479 w 119413"/>
              <a:gd name="csY3" fmla="*/ 0 h 100040"/>
              <a:gd name="csX4" fmla="*/ 66866 w 119413"/>
              <a:gd name="csY4" fmla="*/ 14288 h 100040"/>
              <a:gd name="csX5" fmla="*/ 90679 w 119413"/>
              <a:gd name="csY5" fmla="*/ 28575 h 100040"/>
              <a:gd name="csX6" fmla="*/ 109729 w 119413"/>
              <a:gd name="csY6" fmla="*/ 38100 h 100040"/>
              <a:gd name="csX7" fmla="*/ 119254 w 119413"/>
              <a:gd name="csY7" fmla="*/ 90488 h 100040"/>
              <a:gd name="csX8" fmla="*/ 104966 w 119413"/>
              <a:gd name="csY8" fmla="*/ 100013 h 100040"/>
              <a:gd name="csX9" fmla="*/ 33529 w 119413"/>
              <a:gd name="csY9" fmla="*/ 76200 h 100040"/>
              <a:gd name="csX10" fmla="*/ 19241 w 119413"/>
              <a:gd name="csY10" fmla="*/ 71438 h 1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9413" h="100040">
                <a:moveTo>
                  <a:pt x="19241" y="71438"/>
                </a:moveTo>
                <a:cubicBezTo>
                  <a:pt x="14479" y="65882"/>
                  <a:pt x="9279" y="52594"/>
                  <a:pt x="4954" y="42863"/>
                </a:cubicBezTo>
                <a:cubicBezTo>
                  <a:pt x="2915" y="38275"/>
                  <a:pt x="-898" y="33476"/>
                  <a:pt x="191" y="28575"/>
                </a:cubicBezTo>
                <a:cubicBezTo>
                  <a:pt x="2501" y="18179"/>
                  <a:pt x="9716" y="9525"/>
                  <a:pt x="14479" y="0"/>
                </a:cubicBezTo>
                <a:cubicBezTo>
                  <a:pt x="31941" y="4763"/>
                  <a:pt x="49918" y="7933"/>
                  <a:pt x="66866" y="14288"/>
                </a:cubicBezTo>
                <a:cubicBezTo>
                  <a:pt x="75533" y="17538"/>
                  <a:pt x="82587" y="24080"/>
                  <a:pt x="90679" y="28575"/>
                </a:cubicBezTo>
                <a:cubicBezTo>
                  <a:pt x="96885" y="32023"/>
                  <a:pt x="103379" y="34925"/>
                  <a:pt x="109729" y="38100"/>
                </a:cubicBezTo>
                <a:cubicBezTo>
                  <a:pt x="112904" y="55563"/>
                  <a:pt x="120615" y="72791"/>
                  <a:pt x="119254" y="90488"/>
                </a:cubicBezTo>
                <a:cubicBezTo>
                  <a:pt x="118815" y="96195"/>
                  <a:pt x="110675" y="100421"/>
                  <a:pt x="104966" y="100013"/>
                </a:cubicBezTo>
                <a:cubicBezTo>
                  <a:pt x="85284" y="98607"/>
                  <a:pt x="53254" y="88034"/>
                  <a:pt x="33529" y="76200"/>
                </a:cubicBezTo>
                <a:cubicBezTo>
                  <a:pt x="31604" y="75045"/>
                  <a:pt x="24003" y="76994"/>
                  <a:pt x="19241" y="71438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63A946A-EB06-5E5E-5692-A48567B9A9E4}"/>
              </a:ext>
            </a:extLst>
          </p:cNvPr>
          <p:cNvSpPr/>
          <p:nvPr/>
        </p:nvSpPr>
        <p:spPr>
          <a:xfrm>
            <a:off x="7915236" y="2988447"/>
            <a:ext cx="1390727" cy="1100437"/>
          </a:xfrm>
          <a:custGeom>
            <a:avLst/>
            <a:gdLst>
              <a:gd name="csX0" fmla="*/ 619125 w 1390727"/>
              <a:gd name="csY0" fmla="*/ 176512 h 1100437"/>
              <a:gd name="csX1" fmla="*/ 733425 w 1390727"/>
              <a:gd name="csY1" fmla="*/ 267000 h 1100437"/>
              <a:gd name="csX2" fmla="*/ 766763 w 1390727"/>
              <a:gd name="csY2" fmla="*/ 300337 h 1100437"/>
              <a:gd name="csX3" fmla="*/ 804863 w 1390727"/>
              <a:gd name="csY3" fmla="*/ 352725 h 1100437"/>
              <a:gd name="csX4" fmla="*/ 866775 w 1390727"/>
              <a:gd name="csY4" fmla="*/ 419400 h 1100437"/>
              <a:gd name="csX5" fmla="*/ 890588 w 1390727"/>
              <a:gd name="csY5" fmla="*/ 452737 h 1100437"/>
              <a:gd name="csX6" fmla="*/ 914400 w 1390727"/>
              <a:gd name="csY6" fmla="*/ 471787 h 1100437"/>
              <a:gd name="csX7" fmla="*/ 957263 w 1390727"/>
              <a:gd name="csY7" fmla="*/ 524175 h 1100437"/>
              <a:gd name="csX8" fmla="*/ 1009650 w 1390727"/>
              <a:gd name="csY8" fmla="*/ 609900 h 1100437"/>
              <a:gd name="csX9" fmla="*/ 1028700 w 1390727"/>
              <a:gd name="csY9" fmla="*/ 638475 h 1100437"/>
              <a:gd name="csX10" fmla="*/ 1133475 w 1390727"/>
              <a:gd name="csY10" fmla="*/ 700387 h 1100437"/>
              <a:gd name="csX11" fmla="*/ 1185863 w 1390727"/>
              <a:gd name="csY11" fmla="*/ 719437 h 1100437"/>
              <a:gd name="csX12" fmla="*/ 1219200 w 1390727"/>
              <a:gd name="csY12" fmla="*/ 738487 h 1100437"/>
              <a:gd name="csX13" fmla="*/ 1295400 w 1390727"/>
              <a:gd name="csY13" fmla="*/ 786112 h 1100437"/>
              <a:gd name="csX14" fmla="*/ 1333500 w 1390727"/>
              <a:gd name="csY14" fmla="*/ 833737 h 1100437"/>
              <a:gd name="csX15" fmla="*/ 1376363 w 1390727"/>
              <a:gd name="csY15" fmla="*/ 900412 h 1100437"/>
              <a:gd name="csX16" fmla="*/ 1381125 w 1390727"/>
              <a:gd name="csY16" fmla="*/ 957562 h 1100437"/>
              <a:gd name="csX17" fmla="*/ 1381125 w 1390727"/>
              <a:gd name="csY17" fmla="*/ 1071862 h 1100437"/>
              <a:gd name="csX18" fmla="*/ 1362075 w 1390727"/>
              <a:gd name="csY18" fmla="*/ 1086150 h 1100437"/>
              <a:gd name="csX19" fmla="*/ 1309688 w 1390727"/>
              <a:gd name="csY19" fmla="*/ 1100437 h 1100437"/>
              <a:gd name="csX20" fmla="*/ 1243013 w 1390727"/>
              <a:gd name="csY20" fmla="*/ 1081387 h 1100437"/>
              <a:gd name="csX21" fmla="*/ 1209675 w 1390727"/>
              <a:gd name="csY21" fmla="*/ 1067100 h 1100437"/>
              <a:gd name="csX22" fmla="*/ 1095375 w 1390727"/>
              <a:gd name="csY22" fmla="*/ 1033762 h 1100437"/>
              <a:gd name="csX23" fmla="*/ 1076325 w 1390727"/>
              <a:gd name="csY23" fmla="*/ 1024237 h 1100437"/>
              <a:gd name="csX24" fmla="*/ 995363 w 1390727"/>
              <a:gd name="csY24" fmla="*/ 952800 h 1100437"/>
              <a:gd name="csX25" fmla="*/ 981075 w 1390727"/>
              <a:gd name="csY25" fmla="*/ 933750 h 1100437"/>
              <a:gd name="csX26" fmla="*/ 947738 w 1390727"/>
              <a:gd name="csY26" fmla="*/ 900412 h 1100437"/>
              <a:gd name="csX27" fmla="*/ 900113 w 1390727"/>
              <a:gd name="csY27" fmla="*/ 843262 h 1100437"/>
              <a:gd name="csX28" fmla="*/ 885825 w 1390727"/>
              <a:gd name="csY28" fmla="*/ 824212 h 1100437"/>
              <a:gd name="csX29" fmla="*/ 790575 w 1390727"/>
              <a:gd name="csY29" fmla="*/ 805162 h 1100437"/>
              <a:gd name="csX30" fmla="*/ 757238 w 1390727"/>
              <a:gd name="csY30" fmla="*/ 795637 h 1100437"/>
              <a:gd name="csX31" fmla="*/ 652463 w 1390727"/>
              <a:gd name="csY31" fmla="*/ 786112 h 1100437"/>
              <a:gd name="csX32" fmla="*/ 633413 w 1390727"/>
              <a:gd name="csY32" fmla="*/ 776587 h 1100437"/>
              <a:gd name="csX33" fmla="*/ 604838 w 1390727"/>
              <a:gd name="csY33" fmla="*/ 771825 h 1100437"/>
              <a:gd name="csX34" fmla="*/ 585788 w 1390727"/>
              <a:gd name="csY34" fmla="*/ 757537 h 1100437"/>
              <a:gd name="csX35" fmla="*/ 504825 w 1390727"/>
              <a:gd name="csY35" fmla="*/ 724200 h 1100437"/>
              <a:gd name="csX36" fmla="*/ 457200 w 1390727"/>
              <a:gd name="csY36" fmla="*/ 690862 h 1100437"/>
              <a:gd name="csX37" fmla="*/ 371475 w 1390727"/>
              <a:gd name="csY37" fmla="*/ 652762 h 1100437"/>
              <a:gd name="csX38" fmla="*/ 280988 w 1390727"/>
              <a:gd name="csY38" fmla="*/ 595612 h 1100437"/>
              <a:gd name="csX39" fmla="*/ 209550 w 1390727"/>
              <a:gd name="csY39" fmla="*/ 557512 h 1100437"/>
              <a:gd name="csX40" fmla="*/ 195263 w 1390727"/>
              <a:gd name="csY40" fmla="*/ 543225 h 1100437"/>
              <a:gd name="csX41" fmla="*/ 147638 w 1390727"/>
              <a:gd name="csY41" fmla="*/ 514650 h 1100437"/>
              <a:gd name="csX42" fmla="*/ 109538 w 1390727"/>
              <a:gd name="csY42" fmla="*/ 471787 h 1100437"/>
              <a:gd name="csX43" fmla="*/ 66675 w 1390727"/>
              <a:gd name="csY43" fmla="*/ 414637 h 1100437"/>
              <a:gd name="csX44" fmla="*/ 52388 w 1390727"/>
              <a:gd name="csY44" fmla="*/ 390825 h 1100437"/>
              <a:gd name="csX45" fmla="*/ 42863 w 1390727"/>
              <a:gd name="csY45" fmla="*/ 357487 h 1100437"/>
              <a:gd name="csX46" fmla="*/ 23813 w 1390727"/>
              <a:gd name="csY46" fmla="*/ 324150 h 1100437"/>
              <a:gd name="csX47" fmla="*/ 14288 w 1390727"/>
              <a:gd name="csY47" fmla="*/ 290812 h 1100437"/>
              <a:gd name="csX48" fmla="*/ 0 w 1390727"/>
              <a:gd name="csY48" fmla="*/ 247950 h 1100437"/>
              <a:gd name="csX49" fmla="*/ 14288 w 1390727"/>
              <a:gd name="csY49" fmla="*/ 166987 h 1100437"/>
              <a:gd name="csX50" fmla="*/ 28575 w 1390727"/>
              <a:gd name="csY50" fmla="*/ 162225 h 1100437"/>
              <a:gd name="csX51" fmla="*/ 80963 w 1390727"/>
              <a:gd name="csY51" fmla="*/ 95550 h 1100437"/>
              <a:gd name="csX52" fmla="*/ 85725 w 1390727"/>
              <a:gd name="csY52" fmla="*/ 81262 h 1100437"/>
              <a:gd name="csX53" fmla="*/ 133350 w 1390727"/>
              <a:gd name="csY53" fmla="*/ 24112 h 1100437"/>
              <a:gd name="csX54" fmla="*/ 152400 w 1390727"/>
              <a:gd name="csY54" fmla="*/ 300 h 1100437"/>
              <a:gd name="csX55" fmla="*/ 285750 w 1390727"/>
              <a:gd name="csY55" fmla="*/ 43162 h 1100437"/>
              <a:gd name="csX56" fmla="*/ 319088 w 1390727"/>
              <a:gd name="csY56" fmla="*/ 57450 h 1100437"/>
              <a:gd name="csX57" fmla="*/ 442913 w 1390727"/>
              <a:gd name="csY57" fmla="*/ 71737 h 1100437"/>
              <a:gd name="csX58" fmla="*/ 466725 w 1390727"/>
              <a:gd name="csY58" fmla="*/ 76500 h 1100437"/>
              <a:gd name="csX59" fmla="*/ 495300 w 1390727"/>
              <a:gd name="csY59" fmla="*/ 81262 h 1100437"/>
              <a:gd name="csX60" fmla="*/ 519113 w 1390727"/>
              <a:gd name="csY60" fmla="*/ 95550 h 1100437"/>
              <a:gd name="csX61" fmla="*/ 552450 w 1390727"/>
              <a:gd name="csY61" fmla="*/ 109837 h 1100437"/>
              <a:gd name="csX62" fmla="*/ 628650 w 1390727"/>
              <a:gd name="csY62" fmla="*/ 162225 h 1100437"/>
              <a:gd name="csX63" fmla="*/ 619125 w 1390727"/>
              <a:gd name="csY63" fmla="*/ 176512 h 1100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390727" h="1100437">
                <a:moveTo>
                  <a:pt x="619125" y="176512"/>
                </a:moveTo>
                <a:cubicBezTo>
                  <a:pt x="657225" y="206675"/>
                  <a:pt x="699063" y="232639"/>
                  <a:pt x="733425" y="267000"/>
                </a:cubicBezTo>
                <a:cubicBezTo>
                  <a:pt x="744538" y="278112"/>
                  <a:pt x="756612" y="288340"/>
                  <a:pt x="766763" y="300337"/>
                </a:cubicBezTo>
                <a:cubicBezTo>
                  <a:pt x="833383" y="379069"/>
                  <a:pt x="741428" y="282946"/>
                  <a:pt x="804863" y="352725"/>
                </a:cubicBezTo>
                <a:cubicBezTo>
                  <a:pt x="848320" y="400528"/>
                  <a:pt x="820873" y="362023"/>
                  <a:pt x="866775" y="419400"/>
                </a:cubicBezTo>
                <a:cubicBezTo>
                  <a:pt x="875306" y="430064"/>
                  <a:pt x="881402" y="442632"/>
                  <a:pt x="890588" y="452737"/>
                </a:cubicBezTo>
                <a:cubicBezTo>
                  <a:pt x="897426" y="460258"/>
                  <a:pt x="907464" y="464356"/>
                  <a:pt x="914400" y="471787"/>
                </a:cubicBezTo>
                <a:cubicBezTo>
                  <a:pt x="929795" y="488282"/>
                  <a:pt x="957263" y="524175"/>
                  <a:pt x="957263" y="524175"/>
                </a:cubicBezTo>
                <a:cubicBezTo>
                  <a:pt x="976556" y="591700"/>
                  <a:pt x="952501" y="524176"/>
                  <a:pt x="1009650" y="609900"/>
                </a:cubicBezTo>
                <a:cubicBezTo>
                  <a:pt x="1016000" y="619425"/>
                  <a:pt x="1020144" y="630870"/>
                  <a:pt x="1028700" y="638475"/>
                </a:cubicBezTo>
                <a:cubicBezTo>
                  <a:pt x="1098654" y="700656"/>
                  <a:pt x="1073654" y="673197"/>
                  <a:pt x="1133475" y="700387"/>
                </a:cubicBezTo>
                <a:cubicBezTo>
                  <a:pt x="1184769" y="723702"/>
                  <a:pt x="1082487" y="693593"/>
                  <a:pt x="1185863" y="719437"/>
                </a:cubicBezTo>
                <a:cubicBezTo>
                  <a:pt x="1196975" y="725787"/>
                  <a:pt x="1208347" y="731704"/>
                  <a:pt x="1219200" y="738487"/>
                </a:cubicBezTo>
                <a:cubicBezTo>
                  <a:pt x="1314332" y="797944"/>
                  <a:pt x="1216133" y="740816"/>
                  <a:pt x="1295400" y="786112"/>
                </a:cubicBezTo>
                <a:cubicBezTo>
                  <a:pt x="1308100" y="801987"/>
                  <a:pt x="1321440" y="817370"/>
                  <a:pt x="1333500" y="833737"/>
                </a:cubicBezTo>
                <a:cubicBezTo>
                  <a:pt x="1351645" y="858363"/>
                  <a:pt x="1361630" y="875859"/>
                  <a:pt x="1376363" y="900412"/>
                </a:cubicBezTo>
                <a:cubicBezTo>
                  <a:pt x="1377950" y="919462"/>
                  <a:pt x="1378934" y="938572"/>
                  <a:pt x="1381125" y="957562"/>
                </a:cubicBezTo>
                <a:cubicBezTo>
                  <a:pt x="1386070" y="1000423"/>
                  <a:pt x="1400006" y="1030952"/>
                  <a:pt x="1381125" y="1071862"/>
                </a:cubicBezTo>
                <a:cubicBezTo>
                  <a:pt x="1377799" y="1079069"/>
                  <a:pt x="1369301" y="1082865"/>
                  <a:pt x="1362075" y="1086150"/>
                </a:cubicBezTo>
                <a:cubicBezTo>
                  <a:pt x="1355151" y="1089297"/>
                  <a:pt x="1321427" y="1097503"/>
                  <a:pt x="1309688" y="1100437"/>
                </a:cubicBezTo>
                <a:cubicBezTo>
                  <a:pt x="1287463" y="1094087"/>
                  <a:pt x="1264941" y="1088696"/>
                  <a:pt x="1243013" y="1081387"/>
                </a:cubicBezTo>
                <a:cubicBezTo>
                  <a:pt x="1231543" y="1077564"/>
                  <a:pt x="1221274" y="1070511"/>
                  <a:pt x="1209675" y="1067100"/>
                </a:cubicBezTo>
                <a:cubicBezTo>
                  <a:pt x="1087467" y="1031157"/>
                  <a:pt x="1252284" y="1094783"/>
                  <a:pt x="1095375" y="1033762"/>
                </a:cubicBezTo>
                <a:cubicBezTo>
                  <a:pt x="1088758" y="1031189"/>
                  <a:pt x="1081843" y="1028704"/>
                  <a:pt x="1076325" y="1024237"/>
                </a:cubicBezTo>
                <a:cubicBezTo>
                  <a:pt x="1048351" y="1001592"/>
                  <a:pt x="1016958" y="981592"/>
                  <a:pt x="995363" y="952800"/>
                </a:cubicBezTo>
                <a:cubicBezTo>
                  <a:pt x="990600" y="946450"/>
                  <a:pt x="986414" y="939623"/>
                  <a:pt x="981075" y="933750"/>
                </a:cubicBezTo>
                <a:cubicBezTo>
                  <a:pt x="970504" y="922121"/>
                  <a:pt x="957447" y="912769"/>
                  <a:pt x="947738" y="900412"/>
                </a:cubicBezTo>
                <a:cubicBezTo>
                  <a:pt x="854215" y="781381"/>
                  <a:pt x="1004707" y="947856"/>
                  <a:pt x="900113" y="843262"/>
                </a:cubicBezTo>
                <a:cubicBezTo>
                  <a:pt x="894500" y="837649"/>
                  <a:pt x="893018" y="827569"/>
                  <a:pt x="885825" y="824212"/>
                </a:cubicBezTo>
                <a:cubicBezTo>
                  <a:pt x="860376" y="812336"/>
                  <a:pt x="819403" y="808766"/>
                  <a:pt x="790575" y="805162"/>
                </a:cubicBezTo>
                <a:cubicBezTo>
                  <a:pt x="779463" y="801987"/>
                  <a:pt x="768706" y="797070"/>
                  <a:pt x="757238" y="795637"/>
                </a:cubicBezTo>
                <a:cubicBezTo>
                  <a:pt x="589655" y="774690"/>
                  <a:pt x="726300" y="800881"/>
                  <a:pt x="652463" y="786112"/>
                </a:cubicBezTo>
                <a:cubicBezTo>
                  <a:pt x="646113" y="782937"/>
                  <a:pt x="640213" y="778627"/>
                  <a:pt x="633413" y="776587"/>
                </a:cubicBezTo>
                <a:cubicBezTo>
                  <a:pt x="624164" y="773812"/>
                  <a:pt x="613804" y="775411"/>
                  <a:pt x="604838" y="771825"/>
                </a:cubicBezTo>
                <a:cubicBezTo>
                  <a:pt x="597468" y="768877"/>
                  <a:pt x="592644" y="761537"/>
                  <a:pt x="585788" y="757537"/>
                </a:cubicBezTo>
                <a:cubicBezTo>
                  <a:pt x="551408" y="737482"/>
                  <a:pt x="542925" y="736899"/>
                  <a:pt x="504825" y="724200"/>
                </a:cubicBezTo>
                <a:cubicBezTo>
                  <a:pt x="488950" y="713087"/>
                  <a:pt x="474366" y="699854"/>
                  <a:pt x="457200" y="690862"/>
                </a:cubicBezTo>
                <a:cubicBezTo>
                  <a:pt x="353134" y="636350"/>
                  <a:pt x="448258" y="702444"/>
                  <a:pt x="371475" y="652762"/>
                </a:cubicBezTo>
                <a:cubicBezTo>
                  <a:pt x="298763" y="605714"/>
                  <a:pt x="350655" y="632495"/>
                  <a:pt x="280988" y="595612"/>
                </a:cubicBezTo>
                <a:cubicBezTo>
                  <a:pt x="261081" y="585073"/>
                  <a:pt x="228498" y="570775"/>
                  <a:pt x="209550" y="557512"/>
                </a:cubicBezTo>
                <a:cubicBezTo>
                  <a:pt x="204032" y="553650"/>
                  <a:pt x="200579" y="547360"/>
                  <a:pt x="195263" y="543225"/>
                </a:cubicBezTo>
                <a:cubicBezTo>
                  <a:pt x="174574" y="527133"/>
                  <a:pt x="168373" y="525018"/>
                  <a:pt x="147638" y="514650"/>
                </a:cubicBezTo>
                <a:cubicBezTo>
                  <a:pt x="124482" y="479915"/>
                  <a:pt x="156655" y="526152"/>
                  <a:pt x="109538" y="471787"/>
                </a:cubicBezTo>
                <a:cubicBezTo>
                  <a:pt x="97438" y="457826"/>
                  <a:pt x="78412" y="433417"/>
                  <a:pt x="66675" y="414637"/>
                </a:cubicBezTo>
                <a:cubicBezTo>
                  <a:pt x="61769" y="406788"/>
                  <a:pt x="57150" y="398762"/>
                  <a:pt x="52388" y="390825"/>
                </a:cubicBezTo>
                <a:cubicBezTo>
                  <a:pt x="49213" y="379712"/>
                  <a:pt x="46813" y="368349"/>
                  <a:pt x="42863" y="357487"/>
                </a:cubicBezTo>
                <a:cubicBezTo>
                  <a:pt x="38029" y="344193"/>
                  <a:pt x="31431" y="335576"/>
                  <a:pt x="23813" y="324150"/>
                </a:cubicBezTo>
                <a:cubicBezTo>
                  <a:pt x="20638" y="313037"/>
                  <a:pt x="18238" y="301674"/>
                  <a:pt x="14288" y="290812"/>
                </a:cubicBezTo>
                <a:cubicBezTo>
                  <a:pt x="-3240" y="242609"/>
                  <a:pt x="11153" y="303708"/>
                  <a:pt x="0" y="247950"/>
                </a:cubicBezTo>
                <a:cubicBezTo>
                  <a:pt x="4763" y="220962"/>
                  <a:pt x="5622" y="192985"/>
                  <a:pt x="14288" y="166987"/>
                </a:cubicBezTo>
                <a:cubicBezTo>
                  <a:pt x="15875" y="162225"/>
                  <a:pt x="24797" y="165531"/>
                  <a:pt x="28575" y="162225"/>
                </a:cubicBezTo>
                <a:cubicBezTo>
                  <a:pt x="38461" y="153575"/>
                  <a:pt x="75793" y="102443"/>
                  <a:pt x="80963" y="95550"/>
                </a:cubicBezTo>
                <a:cubicBezTo>
                  <a:pt x="82550" y="90787"/>
                  <a:pt x="82756" y="85310"/>
                  <a:pt x="85725" y="81262"/>
                </a:cubicBezTo>
                <a:cubicBezTo>
                  <a:pt x="100389" y="61265"/>
                  <a:pt x="133350" y="24112"/>
                  <a:pt x="133350" y="24112"/>
                </a:cubicBezTo>
                <a:cubicBezTo>
                  <a:pt x="135442" y="17836"/>
                  <a:pt x="139045" y="-2716"/>
                  <a:pt x="152400" y="300"/>
                </a:cubicBezTo>
                <a:cubicBezTo>
                  <a:pt x="197943" y="10584"/>
                  <a:pt x="242836" y="24770"/>
                  <a:pt x="285750" y="43162"/>
                </a:cubicBezTo>
                <a:cubicBezTo>
                  <a:pt x="296863" y="47925"/>
                  <a:pt x="307193" y="55287"/>
                  <a:pt x="319088" y="57450"/>
                </a:cubicBezTo>
                <a:cubicBezTo>
                  <a:pt x="359967" y="64882"/>
                  <a:pt x="401706" y="66420"/>
                  <a:pt x="442913" y="71737"/>
                </a:cubicBezTo>
                <a:cubicBezTo>
                  <a:pt x="450941" y="72773"/>
                  <a:pt x="458761" y="75052"/>
                  <a:pt x="466725" y="76500"/>
                </a:cubicBezTo>
                <a:cubicBezTo>
                  <a:pt x="476226" y="78227"/>
                  <a:pt x="485775" y="79675"/>
                  <a:pt x="495300" y="81262"/>
                </a:cubicBezTo>
                <a:cubicBezTo>
                  <a:pt x="503238" y="86025"/>
                  <a:pt x="510833" y="91410"/>
                  <a:pt x="519113" y="95550"/>
                </a:cubicBezTo>
                <a:cubicBezTo>
                  <a:pt x="529926" y="100957"/>
                  <a:pt x="542123" y="103551"/>
                  <a:pt x="552450" y="109837"/>
                </a:cubicBezTo>
                <a:cubicBezTo>
                  <a:pt x="578780" y="125864"/>
                  <a:pt x="628650" y="162225"/>
                  <a:pt x="628650" y="162225"/>
                </a:cubicBezTo>
                <a:lnTo>
                  <a:pt x="619125" y="176512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CD3067D-0A9B-6F10-BA2A-DD0589870983}"/>
              </a:ext>
            </a:extLst>
          </p:cNvPr>
          <p:cNvSpPr/>
          <p:nvPr/>
        </p:nvSpPr>
        <p:spPr>
          <a:xfrm>
            <a:off x="8015249" y="2860159"/>
            <a:ext cx="1638302" cy="1238250"/>
          </a:xfrm>
          <a:custGeom>
            <a:avLst/>
            <a:gdLst>
              <a:gd name="csX0" fmla="*/ 0 w 1638302"/>
              <a:gd name="csY0" fmla="*/ 0 h 1238250"/>
              <a:gd name="csX1" fmla="*/ 185737 w 1638302"/>
              <a:gd name="csY1" fmla="*/ 14288 h 1238250"/>
              <a:gd name="csX2" fmla="*/ 238125 w 1638302"/>
              <a:gd name="csY2" fmla="*/ 42863 h 1238250"/>
              <a:gd name="csX3" fmla="*/ 276225 w 1638302"/>
              <a:gd name="csY3" fmla="*/ 57150 h 1238250"/>
              <a:gd name="csX4" fmla="*/ 295275 w 1638302"/>
              <a:gd name="csY4" fmla="*/ 66675 h 1238250"/>
              <a:gd name="csX5" fmla="*/ 381000 w 1638302"/>
              <a:gd name="csY5" fmla="*/ 95250 h 1238250"/>
              <a:gd name="csX6" fmla="*/ 461962 w 1638302"/>
              <a:gd name="csY6" fmla="*/ 100013 h 1238250"/>
              <a:gd name="csX7" fmla="*/ 647700 w 1638302"/>
              <a:gd name="csY7" fmla="*/ 114300 h 1238250"/>
              <a:gd name="csX8" fmla="*/ 700087 w 1638302"/>
              <a:gd name="csY8" fmla="*/ 123825 h 1238250"/>
              <a:gd name="csX9" fmla="*/ 747712 w 1638302"/>
              <a:gd name="csY9" fmla="*/ 128588 h 1238250"/>
              <a:gd name="csX10" fmla="*/ 900112 w 1638302"/>
              <a:gd name="csY10" fmla="*/ 180975 h 1238250"/>
              <a:gd name="csX11" fmla="*/ 1114425 w 1638302"/>
              <a:gd name="csY11" fmla="*/ 319088 h 1238250"/>
              <a:gd name="csX12" fmla="*/ 1157287 w 1638302"/>
              <a:gd name="csY12" fmla="*/ 342900 h 1238250"/>
              <a:gd name="csX13" fmla="*/ 1238250 w 1638302"/>
              <a:gd name="csY13" fmla="*/ 428625 h 1238250"/>
              <a:gd name="csX14" fmla="*/ 1257300 w 1638302"/>
              <a:gd name="csY14" fmla="*/ 490538 h 1238250"/>
              <a:gd name="csX15" fmla="*/ 1262062 w 1638302"/>
              <a:gd name="csY15" fmla="*/ 509588 h 1238250"/>
              <a:gd name="csX16" fmla="*/ 1362075 w 1638302"/>
              <a:gd name="csY16" fmla="*/ 619125 h 1238250"/>
              <a:gd name="csX17" fmla="*/ 1433512 w 1638302"/>
              <a:gd name="csY17" fmla="*/ 714375 h 1238250"/>
              <a:gd name="csX18" fmla="*/ 1471612 w 1638302"/>
              <a:gd name="csY18" fmla="*/ 752475 h 1238250"/>
              <a:gd name="csX19" fmla="*/ 1519237 w 1638302"/>
              <a:gd name="csY19" fmla="*/ 804863 h 1238250"/>
              <a:gd name="csX20" fmla="*/ 1557337 w 1638302"/>
              <a:gd name="csY20" fmla="*/ 871538 h 1238250"/>
              <a:gd name="csX21" fmla="*/ 1585912 w 1638302"/>
              <a:gd name="csY21" fmla="*/ 923925 h 1238250"/>
              <a:gd name="csX22" fmla="*/ 1600200 w 1638302"/>
              <a:gd name="csY22" fmla="*/ 962025 h 1238250"/>
              <a:gd name="csX23" fmla="*/ 1619250 w 1638302"/>
              <a:gd name="csY23" fmla="*/ 1190625 h 1238250"/>
              <a:gd name="csX24" fmla="*/ 1638300 w 1638302"/>
              <a:gd name="csY24" fmla="*/ 1238250 h 1238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638302" h="1238250">
                <a:moveTo>
                  <a:pt x="0" y="0"/>
                </a:moveTo>
                <a:cubicBezTo>
                  <a:pt x="61912" y="4763"/>
                  <a:pt x="124163" y="6257"/>
                  <a:pt x="185737" y="14288"/>
                </a:cubicBezTo>
                <a:cubicBezTo>
                  <a:pt x="223190" y="19173"/>
                  <a:pt x="211491" y="29546"/>
                  <a:pt x="238125" y="42863"/>
                </a:cubicBezTo>
                <a:cubicBezTo>
                  <a:pt x="250257" y="48929"/>
                  <a:pt x="263705" y="51933"/>
                  <a:pt x="276225" y="57150"/>
                </a:cubicBezTo>
                <a:cubicBezTo>
                  <a:pt x="282778" y="59881"/>
                  <a:pt x="288722" y="63944"/>
                  <a:pt x="295275" y="66675"/>
                </a:cubicBezTo>
                <a:cubicBezTo>
                  <a:pt x="312524" y="73862"/>
                  <a:pt x="364825" y="92854"/>
                  <a:pt x="381000" y="95250"/>
                </a:cubicBezTo>
                <a:cubicBezTo>
                  <a:pt x="407742" y="99212"/>
                  <a:pt x="434975" y="98425"/>
                  <a:pt x="461962" y="100013"/>
                </a:cubicBezTo>
                <a:cubicBezTo>
                  <a:pt x="651793" y="125324"/>
                  <a:pt x="381468" y="91481"/>
                  <a:pt x="647700" y="114300"/>
                </a:cubicBezTo>
                <a:cubicBezTo>
                  <a:pt x="665384" y="115816"/>
                  <a:pt x="682517" y="121315"/>
                  <a:pt x="700087" y="123825"/>
                </a:cubicBezTo>
                <a:cubicBezTo>
                  <a:pt x="715881" y="126081"/>
                  <a:pt x="731837" y="127000"/>
                  <a:pt x="747712" y="128588"/>
                </a:cubicBezTo>
                <a:cubicBezTo>
                  <a:pt x="809322" y="142805"/>
                  <a:pt x="839848" y="146135"/>
                  <a:pt x="900112" y="180975"/>
                </a:cubicBezTo>
                <a:cubicBezTo>
                  <a:pt x="973688" y="223511"/>
                  <a:pt x="1040133" y="277815"/>
                  <a:pt x="1114425" y="319088"/>
                </a:cubicBezTo>
                <a:cubicBezTo>
                  <a:pt x="1128712" y="327025"/>
                  <a:pt x="1144524" y="332690"/>
                  <a:pt x="1157287" y="342900"/>
                </a:cubicBezTo>
                <a:cubicBezTo>
                  <a:pt x="1185802" y="365712"/>
                  <a:pt x="1213884" y="400199"/>
                  <a:pt x="1238250" y="428625"/>
                </a:cubicBezTo>
                <a:cubicBezTo>
                  <a:pt x="1249034" y="471765"/>
                  <a:pt x="1235490" y="419656"/>
                  <a:pt x="1257300" y="490538"/>
                </a:cubicBezTo>
                <a:cubicBezTo>
                  <a:pt x="1259225" y="496794"/>
                  <a:pt x="1257927" y="504514"/>
                  <a:pt x="1262062" y="509588"/>
                </a:cubicBezTo>
                <a:cubicBezTo>
                  <a:pt x="1293293" y="547917"/>
                  <a:pt x="1332410" y="579571"/>
                  <a:pt x="1362075" y="619125"/>
                </a:cubicBezTo>
                <a:cubicBezTo>
                  <a:pt x="1385887" y="650875"/>
                  <a:pt x="1405449" y="686312"/>
                  <a:pt x="1433512" y="714375"/>
                </a:cubicBezTo>
                <a:cubicBezTo>
                  <a:pt x="1446212" y="727075"/>
                  <a:pt x="1459923" y="738838"/>
                  <a:pt x="1471612" y="752475"/>
                </a:cubicBezTo>
                <a:cubicBezTo>
                  <a:pt x="1523469" y="812974"/>
                  <a:pt x="1453784" y="750318"/>
                  <a:pt x="1519237" y="804863"/>
                </a:cubicBezTo>
                <a:cubicBezTo>
                  <a:pt x="1531937" y="827088"/>
                  <a:pt x="1544511" y="849385"/>
                  <a:pt x="1557337" y="871538"/>
                </a:cubicBezTo>
                <a:cubicBezTo>
                  <a:pt x="1570276" y="893887"/>
                  <a:pt x="1575341" y="899259"/>
                  <a:pt x="1585912" y="923925"/>
                </a:cubicBezTo>
                <a:cubicBezTo>
                  <a:pt x="1591255" y="936392"/>
                  <a:pt x="1595437" y="949325"/>
                  <a:pt x="1600200" y="962025"/>
                </a:cubicBezTo>
                <a:cubicBezTo>
                  <a:pt x="1603658" y="1010447"/>
                  <a:pt x="1615561" y="1182324"/>
                  <a:pt x="1619250" y="1190625"/>
                </a:cubicBezTo>
                <a:cubicBezTo>
                  <a:pt x="1638945" y="1234939"/>
                  <a:pt x="1638300" y="1217853"/>
                  <a:pt x="1638300" y="12382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7FD8B6C-CE5A-CF63-E181-CAD4E349E0C8}"/>
              </a:ext>
            </a:extLst>
          </p:cNvPr>
          <p:cNvSpPr/>
          <p:nvPr/>
        </p:nvSpPr>
        <p:spPr>
          <a:xfrm>
            <a:off x="7710449" y="3307834"/>
            <a:ext cx="1155680" cy="824634"/>
          </a:xfrm>
          <a:custGeom>
            <a:avLst/>
            <a:gdLst>
              <a:gd name="csX0" fmla="*/ 0 w 1155680"/>
              <a:gd name="csY0" fmla="*/ 0 h 824634"/>
              <a:gd name="csX1" fmla="*/ 57150 w 1155680"/>
              <a:gd name="csY1" fmla="*/ 176213 h 824634"/>
              <a:gd name="csX2" fmla="*/ 90487 w 1155680"/>
              <a:gd name="csY2" fmla="*/ 242888 h 824634"/>
              <a:gd name="csX3" fmla="*/ 109537 w 1155680"/>
              <a:gd name="csY3" fmla="*/ 266700 h 824634"/>
              <a:gd name="csX4" fmla="*/ 123825 w 1155680"/>
              <a:gd name="csY4" fmla="*/ 300038 h 824634"/>
              <a:gd name="csX5" fmla="*/ 142875 w 1155680"/>
              <a:gd name="csY5" fmla="*/ 314325 h 824634"/>
              <a:gd name="csX6" fmla="*/ 204787 w 1155680"/>
              <a:gd name="csY6" fmla="*/ 357188 h 824634"/>
              <a:gd name="csX7" fmla="*/ 276225 w 1155680"/>
              <a:gd name="csY7" fmla="*/ 404813 h 824634"/>
              <a:gd name="csX8" fmla="*/ 319087 w 1155680"/>
              <a:gd name="csY8" fmla="*/ 442913 h 824634"/>
              <a:gd name="csX9" fmla="*/ 352425 w 1155680"/>
              <a:gd name="csY9" fmla="*/ 476250 h 824634"/>
              <a:gd name="csX10" fmla="*/ 385762 w 1155680"/>
              <a:gd name="csY10" fmla="*/ 495300 h 824634"/>
              <a:gd name="csX11" fmla="*/ 404812 w 1155680"/>
              <a:gd name="csY11" fmla="*/ 514350 h 824634"/>
              <a:gd name="csX12" fmla="*/ 442912 w 1155680"/>
              <a:gd name="csY12" fmla="*/ 533400 h 824634"/>
              <a:gd name="csX13" fmla="*/ 533400 w 1155680"/>
              <a:gd name="csY13" fmla="*/ 581025 h 824634"/>
              <a:gd name="csX14" fmla="*/ 609600 w 1155680"/>
              <a:gd name="csY14" fmla="*/ 600075 h 824634"/>
              <a:gd name="csX15" fmla="*/ 819150 w 1155680"/>
              <a:gd name="csY15" fmla="*/ 595313 h 824634"/>
              <a:gd name="csX16" fmla="*/ 895350 w 1155680"/>
              <a:gd name="csY16" fmla="*/ 619125 h 824634"/>
              <a:gd name="csX17" fmla="*/ 928687 w 1155680"/>
              <a:gd name="csY17" fmla="*/ 633413 h 824634"/>
              <a:gd name="csX18" fmla="*/ 957262 w 1155680"/>
              <a:gd name="csY18" fmla="*/ 638175 h 824634"/>
              <a:gd name="csX19" fmla="*/ 1009650 w 1155680"/>
              <a:gd name="csY19" fmla="*/ 676275 h 824634"/>
              <a:gd name="csX20" fmla="*/ 1028700 w 1155680"/>
              <a:gd name="csY20" fmla="*/ 690563 h 824634"/>
              <a:gd name="csX21" fmla="*/ 1081087 w 1155680"/>
              <a:gd name="csY21" fmla="*/ 733425 h 824634"/>
              <a:gd name="csX22" fmla="*/ 1090612 w 1155680"/>
              <a:gd name="csY22" fmla="*/ 747713 h 824634"/>
              <a:gd name="csX23" fmla="*/ 1100137 w 1155680"/>
              <a:gd name="csY23" fmla="*/ 766763 h 824634"/>
              <a:gd name="csX24" fmla="*/ 1123950 w 1155680"/>
              <a:gd name="csY24" fmla="*/ 790575 h 824634"/>
              <a:gd name="csX25" fmla="*/ 1152525 w 1155680"/>
              <a:gd name="csY25" fmla="*/ 823913 h 824634"/>
              <a:gd name="csX26" fmla="*/ 1152525 w 1155680"/>
              <a:gd name="csY26" fmla="*/ 800100 h 824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155680" h="824634">
                <a:moveTo>
                  <a:pt x="0" y="0"/>
                </a:moveTo>
                <a:cubicBezTo>
                  <a:pt x="15404" y="57764"/>
                  <a:pt x="30565" y="123042"/>
                  <a:pt x="57150" y="176213"/>
                </a:cubicBezTo>
                <a:cubicBezTo>
                  <a:pt x="68262" y="198438"/>
                  <a:pt x="74964" y="223485"/>
                  <a:pt x="90487" y="242888"/>
                </a:cubicBezTo>
                <a:cubicBezTo>
                  <a:pt x="96837" y="250825"/>
                  <a:pt x="104415" y="257920"/>
                  <a:pt x="109537" y="266700"/>
                </a:cubicBezTo>
                <a:cubicBezTo>
                  <a:pt x="115629" y="277143"/>
                  <a:pt x="116892" y="290133"/>
                  <a:pt x="123825" y="300038"/>
                </a:cubicBezTo>
                <a:cubicBezTo>
                  <a:pt x="128377" y="306541"/>
                  <a:pt x="136390" y="309748"/>
                  <a:pt x="142875" y="314325"/>
                </a:cubicBezTo>
                <a:cubicBezTo>
                  <a:pt x="163381" y="328800"/>
                  <a:pt x="184071" y="343014"/>
                  <a:pt x="204787" y="357188"/>
                </a:cubicBezTo>
                <a:cubicBezTo>
                  <a:pt x="213165" y="362920"/>
                  <a:pt x="275564" y="404152"/>
                  <a:pt x="276225" y="404813"/>
                </a:cubicBezTo>
                <a:cubicBezTo>
                  <a:pt x="374996" y="503584"/>
                  <a:pt x="242020" y="372853"/>
                  <a:pt x="319087" y="442913"/>
                </a:cubicBezTo>
                <a:cubicBezTo>
                  <a:pt x="330716" y="453484"/>
                  <a:pt x="340068" y="466541"/>
                  <a:pt x="352425" y="476250"/>
                </a:cubicBezTo>
                <a:cubicBezTo>
                  <a:pt x="362489" y="484157"/>
                  <a:pt x="375411" y="487772"/>
                  <a:pt x="385762" y="495300"/>
                </a:cubicBezTo>
                <a:cubicBezTo>
                  <a:pt x="393025" y="500582"/>
                  <a:pt x="397340" y="509369"/>
                  <a:pt x="404812" y="514350"/>
                </a:cubicBezTo>
                <a:cubicBezTo>
                  <a:pt x="416626" y="522226"/>
                  <a:pt x="430796" y="525996"/>
                  <a:pt x="442912" y="533400"/>
                </a:cubicBezTo>
                <a:cubicBezTo>
                  <a:pt x="506282" y="572127"/>
                  <a:pt x="469505" y="563135"/>
                  <a:pt x="533400" y="581025"/>
                </a:cubicBezTo>
                <a:cubicBezTo>
                  <a:pt x="558612" y="588084"/>
                  <a:pt x="609600" y="600075"/>
                  <a:pt x="609600" y="600075"/>
                </a:cubicBezTo>
                <a:cubicBezTo>
                  <a:pt x="732849" y="585854"/>
                  <a:pt x="712292" y="578873"/>
                  <a:pt x="819150" y="595313"/>
                </a:cubicBezTo>
                <a:cubicBezTo>
                  <a:pt x="845447" y="599359"/>
                  <a:pt x="870856" y="609327"/>
                  <a:pt x="895350" y="619125"/>
                </a:cubicBezTo>
                <a:cubicBezTo>
                  <a:pt x="906575" y="623615"/>
                  <a:pt x="917132" y="629857"/>
                  <a:pt x="928687" y="633413"/>
                </a:cubicBezTo>
                <a:cubicBezTo>
                  <a:pt x="937916" y="636253"/>
                  <a:pt x="947737" y="636588"/>
                  <a:pt x="957262" y="638175"/>
                </a:cubicBezTo>
                <a:lnTo>
                  <a:pt x="1009650" y="676275"/>
                </a:lnTo>
                <a:cubicBezTo>
                  <a:pt x="1016051" y="680969"/>
                  <a:pt x="1022673" y="685397"/>
                  <a:pt x="1028700" y="690563"/>
                </a:cubicBezTo>
                <a:cubicBezTo>
                  <a:pt x="1068063" y="724304"/>
                  <a:pt x="1050328" y="710357"/>
                  <a:pt x="1081087" y="733425"/>
                </a:cubicBezTo>
                <a:cubicBezTo>
                  <a:pt x="1084262" y="738188"/>
                  <a:pt x="1087772" y="742743"/>
                  <a:pt x="1090612" y="747713"/>
                </a:cubicBezTo>
                <a:cubicBezTo>
                  <a:pt x="1094134" y="753877"/>
                  <a:pt x="1095778" y="761159"/>
                  <a:pt x="1100137" y="766763"/>
                </a:cubicBezTo>
                <a:cubicBezTo>
                  <a:pt x="1107029" y="775624"/>
                  <a:pt x="1116012" y="782638"/>
                  <a:pt x="1123950" y="790575"/>
                </a:cubicBezTo>
                <a:cubicBezTo>
                  <a:pt x="1125965" y="794606"/>
                  <a:pt x="1140160" y="830095"/>
                  <a:pt x="1152525" y="823913"/>
                </a:cubicBezTo>
                <a:cubicBezTo>
                  <a:pt x="1159625" y="820363"/>
                  <a:pt x="1152525" y="808038"/>
                  <a:pt x="1152525" y="8001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4C531B06-0E42-2150-B327-4F057CE205CD}"/>
              </a:ext>
            </a:extLst>
          </p:cNvPr>
          <p:cNvSpPr/>
          <p:nvPr/>
        </p:nvSpPr>
        <p:spPr>
          <a:xfrm>
            <a:off x="7900949" y="2655372"/>
            <a:ext cx="1885950" cy="1485980"/>
          </a:xfrm>
          <a:custGeom>
            <a:avLst/>
            <a:gdLst>
              <a:gd name="csX0" fmla="*/ 0 w 1885950"/>
              <a:gd name="csY0" fmla="*/ 57150 h 1485980"/>
              <a:gd name="csX1" fmla="*/ 114300 w 1885950"/>
              <a:gd name="csY1" fmla="*/ 28575 h 1485980"/>
              <a:gd name="csX2" fmla="*/ 214312 w 1885950"/>
              <a:gd name="csY2" fmla="*/ 4762 h 1485980"/>
              <a:gd name="csX3" fmla="*/ 280987 w 1885950"/>
              <a:gd name="csY3" fmla="*/ 0 h 1485980"/>
              <a:gd name="csX4" fmla="*/ 442912 w 1885950"/>
              <a:gd name="csY4" fmla="*/ 4762 h 1485980"/>
              <a:gd name="csX5" fmla="*/ 514350 w 1885950"/>
              <a:gd name="csY5" fmla="*/ 47625 h 1485980"/>
              <a:gd name="csX6" fmla="*/ 547687 w 1885950"/>
              <a:gd name="csY6" fmla="*/ 66675 h 1485980"/>
              <a:gd name="csX7" fmla="*/ 638175 w 1885950"/>
              <a:gd name="csY7" fmla="*/ 123825 h 1485980"/>
              <a:gd name="csX8" fmla="*/ 728662 w 1885950"/>
              <a:gd name="csY8" fmla="*/ 157162 h 1485980"/>
              <a:gd name="csX9" fmla="*/ 766762 w 1885950"/>
              <a:gd name="csY9" fmla="*/ 161925 h 1485980"/>
              <a:gd name="csX10" fmla="*/ 862012 w 1885950"/>
              <a:gd name="csY10" fmla="*/ 180975 h 1485980"/>
              <a:gd name="csX11" fmla="*/ 995362 w 1885950"/>
              <a:gd name="csY11" fmla="*/ 195262 h 1485980"/>
              <a:gd name="csX12" fmla="*/ 1028700 w 1885950"/>
              <a:gd name="csY12" fmla="*/ 209550 h 1485980"/>
              <a:gd name="csX13" fmla="*/ 1071562 w 1885950"/>
              <a:gd name="csY13" fmla="*/ 223837 h 1485980"/>
              <a:gd name="csX14" fmla="*/ 1138237 w 1885950"/>
              <a:gd name="csY14" fmla="*/ 276225 h 1485980"/>
              <a:gd name="csX15" fmla="*/ 1181100 w 1885950"/>
              <a:gd name="csY15" fmla="*/ 328612 h 1485980"/>
              <a:gd name="csX16" fmla="*/ 1252537 w 1885950"/>
              <a:gd name="csY16" fmla="*/ 395287 h 1485980"/>
              <a:gd name="csX17" fmla="*/ 1271587 w 1885950"/>
              <a:gd name="csY17" fmla="*/ 423862 h 1485980"/>
              <a:gd name="csX18" fmla="*/ 1314450 w 1885950"/>
              <a:gd name="csY18" fmla="*/ 466725 h 1485980"/>
              <a:gd name="csX19" fmla="*/ 1343025 w 1885950"/>
              <a:gd name="csY19" fmla="*/ 495300 h 1485980"/>
              <a:gd name="csX20" fmla="*/ 1390650 w 1885950"/>
              <a:gd name="csY20" fmla="*/ 566737 h 1485980"/>
              <a:gd name="csX21" fmla="*/ 1409700 w 1885950"/>
              <a:gd name="csY21" fmla="*/ 600075 h 1485980"/>
              <a:gd name="csX22" fmla="*/ 1447800 w 1885950"/>
              <a:gd name="csY22" fmla="*/ 652462 h 1485980"/>
              <a:gd name="csX23" fmla="*/ 1504950 w 1885950"/>
              <a:gd name="csY23" fmla="*/ 742950 h 1485980"/>
              <a:gd name="csX24" fmla="*/ 1538287 w 1885950"/>
              <a:gd name="csY24" fmla="*/ 800100 h 1485980"/>
              <a:gd name="csX25" fmla="*/ 1566862 w 1885950"/>
              <a:gd name="csY25" fmla="*/ 838200 h 1485980"/>
              <a:gd name="csX26" fmla="*/ 1600200 w 1885950"/>
              <a:gd name="csY26" fmla="*/ 904875 h 1485980"/>
              <a:gd name="csX27" fmla="*/ 1633537 w 1885950"/>
              <a:gd name="csY27" fmla="*/ 938212 h 1485980"/>
              <a:gd name="csX28" fmla="*/ 1652587 w 1885950"/>
              <a:gd name="csY28" fmla="*/ 957262 h 1485980"/>
              <a:gd name="csX29" fmla="*/ 1690687 w 1885950"/>
              <a:gd name="csY29" fmla="*/ 1023937 h 1485980"/>
              <a:gd name="csX30" fmla="*/ 1719262 w 1885950"/>
              <a:gd name="csY30" fmla="*/ 1062037 h 1485980"/>
              <a:gd name="csX31" fmla="*/ 1738312 w 1885950"/>
              <a:gd name="csY31" fmla="*/ 1100137 h 1485980"/>
              <a:gd name="csX32" fmla="*/ 1743075 w 1885950"/>
              <a:gd name="csY32" fmla="*/ 1119187 h 1485980"/>
              <a:gd name="csX33" fmla="*/ 1771650 w 1885950"/>
              <a:gd name="csY33" fmla="*/ 1143000 h 1485980"/>
              <a:gd name="csX34" fmla="*/ 1790700 w 1885950"/>
              <a:gd name="csY34" fmla="*/ 1200150 h 1485980"/>
              <a:gd name="csX35" fmla="*/ 1828800 w 1885950"/>
              <a:gd name="csY35" fmla="*/ 1290637 h 1485980"/>
              <a:gd name="csX36" fmla="*/ 1847850 w 1885950"/>
              <a:gd name="csY36" fmla="*/ 1428750 h 1485980"/>
              <a:gd name="csX37" fmla="*/ 1862137 w 1885950"/>
              <a:gd name="csY37" fmla="*/ 1438275 h 1485980"/>
              <a:gd name="csX38" fmla="*/ 1866900 w 1885950"/>
              <a:gd name="csY38" fmla="*/ 1481137 h 1485980"/>
              <a:gd name="csX39" fmla="*/ 1885950 w 1885950"/>
              <a:gd name="csY39" fmla="*/ 1485900 h 1485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885950" h="1485980">
                <a:moveTo>
                  <a:pt x="0" y="57150"/>
                </a:moveTo>
                <a:cubicBezTo>
                  <a:pt x="97405" y="35504"/>
                  <a:pt x="-22612" y="62803"/>
                  <a:pt x="114300" y="28575"/>
                </a:cubicBezTo>
                <a:cubicBezTo>
                  <a:pt x="147546" y="20263"/>
                  <a:pt x="180535" y="10552"/>
                  <a:pt x="214312" y="4762"/>
                </a:cubicBezTo>
                <a:cubicBezTo>
                  <a:pt x="236273" y="997"/>
                  <a:pt x="258762" y="1587"/>
                  <a:pt x="280987" y="0"/>
                </a:cubicBezTo>
                <a:lnTo>
                  <a:pt x="442912" y="4762"/>
                </a:lnTo>
                <a:cubicBezTo>
                  <a:pt x="456048" y="6595"/>
                  <a:pt x="500005" y="38797"/>
                  <a:pt x="514350" y="47625"/>
                </a:cubicBezTo>
                <a:cubicBezTo>
                  <a:pt x="525250" y="54333"/>
                  <a:pt x="536787" y="59967"/>
                  <a:pt x="547687" y="66675"/>
                </a:cubicBezTo>
                <a:cubicBezTo>
                  <a:pt x="578070" y="85372"/>
                  <a:pt x="605052" y="110576"/>
                  <a:pt x="638175" y="123825"/>
                </a:cubicBezTo>
                <a:cubicBezTo>
                  <a:pt x="659860" y="132499"/>
                  <a:pt x="704745" y="151534"/>
                  <a:pt x="728662" y="157162"/>
                </a:cubicBezTo>
                <a:cubicBezTo>
                  <a:pt x="741121" y="160093"/>
                  <a:pt x="754062" y="160337"/>
                  <a:pt x="766762" y="161925"/>
                </a:cubicBezTo>
                <a:cubicBezTo>
                  <a:pt x="826474" y="184316"/>
                  <a:pt x="786112" y="173123"/>
                  <a:pt x="862012" y="180975"/>
                </a:cubicBezTo>
                <a:cubicBezTo>
                  <a:pt x="1071650" y="202662"/>
                  <a:pt x="844120" y="181514"/>
                  <a:pt x="995362" y="195262"/>
                </a:cubicBezTo>
                <a:cubicBezTo>
                  <a:pt x="1006475" y="200025"/>
                  <a:pt x="1017380" y="205305"/>
                  <a:pt x="1028700" y="209550"/>
                </a:cubicBezTo>
                <a:cubicBezTo>
                  <a:pt x="1042801" y="214838"/>
                  <a:pt x="1057915" y="217468"/>
                  <a:pt x="1071562" y="223837"/>
                </a:cubicBezTo>
                <a:cubicBezTo>
                  <a:pt x="1089948" y="232417"/>
                  <a:pt x="1127241" y="264582"/>
                  <a:pt x="1138237" y="276225"/>
                </a:cubicBezTo>
                <a:cubicBezTo>
                  <a:pt x="1153729" y="292628"/>
                  <a:pt x="1165475" y="312336"/>
                  <a:pt x="1181100" y="328612"/>
                </a:cubicBezTo>
                <a:cubicBezTo>
                  <a:pt x="1203658" y="352109"/>
                  <a:pt x="1230103" y="371672"/>
                  <a:pt x="1252537" y="395287"/>
                </a:cubicBezTo>
                <a:cubicBezTo>
                  <a:pt x="1260422" y="403587"/>
                  <a:pt x="1264090" y="415211"/>
                  <a:pt x="1271587" y="423862"/>
                </a:cubicBezTo>
                <a:cubicBezTo>
                  <a:pt x="1284820" y="439131"/>
                  <a:pt x="1300162" y="452437"/>
                  <a:pt x="1314450" y="466725"/>
                </a:cubicBezTo>
                <a:cubicBezTo>
                  <a:pt x="1323975" y="476250"/>
                  <a:pt x="1337001" y="483252"/>
                  <a:pt x="1343025" y="495300"/>
                </a:cubicBezTo>
                <a:cubicBezTo>
                  <a:pt x="1382889" y="575027"/>
                  <a:pt x="1338127" y="493205"/>
                  <a:pt x="1390650" y="566737"/>
                </a:cubicBezTo>
                <a:cubicBezTo>
                  <a:pt x="1398089" y="577152"/>
                  <a:pt x="1402600" y="589426"/>
                  <a:pt x="1409700" y="600075"/>
                </a:cubicBezTo>
                <a:cubicBezTo>
                  <a:pt x="1421677" y="618041"/>
                  <a:pt x="1438144" y="633149"/>
                  <a:pt x="1447800" y="652462"/>
                </a:cubicBezTo>
                <a:cubicBezTo>
                  <a:pt x="1492915" y="742695"/>
                  <a:pt x="1409821" y="579869"/>
                  <a:pt x="1504950" y="742950"/>
                </a:cubicBezTo>
                <a:cubicBezTo>
                  <a:pt x="1516062" y="762000"/>
                  <a:pt x="1526268" y="781609"/>
                  <a:pt x="1538287" y="800100"/>
                </a:cubicBezTo>
                <a:cubicBezTo>
                  <a:pt x="1546939" y="813410"/>
                  <a:pt x="1558813" y="824517"/>
                  <a:pt x="1566862" y="838200"/>
                </a:cubicBezTo>
                <a:cubicBezTo>
                  <a:pt x="1579558" y="859784"/>
                  <a:pt x="1583855" y="885262"/>
                  <a:pt x="1600200" y="904875"/>
                </a:cubicBezTo>
                <a:cubicBezTo>
                  <a:pt x="1610261" y="916948"/>
                  <a:pt x="1622425" y="927100"/>
                  <a:pt x="1633537" y="938212"/>
                </a:cubicBezTo>
                <a:cubicBezTo>
                  <a:pt x="1639887" y="944562"/>
                  <a:pt x="1648132" y="949465"/>
                  <a:pt x="1652587" y="957262"/>
                </a:cubicBezTo>
                <a:cubicBezTo>
                  <a:pt x="1665287" y="979487"/>
                  <a:pt x="1675328" y="1003459"/>
                  <a:pt x="1690687" y="1023937"/>
                </a:cubicBezTo>
                <a:cubicBezTo>
                  <a:pt x="1700212" y="1036637"/>
                  <a:pt x="1710848" y="1048575"/>
                  <a:pt x="1719262" y="1062037"/>
                </a:cubicBezTo>
                <a:cubicBezTo>
                  <a:pt x="1726787" y="1074078"/>
                  <a:pt x="1732851" y="1087030"/>
                  <a:pt x="1738312" y="1100137"/>
                </a:cubicBezTo>
                <a:cubicBezTo>
                  <a:pt x="1740830" y="1106179"/>
                  <a:pt x="1739056" y="1114020"/>
                  <a:pt x="1743075" y="1119187"/>
                </a:cubicBezTo>
                <a:cubicBezTo>
                  <a:pt x="1750687" y="1128974"/>
                  <a:pt x="1762125" y="1135062"/>
                  <a:pt x="1771650" y="1143000"/>
                </a:cubicBezTo>
                <a:cubicBezTo>
                  <a:pt x="1778000" y="1162050"/>
                  <a:pt x="1783097" y="1181565"/>
                  <a:pt x="1790700" y="1200150"/>
                </a:cubicBezTo>
                <a:cubicBezTo>
                  <a:pt x="1845691" y="1334575"/>
                  <a:pt x="1788158" y="1168715"/>
                  <a:pt x="1828800" y="1290637"/>
                </a:cubicBezTo>
                <a:cubicBezTo>
                  <a:pt x="1831015" y="1334943"/>
                  <a:pt x="1825072" y="1386990"/>
                  <a:pt x="1847850" y="1428750"/>
                </a:cubicBezTo>
                <a:cubicBezTo>
                  <a:pt x="1850591" y="1433775"/>
                  <a:pt x="1857375" y="1435100"/>
                  <a:pt x="1862137" y="1438275"/>
                </a:cubicBezTo>
                <a:cubicBezTo>
                  <a:pt x="1863725" y="1452562"/>
                  <a:pt x="1860471" y="1468279"/>
                  <a:pt x="1866900" y="1481137"/>
                </a:cubicBezTo>
                <a:cubicBezTo>
                  <a:pt x="1869827" y="1486991"/>
                  <a:pt x="1885950" y="1485900"/>
                  <a:pt x="1885950" y="14859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607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671A9-F68B-BC85-69A9-FDB5FE37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6F45F-CCA8-6BA1-A2CA-29E08DCCD4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080573-67B0-3536-D4A2-A7EA9D051B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78325-C60F-24FF-950A-CA7D282B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F5B9C9-C309-E4BC-3899-EAA327F0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530AA93-DEDD-F32D-5271-BF30F87E1A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CA9BBF-E4C0-6798-C1EE-66A5645CD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1" name="사각형: 잘린 대각선 방향 모서리 10">
            <a:extLst>
              <a:ext uri="{FF2B5EF4-FFF2-40B4-BE49-F238E27FC236}">
                <a16:creationId xmlns:a16="http://schemas.microsoft.com/office/drawing/2014/main" id="{E553973E-D8CA-9557-14A9-296A88364806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51D339E-5C2E-A673-173C-699796ADD7A2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5FC68B9-344E-79D6-DFB7-0088D699F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0B11321F-6CAB-EF59-C2AD-713DADB7CE48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1ACF9D6-F860-E435-CBD0-12A9F63CE034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756448C-A265-2B75-6690-CB5752FA8CAE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89B5B84-C959-6765-9683-9337D709ACFB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C493F8-3EA3-0DA0-8FB5-26A2F6AC07BB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C42916-7CFF-B5A4-7DDF-0E8E52FFD642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24453819-4545-A836-C7C8-5A6BD6941C1D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C4F0AE6D-A05C-6307-19AE-3BAFD4095106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2A054509-38E0-584C-5B3D-58175334C088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53600590-5A09-0FA8-609F-C91CDE5EA139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D801EDAC-D9C6-055D-4A2D-435C28BF90AA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9" name="평행 사변형 38">
            <a:extLst>
              <a:ext uri="{FF2B5EF4-FFF2-40B4-BE49-F238E27FC236}">
                <a16:creationId xmlns:a16="http://schemas.microsoft.com/office/drawing/2014/main" id="{0BB992C8-55A7-798B-7971-644BDE64309E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41" name="십자형 40">
            <a:extLst>
              <a:ext uri="{FF2B5EF4-FFF2-40B4-BE49-F238E27FC236}">
                <a16:creationId xmlns:a16="http://schemas.microsoft.com/office/drawing/2014/main" id="{53679552-882C-B9A4-7EEA-5FDDDEADF382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AA2476E-83A7-7D2C-C015-2491FD95CA91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26A5A98-A49C-815E-803A-D0F9B1741F00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더하기 기호 46">
            <a:extLst>
              <a:ext uri="{FF2B5EF4-FFF2-40B4-BE49-F238E27FC236}">
                <a16:creationId xmlns:a16="http://schemas.microsoft.com/office/drawing/2014/main" id="{D9850530-6206-7BC3-8CA4-B2C749060336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731E2C-60AC-D269-9939-98B380030793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90DE10A-F4C3-B36A-B114-5FF034D50166}"/>
              </a:ext>
            </a:extLst>
          </p:cNvPr>
          <p:cNvSpPr/>
          <p:nvPr/>
        </p:nvSpPr>
        <p:spPr>
          <a:xfrm>
            <a:off x="8259109" y="2492031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CC165ED-0B8D-01C5-F74A-F924EFCC7316}"/>
              </a:ext>
            </a:extLst>
          </p:cNvPr>
          <p:cNvSpPr/>
          <p:nvPr/>
        </p:nvSpPr>
        <p:spPr>
          <a:xfrm>
            <a:off x="8858143" y="3864232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C49B220-AA83-F53B-BF8A-4DB55DFB0645}"/>
              </a:ext>
            </a:extLst>
          </p:cNvPr>
          <p:cNvSpPr/>
          <p:nvPr/>
        </p:nvSpPr>
        <p:spPr>
          <a:xfrm>
            <a:off x="7743389" y="3692143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EB4C606-72EE-B7AB-D327-1EFF39D337D3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F0E42AF-7A63-C4D0-C574-C17351F19674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7A867D3-B0F6-A6EA-F32C-B91BB06E17F8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7BE0BE6-775C-E1E7-C382-588152476D85}"/>
              </a:ext>
            </a:extLst>
          </p:cNvPr>
          <p:cNvSpPr/>
          <p:nvPr/>
        </p:nvSpPr>
        <p:spPr>
          <a:xfrm>
            <a:off x="7748923" y="2834613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2900D8E2-2B9D-756E-D928-1653FC573059}"/>
              </a:ext>
            </a:extLst>
          </p:cNvPr>
          <p:cNvSpPr/>
          <p:nvPr/>
        </p:nvSpPr>
        <p:spPr>
          <a:xfrm>
            <a:off x="6636589" y="1604513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9609F5D1-858E-0988-1522-54318A4BBEC9}"/>
              </a:ext>
            </a:extLst>
          </p:cNvPr>
          <p:cNvSpPr/>
          <p:nvPr/>
        </p:nvSpPr>
        <p:spPr>
          <a:xfrm>
            <a:off x="6630838" y="2806460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7251AE09-A80D-65F2-CA2A-E299B6F699B7}"/>
              </a:ext>
            </a:extLst>
          </p:cNvPr>
          <p:cNvSpPr/>
          <p:nvPr/>
        </p:nvSpPr>
        <p:spPr>
          <a:xfrm>
            <a:off x="7660257" y="2794958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02FEB02F-1C03-923B-CAE1-0A43B3911835}"/>
              </a:ext>
            </a:extLst>
          </p:cNvPr>
          <p:cNvSpPr/>
          <p:nvPr/>
        </p:nvSpPr>
        <p:spPr>
          <a:xfrm>
            <a:off x="8281358" y="2490158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FD67F352-1C25-8F87-BE9C-CBA1AB26D52D}"/>
              </a:ext>
            </a:extLst>
          </p:cNvPr>
          <p:cNvSpPr/>
          <p:nvPr/>
        </p:nvSpPr>
        <p:spPr>
          <a:xfrm>
            <a:off x="8821947" y="3720860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BDB511AC-D136-1C5F-F723-9B340D92CEAC}"/>
              </a:ext>
            </a:extLst>
          </p:cNvPr>
          <p:cNvSpPr/>
          <p:nvPr/>
        </p:nvSpPr>
        <p:spPr>
          <a:xfrm>
            <a:off x="9512060" y="2237117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A518AE02-A640-5761-8BD8-F60CC94172B1}"/>
              </a:ext>
            </a:extLst>
          </p:cNvPr>
          <p:cNvSpPr/>
          <p:nvPr/>
        </p:nvSpPr>
        <p:spPr>
          <a:xfrm>
            <a:off x="7901796" y="4612257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EEF59F-5540-9931-469F-1D3D107ACCF7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022F9F2-6609-13DE-BE19-DA9B4981A039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1C92DAE-E202-3403-5F62-9D8B082F808C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FC970F4-8399-340A-448C-5EB68971E2C1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더하기 기호 86">
            <a:extLst>
              <a:ext uri="{FF2B5EF4-FFF2-40B4-BE49-F238E27FC236}">
                <a16:creationId xmlns:a16="http://schemas.microsoft.com/office/drawing/2014/main" id="{88366D07-B52C-115F-B293-98E1D26E58BD}"/>
              </a:ext>
            </a:extLst>
          </p:cNvPr>
          <p:cNvSpPr/>
          <p:nvPr/>
        </p:nvSpPr>
        <p:spPr>
          <a:xfrm>
            <a:off x="9025115" y="3135394"/>
            <a:ext cx="749043" cy="519738"/>
          </a:xfrm>
          <a:prstGeom prst="mathPlus">
            <a:avLst>
              <a:gd name="adj1" fmla="val 5131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십자형 88">
            <a:extLst>
              <a:ext uri="{FF2B5EF4-FFF2-40B4-BE49-F238E27FC236}">
                <a16:creationId xmlns:a16="http://schemas.microsoft.com/office/drawing/2014/main" id="{6243BCA9-BB27-3A4F-4B82-3F2FA7FAF3F4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146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F73D-77D9-BB81-27E1-AF5783AA1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7A296-464A-87A0-7183-26851BE3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단계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5365C-A461-6219-C868-920B13805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15291"/>
            <a:ext cx="5181600" cy="2561672"/>
          </a:xfrm>
        </p:spPr>
        <p:txBody>
          <a:bodyPr/>
          <a:lstStyle/>
          <a:p>
            <a:r>
              <a:rPr lang="ko-KR" altLang="en-US" dirty="0"/>
              <a:t>붉은 선과 파란 선 </a:t>
            </a:r>
            <a:r>
              <a:rPr lang="en-US" altLang="ko-KR" dirty="0"/>
              <a:t>: </a:t>
            </a:r>
            <a:r>
              <a:rPr lang="ko-KR" altLang="en-US" dirty="0"/>
              <a:t>목적지까지 도달하기 위한 두 단계의 경로</a:t>
            </a:r>
            <a:endParaRPr lang="en-US" altLang="ko-KR" dirty="0"/>
          </a:p>
          <a:p>
            <a:r>
              <a:rPr lang="ko-KR" altLang="en-US" dirty="0"/>
              <a:t>붉은 선 </a:t>
            </a:r>
            <a:r>
              <a:rPr lang="en-US" altLang="ko-KR" dirty="0"/>
              <a:t>: 1</a:t>
            </a:r>
            <a:r>
              <a:rPr lang="ko-KR" altLang="en-US" dirty="0"/>
              <a:t>단계</a:t>
            </a:r>
            <a:endParaRPr lang="en-US" altLang="ko-KR" dirty="0"/>
          </a:p>
          <a:p>
            <a:r>
              <a:rPr lang="ko-KR" altLang="en-US" dirty="0"/>
              <a:t>파란 선 </a:t>
            </a:r>
            <a:r>
              <a:rPr lang="en-US" altLang="ko-KR" dirty="0"/>
              <a:t>: 2</a:t>
            </a:r>
            <a:r>
              <a:rPr lang="ko-KR" altLang="en-US" dirty="0"/>
              <a:t>단계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1E40BD-0B0D-B9E1-7679-E0656F40B3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362C7C-8A12-862A-36C1-9775FC9E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10/28/2026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05693-1891-2EB0-2FBB-E96CAE21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100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08AFA02-6A11-2364-9586-09062B7CF3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2B18EC6-6C05-C2FA-61D2-662A65703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1" name="사각형: 잘린 대각선 방향 모서리 10">
            <a:extLst>
              <a:ext uri="{FF2B5EF4-FFF2-40B4-BE49-F238E27FC236}">
                <a16:creationId xmlns:a16="http://schemas.microsoft.com/office/drawing/2014/main" id="{1EC05DE0-1A92-AB97-7667-B027CD35278C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A586D92-963B-BF45-973A-A33212680C7B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5A46A21-8FEF-25B8-FB6F-E581755AF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1D6A2EB-0BB1-42F7-464D-84342FF43B0C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CBE1810F-A37F-2124-DC25-34560CF84718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CDE323D-E8C9-4941-BE4E-77EFD26F94AC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F8421CB-52A9-790B-B34E-F9801B08395F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3DE973-6E11-C2B8-EB2A-F60A996592E0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9CF0AB-B4E8-5C52-3C85-08BA744F9925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CA37C917-DD2B-750E-A83E-4B7280865B2E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FAA18BA2-7BA1-45E8-CA44-3CE184B5B11E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EBD4E203-0580-180F-4AC8-D1580AB823D2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8FEE689-221E-73A6-38DC-3E963FF8D59C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FC6B376D-5F8E-5CC1-D2D8-CA334ABDB9E4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9" name="평행 사변형 38">
            <a:extLst>
              <a:ext uri="{FF2B5EF4-FFF2-40B4-BE49-F238E27FC236}">
                <a16:creationId xmlns:a16="http://schemas.microsoft.com/office/drawing/2014/main" id="{97C09418-3D85-812F-862C-B258A4743006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41" name="십자형 40">
            <a:extLst>
              <a:ext uri="{FF2B5EF4-FFF2-40B4-BE49-F238E27FC236}">
                <a16:creationId xmlns:a16="http://schemas.microsoft.com/office/drawing/2014/main" id="{EB53826E-F246-2326-9E58-1F896B1F2A27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14DA28-1B8E-9190-FDB9-CED43BF6F5C3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DEBBC67-8642-2570-64F6-073EC8600EDB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더하기 기호 46">
            <a:extLst>
              <a:ext uri="{FF2B5EF4-FFF2-40B4-BE49-F238E27FC236}">
                <a16:creationId xmlns:a16="http://schemas.microsoft.com/office/drawing/2014/main" id="{F855F616-0408-2D92-0E39-38AA430C6065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465B7CC-2ED8-E8C6-537B-18A9D93BE865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5889A05-4CF0-1997-4432-BA80CA6CEC15}"/>
              </a:ext>
            </a:extLst>
          </p:cNvPr>
          <p:cNvSpPr/>
          <p:nvPr/>
        </p:nvSpPr>
        <p:spPr>
          <a:xfrm>
            <a:off x="8259109" y="2492031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C1841E7-652C-EB2F-7C7C-749CB04AD5CF}"/>
              </a:ext>
            </a:extLst>
          </p:cNvPr>
          <p:cNvSpPr/>
          <p:nvPr/>
        </p:nvSpPr>
        <p:spPr>
          <a:xfrm>
            <a:off x="8858143" y="3864232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EE2BC12B-8A20-C1EC-958D-D54B55954434}"/>
              </a:ext>
            </a:extLst>
          </p:cNvPr>
          <p:cNvSpPr/>
          <p:nvPr/>
        </p:nvSpPr>
        <p:spPr>
          <a:xfrm>
            <a:off x="7743389" y="3692143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E47D6ED-E1B7-7F4C-C0E0-46824435AEEA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793BEEA-4770-50DC-766A-B1413547760E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DA79603-78E4-48C3-0326-428AFA39990F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667F1F3-DF23-D227-A0C2-9C7EB8C8DEFB}"/>
              </a:ext>
            </a:extLst>
          </p:cNvPr>
          <p:cNvSpPr/>
          <p:nvPr/>
        </p:nvSpPr>
        <p:spPr>
          <a:xfrm>
            <a:off x="7748923" y="2834613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52CF8CA1-6B32-8F5E-8E6D-E2EBE5AFFB25}"/>
              </a:ext>
            </a:extLst>
          </p:cNvPr>
          <p:cNvSpPr/>
          <p:nvPr/>
        </p:nvSpPr>
        <p:spPr>
          <a:xfrm>
            <a:off x="6636589" y="1604513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5AAB57F9-E799-F356-9252-EC8AB213B7C7}"/>
              </a:ext>
            </a:extLst>
          </p:cNvPr>
          <p:cNvSpPr/>
          <p:nvPr/>
        </p:nvSpPr>
        <p:spPr>
          <a:xfrm>
            <a:off x="6630838" y="2806460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1AD77126-DDAC-F383-5D77-AA78D82B84E8}"/>
              </a:ext>
            </a:extLst>
          </p:cNvPr>
          <p:cNvSpPr/>
          <p:nvPr/>
        </p:nvSpPr>
        <p:spPr>
          <a:xfrm>
            <a:off x="7660257" y="2794958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0C3E4706-E35B-3372-EE6B-D15F170ABD82}"/>
              </a:ext>
            </a:extLst>
          </p:cNvPr>
          <p:cNvSpPr/>
          <p:nvPr/>
        </p:nvSpPr>
        <p:spPr>
          <a:xfrm>
            <a:off x="8281358" y="2490158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A615A6F3-D537-C52F-82ED-DD40568DD7AF}"/>
              </a:ext>
            </a:extLst>
          </p:cNvPr>
          <p:cNvSpPr/>
          <p:nvPr/>
        </p:nvSpPr>
        <p:spPr>
          <a:xfrm>
            <a:off x="8821947" y="3720860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5AD4A311-CE04-106F-2593-A71359925795}"/>
              </a:ext>
            </a:extLst>
          </p:cNvPr>
          <p:cNvSpPr/>
          <p:nvPr/>
        </p:nvSpPr>
        <p:spPr>
          <a:xfrm>
            <a:off x="9512060" y="2237117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24E93E9C-33AE-8884-750C-1A010D6FA055}"/>
              </a:ext>
            </a:extLst>
          </p:cNvPr>
          <p:cNvSpPr/>
          <p:nvPr/>
        </p:nvSpPr>
        <p:spPr>
          <a:xfrm>
            <a:off x="7901796" y="4612257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00AAFE5-E797-66A7-6517-C3A3F39BE3D0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B3B8652-1970-07A6-2E46-B170AA75277D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DAB96E8-F6A2-2942-1F35-BDB7FA361F82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9978331-15E9-C4A8-E066-61996D3E5D8F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더하기 기호 86">
            <a:extLst>
              <a:ext uri="{FF2B5EF4-FFF2-40B4-BE49-F238E27FC236}">
                <a16:creationId xmlns:a16="http://schemas.microsoft.com/office/drawing/2014/main" id="{F033F676-3A19-9721-C328-B9E9332B98EC}"/>
              </a:ext>
            </a:extLst>
          </p:cNvPr>
          <p:cNvSpPr/>
          <p:nvPr/>
        </p:nvSpPr>
        <p:spPr>
          <a:xfrm>
            <a:off x="9025115" y="31353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십자형 88">
            <a:extLst>
              <a:ext uri="{FF2B5EF4-FFF2-40B4-BE49-F238E27FC236}">
                <a16:creationId xmlns:a16="http://schemas.microsoft.com/office/drawing/2014/main" id="{00AE08BB-FB12-3745-5BB8-741A7A141293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223F228-8AEC-BDCB-0E67-9E012CF4B9AA}"/>
              </a:ext>
            </a:extLst>
          </p:cNvPr>
          <p:cNvCxnSpPr>
            <a:cxnSpLocks/>
          </p:cNvCxnSpPr>
          <p:nvPr/>
        </p:nvCxnSpPr>
        <p:spPr>
          <a:xfrm flipH="1">
            <a:off x="7257691" y="1909313"/>
            <a:ext cx="2254369" cy="354258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C167B5C-9B23-B176-267F-59288B965FD3}"/>
              </a:ext>
            </a:extLst>
          </p:cNvPr>
          <p:cNvCxnSpPr>
            <a:cxnSpLocks/>
          </p:cNvCxnSpPr>
          <p:nvPr/>
        </p:nvCxnSpPr>
        <p:spPr>
          <a:xfrm flipH="1">
            <a:off x="7108166" y="3615291"/>
            <a:ext cx="1136606" cy="1791296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1B3E95A-1D65-1F20-8680-96AE6BA2110F}"/>
              </a:ext>
            </a:extLst>
          </p:cNvPr>
          <p:cNvCxnSpPr>
            <a:cxnSpLocks/>
            <a:endCxn id="79" idx="1"/>
          </p:cNvCxnSpPr>
          <p:nvPr/>
        </p:nvCxnSpPr>
        <p:spPr>
          <a:xfrm flipV="1">
            <a:off x="8296203" y="1920240"/>
            <a:ext cx="1082117" cy="1608990"/>
          </a:xfrm>
          <a:prstGeom prst="line">
            <a:avLst/>
          </a:prstGeom>
          <a:ln w="571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29F7E14-3C47-28F6-9B6C-1D0C38B1E19F}"/>
              </a:ext>
            </a:extLst>
          </p:cNvPr>
          <p:cNvCxnSpPr>
            <a:cxnSpLocks/>
          </p:cNvCxnSpPr>
          <p:nvPr/>
        </p:nvCxnSpPr>
        <p:spPr>
          <a:xfrm flipH="1">
            <a:off x="1013524" y="1920240"/>
            <a:ext cx="862737" cy="1322470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CABDD49-C736-2DD7-CA5D-8541E0464966}"/>
              </a:ext>
            </a:extLst>
          </p:cNvPr>
          <p:cNvCxnSpPr>
            <a:cxnSpLocks/>
          </p:cNvCxnSpPr>
          <p:nvPr/>
        </p:nvCxnSpPr>
        <p:spPr>
          <a:xfrm flipH="1">
            <a:off x="2747523" y="2111999"/>
            <a:ext cx="464278" cy="756318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B6CC23B-C70F-FA20-1E74-3B297EFA80B5}"/>
              </a:ext>
            </a:extLst>
          </p:cNvPr>
          <p:cNvCxnSpPr>
            <a:cxnSpLocks/>
          </p:cNvCxnSpPr>
          <p:nvPr/>
        </p:nvCxnSpPr>
        <p:spPr>
          <a:xfrm flipV="1">
            <a:off x="3868253" y="2001328"/>
            <a:ext cx="523320" cy="791372"/>
          </a:xfrm>
          <a:prstGeom prst="line">
            <a:avLst/>
          </a:prstGeom>
          <a:ln w="571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310AA06-DE97-F669-7F92-FA379522B65D}"/>
              </a:ext>
            </a:extLst>
          </p:cNvPr>
          <p:cNvSpPr txBox="1"/>
          <p:nvPr/>
        </p:nvSpPr>
        <p:spPr>
          <a:xfrm>
            <a:off x="2027631" y="2226586"/>
            <a:ext cx="319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=</a:t>
            </a:r>
            <a:endParaRPr lang="ko-KR" altLang="en-US" sz="3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5CBA2A-A354-BD8E-1748-84EA1EC64BC2}"/>
              </a:ext>
            </a:extLst>
          </p:cNvPr>
          <p:cNvSpPr txBox="1"/>
          <p:nvPr/>
        </p:nvSpPr>
        <p:spPr>
          <a:xfrm>
            <a:off x="3240635" y="2153899"/>
            <a:ext cx="319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+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2692947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5605</TotalTime>
  <Words>5760</Words>
  <Application>Microsoft Office PowerPoint</Application>
  <PresentationFormat>와이드스크린</PresentationFormat>
  <Paragraphs>1369</Paragraphs>
  <Slides>100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100</vt:i4>
      </vt:variant>
    </vt:vector>
  </HeadingPairs>
  <TitlesOfParts>
    <vt:vector size="105" baseType="lpstr">
      <vt:lpstr>맑은 고딕</vt:lpstr>
      <vt:lpstr>Arial</vt:lpstr>
      <vt:lpstr>Wingdings</vt:lpstr>
      <vt:lpstr>기본_수정</vt:lpstr>
      <vt:lpstr>디자인 사용자 지정</vt:lpstr>
      <vt:lpstr>배트와 달트 기획서</vt:lpstr>
      <vt:lpstr>용어 정리</vt:lpstr>
      <vt:lpstr>목차</vt:lpstr>
      <vt:lpstr>게임 소개</vt:lpstr>
      <vt:lpstr>게임 개요</vt:lpstr>
      <vt:lpstr>레퍼런스 게임</vt:lpstr>
      <vt:lpstr>도우미 AI 참고 프리뷰</vt:lpstr>
      <vt:lpstr>게임 정보</vt:lpstr>
      <vt:lpstr>기획 목표</vt:lpstr>
      <vt:lpstr>메인 기획 목표</vt:lpstr>
      <vt:lpstr>게임 전체 플로우 </vt:lpstr>
      <vt:lpstr>게임 플로우 세부</vt:lpstr>
      <vt:lpstr>컨텐츠</vt:lpstr>
      <vt:lpstr>스토리</vt:lpstr>
      <vt:lpstr>플레이어블 캐릭터</vt:lpstr>
      <vt:lpstr>NPC_반응 생물</vt:lpstr>
      <vt:lpstr>NPC_주민</vt:lpstr>
      <vt:lpstr>연구주제</vt:lpstr>
      <vt:lpstr>도우미 AI 구현 계획</vt:lpstr>
      <vt:lpstr>경로 예측 과정</vt:lpstr>
      <vt:lpstr>경로 예측 과정</vt:lpstr>
      <vt:lpstr>경로 예측 과정</vt:lpstr>
      <vt:lpstr>경로 예측 과정</vt:lpstr>
      <vt:lpstr>경로 예측 과정</vt:lpstr>
      <vt:lpstr>경로 예측 과정</vt:lpstr>
      <vt:lpstr>도우미 AI 구현 아키텍쳐</vt:lpstr>
      <vt:lpstr>아키텍쳐 세부</vt:lpstr>
      <vt:lpstr>아키텍쳐 세부</vt:lpstr>
      <vt:lpstr>아키텍쳐 세부</vt:lpstr>
      <vt:lpstr>PowerPoint 프레젠테이션</vt:lpstr>
      <vt:lpstr>아키텍쳐 세부</vt:lpstr>
      <vt:lpstr>아키텍쳐 세부</vt:lpstr>
      <vt:lpstr>아키텍쳐 세부</vt:lpstr>
      <vt:lpstr>아키텍쳐 세부</vt:lpstr>
      <vt:lpstr>아키텍쳐 세부</vt:lpstr>
      <vt:lpstr>아키텍쳐 세부</vt:lpstr>
      <vt:lpstr>아키텍쳐 세부</vt:lpstr>
      <vt:lpstr>아키텍쳐 세부</vt:lpstr>
      <vt:lpstr>아키텍쳐 세부</vt:lpstr>
      <vt:lpstr>PowerPoint 프레젠테이션</vt:lpstr>
      <vt:lpstr>아키텍쳐 세부</vt:lpstr>
      <vt:lpstr>아키텍쳐 세부</vt:lpstr>
      <vt:lpstr>아키텍쳐 세부</vt:lpstr>
      <vt:lpstr>아키텍쳐 세부</vt:lpstr>
      <vt:lpstr>아키텍쳐 세부</vt:lpstr>
      <vt:lpstr>아키텍쳐 세부</vt:lpstr>
      <vt:lpstr>PowerPoint 프레젠테이션</vt:lpstr>
      <vt:lpstr>아키텍쳐 세부</vt:lpstr>
      <vt:lpstr>아키텍쳐 세부</vt:lpstr>
      <vt:lpstr>PowerPoint 프레젠테이션</vt:lpstr>
      <vt:lpstr>아키텍쳐 세부</vt:lpstr>
      <vt:lpstr>아키텍쳐 세부</vt:lpstr>
      <vt:lpstr>아키텍쳐 세부</vt:lpstr>
      <vt:lpstr>아키텍쳐 세부</vt:lpstr>
      <vt:lpstr>PowerPoint 프레젠테이션</vt:lpstr>
      <vt:lpstr>경로 후보 생성 예시</vt:lpstr>
      <vt:lpstr>경로 후보 생성 예시</vt:lpstr>
      <vt:lpstr>맵</vt:lpstr>
      <vt:lpstr>맵</vt:lpstr>
      <vt:lpstr>맵 지형</vt:lpstr>
      <vt:lpstr>배달품</vt:lpstr>
      <vt:lpstr>상호작용_배달품_예시</vt:lpstr>
      <vt:lpstr>PowerPoint 프레젠테이션</vt:lpstr>
      <vt:lpstr>상호작용_생물</vt:lpstr>
      <vt:lpstr>시스템</vt:lpstr>
      <vt:lpstr>화물</vt:lpstr>
      <vt:lpstr>화물 스탯 관계 다이어그램</vt:lpstr>
      <vt:lpstr>화물 스탯 명세</vt:lpstr>
      <vt:lpstr>화물 스탯 설명</vt:lpstr>
      <vt:lpstr>화물 종류 별 데이터 테이블</vt:lpstr>
      <vt:lpstr>생물 스탯</vt:lpstr>
      <vt:lpstr>생물 스탯 설명</vt:lpstr>
      <vt:lpstr>플레이어 스탯</vt:lpstr>
      <vt:lpstr>플레이어 스탯</vt:lpstr>
      <vt:lpstr>UI_플로우</vt:lpstr>
      <vt:lpstr>UI_세부_플레이화면 참고</vt:lpstr>
      <vt:lpstr>UI_세부_플레이화면</vt:lpstr>
      <vt:lpstr>UI_세부_사격</vt:lpstr>
      <vt:lpstr>UI_세부_배달품 전달 대화</vt:lpstr>
      <vt:lpstr>UI_세부_경로 안내 참고</vt:lpstr>
      <vt:lpstr>UI_세부_경로 안내 UI</vt:lpstr>
      <vt:lpstr>컨트롤</vt:lpstr>
      <vt:lpstr>참고문헌 및 출처</vt:lpstr>
      <vt:lpstr>이미지 자료 출처</vt:lpstr>
      <vt:lpstr>히스토리</vt:lpstr>
      <vt:lpstr>부록</vt:lpstr>
      <vt:lpstr>PowerPoint 프레젠테이션</vt:lpstr>
      <vt:lpstr>UI_세부_시간예측분석UI_후보1</vt:lpstr>
      <vt:lpstr>UI_세부_시간예측분석UI_후보2</vt:lpstr>
      <vt:lpstr>UI_세부_시간예측분석UI_후보3</vt:lpstr>
      <vt:lpstr>기획 목표 어째서 2인인가!</vt:lpstr>
      <vt:lpstr>프로토타입 플로우</vt:lpstr>
      <vt:lpstr>데이터 테이블_맵</vt:lpstr>
      <vt:lpstr>NPC_생물_벌 행동트리</vt:lpstr>
      <vt:lpstr>경로 예측</vt:lpstr>
      <vt:lpstr>맵 전체 경로 흐름</vt:lpstr>
      <vt:lpstr>데이터 테이블_NPC,플레이어</vt:lpstr>
      <vt:lpstr>PowerPoint 프레젠테이션</vt:lpstr>
      <vt:lpstr>PowerPoint 프레젠테이션</vt:lpstr>
      <vt:lpstr>경로 단계 설명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232</cp:revision>
  <dcterms:created xsi:type="dcterms:W3CDTF">2026-09-16T19:24:55Z</dcterms:created>
  <dcterms:modified xsi:type="dcterms:W3CDTF">2026-10-28T06:07:29Z</dcterms:modified>
</cp:coreProperties>
</file>