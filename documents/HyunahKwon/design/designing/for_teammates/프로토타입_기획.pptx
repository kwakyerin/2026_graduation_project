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31"/>
  </p:notesMasterIdLst>
  <p:sldIdLst>
    <p:sldId id="256" r:id="rId3"/>
    <p:sldId id="296" r:id="rId4"/>
    <p:sldId id="265" r:id="rId5"/>
    <p:sldId id="295" r:id="rId6"/>
    <p:sldId id="260" r:id="rId7"/>
    <p:sldId id="286" r:id="rId8"/>
    <p:sldId id="278" r:id="rId9"/>
    <p:sldId id="280" r:id="rId10"/>
    <p:sldId id="268" r:id="rId11"/>
    <p:sldId id="273" r:id="rId12"/>
    <p:sldId id="272" r:id="rId13"/>
    <p:sldId id="279" r:id="rId14"/>
    <p:sldId id="306" r:id="rId15"/>
    <p:sldId id="304" r:id="rId16"/>
    <p:sldId id="303" r:id="rId17"/>
    <p:sldId id="262" r:id="rId18"/>
    <p:sldId id="276" r:id="rId19"/>
    <p:sldId id="269" r:id="rId20"/>
    <p:sldId id="274" r:id="rId21"/>
    <p:sldId id="289" r:id="rId22"/>
    <p:sldId id="294" r:id="rId23"/>
    <p:sldId id="291" r:id="rId24"/>
    <p:sldId id="290" r:id="rId25"/>
    <p:sldId id="297" r:id="rId26"/>
    <p:sldId id="263" r:id="rId27"/>
    <p:sldId id="277" r:id="rId28"/>
    <p:sldId id="305" r:id="rId29"/>
    <p:sldId id="270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8016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27911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ADFB9331-B4CC-7392-91EA-48172E75D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2642</TotalTime>
  <Words>1528</Words>
  <Application>Microsoft Office PowerPoint</Application>
  <PresentationFormat>와이드스크린</PresentationFormat>
  <Paragraphs>288</Paragraphs>
  <Slides>28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배달품_벌꿀</vt:lpstr>
      <vt:lpstr>맵</vt:lpstr>
      <vt:lpstr>맵_지형</vt:lpstr>
      <vt:lpstr>플레이어블 캐릭터</vt:lpstr>
      <vt:lpstr>NPC_주민</vt:lpstr>
      <vt:lpstr>NPC_생물_벌</vt:lpstr>
      <vt:lpstr>상호작용_생물_벌</vt:lpstr>
      <vt:lpstr>경로 예측</vt:lpstr>
      <vt:lpstr>상호작용_배달품</vt:lpstr>
      <vt:lpstr>도우미 AI 구현 계획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데이터 테이블</vt:lpstr>
      <vt:lpstr>참고문헌 및 출처</vt:lpstr>
      <vt:lpstr>상호작용_배달품</vt:lpstr>
      <vt:lpstr>PowerPoint 프레젠테이션</vt:lpstr>
      <vt:lpstr>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160</cp:revision>
  <dcterms:created xsi:type="dcterms:W3CDTF">2026-09-16T19:24:55Z</dcterms:created>
  <dcterms:modified xsi:type="dcterms:W3CDTF">2026-09-26T04:12:47Z</dcterms:modified>
</cp:coreProperties>
</file>