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33"/>
  </p:notesMasterIdLst>
  <p:sldIdLst>
    <p:sldId id="256" r:id="rId3"/>
    <p:sldId id="296" r:id="rId4"/>
    <p:sldId id="265" r:id="rId5"/>
    <p:sldId id="295" r:id="rId6"/>
    <p:sldId id="260" r:id="rId7"/>
    <p:sldId id="309" r:id="rId8"/>
    <p:sldId id="286" r:id="rId9"/>
    <p:sldId id="278" r:id="rId10"/>
    <p:sldId id="280" r:id="rId11"/>
    <p:sldId id="268" r:id="rId12"/>
    <p:sldId id="273" r:id="rId13"/>
    <p:sldId id="272" r:id="rId14"/>
    <p:sldId id="279" r:id="rId15"/>
    <p:sldId id="306" r:id="rId16"/>
    <p:sldId id="304" r:id="rId17"/>
    <p:sldId id="303" r:id="rId18"/>
    <p:sldId id="262" r:id="rId19"/>
    <p:sldId id="276" r:id="rId20"/>
    <p:sldId id="269" r:id="rId21"/>
    <p:sldId id="274" r:id="rId22"/>
    <p:sldId id="289" r:id="rId23"/>
    <p:sldId id="294" r:id="rId24"/>
    <p:sldId id="291" r:id="rId25"/>
    <p:sldId id="290" r:id="rId26"/>
    <p:sldId id="307" r:id="rId27"/>
    <p:sldId id="297" r:id="rId28"/>
    <p:sldId id="263" r:id="rId29"/>
    <p:sldId id="277" r:id="rId30"/>
    <p:sldId id="305" r:id="rId31"/>
    <p:sldId id="270" r:id="rId3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C1683-0A8E-4C89-8718-DB0F1CCCEAC4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47CBC-7971-4E20-A759-0DC8ABE1A2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839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프로토타입</a:t>
            </a:r>
            <a:r>
              <a:rPr lang="en-US" altLang="ko-KR" sz="4800" dirty="0"/>
              <a:t>_</a:t>
            </a:r>
            <a:r>
              <a:rPr lang="ko-KR" altLang="en-US" sz="4800" dirty="0"/>
              <a:t>벌꿀 배달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3A975E8-E091-B6A2-4310-626AEC6CB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26B8D21-8793-F6E7-FCFC-59C06E386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8949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76FB2C5-D248-0BF9-B285-06CE335A2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내 모든 객체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6E29514-6D4D-4038-C32A-B990A91B84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07698"/>
            <a:ext cx="5181600" cy="4969265"/>
          </a:xfrm>
        </p:spPr>
        <p:txBody>
          <a:bodyPr>
            <a:normAutofit/>
          </a:bodyPr>
          <a:lstStyle/>
          <a:p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en-US" altLang="ko-KR" dirty="0"/>
              <a:t>:  1</a:t>
            </a:r>
            <a:r>
              <a:rPr lang="ko-KR" altLang="en-US" dirty="0"/>
              <a:t>종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플레이어블</a:t>
            </a:r>
            <a:r>
              <a:rPr lang="ko-KR" altLang="en-US" dirty="0"/>
              <a:t> 캐릭터 </a:t>
            </a:r>
            <a:r>
              <a:rPr lang="en-US" altLang="ko-KR" dirty="0"/>
              <a:t>: 2 </a:t>
            </a:r>
            <a:r>
              <a:rPr lang="ko-KR" altLang="en-US" dirty="0"/>
              <a:t>객체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NPC_</a:t>
            </a:r>
            <a:r>
              <a:rPr lang="ko-KR" altLang="en-US" dirty="0"/>
              <a:t>생물 </a:t>
            </a:r>
            <a:r>
              <a:rPr lang="en-US" altLang="ko-KR" dirty="0"/>
              <a:t>: </a:t>
            </a:r>
            <a:r>
              <a:rPr lang="ko-KR" altLang="en-US" dirty="0"/>
              <a:t>벌</a:t>
            </a:r>
            <a:r>
              <a:rPr lang="en-US" altLang="ko-KR" dirty="0"/>
              <a:t>, 20</a:t>
            </a:r>
            <a:r>
              <a:rPr lang="ko-KR" altLang="en-US" dirty="0"/>
              <a:t>객체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  <a:p>
            <a:endParaRPr lang="en-US" altLang="ko-KR" dirty="0"/>
          </a:p>
          <a:p>
            <a:r>
              <a:rPr lang="ko-KR" altLang="en-US" dirty="0"/>
              <a:t>오브젝트 </a:t>
            </a:r>
            <a:r>
              <a:rPr lang="en-US" altLang="ko-KR" dirty="0"/>
              <a:t>: </a:t>
            </a:r>
            <a:r>
              <a:rPr lang="ko-KR" altLang="en-US" dirty="0"/>
              <a:t>벌집</a:t>
            </a:r>
            <a:r>
              <a:rPr lang="en-US" altLang="ko-KR" dirty="0"/>
              <a:t>, 1</a:t>
            </a:r>
            <a:r>
              <a:rPr lang="ko-KR" altLang="en-US" dirty="0"/>
              <a:t>객체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B0553E-9C54-03A8-BE6D-EDCBF824B51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내용 개체 틀 12" descr="열린 포장 상자 윤곽선">
            <a:extLst>
              <a:ext uri="{FF2B5EF4-FFF2-40B4-BE49-F238E27FC236}">
                <a16:creationId xmlns:a16="http://schemas.microsoft.com/office/drawing/2014/main" id="{FFD5AB11-36C0-BA93-8D5A-DBF7F97304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10686" y="981639"/>
            <a:ext cx="1094050" cy="10940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8825277-94BF-0D71-8A8A-E6E4ECCB7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71" y="2019091"/>
            <a:ext cx="940279" cy="1338090"/>
          </a:xfrm>
          <a:prstGeom prst="rect">
            <a:avLst/>
          </a:prstGeom>
        </p:spPr>
      </p:pic>
      <p:pic>
        <p:nvPicPr>
          <p:cNvPr id="13" name="그래픽 12" descr="벌 단색으로 채워진">
            <a:extLst>
              <a:ext uri="{FF2B5EF4-FFF2-40B4-BE49-F238E27FC236}">
                <a16:creationId xmlns:a16="http://schemas.microsoft.com/office/drawing/2014/main" id="{7742402A-885A-F663-8EB6-D77C1773F1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53981" y="3357181"/>
            <a:ext cx="841897" cy="841897"/>
          </a:xfrm>
          <a:prstGeom prst="rect">
            <a:avLst/>
          </a:prstGeom>
        </p:spPr>
      </p:pic>
      <p:pic>
        <p:nvPicPr>
          <p:cNvPr id="15" name="그래픽 14" descr="댄스 단색으로 채워진">
            <a:extLst>
              <a:ext uri="{FF2B5EF4-FFF2-40B4-BE49-F238E27FC236}">
                <a16:creationId xmlns:a16="http://schemas.microsoft.com/office/drawing/2014/main" id="{B6A640B9-0394-C65D-8633-4460435080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49514" y="4021102"/>
            <a:ext cx="1250832" cy="1250832"/>
          </a:xfrm>
          <a:prstGeom prst="rect">
            <a:avLst/>
          </a:prstGeom>
        </p:spPr>
      </p:pic>
      <p:pic>
        <p:nvPicPr>
          <p:cNvPr id="17" name="그래픽 16" descr="벌집 단색으로 채워진">
            <a:extLst>
              <a:ext uri="{FF2B5EF4-FFF2-40B4-BE49-F238E27FC236}">
                <a16:creationId xmlns:a16="http://schemas.microsoft.com/office/drawing/2014/main" id="{05E7D406-C574-6F6D-7ACD-181BB58EC9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10686" y="5279123"/>
            <a:ext cx="1094050" cy="109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13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r>
              <a:rPr lang="en-US" altLang="ko-KR" dirty="0"/>
              <a:t>_</a:t>
            </a:r>
            <a:r>
              <a:rPr lang="ko-KR" altLang="en-US" dirty="0"/>
              <a:t>벌꿀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/>
              <a:t>배달품</a:t>
            </a:r>
            <a:r>
              <a:rPr lang="ko-KR" altLang="en-US" sz="2000" dirty="0"/>
              <a:t> 품목 </a:t>
            </a:r>
            <a:r>
              <a:rPr lang="en-US" altLang="ko-KR" sz="2000" dirty="0"/>
              <a:t>: </a:t>
            </a:r>
            <a:r>
              <a:rPr lang="ko-KR" altLang="en-US" sz="2000" dirty="0"/>
              <a:t>일반 품목</a:t>
            </a:r>
            <a:r>
              <a:rPr lang="en-US" altLang="ko-KR" sz="2000" dirty="0"/>
              <a:t>(</a:t>
            </a:r>
            <a:r>
              <a:rPr lang="ko-KR" altLang="en-US" sz="2000" dirty="0"/>
              <a:t>일반</a:t>
            </a:r>
            <a:r>
              <a:rPr lang="en-US" altLang="ko-KR" sz="20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상태 </a:t>
            </a:r>
            <a:r>
              <a:rPr lang="en-US" altLang="ko-KR" sz="2000" dirty="0"/>
              <a:t>: </a:t>
            </a:r>
            <a:r>
              <a:rPr lang="ko-KR" altLang="en-US" sz="2000" dirty="0"/>
              <a:t>배달 중</a:t>
            </a:r>
            <a:r>
              <a:rPr lang="en-US" altLang="ko-KR" sz="2000" dirty="0"/>
              <a:t>, </a:t>
            </a:r>
            <a:r>
              <a:rPr lang="ko-KR" altLang="en-US" sz="2000" dirty="0"/>
              <a:t>시간 안에 배달 완료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시간 초과 배달</a:t>
            </a:r>
            <a:br>
              <a:rPr lang="en-US" altLang="ko-KR" sz="2000" dirty="0"/>
            </a:b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완료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배달함</a:t>
            </a: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실패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99185" y="2213462"/>
            <a:ext cx="2431076" cy="2431076"/>
          </a:xfrm>
          <a:prstGeom prst="rect">
            <a:avLst/>
          </a:prstGeom>
        </p:spPr>
      </p:pic>
      <p:pic>
        <p:nvPicPr>
          <p:cNvPr id="9" name="그래픽 8" descr="꿀단지 단색으로 채워진">
            <a:extLst>
              <a:ext uri="{FF2B5EF4-FFF2-40B4-BE49-F238E27FC236}">
                <a16:creationId xmlns:a16="http://schemas.microsoft.com/office/drawing/2014/main" id="{4397C4FC-B19F-E1AD-F28D-8E2F4C5753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84326" y="2839169"/>
            <a:ext cx="1379373" cy="137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37C140D-E86B-270D-1CE5-4851CC513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1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EBD7E6DC-F3F8-DD0A-B4B4-560D135E85D9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1C8B2-C126-642B-FBD6-82F8A408532B}"/>
              </a:ext>
            </a:extLst>
          </p:cNvPr>
          <p:cNvSpPr txBox="1"/>
          <p:nvPr/>
        </p:nvSpPr>
        <p:spPr>
          <a:xfrm>
            <a:off x="3590970" y="1131661"/>
            <a:ext cx="1025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주거지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배송지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630BB9DE-1E50-5805-7990-3BE5A2E1C179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9778F73-C79D-4121-BEE5-BE0413C0082E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A3C68D09-1906-3268-BBA6-D01C19066B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F088EC4D-00A9-11FF-3933-F03C131EE552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D5810BEF-430A-903B-AFDD-8B3F3341E935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6C3AF25B-74B2-87EF-DA55-49672FD6763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0A76D0A-56A2-8E7C-F21A-DF9F58C58BF5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40EB758-5DD8-06B5-CF66-DB08701E0965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2DB6651-59F0-73C0-E771-4DAC49EC1B07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06" name="이등변 삼각형 105">
            <a:extLst>
              <a:ext uri="{FF2B5EF4-FFF2-40B4-BE49-F238E27FC236}">
                <a16:creationId xmlns:a16="http://schemas.microsoft.com/office/drawing/2014/main" id="{16050E1F-3C3F-8F16-B8DE-8DC9979AEBCA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56659"/>
            <a:ext cx="5181600" cy="482030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800" dirty="0"/>
              <a:t>모래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1/2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몬스터 없음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늪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1/3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방향전환율 </a:t>
            </a:r>
            <a:r>
              <a:rPr lang="en-US" altLang="ko-KR" sz="1800" dirty="0"/>
              <a:t>1/4 </a:t>
            </a:r>
            <a:r>
              <a:rPr lang="ko-KR" altLang="en-US" sz="1800" dirty="0"/>
              <a:t>감소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수중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플레이어에게 묻은 냄새 제거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산 </a:t>
            </a:r>
            <a:r>
              <a:rPr lang="en-US" altLang="ko-KR" sz="1800" dirty="0"/>
              <a:t>: </a:t>
            </a:r>
            <a:r>
              <a:rPr lang="ko-KR" altLang="en-US" sz="1800" dirty="0"/>
              <a:t>일반적으로 지나갈 수 없을 정도로 강한 존재가 있음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숲</a:t>
            </a:r>
            <a:r>
              <a:rPr lang="en-US" altLang="ko-KR" sz="1800" dirty="0"/>
              <a:t>: </a:t>
            </a:r>
            <a:r>
              <a:rPr lang="ko-KR" altLang="en-US" sz="1800" dirty="0"/>
              <a:t>일반 지형</a:t>
            </a:r>
            <a:endParaRPr lang="en-US" altLang="ko-KR" sz="18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79DACBC-3CAB-8EF9-57B8-7C2921780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6EE55D26-E1DF-0F72-9B4A-80B5BEA678EA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0EBA149-695C-638F-AF81-E11BBE51039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8FFDABD-E7F9-1848-1C81-F5E58C10C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F06EF77A-6096-EC45-E887-2FE11306664A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9C6DC375-A670-3774-7911-2A16DFA4EB52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7E653197-3FFA-609C-581C-24AC71DCC634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95C96E5-2419-8F85-B650-ABE6377F0E7A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7DC269-5F72-D3C4-1657-AE99E383913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AC2BA5-1C89-B81F-0D15-E2EEB5BC2D53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그래픽 34" descr="배지 1 단색으로 채워진">
            <a:extLst>
              <a:ext uri="{FF2B5EF4-FFF2-40B4-BE49-F238E27FC236}">
                <a16:creationId xmlns:a16="http://schemas.microsoft.com/office/drawing/2014/main" id="{783B4CBB-616D-3F80-1059-79845394D219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34" descr="배지 1 단색으로 채워진">
            <a:extLst>
              <a:ext uri="{FF2B5EF4-FFF2-40B4-BE49-F238E27FC236}">
                <a16:creationId xmlns:a16="http://schemas.microsoft.com/office/drawing/2014/main" id="{7D6C51E4-EF6A-F351-B463-EDD8C3A034F8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881E76B-01E6-66EE-9FB5-F3CAF335B115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6D0AA926-C5DC-1199-AF1F-12AE57BA2C59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DEEC308A-6045-2162-381B-F39E36CBC779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그래픽 42" descr="배지 3 단색으로 채워진">
            <a:extLst>
              <a:ext uri="{FF2B5EF4-FFF2-40B4-BE49-F238E27FC236}">
                <a16:creationId xmlns:a16="http://schemas.microsoft.com/office/drawing/2014/main" id="{2299B07F-2549-DACA-EFDA-5FB3EC77500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그래픽 44" descr="배지 5 단색으로 채워진">
            <a:extLst>
              <a:ext uri="{FF2B5EF4-FFF2-40B4-BE49-F238E27FC236}">
                <a16:creationId xmlns:a16="http://schemas.microsoft.com/office/drawing/2014/main" id="{CC988554-8A06-5541-0B75-E4689ED6DB1E}"/>
              </a:ext>
            </a:extLst>
          </p:cNvPr>
          <p:cNvSpPr/>
          <p:nvPr/>
        </p:nvSpPr>
        <p:spPr>
          <a:xfrm>
            <a:off x="5837990" y="5596674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32A6F23D-4C0B-4EA2-8C8A-379625CF61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554305"/>
            <a:ext cx="387752" cy="387752"/>
          </a:xfrm>
          <a:prstGeom prst="rect">
            <a:avLst/>
          </a:prstGeom>
        </p:spPr>
      </p:pic>
      <p:sp>
        <p:nvSpPr>
          <p:cNvPr id="55" name="그래픽 44" descr="배지 5 단색으로 채워진">
            <a:extLst>
              <a:ext uri="{FF2B5EF4-FFF2-40B4-BE49-F238E27FC236}">
                <a16:creationId xmlns:a16="http://schemas.microsoft.com/office/drawing/2014/main" id="{D0352FE1-A545-F535-9EFC-EC43B4D8132F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D9FB4A57-A602-FD19-5938-DBA67D8B0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</a:t>
            </a:r>
            <a:br>
              <a:rPr lang="en-US" altLang="ko-KR" sz="2400" dirty="0"/>
            </a:br>
            <a:r>
              <a:rPr lang="en-US" altLang="ko-KR" sz="2400" dirty="0"/>
              <a:t>(+ </a:t>
            </a:r>
            <a:r>
              <a:rPr lang="ko-KR" altLang="en-US" sz="2400" dirty="0"/>
              <a:t>경로 안내 켜기</a:t>
            </a:r>
            <a:r>
              <a:rPr lang="en-US" altLang="ko-KR" sz="2400" dirty="0"/>
              <a:t>)</a:t>
            </a:r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장소에서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03B101AC-9E6F-ABED-3754-1AA372F36B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벌꿀에 반응해 배송품을 </a:t>
            </a:r>
            <a:br>
              <a:rPr lang="en-US" altLang="ko-KR" sz="2400" dirty="0"/>
            </a:br>
            <a:r>
              <a:rPr lang="ko-KR" altLang="en-US" sz="2400" dirty="0"/>
              <a:t>쫓아 플레이어의 주위를 둘러싸</a:t>
            </a:r>
            <a:br>
              <a:rPr lang="en-US" altLang="ko-KR" sz="2400" dirty="0"/>
            </a:br>
            <a:r>
              <a:rPr lang="ko-KR" altLang="en-US" sz="2400" dirty="0"/>
              <a:t>방해함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벌의 행동반경에서 최대한 </a:t>
            </a:r>
            <a:br>
              <a:rPr lang="en-US" altLang="ko-KR" sz="2400" dirty="0"/>
            </a:br>
            <a:r>
              <a:rPr lang="ko-KR" altLang="en-US" sz="2400" dirty="0"/>
              <a:t>빨리 벗어나기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잘못된 </a:t>
            </a: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벌집 사격</a:t>
            </a:r>
            <a:r>
              <a:rPr lang="en-US" altLang="ko-KR" sz="2400" dirty="0"/>
              <a:t>(</a:t>
            </a:r>
            <a:r>
              <a:rPr lang="ko-KR" altLang="en-US" sz="2400" dirty="0"/>
              <a:t>사격 시 </a:t>
            </a:r>
            <a:br>
              <a:rPr lang="en-US" altLang="ko-KR" sz="2400" dirty="0"/>
            </a:br>
            <a:r>
              <a:rPr lang="ko-KR" altLang="en-US" sz="2400" dirty="0"/>
              <a:t>잠시간 방해 중지</a:t>
            </a:r>
            <a:r>
              <a:rPr lang="en-US" altLang="ko-KR" sz="2400" dirty="0"/>
              <a:t>, </a:t>
            </a:r>
            <a:r>
              <a:rPr lang="ko-KR" altLang="en-US" sz="2400" dirty="0"/>
              <a:t>이후 다시 방해</a:t>
            </a:r>
            <a:r>
              <a:rPr lang="en-US" altLang="ko-KR" sz="2400" dirty="0"/>
              <a:t>)</a:t>
            </a:r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고인물의 활용법 </a:t>
            </a:r>
            <a:r>
              <a:rPr lang="en-US" altLang="ko-KR" sz="2400" dirty="0"/>
              <a:t>: </a:t>
            </a:r>
            <a:r>
              <a:rPr lang="ko-KR" altLang="en-US" sz="2400" dirty="0"/>
              <a:t>벌집을 사격해 이동속도 증가를 활용하는 것이 가능함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CDE72430-0AEC-9BEF-6BA9-0D5F0CE962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74666" y="2540479"/>
            <a:ext cx="1595412" cy="1595412"/>
          </a:xfrm>
          <a:prstGeom prst="rect">
            <a:avLst/>
          </a:prstGeom>
        </p:spPr>
      </p:pic>
      <p:pic>
        <p:nvPicPr>
          <p:cNvPr id="11" name="그래픽 10" descr="벌집 단색으로 채워진">
            <a:extLst>
              <a:ext uri="{FF2B5EF4-FFF2-40B4-BE49-F238E27FC236}">
                <a16:creationId xmlns:a16="http://schemas.microsoft.com/office/drawing/2014/main" id="{57C6287E-1562-636E-E7CE-4DC8C281B2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0874" y="2540479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8036482" y="1774053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7196540" y="4248060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4" idx="1"/>
          </p:cNvCxnSpPr>
          <p:nvPr/>
        </p:nvCxnSpPr>
        <p:spPr>
          <a:xfrm flipH="1">
            <a:off x="5661960" y="3097413"/>
            <a:ext cx="290266" cy="959177"/>
          </a:xfrm>
          <a:prstGeom prst="bentConnector5">
            <a:avLst>
              <a:gd name="adj1" fmla="val -78755"/>
              <a:gd name="adj2" fmla="val 47857"/>
              <a:gd name="adj3" fmla="val 1787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1584532" cy="9006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258532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587088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 flipV="1">
            <a:off x="9334790" y="3442512"/>
            <a:ext cx="252298" cy="12693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8036482" y="2001176"/>
            <a:ext cx="2644712" cy="1441336"/>
          </a:xfrm>
          <a:prstGeom prst="bentConnector5">
            <a:avLst>
              <a:gd name="adj1" fmla="val -8644"/>
              <a:gd name="adj2" fmla="val 53617"/>
              <a:gd name="adj3" fmla="val 10864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57445" y="3551247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33073" y="3551247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C5475CB-7428-F7DF-60BC-05432D8CE4DD}"/>
              </a:ext>
            </a:extLst>
          </p:cNvPr>
          <p:cNvSpPr/>
          <p:nvPr/>
        </p:nvSpPr>
        <p:spPr>
          <a:xfrm>
            <a:off x="5661960" y="3670391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11" name="꺾인 양쪽 화살표 연결선 18">
            <a:extLst>
              <a:ext uri="{FF2B5EF4-FFF2-40B4-BE49-F238E27FC236}">
                <a16:creationId xmlns:a16="http://schemas.microsoft.com/office/drawing/2014/main" id="{655F7FC1-0066-D318-5B19-ECF44FB09F4B}"/>
              </a:ext>
            </a:extLst>
          </p:cNvPr>
          <p:cNvCxnSpPr>
            <a:cxnSpLocks/>
            <a:stCxn id="4" idx="3"/>
            <a:endCxn id="32" idx="1"/>
          </p:cNvCxnSpPr>
          <p:nvPr/>
        </p:nvCxnSpPr>
        <p:spPr>
          <a:xfrm>
            <a:off x="6857998" y="4056590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2BB88-309A-92F6-9391-C180C332E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62AF34-CE95-1E89-3457-973D3F49E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B2046-069D-CC1E-F35E-0BCAF58249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45451E1-C906-21D2-E8E8-F05F1AC6D17E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D2192B84-B964-FBF7-A006-F951C73DDCE7}"/>
              </a:ext>
            </a:extLst>
          </p:cNvPr>
          <p:cNvCxnSpPr>
            <a:cxnSpLocks/>
            <a:stCxn id="129" idx="3"/>
            <a:endCxn id="1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1D295A4-913E-ADC2-2909-B07AC4508DE0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5983472-EE13-9CB5-1D9E-2308B0D0E716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53B8788-56C9-59D7-9F04-25CA45CF15D0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494D74E3-05AC-0DDF-2128-1BA0E8156902}"/>
              </a:ext>
            </a:extLst>
          </p:cNvPr>
          <p:cNvCxnSpPr>
            <a:cxnSpLocks/>
            <a:stCxn id="129" idx="3"/>
            <a:endCxn id="15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D840C0B-0723-0EF8-977F-245AC396DD45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AB66E49E-DD7C-66A7-C579-7853114EF306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E3BAE558-A243-5D1A-116D-896A5C8120CF}"/>
              </a:ext>
            </a:extLst>
          </p:cNvPr>
          <p:cNvCxnSpPr>
            <a:cxnSpLocks/>
            <a:stCxn id="15" idx="3"/>
            <a:endCxn id="33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8E15F792-E1E2-E6D3-5C3E-8655A10F227B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8935A02D-E2CC-7F95-BE77-18B6CC902198}"/>
              </a:ext>
            </a:extLst>
          </p:cNvPr>
          <p:cNvCxnSpPr>
            <a:cxnSpLocks/>
            <a:stCxn id="15" idx="3"/>
            <a:endCxn id="35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6358268E-49DD-107B-9156-D8C680237B23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FF23A49A-53DC-6D99-C84C-5F700F08043D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F8C42F2F-1605-2BEA-BBDB-30A8CB671DC5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AD0AA0D-2419-5B3C-63D9-9ABE8B5A1D1C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3FAE763-22F3-A4ED-DD89-2B7B21F3B6AE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8A3FC1A6-4270-5D1D-8AE7-6EB0DB320676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3A75F19-376D-D094-0A10-A0590798D86D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3ADAA6B-53B2-8B57-5A36-ABF50FFFA0BC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4862F32-CB29-0E6E-D277-54A2BAE5BDB6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6C16E12-7ECC-E5DB-3D30-A89C5ED64715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C56EA940-239E-2A5A-D1F2-B83DAC36102E}"/>
              </a:ext>
            </a:extLst>
          </p:cNvPr>
          <p:cNvCxnSpPr>
            <a:cxnSpLocks/>
            <a:stCxn id="104" idx="2"/>
            <a:endCxn id="48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타원 103">
            <a:extLst>
              <a:ext uri="{FF2B5EF4-FFF2-40B4-BE49-F238E27FC236}">
                <a16:creationId xmlns:a16="http://schemas.microsoft.com/office/drawing/2014/main" id="{B8726C45-0EAE-8256-2FDE-81B3E3FC9FC4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9886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2731697" y="2395538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F14537F-469F-500B-9D87-4B51CB1992F9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5E13E3F-3404-E1B5-E844-3E016D956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6227911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DBA942A-C195-1325-404B-F42C375A6F21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266063" y="3748415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직사각형 53">
            <a:extLst>
              <a:ext uri="{FF2B5EF4-FFF2-40B4-BE49-F238E27FC236}">
                <a16:creationId xmlns:a16="http://schemas.microsoft.com/office/drawing/2014/main" id="{64202EDC-FB4F-B79D-BD56-71164F81DCF1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C16A2302-8830-5D06-A849-65DCD9F0814B}"/>
              </a:ext>
            </a:extLst>
          </p:cNvPr>
          <p:cNvCxnSpPr>
            <a:cxnSpLocks/>
            <a:stCxn id="54" idx="1"/>
            <a:endCxn id="54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0232E01-5058-202E-D8A2-C08332F67E3D}"/>
              </a:ext>
            </a:extLst>
          </p:cNvPr>
          <p:cNvCxnSpPr>
            <a:cxnSpLocks/>
            <a:stCxn id="54" idx="0"/>
            <a:endCxn id="54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1F2DA9E-3344-F20D-3477-CD8E697ACEAC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D87680-7510-7C67-21F2-CEAC4C23FE87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8DB08D8-AC9C-4716-35D2-652661986615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부분 원형 59">
            <a:extLst>
              <a:ext uri="{FF2B5EF4-FFF2-40B4-BE49-F238E27FC236}">
                <a16:creationId xmlns:a16="http://schemas.microsoft.com/office/drawing/2014/main" id="{740685EC-8C71-6AED-CCCC-44427AC4F0A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1C72B69-D0F5-4887-5087-5B0DFE1A2220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17" name="화살표: 갈매기형 수장 16">
              <a:extLst>
                <a:ext uri="{FF2B5EF4-FFF2-40B4-BE49-F238E27FC236}">
                  <a16:creationId xmlns:a16="http://schemas.microsoft.com/office/drawing/2014/main" id="{1C600838-F09A-95ED-EEAD-796AD4280FA1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화살표: 갈매기형 수장 17">
              <a:extLst>
                <a:ext uri="{FF2B5EF4-FFF2-40B4-BE49-F238E27FC236}">
                  <a16:creationId xmlns:a16="http://schemas.microsoft.com/office/drawing/2014/main" id="{ABAC1FCB-0398-F3CE-8596-B67EEC74333C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화살표: 갈매기형 수장 19">
              <a:extLst>
                <a:ext uri="{FF2B5EF4-FFF2-40B4-BE49-F238E27FC236}">
                  <a16:creationId xmlns:a16="http://schemas.microsoft.com/office/drawing/2014/main" id="{5C4B1B59-6170-E321-CAC0-13D5931044C5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화살표: 갈매기형 수장 21">
              <a:extLst>
                <a:ext uri="{FF2B5EF4-FFF2-40B4-BE49-F238E27FC236}">
                  <a16:creationId xmlns:a16="http://schemas.microsoft.com/office/drawing/2014/main" id="{D8A912EC-CD4D-4CD0-2B3F-B391A339D9CD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화살표: 갈매기형 수장 23">
              <a:extLst>
                <a:ext uri="{FF2B5EF4-FFF2-40B4-BE49-F238E27FC236}">
                  <a16:creationId xmlns:a16="http://schemas.microsoft.com/office/drawing/2014/main" id="{BC64848D-6168-E26B-CA63-33D02FCDDF5E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6" name="화살표: 갈매기형 수장 25">
              <a:extLst>
                <a:ext uri="{FF2B5EF4-FFF2-40B4-BE49-F238E27FC236}">
                  <a16:creationId xmlns:a16="http://schemas.microsoft.com/office/drawing/2014/main" id="{0FAB07D7-92DA-D4EC-23BC-25F90BC8D5C8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화살표: 갈매기형 수장 27">
              <a:extLst>
                <a:ext uri="{FF2B5EF4-FFF2-40B4-BE49-F238E27FC236}">
                  <a16:creationId xmlns:a16="http://schemas.microsoft.com/office/drawing/2014/main" id="{634EDDA6-0E49-8F7B-6922-63ECF6476522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화살표: 갈매기형 수장 29">
              <a:extLst>
                <a:ext uri="{FF2B5EF4-FFF2-40B4-BE49-F238E27FC236}">
                  <a16:creationId xmlns:a16="http://schemas.microsoft.com/office/drawing/2014/main" id="{1B79BC3C-CD8F-2171-6102-2FCB059F49F1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9" name="그림 48">
            <a:extLst>
              <a:ext uri="{FF2B5EF4-FFF2-40B4-BE49-F238E27FC236}">
                <a16:creationId xmlns:a16="http://schemas.microsoft.com/office/drawing/2014/main" id="{DC0DB6F9-B69D-3B3F-10BB-D34BA4358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11" name="그래픽 19" descr="남자 단색으로 채워진">
            <a:extLst>
              <a:ext uri="{FF2B5EF4-FFF2-40B4-BE49-F238E27FC236}">
                <a16:creationId xmlns:a16="http://schemas.microsoft.com/office/drawing/2014/main" id="{6E684945-ADDA-B1F0-98C7-0C8C62D4770C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5AC29847-424C-C9AA-A5BC-638798F7B1BA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389F2E70-F258-2C72-52B6-F25087B04F89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62" name="그래픽 34" descr="배지 1 단색으로 채워진">
            <a:extLst>
              <a:ext uri="{FF2B5EF4-FFF2-40B4-BE49-F238E27FC236}">
                <a16:creationId xmlns:a16="http://schemas.microsoft.com/office/drawing/2014/main" id="{2A6F3223-63E8-0C00-311D-67874CC60E0E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그래픽 34" descr="배지 1 단색으로 채워진">
            <a:extLst>
              <a:ext uri="{FF2B5EF4-FFF2-40B4-BE49-F238E27FC236}">
                <a16:creationId xmlns:a16="http://schemas.microsoft.com/office/drawing/2014/main" id="{7E51C534-C5A8-4AFC-7653-A3120C9A7FF9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003F6EF-4950-773C-AEA0-9FA0DE41DC72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B0BFFC0-EAC9-6E92-76E8-130498AD4F6D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16" name="그래픽 39" descr="배지 단색으로 채워진">
            <a:extLst>
              <a:ext uri="{FF2B5EF4-FFF2-40B4-BE49-F238E27FC236}">
                <a16:creationId xmlns:a16="http://schemas.microsoft.com/office/drawing/2014/main" id="{0ADE778E-1AAF-CCDD-FF68-09272240AA1C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그래픽 39" descr="배지 단색으로 채워진">
            <a:extLst>
              <a:ext uri="{FF2B5EF4-FFF2-40B4-BE49-F238E27FC236}">
                <a16:creationId xmlns:a16="http://schemas.microsoft.com/office/drawing/2014/main" id="{6763C964-5DEC-91D3-E592-B2000F46A51D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그래픽 39" descr="배지 단색으로 채워진">
            <a:extLst>
              <a:ext uri="{FF2B5EF4-FFF2-40B4-BE49-F238E27FC236}">
                <a16:creationId xmlns:a16="http://schemas.microsoft.com/office/drawing/2014/main" id="{D2CAC575-2364-DDB5-995E-11E635FC41D4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3442438"/>
              </p:ext>
            </p:extLst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55978471"/>
              </p:ext>
            </p:extLst>
          </p:nvPr>
        </p:nvGraphicFramePr>
        <p:xfrm>
          <a:off x="838199" y="1063926"/>
          <a:ext cx="10381896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3544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53544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53544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53544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53544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53544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53544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53544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53544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1986359" y="2689196"/>
            <a:ext cx="1169988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289336" y="2689196"/>
            <a:ext cx="1169988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1110FD23-CDD4-BBA8-2831-2623D3B5413B}"/>
              </a:ext>
            </a:extLst>
          </p:cNvPr>
          <p:cNvCxnSpPr>
            <a:cxnSpLocks/>
          </p:cNvCxnSpPr>
          <p:nvPr/>
        </p:nvCxnSpPr>
        <p:spPr>
          <a:xfrm>
            <a:off x="5444153" y="2689196"/>
            <a:ext cx="1169988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5F28E94C-307E-9FA9-9149-C715614331E2}"/>
              </a:ext>
            </a:extLst>
          </p:cNvPr>
          <p:cNvCxnSpPr>
            <a:cxnSpLocks/>
          </p:cNvCxnSpPr>
          <p:nvPr/>
        </p:nvCxnSpPr>
        <p:spPr>
          <a:xfrm>
            <a:off x="6598970" y="2689196"/>
            <a:ext cx="1169988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050107" y="1977996"/>
            <a:ext cx="1169988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80000920"/>
              </p:ext>
            </p:extLst>
          </p:nvPr>
        </p:nvGraphicFramePr>
        <p:xfrm>
          <a:off x="841037" y="3400396"/>
          <a:ext cx="3460632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3544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53544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53544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.25d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B06394E-FBD1-88EC-C748-61486B9B0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C48EEFC-D0E8-6F3B-E73E-D7EB99B58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F58A6C-6834-A11D-D20C-98B18CBEDD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C9947D-7B6B-15C5-6DAF-05C5DA6D34AB}"/>
              </a:ext>
            </a:extLst>
          </p:cNvPr>
          <p:cNvSpPr/>
          <p:nvPr/>
        </p:nvSpPr>
        <p:spPr>
          <a:xfrm rot="20292011">
            <a:off x="2244725" y="4510279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4BD287AA-CA3F-AE90-D812-A36C5F78267A}"/>
              </a:ext>
            </a:extLst>
          </p:cNvPr>
          <p:cNvSpPr/>
          <p:nvPr/>
        </p:nvSpPr>
        <p:spPr>
          <a:xfrm>
            <a:off x="2133595" y="4362418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14DD3935-5F3D-803F-BCAE-F7745B85FF85}"/>
              </a:ext>
            </a:extLst>
          </p:cNvPr>
          <p:cNvSpPr/>
          <p:nvPr/>
        </p:nvSpPr>
        <p:spPr>
          <a:xfrm>
            <a:off x="1913224" y="4281488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D770341-1118-F06C-F6CA-AFA96BF83803}"/>
              </a:ext>
            </a:extLst>
          </p:cNvPr>
          <p:cNvSpPr/>
          <p:nvPr/>
        </p:nvSpPr>
        <p:spPr>
          <a:xfrm>
            <a:off x="3100796" y="4962328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A56A5FE9-367B-0C1D-7952-46FA99C8927C}"/>
              </a:ext>
            </a:extLst>
          </p:cNvPr>
          <p:cNvSpPr/>
          <p:nvPr/>
        </p:nvSpPr>
        <p:spPr>
          <a:xfrm>
            <a:off x="2988443" y="4838700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1410E483-BF39-5265-187C-1934F34611AC}"/>
              </a:ext>
            </a:extLst>
          </p:cNvPr>
          <p:cNvSpPr/>
          <p:nvPr/>
        </p:nvSpPr>
        <p:spPr>
          <a:xfrm>
            <a:off x="3957441" y="5553075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E309FAD8-4B1E-7D5F-A28B-0A530777A5FA}"/>
              </a:ext>
            </a:extLst>
          </p:cNvPr>
          <p:cNvSpPr/>
          <p:nvPr/>
        </p:nvSpPr>
        <p:spPr>
          <a:xfrm>
            <a:off x="2871782" y="4700288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E3D2D36-1489-F68F-A3F1-28392939E1C2}"/>
              </a:ext>
            </a:extLst>
          </p:cNvPr>
          <p:cNvSpPr/>
          <p:nvPr/>
        </p:nvSpPr>
        <p:spPr>
          <a:xfrm>
            <a:off x="2971795" y="4572000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0725C691-545A-65AB-D83E-83006CF5B2F1}"/>
              </a:ext>
            </a:extLst>
          </p:cNvPr>
          <p:cNvSpPr/>
          <p:nvPr/>
        </p:nvSpPr>
        <p:spPr>
          <a:xfrm>
            <a:off x="2666995" y="5019675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39BFFB-1241-2C76-AB47-1B9AE05BAA58}"/>
              </a:ext>
            </a:extLst>
          </p:cNvPr>
          <p:cNvSpPr/>
          <p:nvPr/>
        </p:nvSpPr>
        <p:spPr>
          <a:xfrm>
            <a:off x="2857495" y="4367213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4697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4151</TotalTime>
  <Words>1672</Words>
  <Application>Microsoft Office PowerPoint</Application>
  <PresentationFormat>와이드스크린</PresentationFormat>
  <Paragraphs>353</Paragraphs>
  <Slides>30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맑은 고딕</vt:lpstr>
      <vt:lpstr>Arial</vt:lpstr>
      <vt:lpstr>Wingdings</vt:lpstr>
      <vt:lpstr>기본_수정</vt:lpstr>
      <vt:lpstr>디자인 사용자 지정</vt:lpstr>
      <vt:lpstr>배트와 달트 프로토타입_벌꿀 배달</vt:lpstr>
      <vt:lpstr>플로우</vt:lpstr>
      <vt:lpstr>게임 전체 플로우</vt:lpstr>
      <vt:lpstr>프로토타입 플로우</vt:lpstr>
      <vt:lpstr>컨텐츠</vt:lpstr>
      <vt:lpstr>게임 내 모든 객체</vt:lpstr>
      <vt:lpstr>배달품_벌꿀</vt:lpstr>
      <vt:lpstr>맵</vt:lpstr>
      <vt:lpstr>맵_지형</vt:lpstr>
      <vt:lpstr>플레이어블 캐릭터</vt:lpstr>
      <vt:lpstr>NPC_주민</vt:lpstr>
      <vt:lpstr>NPC_생물_벌</vt:lpstr>
      <vt:lpstr>상호작용_생물_벌</vt:lpstr>
      <vt:lpstr>경로 예측</vt:lpstr>
      <vt:lpstr>상호작용_배달품</vt:lpstr>
      <vt:lpstr>도우미 AI 구현 계획</vt:lpstr>
      <vt:lpstr>시스템</vt:lpstr>
      <vt:lpstr>컨트롤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UI</vt:lpstr>
      <vt:lpstr>데이터 테이블_맵</vt:lpstr>
      <vt:lpstr>데이터 테이블_NPC,플레이어</vt:lpstr>
      <vt:lpstr>참고문헌 및 출처</vt:lpstr>
      <vt:lpstr>상호작용_배달품</vt:lpstr>
      <vt:lpstr>PowerPoint 프레젠테이션</vt:lpstr>
      <vt:lpstr>이미지 자료 출처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175</cp:revision>
  <dcterms:created xsi:type="dcterms:W3CDTF">2026-09-16T19:24:55Z</dcterms:created>
  <dcterms:modified xsi:type="dcterms:W3CDTF">2026-09-27T05:21:13Z</dcterms:modified>
</cp:coreProperties>
</file>