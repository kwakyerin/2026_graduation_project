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47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5" r:id="rId28"/>
    <p:sldId id="326" r:id="rId29"/>
    <p:sldId id="304" r:id="rId30"/>
    <p:sldId id="303" r:id="rId31"/>
    <p:sldId id="313" r:id="rId32"/>
    <p:sldId id="314" r:id="rId33"/>
    <p:sldId id="262" r:id="rId34"/>
    <p:sldId id="276" r:id="rId35"/>
    <p:sldId id="269" r:id="rId36"/>
    <p:sldId id="274" r:id="rId37"/>
    <p:sldId id="289" r:id="rId38"/>
    <p:sldId id="294" r:id="rId39"/>
    <p:sldId id="291" r:id="rId40"/>
    <p:sldId id="290" r:id="rId41"/>
    <p:sldId id="263" r:id="rId42"/>
    <p:sldId id="312" r:id="rId43"/>
    <p:sldId id="277" r:id="rId44"/>
    <p:sldId id="305" r:id="rId45"/>
    <p:sldId id="311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13284F-62BD-E036-5704-CE4CC9CB97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B6C4F1-4B81-B07C-2123-12B7039A09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6970103"/>
              </p:ext>
            </p:extLst>
          </p:nvPr>
        </p:nvGraphicFramePr>
        <p:xfrm>
          <a:off x="838198" y="1121076"/>
          <a:ext cx="2609852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4803</TotalTime>
  <Words>1700</Words>
  <Application>Microsoft Office PowerPoint</Application>
  <PresentationFormat>와이드스크린</PresentationFormat>
  <Paragraphs>458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도우미 AI 구현 계획 세부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203</cp:revision>
  <dcterms:created xsi:type="dcterms:W3CDTF">2026-09-16T19:24:55Z</dcterms:created>
  <dcterms:modified xsi:type="dcterms:W3CDTF">2026-10-01T08:13:05Z</dcterms:modified>
</cp:coreProperties>
</file>