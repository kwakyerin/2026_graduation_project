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1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04" r:id="rId26"/>
    <p:sldId id="303" r:id="rId27"/>
    <p:sldId id="329" r:id="rId28"/>
    <p:sldId id="313" r:id="rId29"/>
    <p:sldId id="327" r:id="rId30"/>
    <p:sldId id="330" r:id="rId31"/>
    <p:sldId id="328" r:id="rId32"/>
    <p:sldId id="314" r:id="rId33"/>
    <p:sldId id="262" r:id="rId34"/>
    <p:sldId id="276" r:id="rId35"/>
    <p:sldId id="269" r:id="rId36"/>
    <p:sldId id="274" r:id="rId37"/>
    <p:sldId id="289" r:id="rId38"/>
    <p:sldId id="294" r:id="rId39"/>
    <p:sldId id="291" r:id="rId40"/>
    <p:sldId id="290" r:id="rId41"/>
    <p:sldId id="263" r:id="rId42"/>
    <p:sldId id="312" r:id="rId43"/>
    <p:sldId id="277" r:id="rId44"/>
    <p:sldId id="305" r:id="rId45"/>
    <p:sldId id="311" r:id="rId46"/>
    <p:sldId id="321" r:id="rId47"/>
    <p:sldId id="322" r:id="rId48"/>
    <p:sldId id="325" r:id="rId49"/>
    <p:sldId id="326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 varScale="1">
        <p:scale>
          <a:sx n="45" d="100"/>
          <a:sy n="45" d="100"/>
        </p:scale>
        <p:origin x="30" y="8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플레이어의 평균 속력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dirty="0"/>
              <a:t>Behavior Tree</a:t>
            </a:r>
            <a:r>
              <a:rPr lang="ko-KR" altLang="en-US" dirty="0"/>
              <a:t>로 제작하지 </a:t>
            </a:r>
            <a:r>
              <a:rPr lang="en-US" altLang="ko-KR" dirty="0"/>
              <a:t>X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Behavior Tree</a:t>
            </a:r>
            <a:r>
              <a:rPr lang="ko-KR" altLang="en-US" dirty="0"/>
              <a:t>는 생물 행동에 사용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sz="2600" dirty="0"/>
              <a:t>도우미 </a:t>
            </a:r>
            <a:r>
              <a:rPr lang="en-US" altLang="ko-KR" sz="2600" dirty="0"/>
              <a:t>AI</a:t>
            </a:r>
            <a:r>
              <a:rPr lang="ko-KR" altLang="en-US" sz="2600" dirty="0"/>
              <a:t> </a:t>
            </a:r>
            <a:r>
              <a:rPr lang="en-US" altLang="ko-KR" sz="2600" dirty="0"/>
              <a:t>= </a:t>
            </a:r>
            <a:br>
              <a:rPr lang="en-US" altLang="ko-KR" sz="2600" dirty="0"/>
            </a:br>
            <a:r>
              <a:rPr lang="en-US" altLang="ko-KR" sz="2600" dirty="0"/>
              <a:t>AI </a:t>
            </a:r>
            <a:r>
              <a:rPr lang="ko-KR" altLang="en-US" sz="2600" dirty="0"/>
              <a:t>매니저 </a:t>
            </a:r>
            <a:r>
              <a:rPr lang="en-US" altLang="ko-KR" sz="2600" dirty="0"/>
              <a:t>+ (</a:t>
            </a:r>
            <a:r>
              <a:rPr lang="ko-KR" altLang="en-US" sz="2600" dirty="0"/>
              <a:t>경로</a:t>
            </a:r>
            <a:r>
              <a:rPr lang="en-US" altLang="ko-KR" sz="2600" dirty="0"/>
              <a:t>)</a:t>
            </a:r>
            <a:r>
              <a:rPr lang="ko-KR" altLang="en-US" sz="2600" dirty="0"/>
              <a:t>그래프 </a:t>
            </a:r>
            <a:r>
              <a:rPr lang="en-US" altLang="ko-KR" sz="2600" dirty="0"/>
              <a:t>+ </a:t>
            </a:r>
            <a:r>
              <a:rPr lang="ko-KR" altLang="en-US" sz="2600" dirty="0"/>
              <a:t>동적 비용평가 알고리즘</a:t>
            </a:r>
          </a:p>
          <a:p>
            <a:pPr>
              <a:lnSpc>
                <a:spcPct val="110000"/>
              </a:lnSpc>
            </a:pPr>
            <a:endParaRPr lang="en-US" altLang="ko-KR" sz="2600" dirty="0"/>
          </a:p>
          <a:p>
            <a:pPr>
              <a:lnSpc>
                <a:spcPct val="110000"/>
              </a:lnSpc>
            </a:pPr>
            <a:r>
              <a:rPr lang="en-US" altLang="ko-KR" sz="2600" dirty="0"/>
              <a:t>EQS</a:t>
            </a:r>
            <a:r>
              <a:rPr lang="ko-KR" altLang="en-US" sz="2600" dirty="0"/>
              <a:t>는 프로토타입에는 적용하지 </a:t>
            </a:r>
            <a:r>
              <a:rPr lang="en-US" altLang="ko-KR" sz="2600" dirty="0"/>
              <a:t>X</a:t>
            </a:r>
            <a:br>
              <a:rPr lang="en-US" altLang="ko-KR" sz="2600" dirty="0"/>
            </a:br>
            <a:r>
              <a:rPr lang="en-US" altLang="ko-KR" sz="2600" dirty="0"/>
              <a:t>(</a:t>
            </a:r>
            <a:r>
              <a:rPr lang="ko-KR" altLang="en-US" sz="2600" dirty="0"/>
              <a:t>프로토타입 검토 후</a:t>
            </a:r>
            <a:r>
              <a:rPr lang="en-US" altLang="ko-KR" sz="2600" dirty="0"/>
              <a:t>,</a:t>
            </a:r>
            <a:r>
              <a:rPr lang="ko-KR" altLang="en-US" sz="2600" dirty="0"/>
              <a:t> 사용 여부 판단</a:t>
            </a:r>
            <a:r>
              <a:rPr lang="en-US" altLang="ko-KR" sz="2600" dirty="0"/>
              <a:t>)</a:t>
            </a:r>
            <a:endParaRPr lang="ko-KR" altLang="en-US" sz="2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시작지점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 </a:t>
            </a:r>
            <a:r>
              <a:rPr lang="ko-KR" altLang="en-US" dirty="0"/>
              <a:t>매니저의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경로의 순위가 아니라 평가 결과 생성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7590088"/>
              </p:ext>
            </p:extLst>
          </p:nvPr>
        </p:nvGraphicFramePr>
        <p:xfrm>
          <a:off x="838198" y="1121076"/>
          <a:ext cx="2609852" cy="14229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5505</TotalTime>
  <Words>2115</Words>
  <Application>Microsoft Office PowerPoint</Application>
  <PresentationFormat>와이드스크린</PresentationFormat>
  <Paragraphs>529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48</vt:i4>
      </vt:variant>
    </vt:vector>
  </HeadingPairs>
  <TitlesOfParts>
    <vt:vector size="53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도우미 AI의 핵심</vt:lpstr>
      <vt:lpstr>도우미 AI 구현 아키텍쳐</vt:lpstr>
      <vt:lpstr>AI 매니저의 역할</vt:lpstr>
      <vt:lpstr>경로 후보 생성 예시</vt:lpstr>
      <vt:lpstr>경로 후보 생성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  <vt:lpstr>경로 예측 과정</vt:lpstr>
      <vt:lpstr>경로 예측 과정</vt:lpstr>
      <vt:lpstr>경로 예측 과정</vt:lpstr>
      <vt:lpstr>경로 예측 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219</cp:revision>
  <dcterms:created xsi:type="dcterms:W3CDTF">2026-09-16T19:24:55Z</dcterms:created>
  <dcterms:modified xsi:type="dcterms:W3CDTF">2026-10-06T07:56:13Z</dcterms:modified>
</cp:coreProperties>
</file>