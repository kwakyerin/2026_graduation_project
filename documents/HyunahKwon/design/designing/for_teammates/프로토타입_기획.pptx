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29"/>
  </p:notesMasterIdLst>
  <p:sldIdLst>
    <p:sldId id="256" r:id="rId3"/>
    <p:sldId id="296" r:id="rId4"/>
    <p:sldId id="265" r:id="rId5"/>
    <p:sldId id="295" r:id="rId6"/>
    <p:sldId id="260" r:id="rId7"/>
    <p:sldId id="286" r:id="rId8"/>
    <p:sldId id="278" r:id="rId9"/>
    <p:sldId id="280" r:id="rId10"/>
    <p:sldId id="268" r:id="rId11"/>
    <p:sldId id="273" r:id="rId12"/>
    <p:sldId id="272" r:id="rId13"/>
    <p:sldId id="279" r:id="rId14"/>
    <p:sldId id="277" r:id="rId15"/>
    <p:sldId id="304" r:id="rId16"/>
    <p:sldId id="303" r:id="rId17"/>
    <p:sldId id="262" r:id="rId18"/>
    <p:sldId id="276" r:id="rId19"/>
    <p:sldId id="269" r:id="rId20"/>
    <p:sldId id="274" r:id="rId21"/>
    <p:sldId id="289" r:id="rId22"/>
    <p:sldId id="294" r:id="rId23"/>
    <p:sldId id="291" r:id="rId24"/>
    <p:sldId id="290" r:id="rId25"/>
    <p:sldId id="297" r:id="rId26"/>
    <p:sldId id="263" r:id="rId27"/>
    <p:sldId id="270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>
        <p:scale>
          <a:sx n="80" d="100"/>
          <a:sy n="80" d="100"/>
        </p:scale>
        <p:origin x="51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C1683-0A8E-4C89-8718-DB0F1CCCEAC4}" type="datetimeFigureOut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47CBC-7971-4E20-A759-0DC8ABE1A2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839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9/25/2026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9/25/2026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9/25/2026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2026-09-25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2026-09-25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9/25/2026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hyperlink" Target="https://kor.pngtree.com/so/%EB%A7%88%EC%9A%B0%EC%8A%A4" TargetMode="External"/><Relationship Id="rId3" Type="http://schemas.openxmlformats.org/officeDocument/2006/relationships/hyperlink" Target="https://www.reddit.com/r/PartyAnimalsGame/comments/1b0dmqw/how_to_get_a_new_exclusive_tiagra_skin/" TargetMode="External"/><Relationship Id="rId7" Type="http://schemas.openxmlformats.org/officeDocument/2006/relationships/hyperlink" Target="https://creatorjoseph.com/268#google_vignette" TargetMode="External"/><Relationship Id="rId2" Type="http://schemas.openxmlformats.org/officeDocument/2006/relationships/hyperlink" Target="https://namu.wiki/w/%EB%8F%99%EB%AC%BC%EC%9D%98%20%EC%88%B2%20%EC%8B%9C%EB%A6%AC%EC%A6%88/%EC%9D%BC%EB%B0%98%20%EC%A3%BC%EB%AF%BC/%EA%B3%B0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velog.io/@dev_sensational/Unity-3%EC%9D%B8%EC%B9%AD-Back-view-%EC%8A%88%ED%8C%85%EA%B2%8C%EC%9E%84TPS-%ED%94%84%EB%A1%9C%EC%A0%9D%ED%8A%B8-%EC%8B%9C%EC%9E%91" TargetMode="External"/><Relationship Id="rId5" Type="http://schemas.openxmlformats.org/officeDocument/2006/relationships/hyperlink" Target="https://www.youtube.com/watch?v=eNRvtvpl1Io&amp;t=872s" TargetMode="External"/><Relationship Id="rId4" Type="http://schemas.openxmlformats.org/officeDocument/2006/relationships/hyperlink" Target="https://page.onstove.com/indie/global/view/9597749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프로토타입</a:t>
            </a:r>
            <a:r>
              <a:rPr lang="en-US" altLang="ko-KR" sz="4800" dirty="0"/>
              <a:t>_</a:t>
            </a:r>
            <a:r>
              <a:rPr lang="ko-KR" altLang="en-US" sz="4800" dirty="0"/>
              <a:t>벌꿀 배달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3A975E8-E091-B6A2-4310-626AEC6C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6B8D21-8793-F6E7-FCFC-59C06E386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949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배다품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r>
              <a:rPr lang="en-US" altLang="ko-KR" dirty="0"/>
              <a:t>_</a:t>
            </a:r>
            <a:r>
              <a:rPr lang="ko-KR" altLang="en-US" dirty="0"/>
              <a:t>벌꿀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/>
              <a:t>배달품</a:t>
            </a:r>
            <a:r>
              <a:rPr lang="ko-KR" altLang="en-US" sz="2000" dirty="0"/>
              <a:t> 품목 </a:t>
            </a:r>
            <a:r>
              <a:rPr lang="en-US" altLang="ko-KR" sz="2000" dirty="0"/>
              <a:t>: </a:t>
            </a:r>
            <a:r>
              <a:rPr lang="ko-KR" altLang="en-US" sz="2000" dirty="0"/>
              <a:t>일반 품목</a:t>
            </a:r>
            <a:r>
              <a:rPr lang="en-US" altLang="ko-KR" sz="2000" dirty="0"/>
              <a:t>(</a:t>
            </a:r>
            <a:r>
              <a:rPr lang="ko-KR" altLang="en-US" sz="2000" dirty="0"/>
              <a:t>일반</a:t>
            </a:r>
            <a:r>
              <a:rPr lang="en-US" altLang="ko-KR" sz="20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상태 </a:t>
            </a:r>
            <a:r>
              <a:rPr lang="en-US" altLang="ko-KR" sz="2000" dirty="0"/>
              <a:t>: </a:t>
            </a:r>
            <a:r>
              <a:rPr lang="ko-KR" altLang="en-US" sz="2000" dirty="0"/>
              <a:t>배달 중</a:t>
            </a:r>
            <a:r>
              <a:rPr lang="en-US" altLang="ko-KR" sz="2000" dirty="0"/>
              <a:t>, </a:t>
            </a:r>
            <a:r>
              <a:rPr lang="ko-KR" altLang="en-US" sz="2000" dirty="0"/>
              <a:t>시간 안에 배달 완료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시간 초과 배달</a:t>
            </a:r>
            <a:br>
              <a:rPr lang="en-US" altLang="ko-KR" sz="2000" dirty="0"/>
            </a:b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완료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배달함</a:t>
            </a: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실패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9/25/2026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9185" y="2213462"/>
            <a:ext cx="2431076" cy="2431076"/>
          </a:xfrm>
          <a:prstGeom prst="rect">
            <a:avLst/>
          </a:prstGeom>
        </p:spPr>
      </p:pic>
      <p:pic>
        <p:nvPicPr>
          <p:cNvPr id="9" name="그래픽 8" descr="꿀단지 단색으로 채워진">
            <a:extLst>
              <a:ext uri="{FF2B5EF4-FFF2-40B4-BE49-F238E27FC236}">
                <a16:creationId xmlns:a16="http://schemas.microsoft.com/office/drawing/2014/main" id="{4397C4FC-B19F-E1AD-F28D-8E2F4C5753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84326" y="2839169"/>
            <a:ext cx="1379373" cy="137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08174C-9B5D-792B-E720-012AFFC733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1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9/25/2026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모래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1/3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r>
              <a:rPr lang="ko-KR" altLang="en-US" dirty="0"/>
              <a:t>몬스터 없음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늪 지형 </a:t>
            </a:r>
            <a:r>
              <a:rPr lang="en-US" altLang="ko-KR" dirty="0"/>
              <a:t>: </a:t>
            </a:r>
            <a:r>
              <a:rPr lang="ko-KR" altLang="en-US" dirty="0"/>
              <a:t>플레이어 이동속도 </a:t>
            </a:r>
            <a:r>
              <a:rPr lang="en-US" altLang="ko-KR" dirty="0"/>
              <a:t>1/2 </a:t>
            </a:r>
            <a:r>
              <a:rPr lang="ko-KR" altLang="en-US" dirty="0"/>
              <a:t>감소</a:t>
            </a:r>
            <a:r>
              <a:rPr lang="en-US" altLang="ko-KR" dirty="0"/>
              <a:t>, </a:t>
            </a:r>
            <a:br>
              <a:rPr lang="en-US" altLang="ko-KR" dirty="0"/>
            </a:br>
            <a:r>
              <a:rPr lang="ko-KR" altLang="en-US" dirty="0"/>
              <a:t>방향전환율 </a:t>
            </a:r>
            <a:r>
              <a:rPr lang="en-US" altLang="ko-KR" dirty="0"/>
              <a:t>1/4 </a:t>
            </a:r>
            <a:r>
              <a:rPr lang="ko-KR" altLang="en-US" dirty="0"/>
              <a:t>감소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수중 지형 </a:t>
            </a:r>
            <a:r>
              <a:rPr lang="en-US" altLang="ko-KR" dirty="0"/>
              <a:t>: </a:t>
            </a:r>
            <a:r>
              <a:rPr lang="ko-KR" altLang="en-US" dirty="0"/>
              <a:t>플레이어에게 묻은 냄새 제거</a:t>
            </a:r>
            <a:endParaRPr lang="en-US" altLang="ko-KR" dirty="0"/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산 </a:t>
            </a:r>
            <a:r>
              <a:rPr lang="en-US" altLang="ko-KR" dirty="0"/>
              <a:t>: </a:t>
            </a:r>
            <a:r>
              <a:rPr lang="ko-KR" altLang="en-US" dirty="0"/>
              <a:t>일반적으로 지나갈 수 </a:t>
            </a:r>
            <a:br>
              <a:rPr lang="en-US" altLang="ko-KR" dirty="0"/>
            </a:br>
            <a:r>
              <a:rPr lang="ko-KR" altLang="en-US" dirty="0"/>
              <a:t>없을 정도로 강한 존재가 있음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9/25/2026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7CC0537B-2D9C-E857-41CC-0A210225D3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</a:t>
            </a:r>
            <a:br>
              <a:rPr lang="en-US" altLang="ko-KR" sz="2400" dirty="0"/>
            </a:br>
            <a:r>
              <a:rPr lang="en-US" altLang="ko-KR" sz="2400" dirty="0"/>
              <a:t>(+ </a:t>
            </a:r>
            <a:r>
              <a:rPr lang="ko-KR" altLang="en-US" sz="2400" dirty="0"/>
              <a:t>경로 안내 켜기</a:t>
            </a:r>
            <a:r>
              <a:rPr lang="en-US" altLang="ko-KR" sz="2400" dirty="0"/>
              <a:t>)</a:t>
            </a:r>
            <a:endParaRPr lang="ko-KR" altLang="en-US" sz="2400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9/25/2026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03B101AC-9E6F-ABED-3754-1AA372F36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벌꿀에 반응해 배송품을 </a:t>
            </a:r>
            <a:br>
              <a:rPr lang="en-US" altLang="ko-KR" sz="2400" dirty="0"/>
            </a:br>
            <a:r>
              <a:rPr lang="ko-KR" altLang="en-US" sz="2400" dirty="0"/>
              <a:t>쫓아 플레이어의 주위를 둘러싸</a:t>
            </a:r>
            <a:br>
              <a:rPr lang="en-US" altLang="ko-KR" sz="2400" dirty="0"/>
            </a:br>
            <a:r>
              <a:rPr lang="ko-KR" altLang="en-US" sz="2400" dirty="0"/>
              <a:t>방해함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벌의 행동반경에서 최대한 </a:t>
            </a:r>
            <a:br>
              <a:rPr lang="en-US" altLang="ko-KR" sz="2400" dirty="0"/>
            </a:br>
            <a:r>
              <a:rPr lang="ko-KR" altLang="en-US" sz="2400" dirty="0"/>
              <a:t>빨리 벗어나기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잘못된 </a:t>
            </a: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벌집 사격</a:t>
            </a:r>
            <a:r>
              <a:rPr lang="en-US" altLang="ko-KR" sz="2400" dirty="0"/>
              <a:t>(</a:t>
            </a:r>
            <a:r>
              <a:rPr lang="ko-KR" altLang="en-US" sz="2400" dirty="0"/>
              <a:t>사격 시 </a:t>
            </a:r>
            <a:br>
              <a:rPr lang="en-US" altLang="ko-KR" sz="2400" dirty="0"/>
            </a:br>
            <a:r>
              <a:rPr lang="ko-KR" altLang="en-US" sz="2400" dirty="0"/>
              <a:t>잠시간 방해 중지</a:t>
            </a:r>
            <a:r>
              <a:rPr lang="en-US" altLang="ko-KR" sz="2400" dirty="0"/>
              <a:t>, </a:t>
            </a:r>
            <a:r>
              <a:rPr lang="ko-KR" altLang="en-US" sz="2400" dirty="0"/>
              <a:t>이후 다시 방해</a:t>
            </a:r>
            <a:r>
              <a:rPr lang="en-US" altLang="ko-KR" sz="2400" dirty="0"/>
              <a:t>)</a:t>
            </a:r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고인물의 활용법 </a:t>
            </a:r>
            <a:r>
              <a:rPr lang="en-US" altLang="ko-KR" sz="2400" dirty="0"/>
              <a:t>: </a:t>
            </a:r>
            <a:r>
              <a:rPr lang="ko-KR" altLang="en-US" sz="2400" dirty="0"/>
              <a:t>벌집을 사격해 이동속도 증가를 활용하는 것이 가능함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9/25/2026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CDE72430-0AEC-9BEF-6BA9-0D5F0CE962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74666" y="2540479"/>
            <a:ext cx="1595412" cy="1595412"/>
          </a:xfrm>
          <a:prstGeom prst="rect">
            <a:avLst/>
          </a:prstGeom>
        </p:spPr>
      </p:pic>
      <p:pic>
        <p:nvPicPr>
          <p:cNvPr id="11" name="그래픽 10" descr="벌집 단색으로 채워진">
            <a:extLst>
              <a:ext uri="{FF2B5EF4-FFF2-40B4-BE49-F238E27FC236}">
                <a16:creationId xmlns:a16="http://schemas.microsoft.com/office/drawing/2014/main" id="{57C6287E-1562-636E-E7CE-4DC8C281B2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0874" y="2540479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7058821" y="2029088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7196540" y="4248060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4" idx="1"/>
          </p:cNvCxnSpPr>
          <p:nvPr/>
        </p:nvCxnSpPr>
        <p:spPr>
          <a:xfrm flipH="1">
            <a:off x="5661960" y="3097413"/>
            <a:ext cx="290266" cy="959177"/>
          </a:xfrm>
          <a:prstGeom prst="bentConnector5">
            <a:avLst>
              <a:gd name="adj1" fmla="val -78755"/>
              <a:gd name="adj2" fmla="val 47857"/>
              <a:gd name="adj3" fmla="val 1787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606871" cy="34509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587088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 flipV="1">
            <a:off x="9334790" y="3442512"/>
            <a:ext cx="252298" cy="12693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7058821" y="2256211"/>
            <a:ext cx="3622373" cy="1186301"/>
          </a:xfrm>
          <a:prstGeom prst="bentConnector5">
            <a:avLst>
              <a:gd name="adj1" fmla="val -6311"/>
              <a:gd name="adj2" fmla="val 54395"/>
              <a:gd name="adj3" fmla="val 106311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57445" y="3551247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33073" y="3551247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C5475CB-7428-F7DF-60BC-05432D8CE4DD}"/>
              </a:ext>
            </a:extLst>
          </p:cNvPr>
          <p:cNvSpPr/>
          <p:nvPr/>
        </p:nvSpPr>
        <p:spPr>
          <a:xfrm>
            <a:off x="5661960" y="3670391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꺾인 양쪽 화살표 연결선 18">
            <a:extLst>
              <a:ext uri="{FF2B5EF4-FFF2-40B4-BE49-F238E27FC236}">
                <a16:creationId xmlns:a16="http://schemas.microsoft.com/office/drawing/2014/main" id="{655F7FC1-0066-D318-5B19-ECF44FB09F4B}"/>
              </a:ext>
            </a:extLst>
          </p:cNvPr>
          <p:cNvCxnSpPr>
            <a:cxnSpLocks/>
            <a:stCxn id="4" idx="3"/>
            <a:endCxn id="32" idx="1"/>
          </p:cNvCxnSpPr>
          <p:nvPr/>
        </p:nvCxnSpPr>
        <p:spPr>
          <a:xfrm>
            <a:off x="6857998" y="4056590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2BB88-309A-92F6-9391-C180C332E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2AF34-CE95-1E89-3457-973D3F49E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B2046-069D-CC1E-F35E-0BCAF58249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45451E1-C906-21D2-E8E8-F05F1AC6D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D2192B84-B964-FBF7-A006-F951C73DDCE7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>
            <a:off x="2249154" y="2931969"/>
            <a:ext cx="471962" cy="6234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1D295A4-913E-ADC2-2909-B07AC4508DE0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5983472-EE13-9CB5-1D9E-2308B0D0E716}"/>
              </a:ext>
            </a:extLst>
          </p:cNvPr>
          <p:cNvSpPr/>
          <p:nvPr/>
        </p:nvSpPr>
        <p:spPr>
          <a:xfrm>
            <a:off x="2717795" y="3538000"/>
            <a:ext cx="1895014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53B8788-56C9-59D7-9F04-25CA45CF15D0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3D549110-E78D-BC2D-38BF-24B661E25D57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494D74E3-05AC-0DDF-2128-1BA0E8156902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49154" y="2931969"/>
            <a:ext cx="468641" cy="93171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D840C0B-0723-0EF8-977F-245AC396DD45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AB66E49E-DD7C-66A7-C579-7853114EF306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E3BAE558-A243-5D1A-116D-896A5C8120CF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2809" y="3863685"/>
            <a:ext cx="4755204" cy="225788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8E15F792-E1E2-E6D3-5C3E-8655A10F227B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8935A02D-E2CC-7F95-BE77-18B6CC902198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6358268E-49DD-107B-9156-D8C680237B23}"/>
              </a:ext>
            </a:extLst>
          </p:cNvPr>
          <p:cNvSpPr/>
          <p:nvPr/>
        </p:nvSpPr>
        <p:spPr>
          <a:xfrm>
            <a:off x="2489713" y="420591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FF23A49A-53DC-6D99-C84C-5F700F08043D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B8726C45-0EAE-8256-2FDE-81B3E3FC9FC4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F8C42F2F-1605-2BEA-BBDB-30A8CB671DC5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AD0AA0D-2419-5B3C-63D9-9ABE8B5A1D1C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3FAE763-22F3-A4ED-DD89-2B7B21F3B6AE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8A3FC1A6-4270-5D1D-8AE7-6EB0DB320676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3A75F19-376D-D094-0A10-A0590798D86D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3ADAA6B-53B2-8B57-5A36-ABF50FFFA0BC}"/>
              </a:ext>
            </a:extLst>
          </p:cNvPr>
          <p:cNvSpPr/>
          <p:nvPr/>
        </p:nvSpPr>
        <p:spPr>
          <a:xfrm>
            <a:off x="351333" y="253284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4862F32-CB29-0E6E-D277-54A2BAE5BDB6}"/>
              </a:ext>
            </a:extLst>
          </p:cNvPr>
          <p:cNvSpPr/>
          <p:nvPr/>
        </p:nvSpPr>
        <p:spPr>
          <a:xfrm>
            <a:off x="237035" y="3822192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6C16E12-7ECC-E5DB-3D30-A89C5ED64715}"/>
              </a:ext>
            </a:extLst>
          </p:cNvPr>
          <p:cNvSpPr/>
          <p:nvPr/>
        </p:nvSpPr>
        <p:spPr>
          <a:xfrm>
            <a:off x="233714" y="4691561"/>
            <a:ext cx="1895014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9886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2026-09-26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지형 비용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종간 관계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곰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강탈 시도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9/25/2026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2731697" y="2395538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F14537F-469F-500B-9D87-4B51CB1992F9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5E13E3F-3404-E1B5-E844-3E016D956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6227911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DBA942A-C195-1325-404B-F42C375A6F21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9/25/2026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9/25/2026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9/25/2026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266063" y="3748415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9/25/2026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>
            <a:extLst>
              <a:ext uri="{FF2B5EF4-FFF2-40B4-BE49-F238E27FC236}">
                <a16:creationId xmlns:a16="http://schemas.microsoft.com/office/drawing/2014/main" id="{64202EDC-FB4F-B79D-BD56-71164F81DCF1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16A2302-8830-5D06-A849-65DCD9F0814B}"/>
              </a:ext>
            </a:extLst>
          </p:cNvPr>
          <p:cNvCxnSpPr>
            <a:cxnSpLocks/>
            <a:stCxn id="54" idx="1"/>
            <a:endCxn id="54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0232E01-5058-202E-D8A2-C08332F67E3D}"/>
              </a:ext>
            </a:extLst>
          </p:cNvPr>
          <p:cNvCxnSpPr>
            <a:cxnSpLocks/>
            <a:stCxn id="54" idx="0"/>
            <a:endCxn id="54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1F2DA9E-3344-F20D-3477-CD8E697ACEAC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D87680-7510-7C67-21F2-CEAC4C23FE87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8DB08D8-AC9C-4716-35D2-652661986615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부분 원형 59">
            <a:extLst>
              <a:ext uri="{FF2B5EF4-FFF2-40B4-BE49-F238E27FC236}">
                <a16:creationId xmlns:a16="http://schemas.microsoft.com/office/drawing/2014/main" id="{740685EC-8C71-6AED-CCCC-44427AC4F0A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9/25/2026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1C72B69-D0F5-4887-5087-5B0DFE1A2220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17" name="화살표: 갈매기형 수장 16">
              <a:extLst>
                <a:ext uri="{FF2B5EF4-FFF2-40B4-BE49-F238E27FC236}">
                  <a16:creationId xmlns:a16="http://schemas.microsoft.com/office/drawing/2014/main" id="{1C600838-F09A-95ED-EEAD-796AD4280FA1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화살표: 갈매기형 수장 17">
              <a:extLst>
                <a:ext uri="{FF2B5EF4-FFF2-40B4-BE49-F238E27FC236}">
                  <a16:creationId xmlns:a16="http://schemas.microsoft.com/office/drawing/2014/main" id="{ABAC1FCB-0398-F3CE-8596-B67EEC74333C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화살표: 갈매기형 수장 19">
              <a:extLst>
                <a:ext uri="{FF2B5EF4-FFF2-40B4-BE49-F238E27FC236}">
                  <a16:creationId xmlns:a16="http://schemas.microsoft.com/office/drawing/2014/main" id="{5C4B1B59-6170-E321-CAC0-13D5931044C5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화살표: 갈매기형 수장 21">
              <a:extLst>
                <a:ext uri="{FF2B5EF4-FFF2-40B4-BE49-F238E27FC236}">
                  <a16:creationId xmlns:a16="http://schemas.microsoft.com/office/drawing/2014/main" id="{D8A912EC-CD4D-4CD0-2B3F-B391A339D9CD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화살표: 갈매기형 수장 23">
              <a:extLst>
                <a:ext uri="{FF2B5EF4-FFF2-40B4-BE49-F238E27FC236}">
                  <a16:creationId xmlns:a16="http://schemas.microsoft.com/office/drawing/2014/main" id="{BC64848D-6168-E26B-CA63-33D02FCDDF5E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화살표: 갈매기형 수장 25">
              <a:extLst>
                <a:ext uri="{FF2B5EF4-FFF2-40B4-BE49-F238E27FC236}">
                  <a16:creationId xmlns:a16="http://schemas.microsoft.com/office/drawing/2014/main" id="{0FAB07D7-92DA-D4EC-23BC-25F90BC8D5C8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화살표: 갈매기형 수장 27">
              <a:extLst>
                <a:ext uri="{FF2B5EF4-FFF2-40B4-BE49-F238E27FC236}">
                  <a16:creationId xmlns:a16="http://schemas.microsoft.com/office/drawing/2014/main" id="{634EDDA6-0E49-8F7B-6922-63ECF6476522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화살표: 갈매기형 수장 29">
              <a:extLst>
                <a:ext uri="{FF2B5EF4-FFF2-40B4-BE49-F238E27FC236}">
                  <a16:creationId xmlns:a16="http://schemas.microsoft.com/office/drawing/2014/main" id="{1B79BC3C-CD8F-2171-6102-2FCB059F49F1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DC0DB6F9-B69D-3B3F-10BB-D34BA435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2" name="그래픽 34" descr="배지 1 단색으로 채워진">
            <a:extLst>
              <a:ext uri="{FF2B5EF4-FFF2-40B4-BE49-F238E27FC236}">
                <a16:creationId xmlns:a16="http://schemas.microsoft.com/office/drawing/2014/main" id="{2A6F3223-63E8-0C00-311D-67874CC60E0E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그래픽 34" descr="배지 1 단색으로 채워진">
            <a:extLst>
              <a:ext uri="{FF2B5EF4-FFF2-40B4-BE49-F238E27FC236}">
                <a16:creationId xmlns:a16="http://schemas.microsoft.com/office/drawing/2014/main" id="{7E51C534-C5A8-4AFC-7653-A3120C9A7FF9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03F6EF-4950-773C-AEA0-9FA0DE41DC72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B0BFFC0-EAC9-6E92-76E8-130498AD4F6D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16" name="그래픽 39" descr="배지 단색으로 채워진">
            <a:extLst>
              <a:ext uri="{FF2B5EF4-FFF2-40B4-BE49-F238E27FC236}">
                <a16:creationId xmlns:a16="http://schemas.microsoft.com/office/drawing/2014/main" id="{0ADE778E-1AAF-CCDD-FF68-09272240AA1C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그래픽 39" descr="배지 단색으로 채워진">
            <a:extLst>
              <a:ext uri="{FF2B5EF4-FFF2-40B4-BE49-F238E27FC236}">
                <a16:creationId xmlns:a16="http://schemas.microsoft.com/office/drawing/2014/main" id="{6763C964-5DEC-91D3-E592-B2000F46A51D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그래픽 39" descr="배지 단색으로 채워진">
            <a:extLst>
              <a:ext uri="{FF2B5EF4-FFF2-40B4-BE49-F238E27FC236}">
                <a16:creationId xmlns:a16="http://schemas.microsoft.com/office/drawing/2014/main" id="{D2CAC575-2364-DDB5-995E-11E635FC41D4}"/>
              </a:ext>
            </a:extLst>
          </p:cNvPr>
          <p:cNvSpPr/>
          <p:nvPr/>
        </p:nvSpPr>
        <p:spPr>
          <a:xfrm>
            <a:off x="6963928" y="27466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ADFB9331-B4CC-7392-91EA-48172E75D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9/26/2026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 및 출처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3B8EAFD-03FA-8944-B1DF-F230D2C49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이미지 자료 출처</a:t>
            </a:r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D8BD448A-07B9-B4A3-5EB1-9258F8A869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91396"/>
            <a:ext cx="10515600" cy="5285567"/>
          </a:xfrm>
        </p:spPr>
        <p:txBody>
          <a:bodyPr>
            <a:normAutofit/>
          </a:bodyPr>
          <a:lstStyle/>
          <a:p>
            <a:r>
              <a:rPr lang="ko-KR" altLang="en-US" sz="1600" dirty="0"/>
              <a:t>자료</a:t>
            </a:r>
            <a:r>
              <a:rPr lang="en-US" altLang="ko-KR" sz="1600" dirty="0"/>
              <a:t>1 </a:t>
            </a:r>
            <a:r>
              <a:rPr lang="ko-KR" altLang="en-US" sz="1600" dirty="0" err="1"/>
              <a:t>플레임</a:t>
            </a:r>
            <a:r>
              <a:rPr lang="en-US" altLang="ko-KR" sz="1600" dirty="0"/>
              <a:t>&lt;</a:t>
            </a:r>
            <a:r>
              <a:rPr lang="ko-KR" altLang="en-US" sz="1600" dirty="0"/>
              <a:t>나 배달 </a:t>
            </a:r>
            <a:r>
              <a:rPr lang="ko-KR" altLang="en-US" sz="1600" dirty="0" err="1"/>
              <a:t>안해</a:t>
            </a:r>
            <a:r>
              <a:rPr lang="en-US" altLang="ko-KR" sz="1600" dirty="0"/>
              <a:t>&gt;</a:t>
            </a:r>
            <a:r>
              <a:rPr lang="ko-KR" altLang="en-US" sz="1600" dirty="0"/>
              <a:t>영상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2  </a:t>
            </a:r>
            <a:r>
              <a:rPr lang="en-US" altLang="ko-KR" sz="1600" dirty="0">
                <a:hlinkClick r:id="rId2"/>
              </a:rPr>
              <a:t>https://namu.wiki/w/%EB%8F%99%EB%AC%BC%EC%9D%98%20%EC%88%B2%20%EC%8B%9C%EB%A6%AC%EC%A6%88/%EC%9D%BC%EB%B0%98%20%EC%A3%BC%EB%AF%BC/%EA%B3%B0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3 </a:t>
            </a:r>
            <a:r>
              <a:rPr lang="en-US" altLang="ko-KR" sz="1600" dirty="0">
                <a:hlinkClick r:id="rId3"/>
              </a:rPr>
              <a:t>https://www.reddit.com/r/PartyAnimalsGame/comments/1b0dmqw/how_to_get_a_new_exclusive_tiagra_skin/</a:t>
            </a:r>
            <a:endParaRPr lang="en-US" altLang="ko-KR" sz="1600" dirty="0"/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4 </a:t>
            </a:r>
            <a:r>
              <a:rPr lang="en-US" altLang="ko-KR" sz="1600" dirty="0">
                <a:hlinkClick r:id="rId4"/>
              </a:rPr>
              <a:t>https://page.onstove.com/indie/global/view/9597749</a:t>
            </a:r>
            <a:r>
              <a:rPr lang="en-US" altLang="ko-KR" sz="1600" dirty="0"/>
              <a:t> </a:t>
            </a:r>
          </a:p>
          <a:p>
            <a:r>
              <a:rPr lang="ko-KR" altLang="en-US" sz="1600" dirty="0"/>
              <a:t>자료</a:t>
            </a:r>
            <a:r>
              <a:rPr lang="en-US" altLang="ko-KR" sz="1600" dirty="0"/>
              <a:t>5 </a:t>
            </a:r>
            <a:r>
              <a:rPr lang="en-US" altLang="ko-KR" sz="1600" dirty="0">
                <a:hlinkClick r:id="rId5"/>
              </a:rPr>
              <a:t>https://www.youtube.com/watch?v=eNRvtvpl1Io&amp;t=872s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*</a:t>
            </a:r>
            <a:r>
              <a:rPr lang="ko-KR" altLang="en-US" sz="1600" dirty="0" err="1"/>
              <a:t>어떤느낌</a:t>
            </a:r>
            <a:r>
              <a:rPr lang="ko-KR" altLang="en-US" sz="1600" dirty="0"/>
              <a:t> 이미지</a:t>
            </a:r>
            <a:r>
              <a:rPr lang="en-US" altLang="ko-KR" sz="1600" dirty="0"/>
              <a:t> </a:t>
            </a:r>
            <a:r>
              <a:rPr lang="ko-KR" altLang="en-US" sz="1600" dirty="0"/>
              <a:t>베틀그라운드 </a:t>
            </a:r>
            <a:r>
              <a:rPr lang="en-US" altLang="ko-KR" sz="1600" dirty="0">
                <a:hlinkClick r:id="rId6"/>
              </a:rPr>
              <a:t>%EC%9D%B8%EC%B9%AD-Back-view-%EC%8A%88%ED%8C%85%EA%B2%8C%EC%9E%84TPS-%ED%94%84%EB%A1%9C%EC%A0%9D%ED%8A%B8-%EC%8B%9C%EC%9E%91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en-US" sz="1600" dirty="0"/>
              <a:t>키보드 이미지 </a:t>
            </a:r>
            <a:r>
              <a:rPr lang="en-US" altLang="ko-KR" sz="1600" dirty="0">
                <a:hlinkClick r:id="rId7"/>
              </a:rPr>
              <a:t>https://creatorjoseph.com/268#google_vignette</a:t>
            </a:r>
            <a:endParaRPr lang="en-US" altLang="ko-KR" sz="1600" dirty="0"/>
          </a:p>
          <a:p>
            <a:r>
              <a:rPr lang="ko-KR" altLang="en-US" sz="1600" dirty="0"/>
              <a:t>마우스 이미지 </a:t>
            </a:r>
            <a:r>
              <a:rPr lang="en-US" altLang="ko-KR" sz="1600" dirty="0">
                <a:hlinkClick r:id="rId8"/>
              </a:rPr>
              <a:t>https://kor.pngtree.com/so/%EB%A7%88%EC%9A%B0%EC%8A%A4</a:t>
            </a:r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en-US" altLang="ko-KR" sz="1600" dirty="0"/>
          </a:p>
          <a:p>
            <a:endParaRPr lang="ko-KR" altLang="en-US" sz="1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4226ECB-2B1C-B2A7-4CB5-00358793D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9/25/2026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C2F74C-0F26-5025-9369-77AED6627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8907003B-E921-5E38-C139-5AE6158C74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975270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2571</TotalTime>
  <Words>1484</Words>
  <Application>Microsoft Office PowerPoint</Application>
  <PresentationFormat>와이드스크린</PresentationFormat>
  <Paragraphs>253</Paragraphs>
  <Slides>26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26</vt:i4>
      </vt:variant>
    </vt:vector>
  </HeadingPairs>
  <TitlesOfParts>
    <vt:vector size="30" baseType="lpstr">
      <vt:lpstr>맑은 고딕</vt:lpstr>
      <vt:lpstr>Arial</vt:lpstr>
      <vt:lpstr>기본_수정</vt:lpstr>
      <vt:lpstr>디자인 사용자 지정</vt:lpstr>
      <vt:lpstr>배트와 달트 프로토타입_벌꿀 배달</vt:lpstr>
      <vt:lpstr>플로우</vt:lpstr>
      <vt:lpstr>게임 전체 플로우</vt:lpstr>
      <vt:lpstr>프로토타입 플로우</vt:lpstr>
      <vt:lpstr>컨텐츠</vt:lpstr>
      <vt:lpstr>배달품_벌꿀</vt:lpstr>
      <vt:lpstr>맵</vt:lpstr>
      <vt:lpstr>맵_지형</vt:lpstr>
      <vt:lpstr>플레이어블 캐릭터</vt:lpstr>
      <vt:lpstr>NPC_주민</vt:lpstr>
      <vt:lpstr>NPC_벌</vt:lpstr>
      <vt:lpstr>상호작용_생물</vt:lpstr>
      <vt:lpstr>상호작용_배달품</vt:lpstr>
      <vt:lpstr>상호작용_배달품</vt:lpstr>
      <vt:lpstr>도우미 AI 구현 계획</vt:lpstr>
      <vt:lpstr>시스템</vt:lpstr>
      <vt:lpstr>컨트롤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UI</vt:lpstr>
      <vt:lpstr>데이터 테이블</vt:lpstr>
      <vt:lpstr>참고문헌 및 출처</vt:lpstr>
      <vt:lpstr>이미지 자료 출처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142</cp:revision>
  <dcterms:created xsi:type="dcterms:W3CDTF">2026-09-16T19:24:55Z</dcterms:created>
  <dcterms:modified xsi:type="dcterms:W3CDTF">2026-09-26T02:59:58Z</dcterms:modified>
</cp:coreProperties>
</file>