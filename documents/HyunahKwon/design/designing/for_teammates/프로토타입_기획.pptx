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33"/>
  </p:notesMasterIdLst>
  <p:sldIdLst>
    <p:sldId id="256" r:id="rId3"/>
    <p:sldId id="296" r:id="rId4"/>
    <p:sldId id="265" r:id="rId5"/>
    <p:sldId id="295" r:id="rId6"/>
    <p:sldId id="260" r:id="rId7"/>
    <p:sldId id="309" r:id="rId8"/>
    <p:sldId id="286" r:id="rId9"/>
    <p:sldId id="278" r:id="rId10"/>
    <p:sldId id="280" r:id="rId11"/>
    <p:sldId id="268" r:id="rId12"/>
    <p:sldId id="273" r:id="rId13"/>
    <p:sldId id="272" r:id="rId14"/>
    <p:sldId id="279" r:id="rId15"/>
    <p:sldId id="306" r:id="rId16"/>
    <p:sldId id="304" r:id="rId17"/>
    <p:sldId id="303" r:id="rId18"/>
    <p:sldId id="262" r:id="rId19"/>
    <p:sldId id="276" r:id="rId20"/>
    <p:sldId id="269" r:id="rId21"/>
    <p:sldId id="274" r:id="rId22"/>
    <p:sldId id="289" r:id="rId23"/>
    <p:sldId id="294" r:id="rId24"/>
    <p:sldId id="291" r:id="rId25"/>
    <p:sldId id="290" r:id="rId26"/>
    <p:sldId id="307" r:id="rId27"/>
    <p:sldId id="297" r:id="rId28"/>
    <p:sldId id="263" r:id="rId29"/>
    <p:sldId id="277" r:id="rId30"/>
    <p:sldId id="305" r:id="rId31"/>
    <p:sldId id="270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150" d="100"/>
          <a:sy n="150" d="100"/>
        </p:scale>
        <p:origin x="195" y="-25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76FB2C5-D248-0BF9-B285-06CE335A2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5F16492D-8E6C-7C78-CA51-12853483F8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6E29514-6D4D-4038-C32A-B990A91B845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B0553E-9C54-03A8-BE6D-EDCBF824B51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13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7C140D-E86B-270D-1CE5-4851CC513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EBD7E6DC-F3F8-DD0A-B4B4-560D135E85D9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1C8B2-C126-642B-FBD6-82F8A408532B}"/>
              </a:ext>
            </a:extLst>
          </p:cNvPr>
          <p:cNvSpPr txBox="1"/>
          <p:nvPr/>
        </p:nvSpPr>
        <p:spPr>
          <a:xfrm>
            <a:off x="3590970" y="1131661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630BB9DE-1E50-5805-7990-3BE5A2E1C179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9778F73-C79D-4121-BEE5-BE0413C0082E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3C68D09-1906-3268-BBA6-D01C1906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F088EC4D-00A9-11FF-3933-F03C131EE552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D5810BEF-430A-903B-AFDD-8B3F3341E935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6C3AF25B-74B2-87EF-DA55-49672FD6763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0A76D0A-56A2-8E7C-F21A-DF9F58C58BF5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40EB758-5DD8-06B5-CF66-DB08701E0965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2DB6651-59F0-73C0-E771-4DAC49EC1B07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06" name="이등변 삼각형 105">
            <a:extLst>
              <a:ext uri="{FF2B5EF4-FFF2-40B4-BE49-F238E27FC236}">
                <a16:creationId xmlns:a16="http://schemas.microsoft.com/office/drawing/2014/main" id="{16050E1F-3C3F-8F16-B8DE-8DC9979AEBCA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56659"/>
            <a:ext cx="5181600" cy="482030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800" dirty="0"/>
              <a:t>모래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1/2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몬스터 없음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늪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1/3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방향전환율 </a:t>
            </a:r>
            <a:r>
              <a:rPr lang="en-US" altLang="ko-KR" sz="1800" dirty="0"/>
              <a:t>1/4 </a:t>
            </a:r>
            <a:r>
              <a:rPr lang="ko-KR" altLang="en-US" sz="1800" dirty="0"/>
              <a:t>감소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수중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플레이어에게 묻은 냄새 제거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산 </a:t>
            </a:r>
            <a:r>
              <a:rPr lang="en-US" altLang="ko-KR" sz="1800" dirty="0"/>
              <a:t>: </a:t>
            </a:r>
            <a:r>
              <a:rPr lang="ko-KR" altLang="en-US" sz="1800" dirty="0"/>
              <a:t>일반적으로 지나갈 수 없을 정도로 강한 존재가 있음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숲</a:t>
            </a:r>
            <a:r>
              <a:rPr lang="en-US" altLang="ko-KR" sz="1800" dirty="0"/>
              <a:t>: </a:t>
            </a:r>
            <a:r>
              <a:rPr lang="ko-KR" altLang="en-US" sz="1800" dirty="0"/>
              <a:t>일반 지형</a:t>
            </a:r>
            <a:endParaRPr lang="en-US" altLang="ko-KR" sz="18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9DACBC-3CAB-8EF9-57B8-7C2921780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6EE55D26-E1DF-0F72-9B4A-80B5BEA678EA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EBA149-695C-638F-AF81-E11BBE51039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8FFDABD-E7F9-1848-1C81-F5E58C10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06EF77A-6096-EC45-E887-2FE11306664A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9C6DC375-A670-3774-7911-2A16DFA4EB52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653197-3FFA-609C-581C-24AC71DCC634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95C96E5-2419-8F85-B650-ABE6377F0E7A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7DC269-5F72-D3C4-1657-AE99E383913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C2BA5-1C89-B81F-0D15-E2EEB5BC2D53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그래픽 34" descr="배지 1 단색으로 채워진">
            <a:extLst>
              <a:ext uri="{FF2B5EF4-FFF2-40B4-BE49-F238E27FC236}">
                <a16:creationId xmlns:a16="http://schemas.microsoft.com/office/drawing/2014/main" id="{783B4CBB-616D-3F80-1059-79845394D219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7D6C51E4-EF6A-F351-B463-EDD8C3A034F8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881E76B-01E6-66EE-9FB5-F3CAF335B115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6D0AA926-C5DC-1199-AF1F-12AE57BA2C59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DEEC308A-6045-2162-381B-F39E36CBC779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2299B07F-2549-DACA-EFDA-5FB3EC77500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그래픽 44" descr="배지 5 단색으로 채워진">
            <a:extLst>
              <a:ext uri="{FF2B5EF4-FFF2-40B4-BE49-F238E27FC236}">
                <a16:creationId xmlns:a16="http://schemas.microsoft.com/office/drawing/2014/main" id="{CC988554-8A06-5541-0B75-E4689ED6DB1E}"/>
              </a:ext>
            </a:extLst>
          </p:cNvPr>
          <p:cNvSpPr/>
          <p:nvPr/>
        </p:nvSpPr>
        <p:spPr>
          <a:xfrm>
            <a:off x="5837990" y="5596674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2A6F23D-4C0B-4EA2-8C8A-379625CF6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554305"/>
            <a:ext cx="387752" cy="387752"/>
          </a:xfrm>
          <a:prstGeom prst="rect">
            <a:avLst/>
          </a:prstGeom>
        </p:spPr>
      </p:pic>
      <p:sp>
        <p:nvSpPr>
          <p:cNvPr id="55" name="그래픽 44" descr="배지 5 단색으로 채워진">
            <a:extLst>
              <a:ext uri="{FF2B5EF4-FFF2-40B4-BE49-F238E27FC236}">
                <a16:creationId xmlns:a16="http://schemas.microsoft.com/office/drawing/2014/main" id="{D0352FE1-A545-F535-9EFC-EC43B4D8132F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D9FB4A57-A602-FD19-5938-DBA67D8B0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장소에서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8036482" y="1774053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1584532" cy="9006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8036482" y="2001176"/>
            <a:ext cx="2644712" cy="1441336"/>
          </a:xfrm>
          <a:prstGeom prst="bentConnector5">
            <a:avLst>
              <a:gd name="adj1" fmla="val -8644"/>
              <a:gd name="adj2" fmla="val 53617"/>
              <a:gd name="adj3" fmla="val 10864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1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15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15" idx="3"/>
            <a:endCxn id="33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15" idx="3"/>
            <a:endCxn id="35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C56EA940-239E-2A5A-D1F2-B83DAC36102E}"/>
              </a:ext>
            </a:extLst>
          </p:cNvPr>
          <p:cNvCxnSpPr>
            <a:cxnSpLocks/>
            <a:stCxn id="104" idx="2"/>
            <a:endCxn id="48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227911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3442438"/>
              </p:ext>
            </p:extLst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55978471"/>
              </p:ext>
            </p:extLst>
          </p:nvPr>
        </p:nvGraphicFramePr>
        <p:xfrm>
          <a:off x="838199" y="1063926"/>
          <a:ext cx="10381896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3544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1986359" y="2689196"/>
            <a:ext cx="1169988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289336" y="2689196"/>
            <a:ext cx="1169988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1110FD23-CDD4-BBA8-2831-2623D3B5413B}"/>
              </a:ext>
            </a:extLst>
          </p:cNvPr>
          <p:cNvCxnSpPr>
            <a:cxnSpLocks/>
          </p:cNvCxnSpPr>
          <p:nvPr/>
        </p:nvCxnSpPr>
        <p:spPr>
          <a:xfrm>
            <a:off x="5444153" y="2689196"/>
            <a:ext cx="1169988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F28E94C-307E-9FA9-9149-C715614331E2}"/>
              </a:ext>
            </a:extLst>
          </p:cNvPr>
          <p:cNvCxnSpPr>
            <a:cxnSpLocks/>
          </p:cNvCxnSpPr>
          <p:nvPr/>
        </p:nvCxnSpPr>
        <p:spPr>
          <a:xfrm>
            <a:off x="6598970" y="2689196"/>
            <a:ext cx="1169988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050107" y="1977996"/>
            <a:ext cx="1169988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80000920"/>
              </p:ext>
            </p:extLst>
          </p:nvPr>
        </p:nvGraphicFramePr>
        <p:xfrm>
          <a:off x="841037" y="3400396"/>
          <a:ext cx="3460632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3544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53544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.25d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B06394E-FBD1-88EC-C748-61486B9B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C48EEFC-D0E8-6F3B-E73E-D7EB99B58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F58A6C-6834-A11D-D20C-98B18CBEDD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C9947D-7B6B-15C5-6DAF-05C5DA6D34AB}"/>
              </a:ext>
            </a:extLst>
          </p:cNvPr>
          <p:cNvSpPr/>
          <p:nvPr/>
        </p:nvSpPr>
        <p:spPr>
          <a:xfrm rot="20292011">
            <a:off x="2244725" y="4510279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4BD287AA-CA3F-AE90-D812-A36C5F78267A}"/>
              </a:ext>
            </a:extLst>
          </p:cNvPr>
          <p:cNvSpPr/>
          <p:nvPr/>
        </p:nvSpPr>
        <p:spPr>
          <a:xfrm>
            <a:off x="2133595" y="4362418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4DD3935-5F3D-803F-BCAE-F7745B85FF85}"/>
              </a:ext>
            </a:extLst>
          </p:cNvPr>
          <p:cNvSpPr/>
          <p:nvPr/>
        </p:nvSpPr>
        <p:spPr>
          <a:xfrm>
            <a:off x="1913224" y="4281488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D770341-1118-F06C-F6CA-AFA96BF83803}"/>
              </a:ext>
            </a:extLst>
          </p:cNvPr>
          <p:cNvSpPr/>
          <p:nvPr/>
        </p:nvSpPr>
        <p:spPr>
          <a:xfrm>
            <a:off x="3100796" y="4962328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A56A5FE9-367B-0C1D-7952-46FA99C8927C}"/>
              </a:ext>
            </a:extLst>
          </p:cNvPr>
          <p:cNvSpPr/>
          <p:nvPr/>
        </p:nvSpPr>
        <p:spPr>
          <a:xfrm>
            <a:off x="2988443" y="4838700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1410E483-BF39-5265-187C-1934F34611AC}"/>
              </a:ext>
            </a:extLst>
          </p:cNvPr>
          <p:cNvSpPr/>
          <p:nvPr/>
        </p:nvSpPr>
        <p:spPr>
          <a:xfrm>
            <a:off x="3957441" y="5553075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E309FAD8-4B1E-7D5F-A28B-0A530777A5FA}"/>
              </a:ext>
            </a:extLst>
          </p:cNvPr>
          <p:cNvSpPr/>
          <p:nvPr/>
        </p:nvSpPr>
        <p:spPr>
          <a:xfrm>
            <a:off x="2871782" y="4700288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E3D2D36-1489-F68F-A3F1-28392939E1C2}"/>
              </a:ext>
            </a:extLst>
          </p:cNvPr>
          <p:cNvSpPr/>
          <p:nvPr/>
        </p:nvSpPr>
        <p:spPr>
          <a:xfrm>
            <a:off x="2971795" y="4572000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0725C691-545A-65AB-D83E-83006CF5B2F1}"/>
              </a:ext>
            </a:extLst>
          </p:cNvPr>
          <p:cNvSpPr/>
          <p:nvPr/>
        </p:nvSpPr>
        <p:spPr>
          <a:xfrm>
            <a:off x="2666995" y="5019675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39BFFB-1241-2C76-AB47-1B9AE05BAA58}"/>
              </a:ext>
            </a:extLst>
          </p:cNvPr>
          <p:cNvSpPr/>
          <p:nvPr/>
        </p:nvSpPr>
        <p:spPr>
          <a:xfrm>
            <a:off x="2857495" y="4367213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697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4146</TotalTime>
  <Words>1641</Words>
  <Application>Microsoft Office PowerPoint</Application>
  <PresentationFormat>와이드스크린</PresentationFormat>
  <Paragraphs>342</Paragraphs>
  <Slides>30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맑은 고딕</vt:lpstr>
      <vt:lpstr>Arial</vt:lpstr>
      <vt:lpstr>Wingdings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PowerPoint 프레젠테이션</vt:lpstr>
      <vt:lpstr>배달품_벌꿀</vt:lpstr>
      <vt:lpstr>맵</vt:lpstr>
      <vt:lpstr>맵_지형</vt:lpstr>
      <vt:lpstr>플레이어블 캐릭터</vt:lpstr>
      <vt:lpstr>NPC_주민</vt:lpstr>
      <vt:lpstr>NPC_생물_벌</vt:lpstr>
      <vt:lpstr>상호작용_생물_벌</vt:lpstr>
      <vt:lpstr>경로 예측</vt:lpstr>
      <vt:lpstr>상호작용_배달품</vt:lpstr>
      <vt:lpstr>도우미 AI 구현 계획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데이터 테이블_맵</vt:lpstr>
      <vt:lpstr>데이터 테이블_NPC,플레이어</vt:lpstr>
      <vt:lpstr>참고문헌 및 출처</vt:lpstr>
      <vt:lpstr>상호작용_배달품</vt:lpstr>
      <vt:lpstr>PowerPoint 프레젠테이션</vt:lpstr>
      <vt:lpstr>이미지 자료 출처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173</cp:revision>
  <dcterms:created xsi:type="dcterms:W3CDTF">2026-09-16T19:24:55Z</dcterms:created>
  <dcterms:modified xsi:type="dcterms:W3CDTF">2026-09-27T05:16:25Z</dcterms:modified>
</cp:coreProperties>
</file>