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30"/>
  </p:notesMasterIdLst>
  <p:sldIdLst>
    <p:sldId id="256" r:id="rId3"/>
    <p:sldId id="296" r:id="rId4"/>
    <p:sldId id="265" r:id="rId5"/>
    <p:sldId id="295" r:id="rId6"/>
    <p:sldId id="260" r:id="rId7"/>
    <p:sldId id="286" r:id="rId8"/>
    <p:sldId id="278" r:id="rId9"/>
    <p:sldId id="280" r:id="rId10"/>
    <p:sldId id="268" r:id="rId11"/>
    <p:sldId id="273" r:id="rId12"/>
    <p:sldId id="272" r:id="rId13"/>
    <p:sldId id="279" r:id="rId14"/>
    <p:sldId id="277" r:id="rId15"/>
    <p:sldId id="304" r:id="rId16"/>
    <p:sldId id="303" r:id="rId17"/>
    <p:sldId id="262" r:id="rId18"/>
    <p:sldId id="276" r:id="rId19"/>
    <p:sldId id="269" r:id="rId20"/>
    <p:sldId id="274" r:id="rId21"/>
    <p:sldId id="289" r:id="rId22"/>
    <p:sldId id="294" r:id="rId23"/>
    <p:sldId id="291" r:id="rId24"/>
    <p:sldId id="290" r:id="rId25"/>
    <p:sldId id="297" r:id="rId26"/>
    <p:sldId id="263" r:id="rId27"/>
    <p:sldId id="305" r:id="rId28"/>
    <p:sldId id="270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80" d="100"/>
          <a:sy n="80" d="100"/>
        </p:scale>
        <p:origin x="51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464D9BB8-0976-DFF1-EDFB-CB02D160AFD1}"/>
              </a:ext>
            </a:extLst>
          </p:cNvPr>
          <p:cNvSpPr/>
          <p:nvPr/>
        </p:nvSpPr>
        <p:spPr>
          <a:xfrm>
            <a:off x="3771901" y="163512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438525" y="1067537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6063976" y="193169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>
            <a:off x="2249154" y="2931969"/>
            <a:ext cx="471962" cy="6234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2717795" y="3538000"/>
            <a:ext cx="1895014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D549110-E78D-BC2D-38BF-24B661E25D57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49154" y="2931969"/>
            <a:ext cx="468641" cy="93171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2809" y="3863685"/>
            <a:ext cx="4755204" cy="225788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2489713" y="420591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351333" y="253284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37035" y="3822192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3714" y="4691561"/>
            <a:ext cx="1895014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227911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ADFB9331-B4CC-7392-91EA-48172E75D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2606</TotalTime>
  <Words>1510</Words>
  <Application>Microsoft Office PowerPoint</Application>
  <PresentationFormat>와이드스크린</PresentationFormat>
  <Paragraphs>267</Paragraphs>
  <Slides>27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배달품_벌꿀</vt:lpstr>
      <vt:lpstr>맵</vt:lpstr>
      <vt:lpstr>맵_지형</vt:lpstr>
      <vt:lpstr>플레이어블 캐릭터</vt:lpstr>
      <vt:lpstr>NPC_주민</vt:lpstr>
      <vt:lpstr>NPC_생물_벌</vt:lpstr>
      <vt:lpstr>상호작용_생물_벌</vt:lpstr>
      <vt:lpstr>상호작용_배달품</vt:lpstr>
      <vt:lpstr>상호작용_배달품</vt:lpstr>
      <vt:lpstr>도우미 AI 구현 계획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데이터 테이블</vt:lpstr>
      <vt:lpstr>참고문헌 및 출처</vt:lpstr>
      <vt:lpstr>PowerPoint 프레젠테이션</vt:lpstr>
      <vt:lpstr>이미지 자료 출처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148</cp:revision>
  <dcterms:created xsi:type="dcterms:W3CDTF">2026-09-16T19:24:55Z</dcterms:created>
  <dcterms:modified xsi:type="dcterms:W3CDTF">2026-09-26T03:36:46Z</dcterms:modified>
</cp:coreProperties>
</file>