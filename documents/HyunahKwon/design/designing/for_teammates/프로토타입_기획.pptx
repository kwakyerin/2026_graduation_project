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6" r:id="rId2"/>
  </p:sldMasterIdLst>
  <p:notesMasterIdLst>
    <p:notesMasterId r:id="rId33"/>
  </p:notesMasterIdLst>
  <p:sldIdLst>
    <p:sldId id="256" r:id="rId3"/>
    <p:sldId id="296" r:id="rId4"/>
    <p:sldId id="265" r:id="rId5"/>
    <p:sldId id="295" r:id="rId6"/>
    <p:sldId id="260" r:id="rId7"/>
    <p:sldId id="309" r:id="rId8"/>
    <p:sldId id="286" r:id="rId9"/>
    <p:sldId id="278" r:id="rId10"/>
    <p:sldId id="280" r:id="rId11"/>
    <p:sldId id="307" r:id="rId12"/>
    <p:sldId id="268" r:id="rId13"/>
    <p:sldId id="273" r:id="rId14"/>
    <p:sldId id="272" r:id="rId15"/>
    <p:sldId id="279" r:id="rId16"/>
    <p:sldId id="310" r:id="rId17"/>
    <p:sldId id="306" r:id="rId18"/>
    <p:sldId id="304" r:id="rId19"/>
    <p:sldId id="303" r:id="rId20"/>
    <p:sldId id="262" r:id="rId21"/>
    <p:sldId id="276" r:id="rId22"/>
    <p:sldId id="269" r:id="rId23"/>
    <p:sldId id="274" r:id="rId24"/>
    <p:sldId id="289" r:id="rId25"/>
    <p:sldId id="294" r:id="rId26"/>
    <p:sldId id="291" r:id="rId27"/>
    <p:sldId id="290" r:id="rId28"/>
    <p:sldId id="297" r:id="rId29"/>
    <p:sldId id="263" r:id="rId30"/>
    <p:sldId id="277" r:id="rId31"/>
    <p:sldId id="305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75" d="100"/>
          <a:sy n="75" d="100"/>
        </p:scale>
        <p:origin x="690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C1683-0A8E-4C89-8718-DB0F1CCCEAC4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47CBC-7971-4E20-A759-0DC8ABE1A2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8839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 err="1">
                <a:solidFill>
                  <a:sysClr val="windowText" lastClr="000000"/>
                </a:solidFill>
              </a:rPr>
              <a:t>T초</a:t>
            </a:r>
            <a:r>
              <a:rPr lang="ko-KR" altLang="ko-KR" dirty="0">
                <a:solidFill>
                  <a:sysClr val="windowText" lastClr="000000"/>
                </a:solidFill>
              </a:rPr>
              <a:t> 후 위험 밀도 예측</a:t>
            </a:r>
            <a:r>
              <a:rPr lang="en-US" altLang="ko-KR" dirty="0">
                <a:solidFill>
                  <a:sysClr val="windowText" lastClr="000000"/>
                </a:solidFill>
              </a:rPr>
              <a:t> : </a:t>
            </a:r>
            <a:r>
              <a:rPr lang="ko-KR" altLang="ko-KR" dirty="0"/>
              <a:t>격자 기반 </a:t>
            </a:r>
            <a:r>
              <a:rPr lang="ko-KR" altLang="ko-KR" dirty="0" err="1"/>
              <a:t>인플루언스</a:t>
            </a:r>
            <a:r>
              <a:rPr lang="ko-KR" altLang="ko-KR" dirty="0"/>
              <a:t> </a:t>
            </a:r>
            <a:r>
              <a:rPr lang="ko-KR" altLang="ko-KR" dirty="0" err="1"/>
              <a:t>맵으로</a:t>
            </a:r>
            <a:r>
              <a:rPr lang="ko-KR" altLang="ko-KR" dirty="0"/>
              <a:t> </a:t>
            </a:r>
            <a:r>
              <a:rPr lang="ko-KR" altLang="ko-KR" dirty="0" err="1"/>
              <a:t>T초</a:t>
            </a:r>
            <a:r>
              <a:rPr lang="ko-KR" altLang="ko-KR" dirty="0"/>
              <a:t> 후 위험 밀도 예측</a:t>
            </a:r>
            <a:r>
              <a:rPr lang="en-US" altLang="ko-KR" dirty="0"/>
              <a:t>. (</a:t>
            </a:r>
            <a:r>
              <a:rPr lang="ko-KR" altLang="en-US" dirty="0">
                <a:solidFill>
                  <a:sysClr val="windowText" lastClr="000000"/>
                </a:solidFill>
              </a:rPr>
              <a:t>개별 위치로 시뮬레이션</a:t>
            </a:r>
            <a:r>
              <a:rPr lang="en-US" altLang="ko-KR" dirty="0">
                <a:solidFill>
                  <a:sysClr val="windowText" lastClr="000000"/>
                </a:solidFill>
              </a:rPr>
              <a:t>X, </a:t>
            </a:r>
            <a:r>
              <a:rPr lang="ko-KR" altLang="en-US" dirty="0">
                <a:solidFill>
                  <a:sysClr val="windowText" lastClr="000000"/>
                </a:solidFill>
              </a:rPr>
              <a:t>격자</a:t>
            </a:r>
            <a:r>
              <a:rPr lang="en-US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>
                <a:solidFill>
                  <a:sysClr val="windowText" lastClr="000000"/>
                </a:solidFill>
              </a:rPr>
              <a:t>단위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인플루언스</a:t>
            </a:r>
            <a:r>
              <a:rPr lang="ko-KR" altLang="en-US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맵으로</a:t>
            </a:r>
            <a:r>
              <a:rPr lang="ko-KR" altLang="en-US" dirty="0">
                <a:solidFill>
                  <a:sysClr val="windowText" lastClr="000000"/>
                </a:solidFill>
              </a:rPr>
              <a:t> 위험 밀도를 누적</a:t>
            </a:r>
            <a:r>
              <a:rPr lang="en-US" altLang="ko-KR" dirty="0">
                <a:solidFill>
                  <a:sysClr val="windowText" lastClr="000000"/>
                </a:solidFill>
              </a:rPr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52CA9A-BF5F-43D5-A722-B8AEA70DD60D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788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094D01-0EC0-583E-AF02-DDCDEA8D0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A9843C-2E0B-D9E6-B5D7-6909186C5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4646B0-B772-A89B-6DD6-32E649924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AAF6E5-FE5A-F08E-367B-7F725EE78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BBBE15-E2E0-4779-6B21-BFB77CB3F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025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ABB8CD-C4A3-1802-10F5-5B440080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F547B4-8C2F-A47C-8938-C10B3A083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EAB59-3152-0BB2-0ABA-7639B18A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5E4868-DDBD-A97E-E556-D8686D6E6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ED85D4-B83D-258D-AD10-D91FEA025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796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7C4AC8-AB3F-5038-2C5D-ECFD0DFE5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4F8DD8-EBF7-C7CA-A7B3-4DE84D449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AD840D-91BA-8969-733C-760C0CC25F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AE8C701-6832-9922-1B55-3528A9A78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BF3C741-5C5C-4E0D-9516-F82616A88F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1E3BD39-8A43-2222-3ED7-DB6770ABA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05E65C6-0631-C506-DCD0-0A1E06164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26683C-E239-4914-EF7F-7026E3333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524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BCB2BC-D0E5-D763-5DAF-13D16567F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581A45-90C6-16CA-2AF2-8E5ED7FC9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6040AB-764F-3822-9F18-4DF9939C28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3BF953-F401-6B6F-B1F2-05302E425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9149C9-6AFC-7EEA-5BCD-1477D94C2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DAE919-E01F-1035-FAA8-43BFDBE5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89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4AB656-48C0-0972-7E76-32CE1D6DE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A4A784-0DEB-4142-8F8E-8EC7A5B21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B73C37-B926-C476-D4EA-AB10FA416A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33CFE-BA4B-AFFC-8407-2909DE310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CD7999-E7B8-52AC-818C-67668266A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46B130-BCE7-300C-3277-EE150134F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106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09296-21E3-A9FC-A4DB-7B03A6CA7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506C92-FCD2-1EE5-65CA-960BAD86D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85C27E-9FD6-CB00-CDB5-49439619F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850D4-9086-4998-AA40-EC3A5E96598E}" type="datetime1">
              <a:rPr lang="en-US" altLang="ko-KR" smtClean="0"/>
              <a:t>9/26/2026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FAF181-B144-901E-B753-06600F2EB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23318B-EB45-18D5-4A5B-0DCED4DA2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B8A04A8B-D800-31FA-0770-95221831ABE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6286" y="0"/>
            <a:ext cx="7075714" cy="66278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94264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F307C-4412-EB5A-8D2D-EA89E00F0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292B6C-4F9A-BA5C-6E3C-F6E047CAC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1D6D48A-7F6B-8326-0930-0DE24BF81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17B666-EF3E-7582-FF42-000C51D11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9/26/2026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96DC83-9D08-7CE4-6BCC-51434ACF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DCDA60-E2AC-817E-7561-D9E1121AB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9">
            <a:extLst>
              <a:ext uri="{FF2B5EF4-FFF2-40B4-BE49-F238E27FC236}">
                <a16:creationId xmlns:a16="http://schemas.microsoft.com/office/drawing/2014/main" id="{D8193305-12D2-4DF2-56CE-EB42263E53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6286" y="0"/>
            <a:ext cx="7075714" cy="66278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699198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4CFDA-2672-2E64-250A-F85C4C1EB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F9F220-64B1-A520-D359-97A2A45A8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680CB-DB40-47CE-A8D2-A12CB1478785}" type="datetime1">
              <a:rPr lang="en-US" altLang="ko-KR" smtClean="0"/>
              <a:t>9/26/2026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239E46-EEFA-DE87-E99F-562046BD8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BF63DD-7AC8-650C-4263-EE4C217D3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내용 개체 틀 9">
            <a:extLst>
              <a:ext uri="{FF2B5EF4-FFF2-40B4-BE49-F238E27FC236}">
                <a16:creationId xmlns:a16="http://schemas.microsoft.com/office/drawing/2014/main" id="{4CF38ABA-E54E-6711-1E63-96557E15BFC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6286" y="0"/>
            <a:ext cx="7075714" cy="66278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318870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ABB8CD-C4A3-1802-10F5-5B440080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F547B4-8C2F-A47C-8938-C10B3A083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EAB59-3152-0BB2-0ABA-7639B18A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5E4868-DDBD-A97E-E556-D8686D6E6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ED85D4-B83D-258D-AD10-D91FEA025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056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9B2A50D-47D3-E02F-D339-3BB790B0B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0D3744-B54A-DCB5-B319-D1D7784B5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9EF6D5-B8B1-F18C-1A8C-E7CE5CC4D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D5073-3D75-4506-8C91-5119827B979E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36C4B4-7272-9E1C-45ED-CBAA88D013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E65CEA-97AE-D52F-4F97-A5C1CFD89F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684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1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3650182-8DBB-2193-E636-2E6C9CD02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116286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F94A67-557E-E664-B632-8621D9595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830F72-E992-E233-953E-48FDE883B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A07D7-17C4-4932-A5CB-22BA65F5FC8D}" type="datetime1">
              <a:rPr lang="en-US" altLang="ko-KR" smtClean="0"/>
              <a:t>9/26/2026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CA9C8A-AB1D-DC51-B767-4B47C5CB48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8B049B-DBEB-F397-5C41-CA1F52FC9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3B8842A-CF3B-4DC9-FF99-31C497E908FF}"/>
              </a:ext>
            </a:extLst>
          </p:cNvPr>
          <p:cNvCxnSpPr/>
          <p:nvPr/>
        </p:nvCxnSpPr>
        <p:spPr>
          <a:xfrm>
            <a:off x="0" y="662782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8830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9611B6-C59D-7CE5-FEE2-1D6ED048E7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배트와 </a:t>
            </a:r>
            <a:r>
              <a:rPr lang="ko-KR" altLang="en-US" dirty="0" err="1"/>
              <a:t>달트</a:t>
            </a:r>
            <a:br>
              <a:rPr lang="en-US" altLang="ko-KR" dirty="0"/>
            </a:br>
            <a:r>
              <a:rPr lang="ko-KR" altLang="en-US" sz="4800" dirty="0"/>
              <a:t>프로토타입</a:t>
            </a:r>
            <a:r>
              <a:rPr lang="en-US" altLang="ko-KR" sz="4800" dirty="0"/>
              <a:t>_</a:t>
            </a:r>
            <a:r>
              <a:rPr lang="ko-KR" altLang="en-US" sz="4800" dirty="0"/>
              <a:t>벌꿀 배달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A18EEF-9CC0-5ACA-83D1-C1A0C24EEF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곽예린</a:t>
            </a:r>
            <a:r>
              <a:rPr lang="ko-KR" altLang="en-US" dirty="0"/>
              <a:t> 권현아 김진아</a:t>
            </a:r>
          </a:p>
        </p:txBody>
      </p:sp>
    </p:spTree>
    <p:extLst>
      <p:ext uri="{BB962C8B-B14F-4D97-AF65-F5344CB8AC3E}">
        <p14:creationId xmlns:p14="http://schemas.microsoft.com/office/powerpoint/2010/main" val="3633518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3A975E8-E091-B6A2-4310-626AEC6CB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플로우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6B8D21-8793-F6E7-FCFC-59C06E3868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949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DED9C-A03C-CDA7-4415-B1144A65C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전체 플로우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1C997EA9-4378-21C7-ADBE-D0A611CC26F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7C45B6D-63B9-873F-DBE3-6DC7DABF0988}"/>
              </a:ext>
            </a:extLst>
          </p:cNvPr>
          <p:cNvSpPr/>
          <p:nvPr/>
        </p:nvSpPr>
        <p:spPr>
          <a:xfrm>
            <a:off x="2373422" y="1150976"/>
            <a:ext cx="1404937" cy="738187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배달 물품 결정됨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C1CAF-576E-1488-11D4-30F676842111}"/>
              </a:ext>
            </a:extLst>
          </p:cNvPr>
          <p:cNvSpPr/>
          <p:nvPr/>
        </p:nvSpPr>
        <p:spPr>
          <a:xfrm>
            <a:off x="4431785" y="1022125"/>
            <a:ext cx="1818245" cy="1009422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두 플레이어 중 누가 </a:t>
            </a:r>
            <a:r>
              <a:rPr lang="ko-KR" altLang="en-US" dirty="0">
                <a:solidFill>
                  <a:srgbClr val="000000"/>
                </a:solidFill>
              </a:rPr>
              <a:t>배달품을 </a:t>
            </a:r>
            <a:r>
              <a:rPr lang="ko-KR" altLang="en-US">
                <a:solidFill>
                  <a:srgbClr val="000000"/>
                </a:solidFill>
              </a:rPr>
              <a:t>운반할지 결정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A9FF80D-A8A7-69B1-1782-63B801C66AC9}"/>
              </a:ext>
            </a:extLst>
          </p:cNvPr>
          <p:cNvSpPr/>
          <p:nvPr/>
        </p:nvSpPr>
        <p:spPr>
          <a:xfrm>
            <a:off x="6768033" y="1066651"/>
            <a:ext cx="1495527" cy="920369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배달품의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배송지 파악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BE7DC57-BC47-6584-EE22-F10C5A51640D}"/>
              </a:ext>
            </a:extLst>
          </p:cNvPr>
          <p:cNvSpPr/>
          <p:nvPr/>
        </p:nvSpPr>
        <p:spPr>
          <a:xfrm>
            <a:off x="1400683" y="2535546"/>
            <a:ext cx="1687574" cy="875190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협동하며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경로와 안내를 따라 진행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8CB9408-71A5-5E20-7103-632695B94B6B}"/>
              </a:ext>
            </a:extLst>
          </p:cNvPr>
          <p:cNvSpPr/>
          <p:nvPr/>
        </p:nvSpPr>
        <p:spPr>
          <a:xfrm>
            <a:off x="3753168" y="2326045"/>
            <a:ext cx="2074261" cy="857522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시간 안에 배달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성공 시 보수 지급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F46F548-1FCF-F79F-7E48-1C06AE818767}"/>
              </a:ext>
            </a:extLst>
          </p:cNvPr>
          <p:cNvSpPr/>
          <p:nvPr/>
        </p:nvSpPr>
        <p:spPr>
          <a:xfrm>
            <a:off x="3753168" y="3428667"/>
            <a:ext cx="2074261" cy="738187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배달 시간 초과 시 </a:t>
            </a:r>
            <a:r>
              <a:rPr lang="ko-KR" altLang="en-US">
                <a:solidFill>
                  <a:srgbClr val="000000"/>
                </a:solidFill>
              </a:rPr>
              <a:t>보수 미지급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BD95DDE-1CB1-AA6F-72CB-36E1348A8E42}"/>
              </a:ext>
            </a:extLst>
          </p:cNvPr>
          <p:cNvSpPr/>
          <p:nvPr/>
        </p:nvSpPr>
        <p:spPr>
          <a:xfrm>
            <a:off x="5503543" y="5571286"/>
            <a:ext cx="1460848" cy="1017739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충분한 보수 보유</a:t>
            </a:r>
          </a:p>
        </p:txBody>
      </p:sp>
      <p:cxnSp>
        <p:nvCxnSpPr>
          <p:cNvPr id="17" name="화살표 12">
            <a:extLst>
              <a:ext uri="{FF2B5EF4-FFF2-40B4-BE49-F238E27FC236}">
                <a16:creationId xmlns:a16="http://schemas.microsoft.com/office/drawing/2014/main" id="{946DD478-AFD6-6E16-7F4B-2B9634DE5BFA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3778359" y="1520070"/>
            <a:ext cx="653426" cy="676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화살표 13">
            <a:extLst>
              <a:ext uri="{FF2B5EF4-FFF2-40B4-BE49-F238E27FC236}">
                <a16:creationId xmlns:a16="http://schemas.microsoft.com/office/drawing/2014/main" id="{7565030A-3172-2EDE-FAF6-A040EA22A7D4}"/>
              </a:ext>
            </a:extLst>
          </p:cNvPr>
          <p:cNvCxnSpPr>
            <a:cxnSpLocks/>
            <a:stCxn id="11" idx="3"/>
            <a:endCxn id="49" idx="1"/>
          </p:cNvCxnSpPr>
          <p:nvPr/>
        </p:nvCxnSpPr>
        <p:spPr>
          <a:xfrm>
            <a:off x="8263560" y="1526836"/>
            <a:ext cx="809864" cy="41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화살표 14">
            <a:extLst>
              <a:ext uri="{FF2B5EF4-FFF2-40B4-BE49-F238E27FC236}">
                <a16:creationId xmlns:a16="http://schemas.microsoft.com/office/drawing/2014/main" id="{D96781D8-0E33-6D94-0150-DFDF34A99B49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6250030" y="1526836"/>
            <a:ext cx="51800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양쪽 화살표 연결선 18">
            <a:extLst>
              <a:ext uri="{FF2B5EF4-FFF2-40B4-BE49-F238E27FC236}">
                <a16:creationId xmlns:a16="http://schemas.microsoft.com/office/drawing/2014/main" id="{E2B73A7F-A7CE-2433-6311-93E4F09C1B61}"/>
              </a:ext>
            </a:extLst>
          </p:cNvPr>
          <p:cNvCxnSpPr>
            <a:cxnSpLocks/>
            <a:stCxn id="13" idx="3"/>
            <a:endCxn id="231" idx="1"/>
          </p:cNvCxnSpPr>
          <p:nvPr/>
        </p:nvCxnSpPr>
        <p:spPr>
          <a:xfrm>
            <a:off x="5827429" y="2754806"/>
            <a:ext cx="777462" cy="32242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양쪽 화살표 연결선 20">
            <a:extLst>
              <a:ext uri="{FF2B5EF4-FFF2-40B4-BE49-F238E27FC236}">
                <a16:creationId xmlns:a16="http://schemas.microsoft.com/office/drawing/2014/main" id="{3A2FF051-9A15-87BC-BE39-D8338AC29156}"/>
              </a:ext>
            </a:extLst>
          </p:cNvPr>
          <p:cNvCxnSpPr>
            <a:cxnSpLocks/>
            <a:stCxn id="14" idx="3"/>
            <a:endCxn id="231" idx="1"/>
          </p:cNvCxnSpPr>
          <p:nvPr/>
        </p:nvCxnSpPr>
        <p:spPr>
          <a:xfrm flipV="1">
            <a:off x="5827429" y="3077234"/>
            <a:ext cx="777462" cy="72052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3696255-9AC7-7098-E14E-B059CC6EB4FD}"/>
              </a:ext>
            </a:extLst>
          </p:cNvPr>
          <p:cNvSpPr/>
          <p:nvPr/>
        </p:nvSpPr>
        <p:spPr>
          <a:xfrm>
            <a:off x="5503543" y="4498615"/>
            <a:ext cx="1460849" cy="1017739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충분한 보수 </a:t>
            </a:r>
            <a:r>
              <a:rPr lang="ko-KR" altLang="en-US" dirty="0" err="1">
                <a:solidFill>
                  <a:srgbClr val="000000"/>
                </a:solidFill>
              </a:rPr>
              <a:t>미보유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AC0BD66-F6A8-D200-8A64-573B6FF1E851}"/>
              </a:ext>
            </a:extLst>
          </p:cNvPr>
          <p:cNvSpPr/>
          <p:nvPr/>
        </p:nvSpPr>
        <p:spPr>
          <a:xfrm>
            <a:off x="9073424" y="1070766"/>
            <a:ext cx="2091248" cy="920369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AI</a:t>
            </a:r>
            <a:r>
              <a:rPr lang="ko-KR" altLang="en-US" dirty="0">
                <a:solidFill>
                  <a:srgbClr val="000000"/>
                </a:solidFill>
              </a:rPr>
              <a:t>가 배송지까지의 경로별 예측 시간 계산</a:t>
            </a:r>
          </a:p>
        </p:txBody>
      </p:sp>
      <p:cxnSp>
        <p:nvCxnSpPr>
          <p:cNvPr id="52" name="화살표 12">
            <a:extLst>
              <a:ext uri="{FF2B5EF4-FFF2-40B4-BE49-F238E27FC236}">
                <a16:creationId xmlns:a16="http://schemas.microsoft.com/office/drawing/2014/main" id="{0C443044-ADF4-1AD6-57BB-DB3D06E23E23}"/>
              </a:ext>
            </a:extLst>
          </p:cNvPr>
          <p:cNvCxnSpPr>
            <a:cxnSpLocks/>
            <a:stCxn id="185" idx="3"/>
            <a:endCxn id="9" idx="1"/>
          </p:cNvCxnSpPr>
          <p:nvPr/>
        </p:nvCxnSpPr>
        <p:spPr>
          <a:xfrm flipV="1">
            <a:off x="1855419" y="1520070"/>
            <a:ext cx="518003" cy="720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꺾인 양쪽 화살표 연결선 20">
            <a:extLst>
              <a:ext uri="{FF2B5EF4-FFF2-40B4-BE49-F238E27FC236}">
                <a16:creationId xmlns:a16="http://schemas.microsoft.com/office/drawing/2014/main" id="{5050FD88-7B39-90B7-1FCA-E14B9FC079A0}"/>
              </a:ext>
            </a:extLst>
          </p:cNvPr>
          <p:cNvCxnSpPr>
            <a:cxnSpLocks/>
            <a:stCxn id="49" idx="3"/>
            <a:endCxn id="12" idx="1"/>
          </p:cNvCxnSpPr>
          <p:nvPr/>
        </p:nvCxnSpPr>
        <p:spPr>
          <a:xfrm flipH="1">
            <a:off x="1400683" y="1530951"/>
            <a:ext cx="9763989" cy="1442190"/>
          </a:xfrm>
          <a:prstGeom prst="bentConnector5">
            <a:avLst>
              <a:gd name="adj1" fmla="val -2341"/>
              <a:gd name="adj2" fmla="val 50783"/>
              <a:gd name="adj3" fmla="val 102341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꺾인 양쪽 화살표 연결선 18">
            <a:extLst>
              <a:ext uri="{FF2B5EF4-FFF2-40B4-BE49-F238E27FC236}">
                <a16:creationId xmlns:a16="http://schemas.microsoft.com/office/drawing/2014/main" id="{E527CE0B-EFFE-FD35-729A-032C4A73E926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3088257" y="2754806"/>
            <a:ext cx="664911" cy="21833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양쪽 화살표 연결선 18">
            <a:extLst>
              <a:ext uri="{FF2B5EF4-FFF2-40B4-BE49-F238E27FC236}">
                <a16:creationId xmlns:a16="http://schemas.microsoft.com/office/drawing/2014/main" id="{B6D72026-6FB4-1B73-F158-711B6BFF2CBC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3088257" y="2973141"/>
            <a:ext cx="664911" cy="82462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꺾인 양쪽 화살표 연결선 20">
            <a:extLst>
              <a:ext uri="{FF2B5EF4-FFF2-40B4-BE49-F238E27FC236}">
                <a16:creationId xmlns:a16="http://schemas.microsoft.com/office/drawing/2014/main" id="{A8F461C8-7C7F-1922-87C5-FDE6AADA274B}"/>
              </a:ext>
            </a:extLst>
          </p:cNvPr>
          <p:cNvCxnSpPr>
            <a:cxnSpLocks/>
            <a:stCxn id="218" idx="3"/>
            <a:endCxn id="25" idx="1"/>
          </p:cNvCxnSpPr>
          <p:nvPr/>
        </p:nvCxnSpPr>
        <p:spPr>
          <a:xfrm flipV="1">
            <a:off x="5258942" y="5007485"/>
            <a:ext cx="244601" cy="47922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양쪽 화살표 연결선 20">
            <a:extLst>
              <a:ext uri="{FF2B5EF4-FFF2-40B4-BE49-F238E27FC236}">
                <a16:creationId xmlns:a16="http://schemas.microsoft.com/office/drawing/2014/main" id="{717B3273-3A06-5D28-939E-C1E05316F045}"/>
              </a:ext>
            </a:extLst>
          </p:cNvPr>
          <p:cNvCxnSpPr>
            <a:cxnSpLocks/>
            <a:stCxn id="218" idx="3"/>
            <a:endCxn id="16" idx="1"/>
          </p:cNvCxnSpPr>
          <p:nvPr/>
        </p:nvCxnSpPr>
        <p:spPr>
          <a:xfrm>
            <a:off x="5258942" y="5486712"/>
            <a:ext cx="244601" cy="59344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꺾인 양쪽 화살표 연결선 20">
            <a:extLst>
              <a:ext uri="{FF2B5EF4-FFF2-40B4-BE49-F238E27FC236}">
                <a16:creationId xmlns:a16="http://schemas.microsoft.com/office/drawing/2014/main" id="{1A4AA5AA-9DC4-0634-4FF2-F18D2DE18CD2}"/>
              </a:ext>
            </a:extLst>
          </p:cNvPr>
          <p:cNvCxnSpPr>
            <a:cxnSpLocks/>
            <a:stCxn id="231" idx="3"/>
            <a:endCxn id="218" idx="1"/>
          </p:cNvCxnSpPr>
          <p:nvPr/>
        </p:nvCxnSpPr>
        <p:spPr>
          <a:xfrm flipH="1">
            <a:off x="3154788" y="3077234"/>
            <a:ext cx="5399553" cy="2409478"/>
          </a:xfrm>
          <a:prstGeom prst="bentConnector5">
            <a:avLst>
              <a:gd name="adj1" fmla="val -4234"/>
              <a:gd name="adj2" fmla="val 52266"/>
              <a:gd name="adj3" fmla="val 104234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화살표 14">
            <a:extLst>
              <a:ext uri="{FF2B5EF4-FFF2-40B4-BE49-F238E27FC236}">
                <a16:creationId xmlns:a16="http://schemas.microsoft.com/office/drawing/2014/main" id="{EA7D0152-A2F7-948A-192D-6E87224D83E0}"/>
              </a:ext>
            </a:extLst>
          </p:cNvPr>
          <p:cNvCxnSpPr>
            <a:cxnSpLocks/>
            <a:stCxn id="25" idx="3"/>
            <a:endCxn id="207" idx="1"/>
          </p:cNvCxnSpPr>
          <p:nvPr/>
        </p:nvCxnSpPr>
        <p:spPr>
          <a:xfrm flipV="1">
            <a:off x="6964392" y="5007484"/>
            <a:ext cx="547805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화살표 14">
            <a:extLst>
              <a:ext uri="{FF2B5EF4-FFF2-40B4-BE49-F238E27FC236}">
                <a16:creationId xmlns:a16="http://schemas.microsoft.com/office/drawing/2014/main" id="{608F9B70-EB20-B4DA-62CF-55A033638183}"/>
              </a:ext>
            </a:extLst>
          </p:cNvPr>
          <p:cNvCxnSpPr>
            <a:cxnSpLocks/>
            <a:stCxn id="16" idx="3"/>
            <a:endCxn id="212" idx="1"/>
          </p:cNvCxnSpPr>
          <p:nvPr/>
        </p:nvCxnSpPr>
        <p:spPr>
          <a:xfrm flipV="1">
            <a:off x="6964391" y="6080155"/>
            <a:ext cx="547806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8C36E804-7C2C-F33A-08DD-E2370734D9B0}"/>
              </a:ext>
            </a:extLst>
          </p:cNvPr>
          <p:cNvSpPr/>
          <p:nvPr/>
        </p:nvSpPr>
        <p:spPr>
          <a:xfrm>
            <a:off x="429839" y="1148366"/>
            <a:ext cx="1425580" cy="7578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플레이어</a:t>
            </a:r>
            <a:br>
              <a:rPr lang="en-US" altLang="ko-KR">
                <a:solidFill>
                  <a:srgbClr val="000000"/>
                </a:solidFill>
              </a:rPr>
            </a:br>
            <a:r>
              <a:rPr lang="en-US" altLang="ko-KR">
                <a:solidFill>
                  <a:srgbClr val="000000"/>
                </a:solidFill>
              </a:rPr>
              <a:t>2</a:t>
            </a:r>
            <a:r>
              <a:rPr lang="ko-KR" altLang="en-US">
                <a:solidFill>
                  <a:srgbClr val="000000"/>
                </a:solidFill>
              </a:rPr>
              <a:t>인 접속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4A94AE49-04F1-8AA2-6634-923DED43A1EE}"/>
              </a:ext>
            </a:extLst>
          </p:cNvPr>
          <p:cNvSpPr/>
          <p:nvPr/>
        </p:nvSpPr>
        <p:spPr>
          <a:xfrm>
            <a:off x="7512197" y="4624518"/>
            <a:ext cx="1501630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생태계 파괴 엔딩</a:t>
            </a:r>
          </a:p>
        </p:txBody>
      </p:sp>
      <p:sp>
        <p:nvSpPr>
          <p:cNvPr id="212" name="사각형: 둥근 모서리 211">
            <a:extLst>
              <a:ext uri="{FF2B5EF4-FFF2-40B4-BE49-F238E27FC236}">
                <a16:creationId xmlns:a16="http://schemas.microsoft.com/office/drawing/2014/main" id="{67890A33-FA56-B7B1-F425-056DB749BC06}"/>
              </a:ext>
            </a:extLst>
          </p:cNvPr>
          <p:cNvSpPr/>
          <p:nvPr/>
        </p:nvSpPr>
        <p:spPr>
          <a:xfrm>
            <a:off x="7512197" y="5697189"/>
            <a:ext cx="1501630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생태계 복구 엔딩</a:t>
            </a:r>
          </a:p>
        </p:txBody>
      </p:sp>
      <p:sp>
        <p:nvSpPr>
          <p:cNvPr id="218" name="사각형: 둥근 모서리 217">
            <a:extLst>
              <a:ext uri="{FF2B5EF4-FFF2-40B4-BE49-F238E27FC236}">
                <a16:creationId xmlns:a16="http://schemas.microsoft.com/office/drawing/2014/main" id="{34B48A11-9583-38BC-9FC2-C3562B4A0A4D}"/>
              </a:ext>
            </a:extLst>
          </p:cNvPr>
          <p:cNvSpPr/>
          <p:nvPr/>
        </p:nvSpPr>
        <p:spPr>
          <a:xfrm>
            <a:off x="3154788" y="5103746"/>
            <a:ext cx="2104154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지정된 모든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 err="1">
                <a:solidFill>
                  <a:srgbClr val="000000"/>
                </a:solidFill>
              </a:rPr>
              <a:t>배달품</a:t>
            </a:r>
            <a:r>
              <a:rPr lang="ko-KR" altLang="en-US" dirty="0">
                <a:solidFill>
                  <a:srgbClr val="000000"/>
                </a:solidFill>
              </a:rPr>
              <a:t> 배달 완료</a:t>
            </a:r>
          </a:p>
        </p:txBody>
      </p:sp>
      <p:sp>
        <p:nvSpPr>
          <p:cNvPr id="231" name="순서도: 천공 테이프 230">
            <a:extLst>
              <a:ext uri="{FF2B5EF4-FFF2-40B4-BE49-F238E27FC236}">
                <a16:creationId xmlns:a16="http://schemas.microsoft.com/office/drawing/2014/main" id="{EC25D784-F19A-1ED0-EC94-F1376817D020}"/>
              </a:ext>
            </a:extLst>
          </p:cNvPr>
          <p:cNvSpPr/>
          <p:nvPr/>
        </p:nvSpPr>
        <p:spPr>
          <a:xfrm>
            <a:off x="6604891" y="2585083"/>
            <a:ext cx="1949450" cy="984302"/>
          </a:xfrm>
          <a:prstGeom prst="flowChartPunchedTap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다른 배달품들도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동일하게 진행</a:t>
            </a:r>
          </a:p>
        </p:txBody>
      </p:sp>
      <p:sp>
        <p:nvSpPr>
          <p:cNvPr id="239" name="사각형: 둥근 모서리 238">
            <a:extLst>
              <a:ext uri="{FF2B5EF4-FFF2-40B4-BE49-F238E27FC236}">
                <a16:creationId xmlns:a16="http://schemas.microsoft.com/office/drawing/2014/main" id="{FFD3E3DD-10B3-9E30-A0FC-53457BA7D122}"/>
              </a:ext>
            </a:extLst>
          </p:cNvPr>
          <p:cNvSpPr/>
          <p:nvPr/>
        </p:nvSpPr>
        <p:spPr>
          <a:xfrm>
            <a:off x="10119048" y="4311423"/>
            <a:ext cx="1714353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특정 플로우의 </a:t>
            </a:r>
            <a:r>
              <a:rPr lang="ko-KR" altLang="en-US">
                <a:solidFill>
                  <a:srgbClr val="000000"/>
                </a:solidFill>
              </a:rPr>
              <a:t>시작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ko-KR" altLang="en-US" dirty="0">
                <a:solidFill>
                  <a:srgbClr val="000000"/>
                </a:solidFill>
              </a:rPr>
              <a:t>끝</a:t>
            </a:r>
          </a:p>
        </p:txBody>
      </p:sp>
      <p:sp>
        <p:nvSpPr>
          <p:cNvPr id="241" name="순서도: 천공 테이프 240">
            <a:extLst>
              <a:ext uri="{FF2B5EF4-FFF2-40B4-BE49-F238E27FC236}">
                <a16:creationId xmlns:a16="http://schemas.microsoft.com/office/drawing/2014/main" id="{5DF6D138-F63A-80A7-A5E5-C3F4B88289F5}"/>
              </a:ext>
            </a:extLst>
          </p:cNvPr>
          <p:cNvSpPr/>
          <p:nvPr/>
        </p:nvSpPr>
        <p:spPr>
          <a:xfrm>
            <a:off x="10119048" y="5145718"/>
            <a:ext cx="1764061" cy="868959"/>
          </a:xfrm>
          <a:prstGeom prst="flowChartPunchedTap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플로우 진행 중</a:t>
            </a:r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3449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8F461-14B0-BB36-311E-F0C2506F0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9FF308-2CD8-B301-36CC-07AFAD5F8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프로토타입 플로우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55E3038B-C0FA-5E5A-5CAD-6210C3334C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67B4A19-A40C-231E-13BA-53A5983D5D61}"/>
              </a:ext>
            </a:extLst>
          </p:cNvPr>
          <p:cNvSpPr/>
          <p:nvPr/>
        </p:nvSpPr>
        <p:spPr>
          <a:xfrm>
            <a:off x="4109741" y="1115617"/>
            <a:ext cx="1540360" cy="823308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본거지에서 랜덤 </a:t>
            </a:r>
            <a:r>
              <a:rPr lang="ko-KR" altLang="en-US" dirty="0" err="1">
                <a:solidFill>
                  <a:srgbClr val="000000"/>
                </a:solidFill>
              </a:rPr>
              <a:t>배다품</a:t>
            </a:r>
            <a:r>
              <a:rPr lang="ko-KR" altLang="en-US" dirty="0">
                <a:solidFill>
                  <a:srgbClr val="000000"/>
                </a:solidFill>
              </a:rPr>
              <a:t> 조달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A57F16-D0B3-1B9A-37D2-4C66D1F8F559}"/>
              </a:ext>
            </a:extLst>
          </p:cNvPr>
          <p:cNvSpPr/>
          <p:nvPr/>
        </p:nvSpPr>
        <p:spPr>
          <a:xfrm>
            <a:off x="8401609" y="800285"/>
            <a:ext cx="1818245" cy="1458316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두 플레이어 중 누가 배달품을 운반할지 결정</a:t>
            </a:r>
            <a:r>
              <a:rPr lang="en-US" altLang="ko-KR" dirty="0">
                <a:solidFill>
                  <a:srgbClr val="000000"/>
                </a:solidFill>
              </a:rPr>
              <a:t>,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배달품의 배송지 파악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520F480-58C7-2D5A-5B79-C2939DFD97C0}"/>
              </a:ext>
            </a:extLst>
          </p:cNvPr>
          <p:cNvSpPr/>
          <p:nvPr/>
        </p:nvSpPr>
        <p:spPr>
          <a:xfrm>
            <a:off x="3739433" y="2819301"/>
            <a:ext cx="1687574" cy="892298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협동하며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경로와 안내를 따라 진행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3667A37-D258-2A8D-9046-72399B6DF659}"/>
              </a:ext>
            </a:extLst>
          </p:cNvPr>
          <p:cNvSpPr/>
          <p:nvPr/>
        </p:nvSpPr>
        <p:spPr>
          <a:xfrm>
            <a:off x="6106410" y="2672427"/>
            <a:ext cx="2074261" cy="857522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시간 안에 배달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성공 시 보수 지급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C7E71A8-1AD4-7AE5-CC48-FF3FA646E6F5}"/>
              </a:ext>
            </a:extLst>
          </p:cNvPr>
          <p:cNvSpPr/>
          <p:nvPr/>
        </p:nvSpPr>
        <p:spPr>
          <a:xfrm>
            <a:off x="6106410" y="3621123"/>
            <a:ext cx="2074261" cy="738187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배달 시간 초과 시 </a:t>
            </a:r>
            <a:r>
              <a:rPr lang="ko-KR" altLang="en-US">
                <a:solidFill>
                  <a:srgbClr val="000000"/>
                </a:solidFill>
              </a:rPr>
              <a:t>보수 미지급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9852B5A-2957-F499-1C31-8FCD7C57B816}"/>
              </a:ext>
            </a:extLst>
          </p:cNvPr>
          <p:cNvSpPr/>
          <p:nvPr/>
        </p:nvSpPr>
        <p:spPr>
          <a:xfrm>
            <a:off x="6130402" y="5571286"/>
            <a:ext cx="1460848" cy="843421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충분한 보수 보유</a:t>
            </a:r>
          </a:p>
        </p:txBody>
      </p:sp>
      <p:cxnSp>
        <p:nvCxnSpPr>
          <p:cNvPr id="17" name="화살표 12">
            <a:extLst>
              <a:ext uri="{FF2B5EF4-FFF2-40B4-BE49-F238E27FC236}">
                <a16:creationId xmlns:a16="http://schemas.microsoft.com/office/drawing/2014/main" id="{1918198C-FB21-2611-8580-230602B3D4CA}"/>
              </a:ext>
            </a:extLst>
          </p:cNvPr>
          <p:cNvCxnSpPr>
            <a:cxnSpLocks/>
            <a:stCxn id="9" idx="3"/>
            <a:endCxn id="33" idx="1"/>
          </p:cNvCxnSpPr>
          <p:nvPr/>
        </p:nvCxnSpPr>
        <p:spPr>
          <a:xfrm>
            <a:off x="5650101" y="1527271"/>
            <a:ext cx="36960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B897AEB-6EE7-87EC-3E2D-C30561AF01DA}"/>
              </a:ext>
            </a:extLst>
          </p:cNvPr>
          <p:cNvSpPr/>
          <p:nvPr/>
        </p:nvSpPr>
        <p:spPr>
          <a:xfrm>
            <a:off x="6130402" y="4672933"/>
            <a:ext cx="1460849" cy="843421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충분한 보수 </a:t>
            </a:r>
            <a:r>
              <a:rPr lang="ko-KR" altLang="en-US" dirty="0" err="1">
                <a:solidFill>
                  <a:srgbClr val="000000"/>
                </a:solidFill>
              </a:rPr>
              <a:t>미보유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52" name="화살표 12">
            <a:extLst>
              <a:ext uri="{FF2B5EF4-FFF2-40B4-BE49-F238E27FC236}">
                <a16:creationId xmlns:a16="http://schemas.microsoft.com/office/drawing/2014/main" id="{BB2388B9-A5ED-45B0-C29F-652541C5E543}"/>
              </a:ext>
            </a:extLst>
          </p:cNvPr>
          <p:cNvCxnSpPr>
            <a:cxnSpLocks/>
            <a:stCxn id="185" idx="3"/>
            <a:endCxn id="4" idx="1"/>
          </p:cNvCxnSpPr>
          <p:nvPr/>
        </p:nvCxnSpPr>
        <p:spPr>
          <a:xfrm flipV="1">
            <a:off x="1855419" y="1527272"/>
            <a:ext cx="256418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꺾인 양쪽 화살표 연결선 18">
            <a:extLst>
              <a:ext uri="{FF2B5EF4-FFF2-40B4-BE49-F238E27FC236}">
                <a16:creationId xmlns:a16="http://schemas.microsoft.com/office/drawing/2014/main" id="{DB7E95AC-5157-F2D2-BDF0-0AE378CDEC48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5427007" y="3101188"/>
            <a:ext cx="679403" cy="16426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양쪽 화살표 연결선 18">
            <a:extLst>
              <a:ext uri="{FF2B5EF4-FFF2-40B4-BE49-F238E27FC236}">
                <a16:creationId xmlns:a16="http://schemas.microsoft.com/office/drawing/2014/main" id="{6C0BFD02-9B5C-64B3-DC0C-9FAF5DDD9D85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5427007" y="3265450"/>
            <a:ext cx="679403" cy="72476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꺾인 양쪽 화살표 연결선 20">
            <a:extLst>
              <a:ext uri="{FF2B5EF4-FFF2-40B4-BE49-F238E27FC236}">
                <a16:creationId xmlns:a16="http://schemas.microsoft.com/office/drawing/2014/main" id="{EA952F6D-1E8E-24F6-FBBE-58606F879584}"/>
              </a:ext>
            </a:extLst>
          </p:cNvPr>
          <p:cNvCxnSpPr>
            <a:cxnSpLocks/>
            <a:stCxn id="218" idx="3"/>
            <a:endCxn id="25" idx="1"/>
          </p:cNvCxnSpPr>
          <p:nvPr/>
        </p:nvCxnSpPr>
        <p:spPr>
          <a:xfrm flipV="1">
            <a:off x="5885801" y="5094644"/>
            <a:ext cx="244601" cy="26616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양쪽 화살표 연결선 20">
            <a:extLst>
              <a:ext uri="{FF2B5EF4-FFF2-40B4-BE49-F238E27FC236}">
                <a16:creationId xmlns:a16="http://schemas.microsoft.com/office/drawing/2014/main" id="{64665EAA-0FAB-A742-3FDC-70048DA1C678}"/>
              </a:ext>
            </a:extLst>
          </p:cNvPr>
          <p:cNvCxnSpPr>
            <a:cxnSpLocks/>
            <a:stCxn id="218" idx="3"/>
            <a:endCxn id="16" idx="1"/>
          </p:cNvCxnSpPr>
          <p:nvPr/>
        </p:nvCxnSpPr>
        <p:spPr>
          <a:xfrm>
            <a:off x="5885801" y="5360809"/>
            <a:ext cx="244601" cy="63218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꺾인 양쪽 화살표 연결선 20">
            <a:extLst>
              <a:ext uri="{FF2B5EF4-FFF2-40B4-BE49-F238E27FC236}">
                <a16:creationId xmlns:a16="http://schemas.microsoft.com/office/drawing/2014/main" id="{4315DA8E-3106-C294-9726-7ADC3B59BEF8}"/>
              </a:ext>
            </a:extLst>
          </p:cNvPr>
          <p:cNvCxnSpPr>
            <a:cxnSpLocks/>
            <a:stCxn id="13" idx="3"/>
            <a:endCxn id="218" idx="1"/>
          </p:cNvCxnSpPr>
          <p:nvPr/>
        </p:nvCxnSpPr>
        <p:spPr>
          <a:xfrm flipH="1">
            <a:off x="3781647" y="3101188"/>
            <a:ext cx="4399024" cy="2259621"/>
          </a:xfrm>
          <a:prstGeom prst="bentConnector5">
            <a:avLst>
              <a:gd name="adj1" fmla="val -5197"/>
              <a:gd name="adj2" fmla="val 61461"/>
              <a:gd name="adj3" fmla="val 105197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화살표 14">
            <a:extLst>
              <a:ext uri="{FF2B5EF4-FFF2-40B4-BE49-F238E27FC236}">
                <a16:creationId xmlns:a16="http://schemas.microsoft.com/office/drawing/2014/main" id="{36077822-9C4B-7262-E4F1-29FEF4A09CD7}"/>
              </a:ext>
            </a:extLst>
          </p:cNvPr>
          <p:cNvCxnSpPr>
            <a:cxnSpLocks/>
            <a:stCxn id="25" idx="3"/>
            <a:endCxn id="207" idx="1"/>
          </p:cNvCxnSpPr>
          <p:nvPr/>
        </p:nvCxnSpPr>
        <p:spPr>
          <a:xfrm flipV="1">
            <a:off x="7591251" y="5094643"/>
            <a:ext cx="547805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화살표 14">
            <a:extLst>
              <a:ext uri="{FF2B5EF4-FFF2-40B4-BE49-F238E27FC236}">
                <a16:creationId xmlns:a16="http://schemas.microsoft.com/office/drawing/2014/main" id="{6FA01B67-4475-7248-4FFC-CF2D73F9E927}"/>
              </a:ext>
            </a:extLst>
          </p:cNvPr>
          <p:cNvCxnSpPr>
            <a:cxnSpLocks/>
            <a:stCxn id="16" idx="3"/>
            <a:endCxn id="212" idx="1"/>
          </p:cNvCxnSpPr>
          <p:nvPr/>
        </p:nvCxnSpPr>
        <p:spPr>
          <a:xfrm flipV="1">
            <a:off x="7591250" y="5988054"/>
            <a:ext cx="547806" cy="49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138E0AF3-24A6-BB1B-E7CA-81ED48DCAD28}"/>
              </a:ext>
            </a:extLst>
          </p:cNvPr>
          <p:cNvSpPr/>
          <p:nvPr/>
        </p:nvSpPr>
        <p:spPr>
          <a:xfrm>
            <a:off x="429839" y="1148366"/>
            <a:ext cx="1425580" cy="7578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플레이어</a:t>
            </a:r>
            <a:br>
              <a:rPr lang="en-US" altLang="ko-KR">
                <a:solidFill>
                  <a:srgbClr val="000000"/>
                </a:solidFill>
              </a:rPr>
            </a:br>
            <a:r>
              <a:rPr lang="en-US" altLang="ko-KR">
                <a:solidFill>
                  <a:srgbClr val="000000"/>
                </a:solidFill>
              </a:rPr>
              <a:t>2</a:t>
            </a:r>
            <a:r>
              <a:rPr lang="ko-KR" altLang="en-US">
                <a:solidFill>
                  <a:srgbClr val="000000"/>
                </a:solidFill>
              </a:rPr>
              <a:t>인 접속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298BC00F-AB13-843C-521E-9E77FF86FA48}"/>
              </a:ext>
            </a:extLst>
          </p:cNvPr>
          <p:cNvSpPr/>
          <p:nvPr/>
        </p:nvSpPr>
        <p:spPr>
          <a:xfrm>
            <a:off x="8139056" y="4711677"/>
            <a:ext cx="1501630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생태계 파괴 엔딩</a:t>
            </a:r>
          </a:p>
        </p:txBody>
      </p:sp>
      <p:sp>
        <p:nvSpPr>
          <p:cNvPr id="212" name="사각형: 둥근 모서리 211">
            <a:extLst>
              <a:ext uri="{FF2B5EF4-FFF2-40B4-BE49-F238E27FC236}">
                <a16:creationId xmlns:a16="http://schemas.microsoft.com/office/drawing/2014/main" id="{A3C28926-8FEE-D426-9BED-A5BE8A93619B}"/>
              </a:ext>
            </a:extLst>
          </p:cNvPr>
          <p:cNvSpPr/>
          <p:nvPr/>
        </p:nvSpPr>
        <p:spPr>
          <a:xfrm>
            <a:off x="8139056" y="5605088"/>
            <a:ext cx="1501630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생태계 복구 엔딩</a:t>
            </a:r>
          </a:p>
        </p:txBody>
      </p:sp>
      <p:sp>
        <p:nvSpPr>
          <p:cNvPr id="218" name="사각형: 둥근 모서리 217">
            <a:extLst>
              <a:ext uri="{FF2B5EF4-FFF2-40B4-BE49-F238E27FC236}">
                <a16:creationId xmlns:a16="http://schemas.microsoft.com/office/drawing/2014/main" id="{E2963922-933C-401E-5F2B-039143BEA027}"/>
              </a:ext>
            </a:extLst>
          </p:cNvPr>
          <p:cNvSpPr/>
          <p:nvPr/>
        </p:nvSpPr>
        <p:spPr>
          <a:xfrm>
            <a:off x="3781647" y="4851939"/>
            <a:ext cx="2104154" cy="101773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본거지로 복귀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(=</a:t>
            </a:r>
            <a:r>
              <a:rPr lang="ko-KR" altLang="en-US" dirty="0">
                <a:solidFill>
                  <a:srgbClr val="000000"/>
                </a:solidFill>
              </a:rPr>
              <a:t>지정된 모든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 err="1">
                <a:solidFill>
                  <a:srgbClr val="000000"/>
                </a:solidFill>
              </a:rPr>
              <a:t>배달품</a:t>
            </a:r>
            <a:r>
              <a:rPr lang="ko-KR" altLang="en-US" dirty="0">
                <a:solidFill>
                  <a:srgbClr val="000000"/>
                </a:solidFill>
              </a:rPr>
              <a:t> 배달 완료</a:t>
            </a:r>
            <a:r>
              <a:rPr lang="en-US" altLang="ko-KR" dirty="0">
                <a:solidFill>
                  <a:srgbClr val="000000"/>
                </a:solidFill>
              </a:rPr>
              <a:t>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C29C595-3733-C2E2-DB35-F9BEE0C1E5CD}"/>
              </a:ext>
            </a:extLst>
          </p:cNvPr>
          <p:cNvSpPr/>
          <p:nvPr/>
        </p:nvSpPr>
        <p:spPr>
          <a:xfrm>
            <a:off x="2111837" y="1158178"/>
            <a:ext cx="1632960" cy="738187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각 플레이어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캐릭터 선택</a:t>
            </a:r>
          </a:p>
        </p:txBody>
      </p:sp>
      <p:cxnSp>
        <p:nvCxnSpPr>
          <p:cNvPr id="21" name="화살표 12">
            <a:extLst>
              <a:ext uri="{FF2B5EF4-FFF2-40B4-BE49-F238E27FC236}">
                <a16:creationId xmlns:a16="http://schemas.microsoft.com/office/drawing/2014/main" id="{DB7ADB23-D008-0403-68F9-C111546AD64B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 flipV="1">
            <a:off x="3744797" y="1527271"/>
            <a:ext cx="364944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화살표 12">
            <a:extLst>
              <a:ext uri="{FF2B5EF4-FFF2-40B4-BE49-F238E27FC236}">
                <a16:creationId xmlns:a16="http://schemas.microsoft.com/office/drawing/2014/main" id="{4F8C28DF-58ED-F47B-F109-DC5DEACE25FD}"/>
              </a:ext>
            </a:extLst>
          </p:cNvPr>
          <p:cNvCxnSpPr>
            <a:cxnSpLocks/>
            <a:stCxn id="185" idx="3"/>
            <a:endCxn id="4" idx="1"/>
          </p:cNvCxnSpPr>
          <p:nvPr/>
        </p:nvCxnSpPr>
        <p:spPr>
          <a:xfrm flipV="1">
            <a:off x="1855419" y="1527272"/>
            <a:ext cx="256418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DBD74BA-DB7D-C800-5F83-19D5A2966C14}"/>
              </a:ext>
            </a:extLst>
          </p:cNvPr>
          <p:cNvSpPr/>
          <p:nvPr/>
        </p:nvSpPr>
        <p:spPr>
          <a:xfrm>
            <a:off x="6019702" y="1115617"/>
            <a:ext cx="1889378" cy="823308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벌꿀이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배송품으로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ko-KR" altLang="en-US" dirty="0">
                <a:solidFill>
                  <a:srgbClr val="000000"/>
                </a:solidFill>
              </a:rPr>
              <a:t>나옴</a:t>
            </a:r>
          </a:p>
        </p:txBody>
      </p:sp>
      <p:cxnSp>
        <p:nvCxnSpPr>
          <p:cNvPr id="34" name="화살표 14">
            <a:extLst>
              <a:ext uri="{FF2B5EF4-FFF2-40B4-BE49-F238E27FC236}">
                <a16:creationId xmlns:a16="http://schemas.microsoft.com/office/drawing/2014/main" id="{296C43E9-1EBF-B78D-4D8B-4F083616081E}"/>
              </a:ext>
            </a:extLst>
          </p:cNvPr>
          <p:cNvCxnSpPr>
            <a:cxnSpLocks/>
            <a:stCxn id="33" idx="3"/>
            <a:endCxn id="10" idx="1"/>
          </p:cNvCxnSpPr>
          <p:nvPr/>
        </p:nvCxnSpPr>
        <p:spPr>
          <a:xfrm>
            <a:off x="7909080" y="1527271"/>
            <a:ext cx="492529" cy="217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F79EF659-D767-46F3-85EC-931C4B96BC20}"/>
              </a:ext>
            </a:extLst>
          </p:cNvPr>
          <p:cNvSpPr/>
          <p:nvPr/>
        </p:nvSpPr>
        <p:spPr>
          <a:xfrm>
            <a:off x="1194175" y="2840050"/>
            <a:ext cx="1960613" cy="857522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 err="1">
                <a:solidFill>
                  <a:srgbClr val="000000"/>
                </a:solidFill>
              </a:rPr>
              <a:t>휠을</a:t>
            </a:r>
            <a:r>
              <a:rPr lang="ko-KR" altLang="en-US" dirty="0">
                <a:solidFill>
                  <a:srgbClr val="000000"/>
                </a:solidFill>
              </a:rPr>
              <a:t> 눌러 도우미 </a:t>
            </a:r>
            <a:r>
              <a:rPr lang="en-US" altLang="ko-KR" dirty="0">
                <a:solidFill>
                  <a:srgbClr val="000000"/>
                </a:solidFill>
              </a:rPr>
              <a:t>AI</a:t>
            </a:r>
            <a:r>
              <a:rPr lang="ko-KR" altLang="en-US" dirty="0">
                <a:solidFill>
                  <a:srgbClr val="000000"/>
                </a:solidFill>
              </a:rPr>
              <a:t>로 경로 파악</a:t>
            </a:r>
          </a:p>
        </p:txBody>
      </p:sp>
      <p:cxnSp>
        <p:nvCxnSpPr>
          <p:cNvPr id="86" name="꺾인 양쪽 화살표 연결선 20">
            <a:extLst>
              <a:ext uri="{FF2B5EF4-FFF2-40B4-BE49-F238E27FC236}">
                <a16:creationId xmlns:a16="http://schemas.microsoft.com/office/drawing/2014/main" id="{FD123B17-66B1-DF4D-D055-BEBCD9948175}"/>
              </a:ext>
            </a:extLst>
          </p:cNvPr>
          <p:cNvCxnSpPr>
            <a:cxnSpLocks/>
            <a:stCxn id="10" idx="3"/>
            <a:endCxn id="82" idx="1"/>
          </p:cNvCxnSpPr>
          <p:nvPr/>
        </p:nvCxnSpPr>
        <p:spPr>
          <a:xfrm flipH="1">
            <a:off x="1194175" y="1529443"/>
            <a:ext cx="9025679" cy="1739368"/>
          </a:xfrm>
          <a:prstGeom prst="bentConnector5">
            <a:avLst>
              <a:gd name="adj1" fmla="val -2533"/>
              <a:gd name="adj2" fmla="val 58635"/>
              <a:gd name="adj3" fmla="val 102533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화살표 14">
            <a:extLst>
              <a:ext uri="{FF2B5EF4-FFF2-40B4-BE49-F238E27FC236}">
                <a16:creationId xmlns:a16="http://schemas.microsoft.com/office/drawing/2014/main" id="{958F0617-751B-0FB9-24FF-8154CE805DC2}"/>
              </a:ext>
            </a:extLst>
          </p:cNvPr>
          <p:cNvCxnSpPr>
            <a:cxnSpLocks/>
            <a:stCxn id="82" idx="3"/>
            <a:endCxn id="12" idx="1"/>
          </p:cNvCxnSpPr>
          <p:nvPr/>
        </p:nvCxnSpPr>
        <p:spPr>
          <a:xfrm flipV="1">
            <a:off x="3154788" y="3265450"/>
            <a:ext cx="584645" cy="336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꺾인 양쪽 화살표 연결선 20">
            <a:extLst>
              <a:ext uri="{FF2B5EF4-FFF2-40B4-BE49-F238E27FC236}">
                <a16:creationId xmlns:a16="http://schemas.microsoft.com/office/drawing/2014/main" id="{8B6BB6B2-D495-FCB4-587F-444E26A629CE}"/>
              </a:ext>
            </a:extLst>
          </p:cNvPr>
          <p:cNvCxnSpPr>
            <a:cxnSpLocks/>
            <a:stCxn id="14" idx="3"/>
            <a:endCxn id="218" idx="1"/>
          </p:cNvCxnSpPr>
          <p:nvPr/>
        </p:nvCxnSpPr>
        <p:spPr>
          <a:xfrm flipH="1">
            <a:off x="3781647" y="3990217"/>
            <a:ext cx="4399024" cy="1370592"/>
          </a:xfrm>
          <a:prstGeom prst="bentConnector5">
            <a:avLst>
              <a:gd name="adj1" fmla="val -5197"/>
              <a:gd name="adj2" fmla="val 44901"/>
              <a:gd name="adj3" fmla="val 105197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85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0A9B4F-A65A-750D-C0EB-430131037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19408-1360-0951-37B4-FE64C5EBC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595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76FB2C5-D248-0BF9-B285-06CE335A2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내 모든 객체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6E29514-6D4D-4038-C32A-B990A91B8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07698"/>
            <a:ext cx="5181600" cy="4969265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배달품</a:t>
            </a:r>
            <a:r>
              <a:rPr lang="ko-KR" altLang="en-US" dirty="0"/>
              <a:t> </a:t>
            </a:r>
            <a:r>
              <a:rPr lang="en-US" altLang="ko-KR" dirty="0"/>
              <a:t>:  1</a:t>
            </a:r>
            <a:r>
              <a:rPr lang="ko-KR" altLang="en-US" dirty="0"/>
              <a:t>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플레이어블</a:t>
            </a:r>
            <a:r>
              <a:rPr lang="ko-KR" altLang="en-US" dirty="0"/>
              <a:t> 캐릭터 </a:t>
            </a:r>
            <a:r>
              <a:rPr lang="en-US" altLang="ko-KR" dirty="0"/>
              <a:t>: 2 </a:t>
            </a:r>
            <a:r>
              <a:rPr lang="ko-KR" altLang="en-US" dirty="0"/>
              <a:t>객체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NPC_</a:t>
            </a:r>
            <a:r>
              <a:rPr lang="ko-KR" altLang="en-US" dirty="0"/>
              <a:t>생물 </a:t>
            </a:r>
            <a:r>
              <a:rPr lang="en-US" altLang="ko-KR" dirty="0"/>
              <a:t>: </a:t>
            </a:r>
            <a:r>
              <a:rPr lang="ko-KR" altLang="en-US" dirty="0"/>
              <a:t>벌</a:t>
            </a:r>
            <a:r>
              <a:rPr lang="en-US" altLang="ko-KR" dirty="0"/>
              <a:t>, 20</a:t>
            </a:r>
            <a:r>
              <a:rPr lang="ko-KR" altLang="en-US" dirty="0"/>
              <a:t>객체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NPC_</a:t>
            </a:r>
            <a:r>
              <a:rPr lang="ko-KR" altLang="en-US" dirty="0"/>
              <a:t>주민 </a:t>
            </a:r>
            <a:r>
              <a:rPr lang="en-US" altLang="ko-KR" dirty="0"/>
              <a:t>: 1</a:t>
            </a:r>
            <a:r>
              <a:rPr lang="ko-KR" altLang="en-US" dirty="0"/>
              <a:t>객체</a:t>
            </a:r>
          </a:p>
          <a:p>
            <a:endParaRPr lang="en-US" altLang="ko-KR" dirty="0"/>
          </a:p>
          <a:p>
            <a:r>
              <a:rPr lang="ko-KR" altLang="en-US" dirty="0"/>
              <a:t>오브젝트 </a:t>
            </a:r>
            <a:r>
              <a:rPr lang="en-US" altLang="ko-KR" dirty="0"/>
              <a:t>: </a:t>
            </a:r>
            <a:r>
              <a:rPr lang="ko-KR" altLang="en-US" dirty="0"/>
              <a:t>벌집</a:t>
            </a:r>
            <a:r>
              <a:rPr lang="en-US" altLang="ko-KR" dirty="0"/>
              <a:t>, 1</a:t>
            </a:r>
            <a:r>
              <a:rPr lang="ko-KR" altLang="en-US" dirty="0"/>
              <a:t>객체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0B0553E-9C54-03A8-BE6D-EDCBF824B51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pic>
        <p:nvPicPr>
          <p:cNvPr id="9" name="내용 개체 틀 12" descr="열린 포장 상자 윤곽선">
            <a:extLst>
              <a:ext uri="{FF2B5EF4-FFF2-40B4-BE49-F238E27FC236}">
                <a16:creationId xmlns:a16="http://schemas.microsoft.com/office/drawing/2014/main" id="{FFD5AB11-36C0-BA93-8D5A-DBF7F97304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10686" y="981639"/>
            <a:ext cx="1094050" cy="10940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8825277-94BF-0D71-8A8A-E6E4ECCB7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571" y="2019091"/>
            <a:ext cx="940279" cy="1338090"/>
          </a:xfrm>
          <a:prstGeom prst="rect">
            <a:avLst/>
          </a:prstGeom>
        </p:spPr>
      </p:pic>
      <p:pic>
        <p:nvPicPr>
          <p:cNvPr id="13" name="그래픽 12" descr="벌 단색으로 채워진">
            <a:extLst>
              <a:ext uri="{FF2B5EF4-FFF2-40B4-BE49-F238E27FC236}">
                <a16:creationId xmlns:a16="http://schemas.microsoft.com/office/drawing/2014/main" id="{7742402A-885A-F663-8EB6-D77C1773F1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53981" y="3357181"/>
            <a:ext cx="841897" cy="841897"/>
          </a:xfrm>
          <a:prstGeom prst="rect">
            <a:avLst/>
          </a:prstGeom>
        </p:spPr>
      </p:pic>
      <p:pic>
        <p:nvPicPr>
          <p:cNvPr id="15" name="그래픽 14" descr="댄스 단색으로 채워진">
            <a:extLst>
              <a:ext uri="{FF2B5EF4-FFF2-40B4-BE49-F238E27FC236}">
                <a16:creationId xmlns:a16="http://schemas.microsoft.com/office/drawing/2014/main" id="{B6A640B9-0394-C65D-8633-4460435080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49514" y="4021102"/>
            <a:ext cx="1250832" cy="1250832"/>
          </a:xfrm>
          <a:prstGeom prst="rect">
            <a:avLst/>
          </a:prstGeom>
        </p:spPr>
      </p:pic>
      <p:pic>
        <p:nvPicPr>
          <p:cNvPr id="17" name="그래픽 16" descr="벌집 단색으로 채워진">
            <a:extLst>
              <a:ext uri="{FF2B5EF4-FFF2-40B4-BE49-F238E27FC236}">
                <a16:creationId xmlns:a16="http://schemas.microsoft.com/office/drawing/2014/main" id="{05E7D406-C574-6F6D-7ACD-181BB58EC9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10686" y="5279123"/>
            <a:ext cx="1094050" cy="109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13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13524E-6BB8-B254-BCCB-C33A11AF7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배달품</a:t>
            </a:r>
            <a:r>
              <a:rPr lang="en-US" altLang="ko-KR" dirty="0"/>
              <a:t>_</a:t>
            </a:r>
            <a:r>
              <a:rPr lang="ko-KR" altLang="en-US" dirty="0"/>
              <a:t>벌꿀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0104DF9-B717-6846-00BA-2E0821B3B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45721"/>
            <a:ext cx="5375694" cy="4831242"/>
          </a:xfrm>
        </p:spPr>
        <p:txBody>
          <a:bodyPr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ko-KR" altLang="en-US" sz="2000" dirty="0" err="1"/>
              <a:t>배달품</a:t>
            </a:r>
            <a:r>
              <a:rPr lang="ko-KR" altLang="en-US" sz="2000" dirty="0"/>
              <a:t> 품목 </a:t>
            </a:r>
            <a:r>
              <a:rPr lang="en-US" altLang="ko-KR" sz="2000" dirty="0"/>
              <a:t>: </a:t>
            </a:r>
            <a:r>
              <a:rPr lang="ko-KR" altLang="en-US" sz="2000" dirty="0"/>
              <a:t>일반 품목</a:t>
            </a:r>
            <a:r>
              <a:rPr lang="en-US" altLang="ko-KR" sz="2000" dirty="0"/>
              <a:t>(</a:t>
            </a:r>
            <a:r>
              <a:rPr lang="ko-KR" altLang="en-US" sz="2000" dirty="0"/>
              <a:t>일반</a:t>
            </a:r>
            <a:r>
              <a:rPr lang="en-US" altLang="ko-KR" sz="2000" dirty="0"/>
              <a:t>)</a:t>
            </a:r>
          </a:p>
          <a:p>
            <a:pPr>
              <a:lnSpc>
                <a:spcPct val="120000"/>
              </a:lnSpc>
            </a:pPr>
            <a:endParaRPr lang="en-US" altLang="ko-KR" sz="2000" dirty="0"/>
          </a:p>
          <a:p>
            <a:pPr>
              <a:lnSpc>
                <a:spcPct val="120000"/>
              </a:lnSpc>
            </a:pPr>
            <a:r>
              <a:rPr lang="ko-KR" altLang="en-US" sz="2000" dirty="0"/>
              <a:t>배달 상태 </a:t>
            </a:r>
            <a:r>
              <a:rPr lang="en-US" altLang="ko-KR" sz="2000" dirty="0"/>
              <a:t>: </a:t>
            </a:r>
            <a:r>
              <a:rPr lang="ko-KR" altLang="en-US" sz="2000" dirty="0"/>
              <a:t>배달 중</a:t>
            </a:r>
            <a:r>
              <a:rPr lang="en-US" altLang="ko-KR" sz="2000" dirty="0"/>
              <a:t>, </a:t>
            </a:r>
            <a:r>
              <a:rPr lang="ko-KR" altLang="en-US" sz="2000" dirty="0"/>
              <a:t>시간 안에 배달 완료</a:t>
            </a:r>
            <a:r>
              <a:rPr lang="en-US" altLang="ko-KR" sz="2000" dirty="0"/>
              <a:t>, </a:t>
            </a:r>
            <a:br>
              <a:rPr lang="en-US" altLang="ko-KR" sz="2000" dirty="0"/>
            </a:br>
            <a:r>
              <a:rPr lang="ko-KR" altLang="en-US" sz="2000" dirty="0"/>
              <a:t>시간 초과 배달</a:t>
            </a:r>
            <a:br>
              <a:rPr lang="en-US" altLang="ko-KR" sz="2000" dirty="0"/>
            </a:br>
            <a:endParaRPr lang="en-US" altLang="ko-KR" sz="2000" dirty="0"/>
          </a:p>
          <a:p>
            <a:pPr>
              <a:lnSpc>
                <a:spcPct val="120000"/>
              </a:lnSpc>
            </a:pPr>
            <a:r>
              <a:rPr lang="ko-KR" altLang="en-US" sz="2000" dirty="0"/>
              <a:t>배달 완료 판단 </a:t>
            </a:r>
            <a:r>
              <a:rPr lang="en-US" altLang="ko-KR" sz="2000" dirty="0"/>
              <a:t>: </a:t>
            </a:r>
            <a:r>
              <a:rPr lang="ko-KR" altLang="en-US" sz="2000" dirty="0"/>
              <a:t>제한 시간 안에 배달함</a:t>
            </a:r>
            <a:endParaRPr lang="en-US" altLang="ko-KR" sz="2000" dirty="0"/>
          </a:p>
          <a:p>
            <a:pPr>
              <a:lnSpc>
                <a:spcPct val="120000"/>
              </a:lnSpc>
            </a:pPr>
            <a:r>
              <a:rPr lang="ko-KR" altLang="en-US" sz="2000" dirty="0"/>
              <a:t>배달 실패 판단 </a:t>
            </a:r>
            <a:r>
              <a:rPr lang="en-US" altLang="ko-KR" sz="2000" dirty="0"/>
              <a:t>: </a:t>
            </a:r>
            <a:r>
              <a:rPr lang="ko-KR" altLang="en-US" sz="2000" dirty="0"/>
              <a:t>제한 시간 안에 배달하지 못함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A765DB-1691-E1FE-761E-9A01606FC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9/26/2026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83321B-53EC-D84C-B29C-799E76AA1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6AD1D0E-CF35-ADD7-F184-E5F933660CE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pic>
        <p:nvPicPr>
          <p:cNvPr id="25" name="내용 개체 틀 12" descr="열린 포장 상자 윤곽선">
            <a:extLst>
              <a:ext uri="{FF2B5EF4-FFF2-40B4-BE49-F238E27FC236}">
                <a16:creationId xmlns:a16="http://schemas.microsoft.com/office/drawing/2014/main" id="{6D8A6B85-8EA8-28F3-8099-A93F82D558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99185" y="2213462"/>
            <a:ext cx="2431076" cy="2431076"/>
          </a:xfrm>
          <a:prstGeom prst="rect">
            <a:avLst/>
          </a:prstGeom>
        </p:spPr>
      </p:pic>
      <p:pic>
        <p:nvPicPr>
          <p:cNvPr id="9" name="그래픽 8" descr="꿀단지 단색으로 채워진">
            <a:extLst>
              <a:ext uri="{FF2B5EF4-FFF2-40B4-BE49-F238E27FC236}">
                <a16:creationId xmlns:a16="http://schemas.microsoft.com/office/drawing/2014/main" id="{4397C4FC-B19F-E1AD-F28D-8E2F4C5753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84326" y="2839169"/>
            <a:ext cx="1379373" cy="137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613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37C140D-E86B-270D-1CE5-4851CC513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992" y="1529202"/>
            <a:ext cx="4320000" cy="432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E6D9241-79B3-37D9-7734-9FF6357F2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맵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4E6293-565F-03C4-5B79-01CA873D73B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주거지 </a:t>
            </a:r>
            <a:r>
              <a:rPr lang="en-US" altLang="ko-KR" dirty="0"/>
              <a:t>: 1 </a:t>
            </a:r>
            <a:r>
              <a:rPr lang="ko-KR" altLang="en-US" dirty="0"/>
              <a:t>개</a:t>
            </a:r>
            <a:endParaRPr lang="en-US" altLang="ko-KR" dirty="0"/>
          </a:p>
          <a:p>
            <a:r>
              <a:rPr lang="ko-KR" altLang="en-US" dirty="0"/>
              <a:t>지형 </a:t>
            </a:r>
            <a:r>
              <a:rPr lang="en-US" altLang="ko-KR" dirty="0"/>
              <a:t>: </a:t>
            </a:r>
            <a:r>
              <a:rPr lang="ko-KR" altLang="en-US" dirty="0"/>
              <a:t>숲</a:t>
            </a:r>
            <a:r>
              <a:rPr lang="en-US" altLang="ko-KR" dirty="0"/>
              <a:t>, </a:t>
            </a:r>
            <a:r>
              <a:rPr lang="ko-KR" altLang="en-US" dirty="0"/>
              <a:t>산</a:t>
            </a:r>
            <a:r>
              <a:rPr lang="en-US" altLang="ko-KR" dirty="0"/>
              <a:t>, </a:t>
            </a:r>
            <a:r>
              <a:rPr lang="ko-KR" altLang="en-US" dirty="0"/>
              <a:t>강</a:t>
            </a:r>
            <a:r>
              <a:rPr lang="en-US" altLang="ko-KR" dirty="0"/>
              <a:t>, </a:t>
            </a:r>
            <a:r>
              <a:rPr lang="ko-KR" altLang="en-US" dirty="0"/>
              <a:t>모래언덕</a:t>
            </a:r>
            <a:r>
              <a:rPr lang="en-US" altLang="ko-KR" dirty="0"/>
              <a:t>, </a:t>
            </a:r>
            <a:r>
              <a:rPr lang="ko-KR" altLang="en-US" dirty="0"/>
              <a:t>늪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2B0FA1-82F3-0039-88C7-7C3C72B33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9/26/2026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CEE71C-B75F-0B4E-BD40-2F4B46188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AD10239-9783-2237-1C6F-0FCA432FF61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sp>
        <p:nvSpPr>
          <p:cNvPr id="12" name="십자형 11">
            <a:extLst>
              <a:ext uri="{FF2B5EF4-FFF2-40B4-BE49-F238E27FC236}">
                <a16:creationId xmlns:a16="http://schemas.microsoft.com/office/drawing/2014/main" id="{EBD7E6DC-F3F8-DD0A-B4B4-560D135E85D9}"/>
              </a:ext>
            </a:extLst>
          </p:cNvPr>
          <p:cNvSpPr/>
          <p:nvPr/>
        </p:nvSpPr>
        <p:spPr>
          <a:xfrm>
            <a:off x="1285875" y="5216099"/>
            <a:ext cx="923925" cy="590550"/>
          </a:xfrm>
          <a:prstGeom prst="plus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본거지</a:t>
            </a:r>
            <a:br>
              <a:rPr lang="en-US" altLang="ko-KR" sz="1400" dirty="0">
                <a:solidFill>
                  <a:sysClr val="windowText" lastClr="000000"/>
                </a:solidFill>
              </a:rPr>
            </a:br>
            <a:r>
              <a:rPr lang="en-US" altLang="ko-KR" sz="14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시작점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)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C1C8B2-C126-642B-FBD6-82F8A408532B}"/>
              </a:ext>
            </a:extLst>
          </p:cNvPr>
          <p:cNvSpPr txBox="1"/>
          <p:nvPr/>
        </p:nvSpPr>
        <p:spPr>
          <a:xfrm>
            <a:off x="3590970" y="1131661"/>
            <a:ext cx="1025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주거지</a:t>
            </a:r>
            <a:br>
              <a:rPr lang="en-US" altLang="ko-KR" sz="1400" dirty="0">
                <a:solidFill>
                  <a:sysClr val="windowText" lastClr="000000"/>
                </a:solidFill>
              </a:rPr>
            </a:br>
            <a:r>
              <a:rPr lang="en-US" altLang="ko-KR" sz="14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배송지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)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27" name="사각형: 잘린 대각선 방향 모서리 26">
            <a:extLst>
              <a:ext uri="{FF2B5EF4-FFF2-40B4-BE49-F238E27FC236}">
                <a16:creationId xmlns:a16="http://schemas.microsoft.com/office/drawing/2014/main" id="{630BB9DE-1E50-5805-7990-3BE5A2E1C179}"/>
              </a:ext>
            </a:extLst>
          </p:cNvPr>
          <p:cNvSpPr/>
          <p:nvPr/>
        </p:nvSpPr>
        <p:spPr>
          <a:xfrm>
            <a:off x="1242991" y="1529203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9778F73-C79D-4121-BEE5-BE0413C0082E}"/>
              </a:ext>
            </a:extLst>
          </p:cNvPr>
          <p:cNvSpPr/>
          <p:nvPr/>
        </p:nvSpPr>
        <p:spPr>
          <a:xfrm>
            <a:off x="2900363" y="2418165"/>
            <a:ext cx="1524390" cy="101083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A3C68D09-1906-3268-BBA6-D01C19066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333" y="4479534"/>
            <a:ext cx="2434865" cy="1363734"/>
          </a:xfrm>
          <a:prstGeom prst="rect">
            <a:avLst/>
          </a:prstGeom>
        </p:spPr>
      </p:pic>
      <p:sp>
        <p:nvSpPr>
          <p:cNvPr id="93" name="자유형: 도형 92">
            <a:extLst>
              <a:ext uri="{FF2B5EF4-FFF2-40B4-BE49-F238E27FC236}">
                <a16:creationId xmlns:a16="http://schemas.microsoft.com/office/drawing/2014/main" id="{F088EC4D-00A9-11FF-3933-F03C131EE552}"/>
              </a:ext>
            </a:extLst>
          </p:cNvPr>
          <p:cNvSpPr/>
          <p:nvPr/>
        </p:nvSpPr>
        <p:spPr>
          <a:xfrm>
            <a:off x="4368614" y="1533525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95" name="자유형: 도형 94">
            <a:extLst>
              <a:ext uri="{FF2B5EF4-FFF2-40B4-BE49-F238E27FC236}">
                <a16:creationId xmlns:a16="http://schemas.microsoft.com/office/drawing/2014/main" id="{D5810BEF-430A-903B-AFDD-8B3F3341E935}"/>
              </a:ext>
            </a:extLst>
          </p:cNvPr>
          <p:cNvSpPr/>
          <p:nvPr/>
        </p:nvSpPr>
        <p:spPr>
          <a:xfrm>
            <a:off x="4133850" y="1533526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6C3AF25B-74B2-87EF-DA55-49672FD67636}"/>
              </a:ext>
            </a:extLst>
          </p:cNvPr>
          <p:cNvSpPr/>
          <p:nvPr/>
        </p:nvSpPr>
        <p:spPr>
          <a:xfrm>
            <a:off x="4045209" y="2324101"/>
            <a:ext cx="1192728" cy="8001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E0A76D0A-56A2-8E7C-F21A-DF9F58C58BF5}"/>
              </a:ext>
            </a:extLst>
          </p:cNvPr>
          <p:cNvSpPr/>
          <p:nvPr/>
        </p:nvSpPr>
        <p:spPr>
          <a:xfrm>
            <a:off x="1248444" y="3460716"/>
            <a:ext cx="1361405" cy="108270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40EB758-5DD8-06B5-CF66-DB08701E0965}"/>
              </a:ext>
            </a:extLst>
          </p:cNvPr>
          <p:cNvSpPr txBox="1"/>
          <p:nvPr/>
        </p:nvSpPr>
        <p:spPr>
          <a:xfrm>
            <a:off x="4349071" y="3341690"/>
            <a:ext cx="1025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2DB6651-59F0-73C0-E771-4DAC49EC1B07}"/>
              </a:ext>
            </a:extLst>
          </p:cNvPr>
          <p:cNvSpPr txBox="1"/>
          <p:nvPr/>
        </p:nvSpPr>
        <p:spPr>
          <a:xfrm>
            <a:off x="2848932" y="4942057"/>
            <a:ext cx="1025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106" name="이등변 삼각형 105">
            <a:extLst>
              <a:ext uri="{FF2B5EF4-FFF2-40B4-BE49-F238E27FC236}">
                <a16:creationId xmlns:a16="http://schemas.microsoft.com/office/drawing/2014/main" id="{16050E1F-3C3F-8F16-B8DE-8DC9979AEBCA}"/>
              </a:ext>
            </a:extLst>
          </p:cNvPr>
          <p:cNvSpPr/>
          <p:nvPr/>
        </p:nvSpPr>
        <p:spPr>
          <a:xfrm>
            <a:off x="3988594" y="1679663"/>
            <a:ext cx="290512" cy="1905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5822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38F8F5-9C4C-79DD-7420-0D1733DB1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맵</a:t>
            </a:r>
            <a:r>
              <a:rPr lang="en-US" altLang="ko-KR" dirty="0"/>
              <a:t>_</a:t>
            </a:r>
            <a:r>
              <a:rPr lang="ko-KR" altLang="en-US" dirty="0"/>
              <a:t>지형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2888EA2-7512-05DB-7F46-4C0E22175F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56659"/>
            <a:ext cx="5181600" cy="482030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ko-KR" altLang="en-US" sz="1800" dirty="0"/>
              <a:t>모래 지형 </a:t>
            </a:r>
            <a:r>
              <a:rPr lang="en-US" altLang="ko-KR" sz="1800" dirty="0"/>
              <a:t>: </a:t>
            </a:r>
            <a:r>
              <a:rPr lang="ko-KR" altLang="en-US" sz="1800" dirty="0"/>
              <a:t>플레이어 이동속도 </a:t>
            </a:r>
            <a:r>
              <a:rPr lang="en-US" altLang="ko-KR" sz="1800" dirty="0"/>
              <a:t>1/2 </a:t>
            </a:r>
            <a:r>
              <a:rPr lang="ko-KR" altLang="en-US" sz="1800" dirty="0"/>
              <a:t>감소</a:t>
            </a:r>
            <a:r>
              <a:rPr lang="en-US" altLang="ko-KR" sz="1800" dirty="0"/>
              <a:t>, </a:t>
            </a:r>
            <a:r>
              <a:rPr lang="ko-KR" altLang="en-US" sz="1800" dirty="0"/>
              <a:t>몬스터 없음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늪 지형 </a:t>
            </a:r>
            <a:r>
              <a:rPr lang="en-US" altLang="ko-KR" sz="1800" dirty="0"/>
              <a:t>: </a:t>
            </a:r>
            <a:r>
              <a:rPr lang="ko-KR" altLang="en-US" sz="1800" dirty="0"/>
              <a:t>플레이어 이동속도 </a:t>
            </a:r>
            <a:r>
              <a:rPr lang="en-US" altLang="ko-KR" sz="1800" dirty="0"/>
              <a:t>1/3 </a:t>
            </a:r>
            <a:r>
              <a:rPr lang="ko-KR" altLang="en-US" sz="1800" dirty="0"/>
              <a:t>감소</a:t>
            </a:r>
            <a:r>
              <a:rPr lang="en-US" altLang="ko-KR" sz="1800" dirty="0"/>
              <a:t>, </a:t>
            </a:r>
            <a:r>
              <a:rPr lang="ko-KR" altLang="en-US" sz="1800" dirty="0"/>
              <a:t>방향전환율 </a:t>
            </a:r>
            <a:r>
              <a:rPr lang="en-US" altLang="ko-KR" sz="1800" dirty="0"/>
              <a:t>1/4 </a:t>
            </a:r>
            <a:r>
              <a:rPr lang="ko-KR" altLang="en-US" sz="1800" dirty="0"/>
              <a:t>감소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수중 지형 </a:t>
            </a:r>
            <a:r>
              <a:rPr lang="en-US" altLang="ko-KR" sz="1800" dirty="0"/>
              <a:t>: </a:t>
            </a:r>
            <a:r>
              <a:rPr lang="ko-KR" altLang="en-US" sz="1800" dirty="0"/>
              <a:t>플레이어에게 묻은 냄새 제거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산 </a:t>
            </a:r>
            <a:r>
              <a:rPr lang="en-US" altLang="ko-KR" sz="1800" dirty="0"/>
              <a:t>: </a:t>
            </a:r>
            <a:r>
              <a:rPr lang="ko-KR" altLang="en-US" sz="1800" dirty="0"/>
              <a:t>일반적으로 지나갈 수 없을 정도로 강한 존재가 있음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숲</a:t>
            </a:r>
            <a:r>
              <a:rPr lang="en-US" altLang="ko-KR" sz="1800" dirty="0"/>
              <a:t>: </a:t>
            </a:r>
            <a:r>
              <a:rPr lang="ko-KR" altLang="en-US" sz="1800" dirty="0"/>
              <a:t>일반 지형</a:t>
            </a:r>
            <a:endParaRPr lang="en-US" altLang="ko-KR" sz="18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2955F8-9FAA-C941-AFEE-CCD6E5FB5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9/26/2026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F7C073-3C7C-4ABC-39B1-77D967780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0041A52-4D25-29A6-20D2-B902585E720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79DACBC-3CAB-8EF9-57B8-7C2921780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992" y="1529202"/>
            <a:ext cx="4320000" cy="4320000"/>
          </a:xfrm>
          <a:prstGeom prst="rect">
            <a:avLst/>
          </a:prstGeom>
        </p:spPr>
      </p:pic>
      <p:sp>
        <p:nvSpPr>
          <p:cNvPr id="15" name="사각형: 잘린 대각선 방향 모서리 14">
            <a:extLst>
              <a:ext uri="{FF2B5EF4-FFF2-40B4-BE49-F238E27FC236}">
                <a16:creationId xmlns:a16="http://schemas.microsoft.com/office/drawing/2014/main" id="{6EE55D26-E1DF-0F72-9B4A-80B5BEA678EA}"/>
              </a:ext>
            </a:extLst>
          </p:cNvPr>
          <p:cNvSpPr/>
          <p:nvPr/>
        </p:nvSpPr>
        <p:spPr>
          <a:xfrm>
            <a:off x="1242991" y="1529203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0EBA149-695C-638F-AF81-E11BBE51039B}"/>
              </a:ext>
            </a:extLst>
          </p:cNvPr>
          <p:cNvSpPr/>
          <p:nvPr/>
        </p:nvSpPr>
        <p:spPr>
          <a:xfrm>
            <a:off x="2900363" y="2418165"/>
            <a:ext cx="1524390" cy="101083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8FFDABD-E7F9-1848-1C81-F5E58C10C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333" y="4479534"/>
            <a:ext cx="2434865" cy="1363734"/>
          </a:xfrm>
          <a:prstGeom prst="rect">
            <a:avLst/>
          </a:prstGeom>
        </p:spPr>
      </p:pic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F06EF77A-6096-EC45-E887-2FE11306664A}"/>
              </a:ext>
            </a:extLst>
          </p:cNvPr>
          <p:cNvSpPr/>
          <p:nvPr/>
        </p:nvSpPr>
        <p:spPr>
          <a:xfrm>
            <a:off x="4368614" y="1533525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9C6DC375-A670-3774-7911-2A16DFA4EB52}"/>
              </a:ext>
            </a:extLst>
          </p:cNvPr>
          <p:cNvSpPr/>
          <p:nvPr/>
        </p:nvSpPr>
        <p:spPr>
          <a:xfrm>
            <a:off x="4133850" y="1533526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7E653197-3FFA-609C-581C-24AC71DCC634}"/>
              </a:ext>
            </a:extLst>
          </p:cNvPr>
          <p:cNvSpPr/>
          <p:nvPr/>
        </p:nvSpPr>
        <p:spPr>
          <a:xfrm>
            <a:off x="4045209" y="2324101"/>
            <a:ext cx="1192728" cy="8001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95C96E5-2419-8F85-B650-ABE6377F0E7A}"/>
              </a:ext>
            </a:extLst>
          </p:cNvPr>
          <p:cNvSpPr/>
          <p:nvPr/>
        </p:nvSpPr>
        <p:spPr>
          <a:xfrm>
            <a:off x="1248444" y="3460716"/>
            <a:ext cx="1361405" cy="108270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7DC269-5F72-D3C4-1657-AE99E3839134}"/>
              </a:ext>
            </a:extLst>
          </p:cNvPr>
          <p:cNvSpPr txBox="1"/>
          <p:nvPr/>
        </p:nvSpPr>
        <p:spPr>
          <a:xfrm>
            <a:off x="4349071" y="3341690"/>
            <a:ext cx="1025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70C0"/>
                </a:solidFill>
              </a:rPr>
              <a:t>강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AC2BA5-1C89-B81F-0D15-E2EEB5BC2D53}"/>
              </a:ext>
            </a:extLst>
          </p:cNvPr>
          <p:cNvSpPr txBox="1"/>
          <p:nvPr/>
        </p:nvSpPr>
        <p:spPr>
          <a:xfrm>
            <a:off x="2848932" y="4942057"/>
            <a:ext cx="1025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>
                <a:solidFill>
                  <a:sysClr val="windowText" lastClr="000000"/>
                </a:solidFill>
              </a:rPr>
              <a:t>산</a:t>
            </a:r>
            <a:endParaRPr lang="ko-KR" altLang="en-U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33" name="그래픽 34" descr="배지 1 단색으로 채워진">
            <a:extLst>
              <a:ext uri="{FF2B5EF4-FFF2-40B4-BE49-F238E27FC236}">
                <a16:creationId xmlns:a16="http://schemas.microsoft.com/office/drawing/2014/main" id="{783B4CBB-616D-3F80-1059-79845394D219}"/>
              </a:ext>
            </a:extLst>
          </p:cNvPr>
          <p:cNvSpPr/>
          <p:nvPr/>
        </p:nvSpPr>
        <p:spPr>
          <a:xfrm>
            <a:off x="5789062" y="1620924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그래픽 34" descr="배지 1 단색으로 채워진">
            <a:extLst>
              <a:ext uri="{FF2B5EF4-FFF2-40B4-BE49-F238E27FC236}">
                <a16:creationId xmlns:a16="http://schemas.microsoft.com/office/drawing/2014/main" id="{7D6C51E4-EF6A-F351-B463-EDD8C3A034F8}"/>
              </a:ext>
            </a:extLst>
          </p:cNvPr>
          <p:cNvSpPr/>
          <p:nvPr/>
        </p:nvSpPr>
        <p:spPr>
          <a:xfrm>
            <a:off x="1369459" y="1671785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그래픽 39" descr="배지 단색으로 채워진">
            <a:extLst>
              <a:ext uri="{FF2B5EF4-FFF2-40B4-BE49-F238E27FC236}">
                <a16:creationId xmlns:a16="http://schemas.microsoft.com/office/drawing/2014/main" id="{1881E76B-01E6-66EE-9FB5-F3CAF335B115}"/>
              </a:ext>
            </a:extLst>
          </p:cNvPr>
          <p:cNvSpPr/>
          <p:nvPr/>
        </p:nvSpPr>
        <p:spPr>
          <a:xfrm>
            <a:off x="5821086" y="2668840"/>
            <a:ext cx="389031" cy="389964"/>
          </a:xfrm>
          <a:custGeom>
            <a:avLst/>
            <a:gdLst>
              <a:gd name="csX0" fmla="*/ 176368 w 352735"/>
              <a:gd name="csY0" fmla="*/ 0 h 352735"/>
              <a:gd name="csX1" fmla="*/ 0 w 352735"/>
              <a:gd name="csY1" fmla="*/ 176368 h 352735"/>
              <a:gd name="csX2" fmla="*/ 176368 w 352735"/>
              <a:gd name="csY2" fmla="*/ 352736 h 352735"/>
              <a:gd name="csX3" fmla="*/ 352735 w 352735"/>
              <a:gd name="csY3" fmla="*/ 176368 h 352735"/>
              <a:gd name="csX4" fmla="*/ 352735 w 352735"/>
              <a:gd name="csY4" fmla="*/ 176354 h 352735"/>
              <a:gd name="csX5" fmla="*/ 176502 w 352735"/>
              <a:gd name="csY5" fmla="*/ 0 h 352735"/>
              <a:gd name="csX6" fmla="*/ 176368 w 352735"/>
              <a:gd name="csY6" fmla="*/ 0 h 352735"/>
              <a:gd name="csX7" fmla="*/ 226790 w 352735"/>
              <a:gd name="csY7" fmla="*/ 255452 h 352735"/>
              <a:gd name="csX8" fmla="*/ 125950 w 352735"/>
              <a:gd name="csY8" fmla="*/ 255452 h 352735"/>
              <a:gd name="csX9" fmla="*/ 125950 w 352735"/>
              <a:gd name="csY9" fmla="*/ 240652 h 352735"/>
              <a:gd name="csX10" fmla="*/ 129340 w 352735"/>
              <a:gd name="csY10" fmla="*/ 222541 h 352735"/>
              <a:gd name="csX11" fmla="*/ 138665 w 352735"/>
              <a:gd name="csY11" fmla="*/ 207681 h 352735"/>
              <a:gd name="csX12" fmla="*/ 152471 w 352735"/>
              <a:gd name="csY12" fmla="*/ 195041 h 352735"/>
              <a:gd name="csX13" fmla="*/ 169430 w 352735"/>
              <a:gd name="csY13" fmla="*/ 183631 h 352735"/>
              <a:gd name="csX14" fmla="*/ 183826 w 352735"/>
              <a:gd name="csY14" fmla="*/ 173298 h 352735"/>
              <a:gd name="csX15" fmla="*/ 192784 w 352735"/>
              <a:gd name="csY15" fmla="*/ 163463 h 352735"/>
              <a:gd name="csX16" fmla="*/ 197339 w 352735"/>
              <a:gd name="csY16" fmla="*/ 153515 h 352735"/>
              <a:gd name="csX17" fmla="*/ 198570 w 352735"/>
              <a:gd name="csY17" fmla="*/ 142412 h 352735"/>
              <a:gd name="csX18" fmla="*/ 197028 w 352735"/>
              <a:gd name="csY18" fmla="*/ 132855 h 352735"/>
              <a:gd name="csX19" fmla="*/ 192477 w 352735"/>
              <a:gd name="csY19" fmla="*/ 124761 h 352735"/>
              <a:gd name="csX20" fmla="*/ 184768 w 352735"/>
              <a:gd name="csY20" fmla="*/ 119188 h 352735"/>
              <a:gd name="csX21" fmla="*/ 173902 w 352735"/>
              <a:gd name="csY21" fmla="*/ 117108 h 352735"/>
              <a:gd name="csX22" fmla="*/ 152930 w 352735"/>
              <a:gd name="csY22" fmla="*/ 122044 h 352735"/>
              <a:gd name="csX23" fmla="*/ 134276 w 352735"/>
              <a:gd name="csY23" fmla="*/ 135302 h 352735"/>
              <a:gd name="csX24" fmla="*/ 134276 w 352735"/>
              <a:gd name="csY24" fmla="*/ 111247 h 352735"/>
              <a:gd name="csX25" fmla="*/ 153005 w 352735"/>
              <a:gd name="csY25" fmla="*/ 100455 h 352735"/>
              <a:gd name="csX26" fmla="*/ 176224 w 352735"/>
              <a:gd name="csY26" fmla="*/ 97205 h 352735"/>
              <a:gd name="csX27" fmla="*/ 194725 w 352735"/>
              <a:gd name="csY27" fmla="*/ 99991 h 352735"/>
              <a:gd name="csX28" fmla="*/ 209836 w 352735"/>
              <a:gd name="csY28" fmla="*/ 108085 h 352735"/>
              <a:gd name="csX29" fmla="*/ 220015 w 352735"/>
              <a:gd name="csY29" fmla="*/ 121343 h 352735"/>
              <a:gd name="csX30" fmla="*/ 223730 w 352735"/>
              <a:gd name="csY30" fmla="*/ 139454 h 352735"/>
              <a:gd name="csX31" fmla="*/ 221794 w 352735"/>
              <a:gd name="csY31" fmla="*/ 156102 h 352735"/>
              <a:gd name="csX32" fmla="*/ 215441 w 352735"/>
              <a:gd name="csY32" fmla="*/ 170493 h 352735"/>
              <a:gd name="csX33" fmla="*/ 203961 w 352735"/>
              <a:gd name="csY33" fmla="*/ 183603 h 352735"/>
              <a:gd name="csX34" fmla="*/ 186691 w 352735"/>
              <a:gd name="csY34" fmla="*/ 196397 h 352735"/>
              <a:gd name="csX35" fmla="*/ 171886 w 352735"/>
              <a:gd name="csY35" fmla="*/ 206111 h 352735"/>
              <a:gd name="csX36" fmla="*/ 160857 w 352735"/>
              <a:gd name="csY36" fmla="*/ 214976 h 352735"/>
              <a:gd name="csX37" fmla="*/ 154003 w 352735"/>
              <a:gd name="csY37" fmla="*/ 224074 h 352735"/>
              <a:gd name="csX38" fmla="*/ 151681 w 352735"/>
              <a:gd name="csY38" fmla="*/ 234485 h 352735"/>
              <a:gd name="csX39" fmla="*/ 226772 w 352735"/>
              <a:gd name="csY39" fmla="*/ 234485 h 35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352735" h="352735">
                <a:moveTo>
                  <a:pt x="176368" y="0"/>
                </a:moveTo>
                <a:cubicBezTo>
                  <a:pt x="78963" y="0"/>
                  <a:pt x="0" y="78963"/>
                  <a:pt x="0" y="176368"/>
                </a:cubicBezTo>
                <a:cubicBezTo>
                  <a:pt x="0" y="273773"/>
                  <a:pt x="78963" y="352736"/>
                  <a:pt x="176368" y="352736"/>
                </a:cubicBezTo>
                <a:cubicBezTo>
                  <a:pt x="273773" y="352736"/>
                  <a:pt x="352735" y="273773"/>
                  <a:pt x="352735" y="176368"/>
                </a:cubicBezTo>
                <a:cubicBezTo>
                  <a:pt x="352735" y="176363"/>
                  <a:pt x="352735" y="176358"/>
                  <a:pt x="352735" y="176354"/>
                </a:cubicBezTo>
                <a:cubicBezTo>
                  <a:pt x="352769" y="78990"/>
                  <a:pt x="273867" y="33"/>
                  <a:pt x="176502" y="0"/>
                </a:cubicBezTo>
                <a:cubicBezTo>
                  <a:pt x="176457" y="0"/>
                  <a:pt x="176413" y="0"/>
                  <a:pt x="176368" y="0"/>
                </a:cubicBezTo>
                <a:close/>
                <a:moveTo>
                  <a:pt x="226790" y="255452"/>
                </a:moveTo>
                <a:lnTo>
                  <a:pt x="125950" y="255452"/>
                </a:lnTo>
                <a:lnTo>
                  <a:pt x="125950" y="240652"/>
                </a:lnTo>
                <a:cubicBezTo>
                  <a:pt x="125858" y="234449"/>
                  <a:pt x="127010" y="228291"/>
                  <a:pt x="129340" y="222541"/>
                </a:cubicBezTo>
                <a:cubicBezTo>
                  <a:pt x="131623" y="217115"/>
                  <a:pt x="134772" y="212096"/>
                  <a:pt x="138665" y="207681"/>
                </a:cubicBezTo>
                <a:cubicBezTo>
                  <a:pt x="142807" y="202992"/>
                  <a:pt x="147435" y="198755"/>
                  <a:pt x="152471" y="195041"/>
                </a:cubicBezTo>
                <a:cubicBezTo>
                  <a:pt x="157715" y="191137"/>
                  <a:pt x="163368" y="187333"/>
                  <a:pt x="169430" y="183631"/>
                </a:cubicBezTo>
                <a:cubicBezTo>
                  <a:pt x="174506" y="180591"/>
                  <a:pt x="179321" y="177135"/>
                  <a:pt x="183826" y="173298"/>
                </a:cubicBezTo>
                <a:cubicBezTo>
                  <a:pt x="187212" y="170408"/>
                  <a:pt x="190222" y="167104"/>
                  <a:pt x="192784" y="163463"/>
                </a:cubicBezTo>
                <a:cubicBezTo>
                  <a:pt x="194892" y="160450"/>
                  <a:pt x="196436" y="157080"/>
                  <a:pt x="197339" y="153515"/>
                </a:cubicBezTo>
                <a:cubicBezTo>
                  <a:pt x="198186" y="149876"/>
                  <a:pt x="198600" y="146149"/>
                  <a:pt x="198570" y="142412"/>
                </a:cubicBezTo>
                <a:cubicBezTo>
                  <a:pt x="198575" y="139164"/>
                  <a:pt x="198055" y="135937"/>
                  <a:pt x="197028" y="132855"/>
                </a:cubicBezTo>
                <a:cubicBezTo>
                  <a:pt x="196061" y="129883"/>
                  <a:pt x="194514" y="127132"/>
                  <a:pt x="192477" y="124761"/>
                </a:cubicBezTo>
                <a:cubicBezTo>
                  <a:pt x="190354" y="122353"/>
                  <a:pt x="187721" y="120449"/>
                  <a:pt x="184768" y="119188"/>
                </a:cubicBezTo>
                <a:cubicBezTo>
                  <a:pt x="181332" y="117742"/>
                  <a:pt x="177630" y="117033"/>
                  <a:pt x="173902" y="117108"/>
                </a:cubicBezTo>
                <a:cubicBezTo>
                  <a:pt x="166620" y="117081"/>
                  <a:pt x="159435" y="118772"/>
                  <a:pt x="152930" y="122044"/>
                </a:cubicBezTo>
                <a:cubicBezTo>
                  <a:pt x="146090" y="125516"/>
                  <a:pt x="139803" y="129983"/>
                  <a:pt x="134276" y="135302"/>
                </a:cubicBezTo>
                <a:lnTo>
                  <a:pt x="134276" y="111247"/>
                </a:lnTo>
                <a:cubicBezTo>
                  <a:pt x="139617" y="106273"/>
                  <a:pt x="146022" y="102581"/>
                  <a:pt x="153005" y="100455"/>
                </a:cubicBezTo>
                <a:cubicBezTo>
                  <a:pt x="160539" y="98221"/>
                  <a:pt x="168366" y="97125"/>
                  <a:pt x="176224" y="97205"/>
                </a:cubicBezTo>
                <a:cubicBezTo>
                  <a:pt x="182499" y="97161"/>
                  <a:pt x="188741" y="98101"/>
                  <a:pt x="194725" y="99991"/>
                </a:cubicBezTo>
                <a:cubicBezTo>
                  <a:pt x="200231" y="101704"/>
                  <a:pt x="205359" y="104451"/>
                  <a:pt x="209836" y="108085"/>
                </a:cubicBezTo>
                <a:cubicBezTo>
                  <a:pt x="214188" y="111677"/>
                  <a:pt x="217669" y="116210"/>
                  <a:pt x="220015" y="121343"/>
                </a:cubicBezTo>
                <a:cubicBezTo>
                  <a:pt x="222569" y="127034"/>
                  <a:pt x="223837" y="133217"/>
                  <a:pt x="223730" y="139454"/>
                </a:cubicBezTo>
                <a:cubicBezTo>
                  <a:pt x="223784" y="145063"/>
                  <a:pt x="223134" y="150656"/>
                  <a:pt x="221794" y="156102"/>
                </a:cubicBezTo>
                <a:cubicBezTo>
                  <a:pt x="220480" y="161215"/>
                  <a:pt x="218334" y="166078"/>
                  <a:pt x="215441" y="170493"/>
                </a:cubicBezTo>
                <a:cubicBezTo>
                  <a:pt x="212216" y="175355"/>
                  <a:pt x="208355" y="179764"/>
                  <a:pt x="203961" y="183603"/>
                </a:cubicBezTo>
                <a:cubicBezTo>
                  <a:pt x="198553" y="188319"/>
                  <a:pt x="192778" y="192597"/>
                  <a:pt x="186691" y="196397"/>
                </a:cubicBezTo>
                <a:cubicBezTo>
                  <a:pt x="181137" y="199895"/>
                  <a:pt x="176202" y="203133"/>
                  <a:pt x="171886" y="206111"/>
                </a:cubicBezTo>
                <a:cubicBezTo>
                  <a:pt x="167977" y="208765"/>
                  <a:pt x="164289" y="211730"/>
                  <a:pt x="160857" y="214976"/>
                </a:cubicBezTo>
                <a:cubicBezTo>
                  <a:pt x="158066" y="217592"/>
                  <a:pt x="155748" y="220670"/>
                  <a:pt x="154003" y="224074"/>
                </a:cubicBezTo>
                <a:cubicBezTo>
                  <a:pt x="152434" y="227318"/>
                  <a:pt x="151639" y="230882"/>
                  <a:pt x="151681" y="234485"/>
                </a:cubicBezTo>
                <a:lnTo>
                  <a:pt x="226772" y="234485"/>
                </a:lnTo>
                <a:close/>
              </a:path>
            </a:pathLst>
          </a:custGeom>
          <a:solidFill>
            <a:srgbClr val="7030A0"/>
          </a:solidFill>
          <a:ln w="456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그래픽 42" descr="배지 3 단색으로 채워진">
            <a:extLst>
              <a:ext uri="{FF2B5EF4-FFF2-40B4-BE49-F238E27FC236}">
                <a16:creationId xmlns:a16="http://schemas.microsoft.com/office/drawing/2014/main" id="{6D0AA926-C5DC-1199-AF1F-12AE57BA2C59}"/>
              </a:ext>
            </a:extLst>
          </p:cNvPr>
          <p:cNvSpPr/>
          <p:nvPr/>
        </p:nvSpPr>
        <p:spPr>
          <a:xfrm>
            <a:off x="5821086" y="3711210"/>
            <a:ext cx="389031" cy="389963"/>
          </a:xfrm>
          <a:custGeom>
            <a:avLst/>
            <a:gdLst>
              <a:gd name="csX0" fmla="*/ 176297 w 352584"/>
              <a:gd name="csY0" fmla="*/ 0 h 352584"/>
              <a:gd name="csX1" fmla="*/ 0 w 352584"/>
              <a:gd name="csY1" fmla="*/ 176288 h 352584"/>
              <a:gd name="csX2" fmla="*/ 176288 w 352584"/>
              <a:gd name="csY2" fmla="*/ 352585 h 352584"/>
              <a:gd name="csX3" fmla="*/ 352585 w 352584"/>
              <a:gd name="csY3" fmla="*/ 176297 h 352584"/>
              <a:gd name="csX4" fmla="*/ 352585 w 352584"/>
              <a:gd name="csY4" fmla="*/ 176279 h 352584"/>
              <a:gd name="csX5" fmla="*/ 176436 w 352584"/>
              <a:gd name="csY5" fmla="*/ 0 h 352584"/>
              <a:gd name="csX6" fmla="*/ 176297 w 352584"/>
              <a:gd name="csY6" fmla="*/ 0 h 352584"/>
              <a:gd name="csX7" fmla="*/ 222937 w 352584"/>
              <a:gd name="csY7" fmla="*/ 229914 h 352584"/>
              <a:gd name="csX8" fmla="*/ 209755 w 352584"/>
              <a:gd name="csY8" fmla="*/ 244400 h 352584"/>
              <a:gd name="csX9" fmla="*/ 190417 w 352584"/>
              <a:gd name="csY9" fmla="*/ 253261 h 352584"/>
              <a:gd name="csX10" fmla="*/ 167209 w 352584"/>
              <a:gd name="csY10" fmla="*/ 256269 h 352584"/>
              <a:gd name="csX11" fmla="*/ 143629 w 352584"/>
              <a:gd name="csY11" fmla="*/ 254185 h 352584"/>
              <a:gd name="csX12" fmla="*/ 124983 w 352584"/>
              <a:gd name="csY12" fmla="*/ 247947 h 352584"/>
              <a:gd name="csX13" fmla="*/ 124983 w 352584"/>
              <a:gd name="csY13" fmla="*/ 224195 h 352584"/>
              <a:gd name="csX14" fmla="*/ 145406 w 352584"/>
              <a:gd name="csY14" fmla="*/ 233599 h 352584"/>
              <a:gd name="csX15" fmla="*/ 167979 w 352584"/>
              <a:gd name="csY15" fmla="*/ 236681 h 352584"/>
              <a:gd name="csX16" fmla="*/ 178924 w 352584"/>
              <a:gd name="csY16" fmla="*/ 235600 h 352584"/>
              <a:gd name="csX17" fmla="*/ 189795 w 352584"/>
              <a:gd name="csY17" fmla="*/ 231673 h 352584"/>
              <a:gd name="csX18" fmla="*/ 198118 w 352584"/>
              <a:gd name="csY18" fmla="*/ 223889 h 352584"/>
              <a:gd name="csX19" fmla="*/ 201423 w 352584"/>
              <a:gd name="csY19" fmla="*/ 211407 h 352584"/>
              <a:gd name="csX20" fmla="*/ 198271 w 352584"/>
              <a:gd name="csY20" fmla="*/ 198536 h 352584"/>
              <a:gd name="csX21" fmla="*/ 189484 w 352584"/>
              <a:gd name="csY21" fmla="*/ 189907 h 352584"/>
              <a:gd name="csX22" fmla="*/ 176232 w 352584"/>
              <a:gd name="csY22" fmla="*/ 185051 h 352584"/>
              <a:gd name="csX23" fmla="*/ 159657 w 352584"/>
              <a:gd name="csY23" fmla="*/ 183510 h 352584"/>
              <a:gd name="csX24" fmla="*/ 145332 w 352584"/>
              <a:gd name="csY24" fmla="*/ 183510 h 352584"/>
              <a:gd name="csX25" fmla="*/ 145332 w 352584"/>
              <a:gd name="csY25" fmla="*/ 163783 h 352584"/>
              <a:gd name="csX26" fmla="*/ 158895 w 352584"/>
              <a:gd name="csY26" fmla="*/ 163783 h 352584"/>
              <a:gd name="csX27" fmla="*/ 173619 w 352584"/>
              <a:gd name="csY27" fmla="*/ 162391 h 352584"/>
              <a:gd name="csX28" fmla="*/ 185177 w 352584"/>
              <a:gd name="csY28" fmla="*/ 157846 h 352584"/>
              <a:gd name="csX29" fmla="*/ 192729 w 352584"/>
              <a:gd name="csY29" fmla="*/ 149751 h 352584"/>
              <a:gd name="csX30" fmla="*/ 195426 w 352584"/>
              <a:gd name="csY30" fmla="*/ 137734 h 352584"/>
              <a:gd name="csX31" fmla="*/ 192887 w 352584"/>
              <a:gd name="csY31" fmla="*/ 126867 h 352584"/>
              <a:gd name="csX32" fmla="*/ 186388 w 352584"/>
              <a:gd name="csY32" fmla="*/ 120239 h 352584"/>
              <a:gd name="csX33" fmla="*/ 177829 w 352584"/>
              <a:gd name="csY33" fmla="*/ 116925 h 352584"/>
              <a:gd name="csX34" fmla="*/ 168894 w 352584"/>
              <a:gd name="csY34" fmla="*/ 115997 h 352584"/>
              <a:gd name="csX35" fmla="*/ 149779 w 352584"/>
              <a:gd name="csY35" fmla="*/ 118782 h 352584"/>
              <a:gd name="csX36" fmla="*/ 131593 w 352584"/>
              <a:gd name="csY36" fmla="*/ 127100 h 352584"/>
              <a:gd name="csX37" fmla="*/ 131593 w 352584"/>
              <a:gd name="csY37" fmla="*/ 105232 h 352584"/>
              <a:gd name="csX38" fmla="*/ 149904 w 352584"/>
              <a:gd name="csY38" fmla="*/ 98525 h 352584"/>
              <a:gd name="csX39" fmla="*/ 171089 w 352584"/>
              <a:gd name="csY39" fmla="*/ 96292 h 352584"/>
              <a:gd name="csX40" fmla="*/ 189976 w 352584"/>
              <a:gd name="csY40" fmla="*/ 98525 h 352584"/>
              <a:gd name="csX41" fmla="*/ 206222 w 352584"/>
              <a:gd name="csY41" fmla="*/ 105386 h 352584"/>
              <a:gd name="csX42" fmla="*/ 217553 w 352584"/>
              <a:gd name="csY42" fmla="*/ 117097 h 352584"/>
              <a:gd name="csX43" fmla="*/ 221786 w 352584"/>
              <a:gd name="csY43" fmla="*/ 133895 h 352584"/>
              <a:gd name="csX44" fmla="*/ 212930 w 352584"/>
              <a:gd name="csY44" fmla="*/ 159174 h 352584"/>
              <a:gd name="csX45" fmla="*/ 188653 w 352584"/>
              <a:gd name="csY45" fmla="*/ 172579 h 352584"/>
              <a:gd name="csX46" fmla="*/ 203293 w 352584"/>
              <a:gd name="csY46" fmla="*/ 176293 h 352584"/>
              <a:gd name="csX47" fmla="*/ 215858 w 352584"/>
              <a:gd name="csY47" fmla="*/ 184077 h 352584"/>
              <a:gd name="csX48" fmla="*/ 224562 w 352584"/>
              <a:gd name="csY48" fmla="*/ 195481 h 352584"/>
              <a:gd name="csX49" fmla="*/ 227811 w 352584"/>
              <a:gd name="csY49" fmla="*/ 209894 h 352584"/>
              <a:gd name="csX50" fmla="*/ 222937 w 352584"/>
              <a:gd name="csY50" fmla="*/ 229914 h 3525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352584" h="352584">
                <a:moveTo>
                  <a:pt x="176297" y="0"/>
                </a:moveTo>
                <a:cubicBezTo>
                  <a:pt x="78933" y="-3"/>
                  <a:pt x="3" y="78924"/>
                  <a:pt x="0" y="176288"/>
                </a:cubicBezTo>
                <a:cubicBezTo>
                  <a:pt x="-3" y="273652"/>
                  <a:pt x="78924" y="352582"/>
                  <a:pt x="176288" y="352585"/>
                </a:cubicBezTo>
                <a:cubicBezTo>
                  <a:pt x="273652" y="352587"/>
                  <a:pt x="352582" y="273661"/>
                  <a:pt x="352585" y="176297"/>
                </a:cubicBezTo>
                <a:cubicBezTo>
                  <a:pt x="352585" y="176291"/>
                  <a:pt x="352585" y="176285"/>
                  <a:pt x="352585" y="176279"/>
                </a:cubicBezTo>
                <a:cubicBezTo>
                  <a:pt x="352621" y="78958"/>
                  <a:pt x="273757" y="36"/>
                  <a:pt x="176436" y="0"/>
                </a:cubicBezTo>
                <a:cubicBezTo>
                  <a:pt x="176390" y="0"/>
                  <a:pt x="176344" y="0"/>
                  <a:pt x="176297" y="0"/>
                </a:cubicBezTo>
                <a:close/>
                <a:moveTo>
                  <a:pt x="222937" y="229914"/>
                </a:moveTo>
                <a:cubicBezTo>
                  <a:pt x="219694" y="235676"/>
                  <a:pt x="215187" y="240630"/>
                  <a:pt x="209755" y="244400"/>
                </a:cubicBezTo>
                <a:cubicBezTo>
                  <a:pt x="203875" y="248459"/>
                  <a:pt x="197330" y="251458"/>
                  <a:pt x="190417" y="253261"/>
                </a:cubicBezTo>
                <a:cubicBezTo>
                  <a:pt x="182850" y="255295"/>
                  <a:pt x="175044" y="256307"/>
                  <a:pt x="167209" y="256269"/>
                </a:cubicBezTo>
                <a:cubicBezTo>
                  <a:pt x="159301" y="256297"/>
                  <a:pt x="151409" y="255599"/>
                  <a:pt x="143629" y="254185"/>
                </a:cubicBezTo>
                <a:cubicBezTo>
                  <a:pt x="137115" y="253136"/>
                  <a:pt x="130817" y="251028"/>
                  <a:pt x="124983" y="247947"/>
                </a:cubicBezTo>
                <a:lnTo>
                  <a:pt x="124983" y="224195"/>
                </a:lnTo>
                <a:cubicBezTo>
                  <a:pt x="131177" y="228519"/>
                  <a:pt x="138093" y="231704"/>
                  <a:pt x="145406" y="233599"/>
                </a:cubicBezTo>
                <a:cubicBezTo>
                  <a:pt x="152763" y="235614"/>
                  <a:pt x="160352" y="236651"/>
                  <a:pt x="167979" y="236681"/>
                </a:cubicBezTo>
                <a:cubicBezTo>
                  <a:pt x="171653" y="236655"/>
                  <a:pt x="175317" y="236293"/>
                  <a:pt x="178924" y="235600"/>
                </a:cubicBezTo>
                <a:cubicBezTo>
                  <a:pt x="182744" y="234913"/>
                  <a:pt x="186419" y="233586"/>
                  <a:pt x="189795" y="231673"/>
                </a:cubicBezTo>
                <a:cubicBezTo>
                  <a:pt x="193140" y="229764"/>
                  <a:pt x="195990" y="227098"/>
                  <a:pt x="198118" y="223889"/>
                </a:cubicBezTo>
                <a:cubicBezTo>
                  <a:pt x="200444" y="220153"/>
                  <a:pt x="201595" y="215805"/>
                  <a:pt x="201423" y="211407"/>
                </a:cubicBezTo>
                <a:cubicBezTo>
                  <a:pt x="201559" y="206910"/>
                  <a:pt x="200469" y="202461"/>
                  <a:pt x="198271" y="198536"/>
                </a:cubicBezTo>
                <a:cubicBezTo>
                  <a:pt x="196125" y="194957"/>
                  <a:pt x="193101" y="191987"/>
                  <a:pt x="189484" y="189907"/>
                </a:cubicBezTo>
                <a:cubicBezTo>
                  <a:pt x="185368" y="187563"/>
                  <a:pt x="180889" y="185922"/>
                  <a:pt x="176232" y="185051"/>
                </a:cubicBezTo>
                <a:cubicBezTo>
                  <a:pt x="170772" y="183989"/>
                  <a:pt x="165219" y="183473"/>
                  <a:pt x="159657" y="183510"/>
                </a:cubicBezTo>
                <a:lnTo>
                  <a:pt x="145332" y="183510"/>
                </a:lnTo>
                <a:lnTo>
                  <a:pt x="145332" y="163783"/>
                </a:lnTo>
                <a:lnTo>
                  <a:pt x="158895" y="163783"/>
                </a:lnTo>
                <a:cubicBezTo>
                  <a:pt x="163838" y="163819"/>
                  <a:pt x="168771" y="163353"/>
                  <a:pt x="173619" y="162391"/>
                </a:cubicBezTo>
                <a:cubicBezTo>
                  <a:pt x="177722" y="161614"/>
                  <a:pt x="181643" y="160072"/>
                  <a:pt x="185177" y="157846"/>
                </a:cubicBezTo>
                <a:cubicBezTo>
                  <a:pt x="188334" y="155825"/>
                  <a:pt x="190932" y="153041"/>
                  <a:pt x="192729" y="149751"/>
                </a:cubicBezTo>
                <a:cubicBezTo>
                  <a:pt x="194626" y="146036"/>
                  <a:pt x="195554" y="141903"/>
                  <a:pt x="195426" y="137734"/>
                </a:cubicBezTo>
                <a:cubicBezTo>
                  <a:pt x="195580" y="133948"/>
                  <a:pt x="194703" y="130192"/>
                  <a:pt x="192887" y="126867"/>
                </a:cubicBezTo>
                <a:cubicBezTo>
                  <a:pt x="191300" y="124156"/>
                  <a:pt x="189067" y="121880"/>
                  <a:pt x="186388" y="120239"/>
                </a:cubicBezTo>
                <a:cubicBezTo>
                  <a:pt x="183752" y="118641"/>
                  <a:pt x="180854" y="117519"/>
                  <a:pt x="177829" y="116925"/>
                </a:cubicBezTo>
                <a:cubicBezTo>
                  <a:pt x="174888" y="116322"/>
                  <a:pt x="171895" y="116011"/>
                  <a:pt x="168894" y="115997"/>
                </a:cubicBezTo>
                <a:cubicBezTo>
                  <a:pt x="162425" y="116056"/>
                  <a:pt x="155995" y="116994"/>
                  <a:pt x="149779" y="118782"/>
                </a:cubicBezTo>
                <a:cubicBezTo>
                  <a:pt x="143302" y="120539"/>
                  <a:pt x="137158" y="123349"/>
                  <a:pt x="131593" y="127100"/>
                </a:cubicBezTo>
                <a:lnTo>
                  <a:pt x="131593" y="105232"/>
                </a:lnTo>
                <a:cubicBezTo>
                  <a:pt x="137363" y="102174"/>
                  <a:pt x="143524" y="99918"/>
                  <a:pt x="149904" y="98525"/>
                </a:cubicBezTo>
                <a:cubicBezTo>
                  <a:pt x="156862" y="97003"/>
                  <a:pt x="163967" y="96254"/>
                  <a:pt x="171089" y="96292"/>
                </a:cubicBezTo>
                <a:cubicBezTo>
                  <a:pt x="177452" y="96281"/>
                  <a:pt x="183792" y="97031"/>
                  <a:pt x="189976" y="98525"/>
                </a:cubicBezTo>
                <a:cubicBezTo>
                  <a:pt x="195741" y="99874"/>
                  <a:pt x="201235" y="102194"/>
                  <a:pt x="206222" y="105386"/>
                </a:cubicBezTo>
                <a:cubicBezTo>
                  <a:pt x="210849" y="108367"/>
                  <a:pt x="214726" y="112374"/>
                  <a:pt x="217553" y="117097"/>
                </a:cubicBezTo>
                <a:cubicBezTo>
                  <a:pt x="220473" y="122204"/>
                  <a:pt x="221937" y="128014"/>
                  <a:pt x="221786" y="133895"/>
                </a:cubicBezTo>
                <a:cubicBezTo>
                  <a:pt x="222154" y="143140"/>
                  <a:pt x="218987" y="152179"/>
                  <a:pt x="212930" y="159174"/>
                </a:cubicBezTo>
                <a:cubicBezTo>
                  <a:pt x="206443" y="166077"/>
                  <a:pt x="197951" y="170766"/>
                  <a:pt x="188653" y="172579"/>
                </a:cubicBezTo>
                <a:cubicBezTo>
                  <a:pt x="193688" y="173099"/>
                  <a:pt x="198620" y="174350"/>
                  <a:pt x="203293" y="176293"/>
                </a:cubicBezTo>
                <a:cubicBezTo>
                  <a:pt x="207887" y="178167"/>
                  <a:pt x="212134" y="180798"/>
                  <a:pt x="215858" y="184077"/>
                </a:cubicBezTo>
                <a:cubicBezTo>
                  <a:pt x="219473" y="187276"/>
                  <a:pt x="222430" y="191150"/>
                  <a:pt x="224562" y="195481"/>
                </a:cubicBezTo>
                <a:cubicBezTo>
                  <a:pt x="226751" y="199967"/>
                  <a:pt x="227864" y="204902"/>
                  <a:pt x="227811" y="209894"/>
                </a:cubicBezTo>
                <a:cubicBezTo>
                  <a:pt x="227957" y="216878"/>
                  <a:pt x="226277" y="223778"/>
                  <a:pt x="222937" y="229914"/>
                </a:cubicBezTo>
                <a:close/>
              </a:path>
            </a:pathLst>
          </a:custGeom>
          <a:solidFill>
            <a:srgbClr val="7030A0"/>
          </a:solidFill>
          <a:ln w="456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그래픽 39" descr="배지 단색으로 채워진">
            <a:extLst>
              <a:ext uri="{FF2B5EF4-FFF2-40B4-BE49-F238E27FC236}">
                <a16:creationId xmlns:a16="http://schemas.microsoft.com/office/drawing/2014/main" id="{DEEC308A-6045-2162-381B-F39E36CBC779}"/>
              </a:ext>
            </a:extLst>
          </p:cNvPr>
          <p:cNvSpPr/>
          <p:nvPr/>
        </p:nvSpPr>
        <p:spPr>
          <a:xfrm>
            <a:off x="4241173" y="2247335"/>
            <a:ext cx="389031" cy="389964"/>
          </a:xfrm>
          <a:custGeom>
            <a:avLst/>
            <a:gdLst>
              <a:gd name="csX0" fmla="*/ 176368 w 352735"/>
              <a:gd name="csY0" fmla="*/ 0 h 352735"/>
              <a:gd name="csX1" fmla="*/ 0 w 352735"/>
              <a:gd name="csY1" fmla="*/ 176368 h 352735"/>
              <a:gd name="csX2" fmla="*/ 176368 w 352735"/>
              <a:gd name="csY2" fmla="*/ 352736 h 352735"/>
              <a:gd name="csX3" fmla="*/ 352735 w 352735"/>
              <a:gd name="csY3" fmla="*/ 176368 h 352735"/>
              <a:gd name="csX4" fmla="*/ 352735 w 352735"/>
              <a:gd name="csY4" fmla="*/ 176354 h 352735"/>
              <a:gd name="csX5" fmla="*/ 176502 w 352735"/>
              <a:gd name="csY5" fmla="*/ 0 h 352735"/>
              <a:gd name="csX6" fmla="*/ 176368 w 352735"/>
              <a:gd name="csY6" fmla="*/ 0 h 352735"/>
              <a:gd name="csX7" fmla="*/ 226790 w 352735"/>
              <a:gd name="csY7" fmla="*/ 255452 h 352735"/>
              <a:gd name="csX8" fmla="*/ 125950 w 352735"/>
              <a:gd name="csY8" fmla="*/ 255452 h 352735"/>
              <a:gd name="csX9" fmla="*/ 125950 w 352735"/>
              <a:gd name="csY9" fmla="*/ 240652 h 352735"/>
              <a:gd name="csX10" fmla="*/ 129340 w 352735"/>
              <a:gd name="csY10" fmla="*/ 222541 h 352735"/>
              <a:gd name="csX11" fmla="*/ 138665 w 352735"/>
              <a:gd name="csY11" fmla="*/ 207681 h 352735"/>
              <a:gd name="csX12" fmla="*/ 152471 w 352735"/>
              <a:gd name="csY12" fmla="*/ 195041 h 352735"/>
              <a:gd name="csX13" fmla="*/ 169430 w 352735"/>
              <a:gd name="csY13" fmla="*/ 183631 h 352735"/>
              <a:gd name="csX14" fmla="*/ 183826 w 352735"/>
              <a:gd name="csY14" fmla="*/ 173298 h 352735"/>
              <a:gd name="csX15" fmla="*/ 192784 w 352735"/>
              <a:gd name="csY15" fmla="*/ 163463 h 352735"/>
              <a:gd name="csX16" fmla="*/ 197339 w 352735"/>
              <a:gd name="csY16" fmla="*/ 153515 h 352735"/>
              <a:gd name="csX17" fmla="*/ 198570 w 352735"/>
              <a:gd name="csY17" fmla="*/ 142412 h 352735"/>
              <a:gd name="csX18" fmla="*/ 197028 w 352735"/>
              <a:gd name="csY18" fmla="*/ 132855 h 352735"/>
              <a:gd name="csX19" fmla="*/ 192477 w 352735"/>
              <a:gd name="csY19" fmla="*/ 124761 h 352735"/>
              <a:gd name="csX20" fmla="*/ 184768 w 352735"/>
              <a:gd name="csY20" fmla="*/ 119188 h 352735"/>
              <a:gd name="csX21" fmla="*/ 173902 w 352735"/>
              <a:gd name="csY21" fmla="*/ 117108 h 352735"/>
              <a:gd name="csX22" fmla="*/ 152930 w 352735"/>
              <a:gd name="csY22" fmla="*/ 122044 h 352735"/>
              <a:gd name="csX23" fmla="*/ 134276 w 352735"/>
              <a:gd name="csY23" fmla="*/ 135302 h 352735"/>
              <a:gd name="csX24" fmla="*/ 134276 w 352735"/>
              <a:gd name="csY24" fmla="*/ 111247 h 352735"/>
              <a:gd name="csX25" fmla="*/ 153005 w 352735"/>
              <a:gd name="csY25" fmla="*/ 100455 h 352735"/>
              <a:gd name="csX26" fmla="*/ 176224 w 352735"/>
              <a:gd name="csY26" fmla="*/ 97205 h 352735"/>
              <a:gd name="csX27" fmla="*/ 194725 w 352735"/>
              <a:gd name="csY27" fmla="*/ 99991 h 352735"/>
              <a:gd name="csX28" fmla="*/ 209836 w 352735"/>
              <a:gd name="csY28" fmla="*/ 108085 h 352735"/>
              <a:gd name="csX29" fmla="*/ 220015 w 352735"/>
              <a:gd name="csY29" fmla="*/ 121343 h 352735"/>
              <a:gd name="csX30" fmla="*/ 223730 w 352735"/>
              <a:gd name="csY30" fmla="*/ 139454 h 352735"/>
              <a:gd name="csX31" fmla="*/ 221794 w 352735"/>
              <a:gd name="csY31" fmla="*/ 156102 h 352735"/>
              <a:gd name="csX32" fmla="*/ 215441 w 352735"/>
              <a:gd name="csY32" fmla="*/ 170493 h 352735"/>
              <a:gd name="csX33" fmla="*/ 203961 w 352735"/>
              <a:gd name="csY33" fmla="*/ 183603 h 352735"/>
              <a:gd name="csX34" fmla="*/ 186691 w 352735"/>
              <a:gd name="csY34" fmla="*/ 196397 h 352735"/>
              <a:gd name="csX35" fmla="*/ 171886 w 352735"/>
              <a:gd name="csY35" fmla="*/ 206111 h 352735"/>
              <a:gd name="csX36" fmla="*/ 160857 w 352735"/>
              <a:gd name="csY36" fmla="*/ 214976 h 352735"/>
              <a:gd name="csX37" fmla="*/ 154003 w 352735"/>
              <a:gd name="csY37" fmla="*/ 224074 h 352735"/>
              <a:gd name="csX38" fmla="*/ 151681 w 352735"/>
              <a:gd name="csY38" fmla="*/ 234485 h 352735"/>
              <a:gd name="csX39" fmla="*/ 226772 w 352735"/>
              <a:gd name="csY39" fmla="*/ 234485 h 35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352735" h="352735">
                <a:moveTo>
                  <a:pt x="176368" y="0"/>
                </a:moveTo>
                <a:cubicBezTo>
                  <a:pt x="78963" y="0"/>
                  <a:pt x="0" y="78963"/>
                  <a:pt x="0" y="176368"/>
                </a:cubicBezTo>
                <a:cubicBezTo>
                  <a:pt x="0" y="273773"/>
                  <a:pt x="78963" y="352736"/>
                  <a:pt x="176368" y="352736"/>
                </a:cubicBezTo>
                <a:cubicBezTo>
                  <a:pt x="273773" y="352736"/>
                  <a:pt x="352735" y="273773"/>
                  <a:pt x="352735" y="176368"/>
                </a:cubicBezTo>
                <a:cubicBezTo>
                  <a:pt x="352735" y="176363"/>
                  <a:pt x="352735" y="176358"/>
                  <a:pt x="352735" y="176354"/>
                </a:cubicBezTo>
                <a:cubicBezTo>
                  <a:pt x="352769" y="78990"/>
                  <a:pt x="273867" y="33"/>
                  <a:pt x="176502" y="0"/>
                </a:cubicBezTo>
                <a:cubicBezTo>
                  <a:pt x="176457" y="0"/>
                  <a:pt x="176413" y="0"/>
                  <a:pt x="176368" y="0"/>
                </a:cubicBezTo>
                <a:close/>
                <a:moveTo>
                  <a:pt x="226790" y="255452"/>
                </a:moveTo>
                <a:lnTo>
                  <a:pt x="125950" y="255452"/>
                </a:lnTo>
                <a:lnTo>
                  <a:pt x="125950" y="240652"/>
                </a:lnTo>
                <a:cubicBezTo>
                  <a:pt x="125858" y="234449"/>
                  <a:pt x="127010" y="228291"/>
                  <a:pt x="129340" y="222541"/>
                </a:cubicBezTo>
                <a:cubicBezTo>
                  <a:pt x="131623" y="217115"/>
                  <a:pt x="134772" y="212096"/>
                  <a:pt x="138665" y="207681"/>
                </a:cubicBezTo>
                <a:cubicBezTo>
                  <a:pt x="142807" y="202992"/>
                  <a:pt x="147435" y="198755"/>
                  <a:pt x="152471" y="195041"/>
                </a:cubicBezTo>
                <a:cubicBezTo>
                  <a:pt x="157715" y="191137"/>
                  <a:pt x="163368" y="187333"/>
                  <a:pt x="169430" y="183631"/>
                </a:cubicBezTo>
                <a:cubicBezTo>
                  <a:pt x="174506" y="180591"/>
                  <a:pt x="179321" y="177135"/>
                  <a:pt x="183826" y="173298"/>
                </a:cubicBezTo>
                <a:cubicBezTo>
                  <a:pt x="187212" y="170408"/>
                  <a:pt x="190222" y="167104"/>
                  <a:pt x="192784" y="163463"/>
                </a:cubicBezTo>
                <a:cubicBezTo>
                  <a:pt x="194892" y="160450"/>
                  <a:pt x="196436" y="157080"/>
                  <a:pt x="197339" y="153515"/>
                </a:cubicBezTo>
                <a:cubicBezTo>
                  <a:pt x="198186" y="149876"/>
                  <a:pt x="198600" y="146149"/>
                  <a:pt x="198570" y="142412"/>
                </a:cubicBezTo>
                <a:cubicBezTo>
                  <a:pt x="198575" y="139164"/>
                  <a:pt x="198055" y="135937"/>
                  <a:pt x="197028" y="132855"/>
                </a:cubicBezTo>
                <a:cubicBezTo>
                  <a:pt x="196061" y="129883"/>
                  <a:pt x="194514" y="127132"/>
                  <a:pt x="192477" y="124761"/>
                </a:cubicBezTo>
                <a:cubicBezTo>
                  <a:pt x="190354" y="122353"/>
                  <a:pt x="187721" y="120449"/>
                  <a:pt x="184768" y="119188"/>
                </a:cubicBezTo>
                <a:cubicBezTo>
                  <a:pt x="181332" y="117742"/>
                  <a:pt x="177630" y="117033"/>
                  <a:pt x="173902" y="117108"/>
                </a:cubicBezTo>
                <a:cubicBezTo>
                  <a:pt x="166620" y="117081"/>
                  <a:pt x="159435" y="118772"/>
                  <a:pt x="152930" y="122044"/>
                </a:cubicBezTo>
                <a:cubicBezTo>
                  <a:pt x="146090" y="125516"/>
                  <a:pt x="139803" y="129983"/>
                  <a:pt x="134276" y="135302"/>
                </a:cubicBezTo>
                <a:lnTo>
                  <a:pt x="134276" y="111247"/>
                </a:lnTo>
                <a:cubicBezTo>
                  <a:pt x="139617" y="106273"/>
                  <a:pt x="146022" y="102581"/>
                  <a:pt x="153005" y="100455"/>
                </a:cubicBezTo>
                <a:cubicBezTo>
                  <a:pt x="160539" y="98221"/>
                  <a:pt x="168366" y="97125"/>
                  <a:pt x="176224" y="97205"/>
                </a:cubicBezTo>
                <a:cubicBezTo>
                  <a:pt x="182499" y="97161"/>
                  <a:pt x="188741" y="98101"/>
                  <a:pt x="194725" y="99991"/>
                </a:cubicBezTo>
                <a:cubicBezTo>
                  <a:pt x="200231" y="101704"/>
                  <a:pt x="205359" y="104451"/>
                  <a:pt x="209836" y="108085"/>
                </a:cubicBezTo>
                <a:cubicBezTo>
                  <a:pt x="214188" y="111677"/>
                  <a:pt x="217669" y="116210"/>
                  <a:pt x="220015" y="121343"/>
                </a:cubicBezTo>
                <a:cubicBezTo>
                  <a:pt x="222569" y="127034"/>
                  <a:pt x="223837" y="133217"/>
                  <a:pt x="223730" y="139454"/>
                </a:cubicBezTo>
                <a:cubicBezTo>
                  <a:pt x="223784" y="145063"/>
                  <a:pt x="223134" y="150656"/>
                  <a:pt x="221794" y="156102"/>
                </a:cubicBezTo>
                <a:cubicBezTo>
                  <a:pt x="220480" y="161215"/>
                  <a:pt x="218334" y="166078"/>
                  <a:pt x="215441" y="170493"/>
                </a:cubicBezTo>
                <a:cubicBezTo>
                  <a:pt x="212216" y="175355"/>
                  <a:pt x="208355" y="179764"/>
                  <a:pt x="203961" y="183603"/>
                </a:cubicBezTo>
                <a:cubicBezTo>
                  <a:pt x="198553" y="188319"/>
                  <a:pt x="192778" y="192597"/>
                  <a:pt x="186691" y="196397"/>
                </a:cubicBezTo>
                <a:cubicBezTo>
                  <a:pt x="181137" y="199895"/>
                  <a:pt x="176202" y="203133"/>
                  <a:pt x="171886" y="206111"/>
                </a:cubicBezTo>
                <a:cubicBezTo>
                  <a:pt x="167977" y="208765"/>
                  <a:pt x="164289" y="211730"/>
                  <a:pt x="160857" y="214976"/>
                </a:cubicBezTo>
                <a:cubicBezTo>
                  <a:pt x="158066" y="217592"/>
                  <a:pt x="155748" y="220670"/>
                  <a:pt x="154003" y="224074"/>
                </a:cubicBezTo>
                <a:cubicBezTo>
                  <a:pt x="152434" y="227318"/>
                  <a:pt x="151639" y="230882"/>
                  <a:pt x="151681" y="234485"/>
                </a:cubicBezTo>
                <a:lnTo>
                  <a:pt x="226772" y="234485"/>
                </a:lnTo>
                <a:close/>
              </a:path>
            </a:pathLst>
          </a:custGeom>
          <a:solidFill>
            <a:srgbClr val="7030A0"/>
          </a:solidFill>
          <a:ln w="456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그래픽 42" descr="배지 3 단색으로 채워진">
            <a:extLst>
              <a:ext uri="{FF2B5EF4-FFF2-40B4-BE49-F238E27FC236}">
                <a16:creationId xmlns:a16="http://schemas.microsoft.com/office/drawing/2014/main" id="{2299B07F-2549-DACA-EFDA-5FB3EC77500E}"/>
              </a:ext>
            </a:extLst>
          </p:cNvPr>
          <p:cNvSpPr/>
          <p:nvPr/>
        </p:nvSpPr>
        <p:spPr>
          <a:xfrm>
            <a:off x="4920894" y="3081619"/>
            <a:ext cx="389031" cy="389963"/>
          </a:xfrm>
          <a:custGeom>
            <a:avLst/>
            <a:gdLst>
              <a:gd name="csX0" fmla="*/ 176297 w 352584"/>
              <a:gd name="csY0" fmla="*/ 0 h 352584"/>
              <a:gd name="csX1" fmla="*/ 0 w 352584"/>
              <a:gd name="csY1" fmla="*/ 176288 h 352584"/>
              <a:gd name="csX2" fmla="*/ 176288 w 352584"/>
              <a:gd name="csY2" fmla="*/ 352585 h 352584"/>
              <a:gd name="csX3" fmla="*/ 352585 w 352584"/>
              <a:gd name="csY3" fmla="*/ 176297 h 352584"/>
              <a:gd name="csX4" fmla="*/ 352585 w 352584"/>
              <a:gd name="csY4" fmla="*/ 176279 h 352584"/>
              <a:gd name="csX5" fmla="*/ 176436 w 352584"/>
              <a:gd name="csY5" fmla="*/ 0 h 352584"/>
              <a:gd name="csX6" fmla="*/ 176297 w 352584"/>
              <a:gd name="csY6" fmla="*/ 0 h 352584"/>
              <a:gd name="csX7" fmla="*/ 222937 w 352584"/>
              <a:gd name="csY7" fmla="*/ 229914 h 352584"/>
              <a:gd name="csX8" fmla="*/ 209755 w 352584"/>
              <a:gd name="csY8" fmla="*/ 244400 h 352584"/>
              <a:gd name="csX9" fmla="*/ 190417 w 352584"/>
              <a:gd name="csY9" fmla="*/ 253261 h 352584"/>
              <a:gd name="csX10" fmla="*/ 167209 w 352584"/>
              <a:gd name="csY10" fmla="*/ 256269 h 352584"/>
              <a:gd name="csX11" fmla="*/ 143629 w 352584"/>
              <a:gd name="csY11" fmla="*/ 254185 h 352584"/>
              <a:gd name="csX12" fmla="*/ 124983 w 352584"/>
              <a:gd name="csY12" fmla="*/ 247947 h 352584"/>
              <a:gd name="csX13" fmla="*/ 124983 w 352584"/>
              <a:gd name="csY13" fmla="*/ 224195 h 352584"/>
              <a:gd name="csX14" fmla="*/ 145406 w 352584"/>
              <a:gd name="csY14" fmla="*/ 233599 h 352584"/>
              <a:gd name="csX15" fmla="*/ 167979 w 352584"/>
              <a:gd name="csY15" fmla="*/ 236681 h 352584"/>
              <a:gd name="csX16" fmla="*/ 178924 w 352584"/>
              <a:gd name="csY16" fmla="*/ 235600 h 352584"/>
              <a:gd name="csX17" fmla="*/ 189795 w 352584"/>
              <a:gd name="csY17" fmla="*/ 231673 h 352584"/>
              <a:gd name="csX18" fmla="*/ 198118 w 352584"/>
              <a:gd name="csY18" fmla="*/ 223889 h 352584"/>
              <a:gd name="csX19" fmla="*/ 201423 w 352584"/>
              <a:gd name="csY19" fmla="*/ 211407 h 352584"/>
              <a:gd name="csX20" fmla="*/ 198271 w 352584"/>
              <a:gd name="csY20" fmla="*/ 198536 h 352584"/>
              <a:gd name="csX21" fmla="*/ 189484 w 352584"/>
              <a:gd name="csY21" fmla="*/ 189907 h 352584"/>
              <a:gd name="csX22" fmla="*/ 176232 w 352584"/>
              <a:gd name="csY22" fmla="*/ 185051 h 352584"/>
              <a:gd name="csX23" fmla="*/ 159657 w 352584"/>
              <a:gd name="csY23" fmla="*/ 183510 h 352584"/>
              <a:gd name="csX24" fmla="*/ 145332 w 352584"/>
              <a:gd name="csY24" fmla="*/ 183510 h 352584"/>
              <a:gd name="csX25" fmla="*/ 145332 w 352584"/>
              <a:gd name="csY25" fmla="*/ 163783 h 352584"/>
              <a:gd name="csX26" fmla="*/ 158895 w 352584"/>
              <a:gd name="csY26" fmla="*/ 163783 h 352584"/>
              <a:gd name="csX27" fmla="*/ 173619 w 352584"/>
              <a:gd name="csY27" fmla="*/ 162391 h 352584"/>
              <a:gd name="csX28" fmla="*/ 185177 w 352584"/>
              <a:gd name="csY28" fmla="*/ 157846 h 352584"/>
              <a:gd name="csX29" fmla="*/ 192729 w 352584"/>
              <a:gd name="csY29" fmla="*/ 149751 h 352584"/>
              <a:gd name="csX30" fmla="*/ 195426 w 352584"/>
              <a:gd name="csY30" fmla="*/ 137734 h 352584"/>
              <a:gd name="csX31" fmla="*/ 192887 w 352584"/>
              <a:gd name="csY31" fmla="*/ 126867 h 352584"/>
              <a:gd name="csX32" fmla="*/ 186388 w 352584"/>
              <a:gd name="csY32" fmla="*/ 120239 h 352584"/>
              <a:gd name="csX33" fmla="*/ 177829 w 352584"/>
              <a:gd name="csY33" fmla="*/ 116925 h 352584"/>
              <a:gd name="csX34" fmla="*/ 168894 w 352584"/>
              <a:gd name="csY34" fmla="*/ 115997 h 352584"/>
              <a:gd name="csX35" fmla="*/ 149779 w 352584"/>
              <a:gd name="csY35" fmla="*/ 118782 h 352584"/>
              <a:gd name="csX36" fmla="*/ 131593 w 352584"/>
              <a:gd name="csY36" fmla="*/ 127100 h 352584"/>
              <a:gd name="csX37" fmla="*/ 131593 w 352584"/>
              <a:gd name="csY37" fmla="*/ 105232 h 352584"/>
              <a:gd name="csX38" fmla="*/ 149904 w 352584"/>
              <a:gd name="csY38" fmla="*/ 98525 h 352584"/>
              <a:gd name="csX39" fmla="*/ 171089 w 352584"/>
              <a:gd name="csY39" fmla="*/ 96292 h 352584"/>
              <a:gd name="csX40" fmla="*/ 189976 w 352584"/>
              <a:gd name="csY40" fmla="*/ 98525 h 352584"/>
              <a:gd name="csX41" fmla="*/ 206222 w 352584"/>
              <a:gd name="csY41" fmla="*/ 105386 h 352584"/>
              <a:gd name="csX42" fmla="*/ 217553 w 352584"/>
              <a:gd name="csY42" fmla="*/ 117097 h 352584"/>
              <a:gd name="csX43" fmla="*/ 221786 w 352584"/>
              <a:gd name="csY43" fmla="*/ 133895 h 352584"/>
              <a:gd name="csX44" fmla="*/ 212930 w 352584"/>
              <a:gd name="csY44" fmla="*/ 159174 h 352584"/>
              <a:gd name="csX45" fmla="*/ 188653 w 352584"/>
              <a:gd name="csY45" fmla="*/ 172579 h 352584"/>
              <a:gd name="csX46" fmla="*/ 203293 w 352584"/>
              <a:gd name="csY46" fmla="*/ 176293 h 352584"/>
              <a:gd name="csX47" fmla="*/ 215858 w 352584"/>
              <a:gd name="csY47" fmla="*/ 184077 h 352584"/>
              <a:gd name="csX48" fmla="*/ 224562 w 352584"/>
              <a:gd name="csY48" fmla="*/ 195481 h 352584"/>
              <a:gd name="csX49" fmla="*/ 227811 w 352584"/>
              <a:gd name="csY49" fmla="*/ 209894 h 352584"/>
              <a:gd name="csX50" fmla="*/ 222937 w 352584"/>
              <a:gd name="csY50" fmla="*/ 229914 h 3525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352584" h="352584">
                <a:moveTo>
                  <a:pt x="176297" y="0"/>
                </a:moveTo>
                <a:cubicBezTo>
                  <a:pt x="78933" y="-3"/>
                  <a:pt x="3" y="78924"/>
                  <a:pt x="0" y="176288"/>
                </a:cubicBezTo>
                <a:cubicBezTo>
                  <a:pt x="-3" y="273652"/>
                  <a:pt x="78924" y="352582"/>
                  <a:pt x="176288" y="352585"/>
                </a:cubicBezTo>
                <a:cubicBezTo>
                  <a:pt x="273652" y="352587"/>
                  <a:pt x="352582" y="273661"/>
                  <a:pt x="352585" y="176297"/>
                </a:cubicBezTo>
                <a:cubicBezTo>
                  <a:pt x="352585" y="176291"/>
                  <a:pt x="352585" y="176285"/>
                  <a:pt x="352585" y="176279"/>
                </a:cubicBezTo>
                <a:cubicBezTo>
                  <a:pt x="352621" y="78958"/>
                  <a:pt x="273757" y="36"/>
                  <a:pt x="176436" y="0"/>
                </a:cubicBezTo>
                <a:cubicBezTo>
                  <a:pt x="176390" y="0"/>
                  <a:pt x="176344" y="0"/>
                  <a:pt x="176297" y="0"/>
                </a:cubicBezTo>
                <a:close/>
                <a:moveTo>
                  <a:pt x="222937" y="229914"/>
                </a:moveTo>
                <a:cubicBezTo>
                  <a:pt x="219694" y="235676"/>
                  <a:pt x="215187" y="240630"/>
                  <a:pt x="209755" y="244400"/>
                </a:cubicBezTo>
                <a:cubicBezTo>
                  <a:pt x="203875" y="248459"/>
                  <a:pt x="197330" y="251458"/>
                  <a:pt x="190417" y="253261"/>
                </a:cubicBezTo>
                <a:cubicBezTo>
                  <a:pt x="182850" y="255295"/>
                  <a:pt x="175044" y="256307"/>
                  <a:pt x="167209" y="256269"/>
                </a:cubicBezTo>
                <a:cubicBezTo>
                  <a:pt x="159301" y="256297"/>
                  <a:pt x="151409" y="255599"/>
                  <a:pt x="143629" y="254185"/>
                </a:cubicBezTo>
                <a:cubicBezTo>
                  <a:pt x="137115" y="253136"/>
                  <a:pt x="130817" y="251028"/>
                  <a:pt x="124983" y="247947"/>
                </a:cubicBezTo>
                <a:lnTo>
                  <a:pt x="124983" y="224195"/>
                </a:lnTo>
                <a:cubicBezTo>
                  <a:pt x="131177" y="228519"/>
                  <a:pt x="138093" y="231704"/>
                  <a:pt x="145406" y="233599"/>
                </a:cubicBezTo>
                <a:cubicBezTo>
                  <a:pt x="152763" y="235614"/>
                  <a:pt x="160352" y="236651"/>
                  <a:pt x="167979" y="236681"/>
                </a:cubicBezTo>
                <a:cubicBezTo>
                  <a:pt x="171653" y="236655"/>
                  <a:pt x="175317" y="236293"/>
                  <a:pt x="178924" y="235600"/>
                </a:cubicBezTo>
                <a:cubicBezTo>
                  <a:pt x="182744" y="234913"/>
                  <a:pt x="186419" y="233586"/>
                  <a:pt x="189795" y="231673"/>
                </a:cubicBezTo>
                <a:cubicBezTo>
                  <a:pt x="193140" y="229764"/>
                  <a:pt x="195990" y="227098"/>
                  <a:pt x="198118" y="223889"/>
                </a:cubicBezTo>
                <a:cubicBezTo>
                  <a:pt x="200444" y="220153"/>
                  <a:pt x="201595" y="215805"/>
                  <a:pt x="201423" y="211407"/>
                </a:cubicBezTo>
                <a:cubicBezTo>
                  <a:pt x="201559" y="206910"/>
                  <a:pt x="200469" y="202461"/>
                  <a:pt x="198271" y="198536"/>
                </a:cubicBezTo>
                <a:cubicBezTo>
                  <a:pt x="196125" y="194957"/>
                  <a:pt x="193101" y="191987"/>
                  <a:pt x="189484" y="189907"/>
                </a:cubicBezTo>
                <a:cubicBezTo>
                  <a:pt x="185368" y="187563"/>
                  <a:pt x="180889" y="185922"/>
                  <a:pt x="176232" y="185051"/>
                </a:cubicBezTo>
                <a:cubicBezTo>
                  <a:pt x="170772" y="183989"/>
                  <a:pt x="165219" y="183473"/>
                  <a:pt x="159657" y="183510"/>
                </a:cubicBezTo>
                <a:lnTo>
                  <a:pt x="145332" y="183510"/>
                </a:lnTo>
                <a:lnTo>
                  <a:pt x="145332" y="163783"/>
                </a:lnTo>
                <a:lnTo>
                  <a:pt x="158895" y="163783"/>
                </a:lnTo>
                <a:cubicBezTo>
                  <a:pt x="163838" y="163819"/>
                  <a:pt x="168771" y="163353"/>
                  <a:pt x="173619" y="162391"/>
                </a:cubicBezTo>
                <a:cubicBezTo>
                  <a:pt x="177722" y="161614"/>
                  <a:pt x="181643" y="160072"/>
                  <a:pt x="185177" y="157846"/>
                </a:cubicBezTo>
                <a:cubicBezTo>
                  <a:pt x="188334" y="155825"/>
                  <a:pt x="190932" y="153041"/>
                  <a:pt x="192729" y="149751"/>
                </a:cubicBezTo>
                <a:cubicBezTo>
                  <a:pt x="194626" y="146036"/>
                  <a:pt x="195554" y="141903"/>
                  <a:pt x="195426" y="137734"/>
                </a:cubicBezTo>
                <a:cubicBezTo>
                  <a:pt x="195580" y="133948"/>
                  <a:pt x="194703" y="130192"/>
                  <a:pt x="192887" y="126867"/>
                </a:cubicBezTo>
                <a:cubicBezTo>
                  <a:pt x="191300" y="124156"/>
                  <a:pt x="189067" y="121880"/>
                  <a:pt x="186388" y="120239"/>
                </a:cubicBezTo>
                <a:cubicBezTo>
                  <a:pt x="183752" y="118641"/>
                  <a:pt x="180854" y="117519"/>
                  <a:pt x="177829" y="116925"/>
                </a:cubicBezTo>
                <a:cubicBezTo>
                  <a:pt x="174888" y="116322"/>
                  <a:pt x="171895" y="116011"/>
                  <a:pt x="168894" y="115997"/>
                </a:cubicBezTo>
                <a:cubicBezTo>
                  <a:pt x="162425" y="116056"/>
                  <a:pt x="155995" y="116994"/>
                  <a:pt x="149779" y="118782"/>
                </a:cubicBezTo>
                <a:cubicBezTo>
                  <a:pt x="143302" y="120539"/>
                  <a:pt x="137158" y="123349"/>
                  <a:pt x="131593" y="127100"/>
                </a:cubicBezTo>
                <a:lnTo>
                  <a:pt x="131593" y="105232"/>
                </a:lnTo>
                <a:cubicBezTo>
                  <a:pt x="137363" y="102174"/>
                  <a:pt x="143524" y="99918"/>
                  <a:pt x="149904" y="98525"/>
                </a:cubicBezTo>
                <a:cubicBezTo>
                  <a:pt x="156862" y="97003"/>
                  <a:pt x="163967" y="96254"/>
                  <a:pt x="171089" y="96292"/>
                </a:cubicBezTo>
                <a:cubicBezTo>
                  <a:pt x="177452" y="96281"/>
                  <a:pt x="183792" y="97031"/>
                  <a:pt x="189976" y="98525"/>
                </a:cubicBezTo>
                <a:cubicBezTo>
                  <a:pt x="195741" y="99874"/>
                  <a:pt x="201235" y="102194"/>
                  <a:pt x="206222" y="105386"/>
                </a:cubicBezTo>
                <a:cubicBezTo>
                  <a:pt x="210849" y="108367"/>
                  <a:pt x="214726" y="112374"/>
                  <a:pt x="217553" y="117097"/>
                </a:cubicBezTo>
                <a:cubicBezTo>
                  <a:pt x="220473" y="122204"/>
                  <a:pt x="221937" y="128014"/>
                  <a:pt x="221786" y="133895"/>
                </a:cubicBezTo>
                <a:cubicBezTo>
                  <a:pt x="222154" y="143140"/>
                  <a:pt x="218987" y="152179"/>
                  <a:pt x="212930" y="159174"/>
                </a:cubicBezTo>
                <a:cubicBezTo>
                  <a:pt x="206443" y="166077"/>
                  <a:pt x="197951" y="170766"/>
                  <a:pt x="188653" y="172579"/>
                </a:cubicBezTo>
                <a:cubicBezTo>
                  <a:pt x="193688" y="173099"/>
                  <a:pt x="198620" y="174350"/>
                  <a:pt x="203293" y="176293"/>
                </a:cubicBezTo>
                <a:cubicBezTo>
                  <a:pt x="207887" y="178167"/>
                  <a:pt x="212134" y="180798"/>
                  <a:pt x="215858" y="184077"/>
                </a:cubicBezTo>
                <a:cubicBezTo>
                  <a:pt x="219473" y="187276"/>
                  <a:pt x="222430" y="191150"/>
                  <a:pt x="224562" y="195481"/>
                </a:cubicBezTo>
                <a:cubicBezTo>
                  <a:pt x="226751" y="199967"/>
                  <a:pt x="227864" y="204902"/>
                  <a:pt x="227811" y="209894"/>
                </a:cubicBezTo>
                <a:cubicBezTo>
                  <a:pt x="227957" y="216878"/>
                  <a:pt x="226277" y="223778"/>
                  <a:pt x="222937" y="229914"/>
                </a:cubicBezTo>
                <a:close/>
              </a:path>
            </a:pathLst>
          </a:custGeom>
          <a:solidFill>
            <a:srgbClr val="7030A0"/>
          </a:solidFill>
          <a:ln w="456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그래픽 44" descr="배지 5 단색으로 채워진">
            <a:extLst>
              <a:ext uri="{FF2B5EF4-FFF2-40B4-BE49-F238E27FC236}">
                <a16:creationId xmlns:a16="http://schemas.microsoft.com/office/drawing/2014/main" id="{CC988554-8A06-5541-0B75-E4689ED6DB1E}"/>
              </a:ext>
            </a:extLst>
          </p:cNvPr>
          <p:cNvSpPr/>
          <p:nvPr/>
        </p:nvSpPr>
        <p:spPr>
          <a:xfrm>
            <a:off x="5837990" y="5596674"/>
            <a:ext cx="380209" cy="389963"/>
          </a:xfrm>
          <a:custGeom>
            <a:avLst/>
            <a:gdLst>
              <a:gd name="csX0" fmla="*/ 361750 w 723499"/>
              <a:gd name="csY0" fmla="*/ 0 h 723500"/>
              <a:gd name="csX1" fmla="*/ 0 w 723499"/>
              <a:gd name="csY1" fmla="*/ 361750 h 723500"/>
              <a:gd name="csX2" fmla="*/ 361750 w 723499"/>
              <a:gd name="csY2" fmla="*/ 723500 h 723500"/>
              <a:gd name="csX3" fmla="*/ 723500 w 723499"/>
              <a:gd name="csY3" fmla="*/ 361750 h 723500"/>
              <a:gd name="csX4" fmla="*/ 362093 w 723499"/>
              <a:gd name="csY4" fmla="*/ 0 h 723500"/>
              <a:gd name="csX5" fmla="*/ 361750 w 723499"/>
              <a:gd name="csY5" fmla="*/ 0 h 723500"/>
              <a:gd name="csX6" fmla="*/ 468735 w 723499"/>
              <a:gd name="csY6" fmla="*/ 461420 h 723500"/>
              <a:gd name="csX7" fmla="*/ 439007 w 723499"/>
              <a:gd name="csY7" fmla="*/ 493205 h 723500"/>
              <a:gd name="csX8" fmla="*/ 396478 w 723499"/>
              <a:gd name="csY8" fmla="*/ 511540 h 723500"/>
              <a:gd name="csX9" fmla="*/ 346510 w 723499"/>
              <a:gd name="csY9" fmla="*/ 517389 h 723500"/>
              <a:gd name="csX10" fmla="*/ 268405 w 723499"/>
              <a:gd name="csY10" fmla="*/ 504111 h 723500"/>
              <a:gd name="csX11" fmla="*/ 268405 w 723499"/>
              <a:gd name="csY11" fmla="*/ 456362 h 723500"/>
              <a:gd name="csX12" fmla="*/ 347139 w 723499"/>
              <a:gd name="csY12" fmla="*/ 477250 h 723500"/>
              <a:gd name="csX13" fmla="*/ 378771 w 723499"/>
              <a:gd name="csY13" fmla="*/ 473440 h 723500"/>
              <a:gd name="csX14" fmla="*/ 403898 w 723499"/>
              <a:gd name="csY14" fmla="*/ 462010 h 723500"/>
              <a:gd name="csX15" fmla="*/ 426520 w 723499"/>
              <a:gd name="csY15" fmla="*/ 417100 h 723500"/>
              <a:gd name="csX16" fmla="*/ 419395 w 723499"/>
              <a:gd name="csY16" fmla="*/ 391325 h 723500"/>
              <a:gd name="csX17" fmla="*/ 400422 w 723499"/>
              <a:gd name="csY17" fmla="*/ 373771 h 723500"/>
              <a:gd name="csX18" fmla="*/ 372799 w 723499"/>
              <a:gd name="csY18" fmla="*/ 363655 h 723500"/>
              <a:gd name="csX19" fmla="*/ 339585 w 723499"/>
              <a:gd name="csY19" fmla="*/ 360493 h 723500"/>
              <a:gd name="csX20" fmla="*/ 280445 w 723499"/>
              <a:gd name="csY20" fmla="*/ 363350 h 723500"/>
              <a:gd name="csX21" fmla="*/ 296228 w 723499"/>
              <a:gd name="csY21" fmla="*/ 194501 h 723500"/>
              <a:gd name="csX22" fmla="*/ 462915 w 723499"/>
              <a:gd name="csY22" fmla="*/ 194501 h 723500"/>
              <a:gd name="csX23" fmla="*/ 462915 w 723499"/>
              <a:gd name="csY23" fmla="*/ 236877 h 723500"/>
              <a:gd name="csX24" fmla="*/ 343348 w 723499"/>
              <a:gd name="csY24" fmla="*/ 236877 h 723500"/>
              <a:gd name="csX25" fmla="*/ 335128 w 723499"/>
              <a:gd name="csY25" fmla="*/ 320373 h 723500"/>
              <a:gd name="csX26" fmla="*/ 341452 w 723499"/>
              <a:gd name="csY26" fmla="*/ 319897 h 723500"/>
              <a:gd name="csX27" fmla="*/ 344757 w 723499"/>
              <a:gd name="csY27" fmla="*/ 319583 h 723500"/>
              <a:gd name="csX28" fmla="*/ 347777 w 723499"/>
              <a:gd name="csY28" fmla="*/ 319421 h 723500"/>
              <a:gd name="csX29" fmla="*/ 353149 w 723499"/>
              <a:gd name="csY29" fmla="*/ 319421 h 723500"/>
              <a:gd name="csX30" fmla="*/ 401222 w 723499"/>
              <a:gd name="csY30" fmla="*/ 324641 h 723500"/>
              <a:gd name="csX31" fmla="*/ 441703 w 723499"/>
              <a:gd name="csY31" fmla="*/ 341243 h 723500"/>
              <a:gd name="csX32" fmla="*/ 469583 w 723499"/>
              <a:gd name="csY32" fmla="*/ 370818 h 723500"/>
              <a:gd name="csX33" fmla="*/ 480060 w 723499"/>
              <a:gd name="csY33" fmla="*/ 414938 h 723500"/>
              <a:gd name="csX34" fmla="*/ 468735 w 723499"/>
              <a:gd name="csY34" fmla="*/ 461420 h 723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723499" h="723500">
                <a:moveTo>
                  <a:pt x="361750" y="0"/>
                </a:moveTo>
                <a:cubicBezTo>
                  <a:pt x="161961" y="0"/>
                  <a:pt x="0" y="161961"/>
                  <a:pt x="0" y="361750"/>
                </a:cubicBezTo>
                <a:cubicBezTo>
                  <a:pt x="0" y="561539"/>
                  <a:pt x="161961" y="723500"/>
                  <a:pt x="361750" y="723500"/>
                </a:cubicBezTo>
                <a:cubicBezTo>
                  <a:pt x="561539" y="723500"/>
                  <a:pt x="723500" y="561539"/>
                  <a:pt x="723500" y="361750"/>
                </a:cubicBezTo>
                <a:cubicBezTo>
                  <a:pt x="723594" y="162056"/>
                  <a:pt x="561787" y="94"/>
                  <a:pt x="362093" y="0"/>
                </a:cubicBezTo>
                <a:cubicBezTo>
                  <a:pt x="361979" y="0"/>
                  <a:pt x="361864" y="0"/>
                  <a:pt x="361750" y="0"/>
                </a:cubicBezTo>
                <a:close/>
                <a:moveTo>
                  <a:pt x="468735" y="461420"/>
                </a:moveTo>
                <a:cubicBezTo>
                  <a:pt x="461383" y="474146"/>
                  <a:pt x="451215" y="485020"/>
                  <a:pt x="439007" y="493205"/>
                </a:cubicBezTo>
                <a:cubicBezTo>
                  <a:pt x="426041" y="501810"/>
                  <a:pt x="411637" y="508021"/>
                  <a:pt x="396478" y="511540"/>
                </a:cubicBezTo>
                <a:cubicBezTo>
                  <a:pt x="380116" y="515480"/>
                  <a:pt x="363340" y="517444"/>
                  <a:pt x="346510" y="517389"/>
                </a:cubicBezTo>
                <a:cubicBezTo>
                  <a:pt x="311725" y="517389"/>
                  <a:pt x="285690" y="512962"/>
                  <a:pt x="268405" y="504111"/>
                </a:cubicBezTo>
                <a:lnTo>
                  <a:pt x="268405" y="456362"/>
                </a:lnTo>
                <a:cubicBezTo>
                  <a:pt x="292490" y="469799"/>
                  <a:pt x="319560" y="476981"/>
                  <a:pt x="347139" y="477250"/>
                </a:cubicBezTo>
                <a:cubicBezTo>
                  <a:pt x="357802" y="477335"/>
                  <a:pt x="368433" y="476055"/>
                  <a:pt x="378771" y="473440"/>
                </a:cubicBezTo>
                <a:cubicBezTo>
                  <a:pt x="387779" y="471209"/>
                  <a:pt x="396297" y="467334"/>
                  <a:pt x="403898" y="462010"/>
                </a:cubicBezTo>
                <a:cubicBezTo>
                  <a:pt x="418546" y="451826"/>
                  <a:pt x="427055" y="434932"/>
                  <a:pt x="426520" y="417100"/>
                </a:cubicBezTo>
                <a:cubicBezTo>
                  <a:pt x="426800" y="407986"/>
                  <a:pt x="424316" y="399001"/>
                  <a:pt x="419395" y="391325"/>
                </a:cubicBezTo>
                <a:cubicBezTo>
                  <a:pt x="414483" y="384111"/>
                  <a:pt x="407995" y="378108"/>
                  <a:pt x="400422" y="373771"/>
                </a:cubicBezTo>
                <a:cubicBezTo>
                  <a:pt x="391841" y="368884"/>
                  <a:pt x="382506" y="365465"/>
                  <a:pt x="372799" y="363655"/>
                </a:cubicBezTo>
                <a:cubicBezTo>
                  <a:pt x="361859" y="361511"/>
                  <a:pt x="350733" y="360452"/>
                  <a:pt x="339585" y="360493"/>
                </a:cubicBezTo>
                <a:cubicBezTo>
                  <a:pt x="328841" y="360493"/>
                  <a:pt x="309127" y="361445"/>
                  <a:pt x="280445" y="363350"/>
                </a:cubicBezTo>
                <a:lnTo>
                  <a:pt x="296228" y="194501"/>
                </a:lnTo>
                <a:lnTo>
                  <a:pt x="462915" y="194501"/>
                </a:lnTo>
                <a:lnTo>
                  <a:pt x="462915" y="236877"/>
                </a:lnTo>
                <a:lnTo>
                  <a:pt x="343348" y="236877"/>
                </a:lnTo>
                <a:lnTo>
                  <a:pt x="335128" y="320373"/>
                </a:lnTo>
                <a:cubicBezTo>
                  <a:pt x="338061" y="320164"/>
                  <a:pt x="340185" y="320002"/>
                  <a:pt x="341452" y="319897"/>
                </a:cubicBezTo>
                <a:cubicBezTo>
                  <a:pt x="342719" y="319792"/>
                  <a:pt x="343814" y="319688"/>
                  <a:pt x="344757" y="319583"/>
                </a:cubicBezTo>
                <a:cubicBezTo>
                  <a:pt x="345760" y="319473"/>
                  <a:pt x="346768" y="319420"/>
                  <a:pt x="347777" y="319421"/>
                </a:cubicBezTo>
                <a:lnTo>
                  <a:pt x="353149" y="319421"/>
                </a:lnTo>
                <a:cubicBezTo>
                  <a:pt x="369318" y="319370"/>
                  <a:pt x="385441" y="321121"/>
                  <a:pt x="401222" y="324641"/>
                </a:cubicBezTo>
                <a:cubicBezTo>
                  <a:pt x="415602" y="327704"/>
                  <a:pt x="429313" y="333327"/>
                  <a:pt x="441703" y="341243"/>
                </a:cubicBezTo>
                <a:cubicBezTo>
                  <a:pt x="453223" y="348734"/>
                  <a:pt x="462784" y="358875"/>
                  <a:pt x="469583" y="370818"/>
                </a:cubicBezTo>
                <a:cubicBezTo>
                  <a:pt x="476898" y="384345"/>
                  <a:pt x="480512" y="399565"/>
                  <a:pt x="480060" y="414938"/>
                </a:cubicBezTo>
                <a:cubicBezTo>
                  <a:pt x="480499" y="431164"/>
                  <a:pt x="476589" y="447213"/>
                  <a:pt x="468735" y="461420"/>
                </a:cubicBezTo>
                <a:close/>
              </a:path>
            </a:pathLst>
          </a:custGeom>
          <a:solidFill>
            <a:srgbClr val="7030A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32A6F23D-4C0B-4EA2-8C8A-379625CF6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0623" y="4554305"/>
            <a:ext cx="387752" cy="387752"/>
          </a:xfrm>
          <a:prstGeom prst="rect">
            <a:avLst/>
          </a:prstGeom>
        </p:spPr>
      </p:pic>
      <p:sp>
        <p:nvSpPr>
          <p:cNvPr id="55" name="그래픽 44" descr="배지 5 단색으로 채워진">
            <a:extLst>
              <a:ext uri="{FF2B5EF4-FFF2-40B4-BE49-F238E27FC236}">
                <a16:creationId xmlns:a16="http://schemas.microsoft.com/office/drawing/2014/main" id="{D0352FE1-A545-F535-9EFC-EC43B4D8132F}"/>
              </a:ext>
            </a:extLst>
          </p:cNvPr>
          <p:cNvSpPr/>
          <p:nvPr/>
        </p:nvSpPr>
        <p:spPr>
          <a:xfrm>
            <a:off x="1422655" y="3612107"/>
            <a:ext cx="380209" cy="389963"/>
          </a:xfrm>
          <a:custGeom>
            <a:avLst/>
            <a:gdLst>
              <a:gd name="csX0" fmla="*/ 361750 w 723499"/>
              <a:gd name="csY0" fmla="*/ 0 h 723500"/>
              <a:gd name="csX1" fmla="*/ 0 w 723499"/>
              <a:gd name="csY1" fmla="*/ 361750 h 723500"/>
              <a:gd name="csX2" fmla="*/ 361750 w 723499"/>
              <a:gd name="csY2" fmla="*/ 723500 h 723500"/>
              <a:gd name="csX3" fmla="*/ 723500 w 723499"/>
              <a:gd name="csY3" fmla="*/ 361750 h 723500"/>
              <a:gd name="csX4" fmla="*/ 362093 w 723499"/>
              <a:gd name="csY4" fmla="*/ 0 h 723500"/>
              <a:gd name="csX5" fmla="*/ 361750 w 723499"/>
              <a:gd name="csY5" fmla="*/ 0 h 723500"/>
              <a:gd name="csX6" fmla="*/ 468735 w 723499"/>
              <a:gd name="csY6" fmla="*/ 461420 h 723500"/>
              <a:gd name="csX7" fmla="*/ 439007 w 723499"/>
              <a:gd name="csY7" fmla="*/ 493205 h 723500"/>
              <a:gd name="csX8" fmla="*/ 396478 w 723499"/>
              <a:gd name="csY8" fmla="*/ 511540 h 723500"/>
              <a:gd name="csX9" fmla="*/ 346510 w 723499"/>
              <a:gd name="csY9" fmla="*/ 517389 h 723500"/>
              <a:gd name="csX10" fmla="*/ 268405 w 723499"/>
              <a:gd name="csY10" fmla="*/ 504111 h 723500"/>
              <a:gd name="csX11" fmla="*/ 268405 w 723499"/>
              <a:gd name="csY11" fmla="*/ 456362 h 723500"/>
              <a:gd name="csX12" fmla="*/ 347139 w 723499"/>
              <a:gd name="csY12" fmla="*/ 477250 h 723500"/>
              <a:gd name="csX13" fmla="*/ 378771 w 723499"/>
              <a:gd name="csY13" fmla="*/ 473440 h 723500"/>
              <a:gd name="csX14" fmla="*/ 403898 w 723499"/>
              <a:gd name="csY14" fmla="*/ 462010 h 723500"/>
              <a:gd name="csX15" fmla="*/ 426520 w 723499"/>
              <a:gd name="csY15" fmla="*/ 417100 h 723500"/>
              <a:gd name="csX16" fmla="*/ 419395 w 723499"/>
              <a:gd name="csY16" fmla="*/ 391325 h 723500"/>
              <a:gd name="csX17" fmla="*/ 400422 w 723499"/>
              <a:gd name="csY17" fmla="*/ 373771 h 723500"/>
              <a:gd name="csX18" fmla="*/ 372799 w 723499"/>
              <a:gd name="csY18" fmla="*/ 363655 h 723500"/>
              <a:gd name="csX19" fmla="*/ 339585 w 723499"/>
              <a:gd name="csY19" fmla="*/ 360493 h 723500"/>
              <a:gd name="csX20" fmla="*/ 280445 w 723499"/>
              <a:gd name="csY20" fmla="*/ 363350 h 723500"/>
              <a:gd name="csX21" fmla="*/ 296228 w 723499"/>
              <a:gd name="csY21" fmla="*/ 194501 h 723500"/>
              <a:gd name="csX22" fmla="*/ 462915 w 723499"/>
              <a:gd name="csY22" fmla="*/ 194501 h 723500"/>
              <a:gd name="csX23" fmla="*/ 462915 w 723499"/>
              <a:gd name="csY23" fmla="*/ 236877 h 723500"/>
              <a:gd name="csX24" fmla="*/ 343348 w 723499"/>
              <a:gd name="csY24" fmla="*/ 236877 h 723500"/>
              <a:gd name="csX25" fmla="*/ 335128 w 723499"/>
              <a:gd name="csY25" fmla="*/ 320373 h 723500"/>
              <a:gd name="csX26" fmla="*/ 341452 w 723499"/>
              <a:gd name="csY26" fmla="*/ 319897 h 723500"/>
              <a:gd name="csX27" fmla="*/ 344757 w 723499"/>
              <a:gd name="csY27" fmla="*/ 319583 h 723500"/>
              <a:gd name="csX28" fmla="*/ 347777 w 723499"/>
              <a:gd name="csY28" fmla="*/ 319421 h 723500"/>
              <a:gd name="csX29" fmla="*/ 353149 w 723499"/>
              <a:gd name="csY29" fmla="*/ 319421 h 723500"/>
              <a:gd name="csX30" fmla="*/ 401222 w 723499"/>
              <a:gd name="csY30" fmla="*/ 324641 h 723500"/>
              <a:gd name="csX31" fmla="*/ 441703 w 723499"/>
              <a:gd name="csY31" fmla="*/ 341243 h 723500"/>
              <a:gd name="csX32" fmla="*/ 469583 w 723499"/>
              <a:gd name="csY32" fmla="*/ 370818 h 723500"/>
              <a:gd name="csX33" fmla="*/ 480060 w 723499"/>
              <a:gd name="csY33" fmla="*/ 414938 h 723500"/>
              <a:gd name="csX34" fmla="*/ 468735 w 723499"/>
              <a:gd name="csY34" fmla="*/ 461420 h 723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723499" h="723500">
                <a:moveTo>
                  <a:pt x="361750" y="0"/>
                </a:moveTo>
                <a:cubicBezTo>
                  <a:pt x="161961" y="0"/>
                  <a:pt x="0" y="161961"/>
                  <a:pt x="0" y="361750"/>
                </a:cubicBezTo>
                <a:cubicBezTo>
                  <a:pt x="0" y="561539"/>
                  <a:pt x="161961" y="723500"/>
                  <a:pt x="361750" y="723500"/>
                </a:cubicBezTo>
                <a:cubicBezTo>
                  <a:pt x="561539" y="723500"/>
                  <a:pt x="723500" y="561539"/>
                  <a:pt x="723500" y="361750"/>
                </a:cubicBezTo>
                <a:cubicBezTo>
                  <a:pt x="723594" y="162056"/>
                  <a:pt x="561787" y="94"/>
                  <a:pt x="362093" y="0"/>
                </a:cubicBezTo>
                <a:cubicBezTo>
                  <a:pt x="361979" y="0"/>
                  <a:pt x="361864" y="0"/>
                  <a:pt x="361750" y="0"/>
                </a:cubicBezTo>
                <a:close/>
                <a:moveTo>
                  <a:pt x="468735" y="461420"/>
                </a:moveTo>
                <a:cubicBezTo>
                  <a:pt x="461383" y="474146"/>
                  <a:pt x="451215" y="485020"/>
                  <a:pt x="439007" y="493205"/>
                </a:cubicBezTo>
                <a:cubicBezTo>
                  <a:pt x="426041" y="501810"/>
                  <a:pt x="411637" y="508021"/>
                  <a:pt x="396478" y="511540"/>
                </a:cubicBezTo>
                <a:cubicBezTo>
                  <a:pt x="380116" y="515480"/>
                  <a:pt x="363340" y="517444"/>
                  <a:pt x="346510" y="517389"/>
                </a:cubicBezTo>
                <a:cubicBezTo>
                  <a:pt x="311725" y="517389"/>
                  <a:pt x="285690" y="512962"/>
                  <a:pt x="268405" y="504111"/>
                </a:cubicBezTo>
                <a:lnTo>
                  <a:pt x="268405" y="456362"/>
                </a:lnTo>
                <a:cubicBezTo>
                  <a:pt x="292490" y="469799"/>
                  <a:pt x="319560" y="476981"/>
                  <a:pt x="347139" y="477250"/>
                </a:cubicBezTo>
                <a:cubicBezTo>
                  <a:pt x="357802" y="477335"/>
                  <a:pt x="368433" y="476055"/>
                  <a:pt x="378771" y="473440"/>
                </a:cubicBezTo>
                <a:cubicBezTo>
                  <a:pt x="387779" y="471209"/>
                  <a:pt x="396297" y="467334"/>
                  <a:pt x="403898" y="462010"/>
                </a:cubicBezTo>
                <a:cubicBezTo>
                  <a:pt x="418546" y="451826"/>
                  <a:pt x="427055" y="434932"/>
                  <a:pt x="426520" y="417100"/>
                </a:cubicBezTo>
                <a:cubicBezTo>
                  <a:pt x="426800" y="407986"/>
                  <a:pt x="424316" y="399001"/>
                  <a:pt x="419395" y="391325"/>
                </a:cubicBezTo>
                <a:cubicBezTo>
                  <a:pt x="414483" y="384111"/>
                  <a:pt x="407995" y="378108"/>
                  <a:pt x="400422" y="373771"/>
                </a:cubicBezTo>
                <a:cubicBezTo>
                  <a:pt x="391841" y="368884"/>
                  <a:pt x="382506" y="365465"/>
                  <a:pt x="372799" y="363655"/>
                </a:cubicBezTo>
                <a:cubicBezTo>
                  <a:pt x="361859" y="361511"/>
                  <a:pt x="350733" y="360452"/>
                  <a:pt x="339585" y="360493"/>
                </a:cubicBezTo>
                <a:cubicBezTo>
                  <a:pt x="328841" y="360493"/>
                  <a:pt x="309127" y="361445"/>
                  <a:pt x="280445" y="363350"/>
                </a:cubicBezTo>
                <a:lnTo>
                  <a:pt x="296228" y="194501"/>
                </a:lnTo>
                <a:lnTo>
                  <a:pt x="462915" y="194501"/>
                </a:lnTo>
                <a:lnTo>
                  <a:pt x="462915" y="236877"/>
                </a:lnTo>
                <a:lnTo>
                  <a:pt x="343348" y="236877"/>
                </a:lnTo>
                <a:lnTo>
                  <a:pt x="335128" y="320373"/>
                </a:lnTo>
                <a:cubicBezTo>
                  <a:pt x="338061" y="320164"/>
                  <a:pt x="340185" y="320002"/>
                  <a:pt x="341452" y="319897"/>
                </a:cubicBezTo>
                <a:cubicBezTo>
                  <a:pt x="342719" y="319792"/>
                  <a:pt x="343814" y="319688"/>
                  <a:pt x="344757" y="319583"/>
                </a:cubicBezTo>
                <a:cubicBezTo>
                  <a:pt x="345760" y="319473"/>
                  <a:pt x="346768" y="319420"/>
                  <a:pt x="347777" y="319421"/>
                </a:cubicBezTo>
                <a:lnTo>
                  <a:pt x="353149" y="319421"/>
                </a:lnTo>
                <a:cubicBezTo>
                  <a:pt x="369318" y="319370"/>
                  <a:pt x="385441" y="321121"/>
                  <a:pt x="401222" y="324641"/>
                </a:cubicBezTo>
                <a:cubicBezTo>
                  <a:pt x="415602" y="327704"/>
                  <a:pt x="429313" y="333327"/>
                  <a:pt x="441703" y="341243"/>
                </a:cubicBezTo>
                <a:cubicBezTo>
                  <a:pt x="453223" y="348734"/>
                  <a:pt x="462784" y="358875"/>
                  <a:pt x="469583" y="370818"/>
                </a:cubicBezTo>
                <a:cubicBezTo>
                  <a:pt x="476898" y="384345"/>
                  <a:pt x="480512" y="399565"/>
                  <a:pt x="480060" y="414938"/>
                </a:cubicBezTo>
                <a:cubicBezTo>
                  <a:pt x="480499" y="431164"/>
                  <a:pt x="476589" y="447213"/>
                  <a:pt x="468735" y="461420"/>
                </a:cubicBezTo>
                <a:close/>
              </a:path>
            </a:pathLst>
          </a:custGeom>
          <a:solidFill>
            <a:srgbClr val="7030A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D9FB4A57-A602-FD19-5938-DBA67D8B0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363" y="4742247"/>
            <a:ext cx="387752" cy="38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419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7D4F6-795A-EB20-54C4-2E1FA3F03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EF816BD5-858B-342C-B823-0402D9D95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테이블</a:t>
            </a:r>
            <a:r>
              <a:rPr lang="en-US" altLang="ko-KR" dirty="0"/>
              <a:t>_</a:t>
            </a:r>
            <a:r>
              <a:rPr lang="ko-KR" altLang="en-US" dirty="0"/>
              <a:t>맵</a:t>
            </a:r>
          </a:p>
        </p:txBody>
      </p:sp>
      <p:graphicFrame>
        <p:nvGraphicFramePr>
          <p:cNvPr id="2" name="내용 개체 틀 1">
            <a:extLst>
              <a:ext uri="{FF2B5EF4-FFF2-40B4-BE49-F238E27FC236}">
                <a16:creationId xmlns:a16="http://schemas.microsoft.com/office/drawing/2014/main" id="{20A946CA-1674-179B-AE75-4D66304C04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3442438"/>
              </p:ext>
            </p:extLst>
          </p:nvPr>
        </p:nvGraphicFramePr>
        <p:xfrm>
          <a:off x="2473459" y="1553440"/>
          <a:ext cx="2645434" cy="42688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2717">
                  <a:extLst>
                    <a:ext uri="{9D8B030D-6E8A-4147-A177-3AD203B41FA5}">
                      <a16:colId xmlns:a16="http://schemas.microsoft.com/office/drawing/2014/main" val="4245382652"/>
                    </a:ext>
                  </a:extLst>
                </a:gridCol>
                <a:gridCol w="1322717">
                  <a:extLst>
                    <a:ext uri="{9D8B030D-6E8A-4147-A177-3AD203B41FA5}">
                      <a16:colId xmlns:a16="http://schemas.microsoft.com/office/drawing/2014/main" val="1933533662"/>
                    </a:ext>
                  </a:extLst>
                </a:gridCol>
              </a:tblGrid>
              <a:tr h="7114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크기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2337053"/>
                  </a:ext>
                </a:extLst>
              </a:tr>
              <a:tr h="711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100d*100d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568347"/>
                  </a:ext>
                </a:extLst>
              </a:tr>
              <a:tr h="711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숲</a:t>
                      </a:r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30d*25d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1416552"/>
                  </a:ext>
                </a:extLst>
              </a:tr>
              <a:tr h="711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숲</a:t>
                      </a:r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40d*20d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366608"/>
                  </a:ext>
                </a:extLst>
              </a:tr>
              <a:tr h="711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모래언덕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40d*25d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1084017"/>
                  </a:ext>
                </a:extLst>
              </a:tr>
              <a:tr h="711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20d*15d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522120"/>
                  </a:ext>
                </a:extLst>
              </a:tr>
            </a:tbl>
          </a:graphicData>
        </a:graphic>
      </p:graphicFrame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946AB-3E4D-E33A-2A0B-17C37A306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9/27/2026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F43B1E-AD1F-E948-28C2-82FB3168E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2B3BECAE-7C73-0F19-AE82-887C923DF6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AD2F03D9-B845-BFFB-CCF6-9FB4E7465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543" y="1525774"/>
            <a:ext cx="4152774" cy="4164488"/>
          </a:xfrm>
          <a:prstGeom prst="rect">
            <a:avLst/>
          </a:prstGeom>
        </p:spPr>
      </p:pic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A9FC3793-CB72-77C8-51B2-9A89A355061A}"/>
              </a:ext>
            </a:extLst>
          </p:cNvPr>
          <p:cNvSpPr/>
          <p:nvPr/>
        </p:nvSpPr>
        <p:spPr>
          <a:xfrm>
            <a:off x="6377792" y="1293938"/>
            <a:ext cx="4129178" cy="235813"/>
          </a:xfrm>
          <a:custGeom>
            <a:avLst/>
            <a:gdLst>
              <a:gd name="csX0" fmla="*/ 0 w 4129178"/>
              <a:gd name="csY0" fmla="*/ 224311 h 235813"/>
              <a:gd name="csX1" fmla="*/ 1955321 w 4129178"/>
              <a:gd name="csY1" fmla="*/ 24 h 235813"/>
              <a:gd name="csX2" fmla="*/ 4129178 w 4129178"/>
              <a:gd name="csY2" fmla="*/ 235813 h 235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29178" h="235813">
                <a:moveTo>
                  <a:pt x="0" y="224311"/>
                </a:moveTo>
                <a:cubicBezTo>
                  <a:pt x="633562" y="111209"/>
                  <a:pt x="1267125" y="-1893"/>
                  <a:pt x="1955321" y="24"/>
                </a:cubicBezTo>
                <a:cubicBezTo>
                  <a:pt x="2643517" y="1941"/>
                  <a:pt x="3386347" y="118877"/>
                  <a:pt x="4129178" y="235813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72028BC5-0B37-AFD4-F158-2A6E32D34539}"/>
              </a:ext>
            </a:extLst>
          </p:cNvPr>
          <p:cNvSpPr/>
          <p:nvPr/>
        </p:nvSpPr>
        <p:spPr>
          <a:xfrm rot="5400000">
            <a:off x="8589636" y="3490111"/>
            <a:ext cx="4129178" cy="235813"/>
          </a:xfrm>
          <a:custGeom>
            <a:avLst/>
            <a:gdLst>
              <a:gd name="csX0" fmla="*/ 0 w 4129178"/>
              <a:gd name="csY0" fmla="*/ 224311 h 235813"/>
              <a:gd name="csX1" fmla="*/ 1955321 w 4129178"/>
              <a:gd name="csY1" fmla="*/ 24 h 235813"/>
              <a:gd name="csX2" fmla="*/ 4129178 w 4129178"/>
              <a:gd name="csY2" fmla="*/ 235813 h 235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29178" h="235813">
                <a:moveTo>
                  <a:pt x="0" y="224311"/>
                </a:moveTo>
                <a:cubicBezTo>
                  <a:pt x="633562" y="111209"/>
                  <a:pt x="1267125" y="-1893"/>
                  <a:pt x="1955321" y="24"/>
                </a:cubicBezTo>
                <a:cubicBezTo>
                  <a:pt x="2643517" y="1941"/>
                  <a:pt x="3386347" y="118877"/>
                  <a:pt x="4129178" y="235813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5329C8-DCC7-A2F0-6B61-6A9432AB87EF}"/>
              </a:ext>
            </a:extLst>
          </p:cNvPr>
          <p:cNvSpPr txBox="1"/>
          <p:nvPr/>
        </p:nvSpPr>
        <p:spPr>
          <a:xfrm>
            <a:off x="7879085" y="971408"/>
            <a:ext cx="116169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/>
              <a:t>100d</a:t>
            </a:r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FE57484-2A68-488C-FE59-0B93B43FA7FB}"/>
              </a:ext>
            </a:extLst>
          </p:cNvPr>
          <p:cNvSpPr txBox="1"/>
          <p:nvPr/>
        </p:nvSpPr>
        <p:spPr>
          <a:xfrm>
            <a:off x="10456649" y="3150381"/>
            <a:ext cx="116169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/>
              <a:t>100d</a:t>
            </a:r>
            <a:endParaRPr lang="ko-KR" altLang="en-US" dirty="0"/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24EF25E2-6D6F-DF10-2FB6-D98F803D0F88}"/>
              </a:ext>
            </a:extLst>
          </p:cNvPr>
          <p:cNvCxnSpPr>
            <a:cxnSpLocks/>
            <a:stCxn id="32" idx="0"/>
            <a:endCxn id="32" idx="2"/>
          </p:cNvCxnSpPr>
          <p:nvPr/>
        </p:nvCxnSpPr>
        <p:spPr>
          <a:xfrm>
            <a:off x="8459930" y="1525774"/>
            <a:ext cx="0" cy="416448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50D21BC-03E8-4770-3F07-FA45CB9F81E4}"/>
              </a:ext>
            </a:extLst>
          </p:cNvPr>
          <p:cNvCxnSpPr>
            <a:cxnSpLocks/>
            <a:stCxn id="32" idx="1"/>
            <a:endCxn id="32" idx="3"/>
          </p:cNvCxnSpPr>
          <p:nvPr/>
        </p:nvCxnSpPr>
        <p:spPr>
          <a:xfrm>
            <a:off x="6383543" y="3608018"/>
            <a:ext cx="415277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AA3CE3F5-BFCF-DD7C-F5BE-62E79C4744F3}"/>
              </a:ext>
            </a:extLst>
          </p:cNvPr>
          <p:cNvSpPr/>
          <p:nvPr/>
        </p:nvSpPr>
        <p:spPr>
          <a:xfrm>
            <a:off x="6407140" y="3203274"/>
            <a:ext cx="1253112" cy="235809"/>
          </a:xfrm>
          <a:custGeom>
            <a:avLst/>
            <a:gdLst>
              <a:gd name="csX0" fmla="*/ 0 w 4129178"/>
              <a:gd name="csY0" fmla="*/ 224311 h 235813"/>
              <a:gd name="csX1" fmla="*/ 1955321 w 4129178"/>
              <a:gd name="csY1" fmla="*/ 24 h 235813"/>
              <a:gd name="csX2" fmla="*/ 4129178 w 4129178"/>
              <a:gd name="csY2" fmla="*/ 235813 h 235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29178" h="235813">
                <a:moveTo>
                  <a:pt x="0" y="224311"/>
                </a:moveTo>
                <a:cubicBezTo>
                  <a:pt x="633562" y="111209"/>
                  <a:pt x="1267125" y="-1893"/>
                  <a:pt x="1955321" y="24"/>
                </a:cubicBezTo>
                <a:cubicBezTo>
                  <a:pt x="2643517" y="1941"/>
                  <a:pt x="3386347" y="118877"/>
                  <a:pt x="4129178" y="235813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7509C5AB-F4DE-3D4D-1834-0942DCFC0EF8}"/>
              </a:ext>
            </a:extLst>
          </p:cNvPr>
          <p:cNvSpPr/>
          <p:nvPr/>
        </p:nvSpPr>
        <p:spPr>
          <a:xfrm>
            <a:off x="8014522" y="2195838"/>
            <a:ext cx="1348010" cy="228185"/>
          </a:xfrm>
          <a:custGeom>
            <a:avLst/>
            <a:gdLst>
              <a:gd name="csX0" fmla="*/ 0 w 4129178"/>
              <a:gd name="csY0" fmla="*/ 224311 h 235813"/>
              <a:gd name="csX1" fmla="*/ 1955321 w 4129178"/>
              <a:gd name="csY1" fmla="*/ 24 h 235813"/>
              <a:gd name="csX2" fmla="*/ 4129178 w 4129178"/>
              <a:gd name="csY2" fmla="*/ 235813 h 235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29178" h="235813">
                <a:moveTo>
                  <a:pt x="0" y="224311"/>
                </a:moveTo>
                <a:cubicBezTo>
                  <a:pt x="633562" y="111209"/>
                  <a:pt x="1267125" y="-1893"/>
                  <a:pt x="1955321" y="24"/>
                </a:cubicBezTo>
                <a:cubicBezTo>
                  <a:pt x="2643517" y="1941"/>
                  <a:pt x="3386347" y="118877"/>
                  <a:pt x="4129178" y="235813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자유형: 도형 54">
            <a:extLst>
              <a:ext uri="{FF2B5EF4-FFF2-40B4-BE49-F238E27FC236}">
                <a16:creationId xmlns:a16="http://schemas.microsoft.com/office/drawing/2014/main" id="{3BA74708-E3B2-BC6E-91F5-B4E1AF31ACE3}"/>
              </a:ext>
            </a:extLst>
          </p:cNvPr>
          <p:cNvSpPr/>
          <p:nvPr/>
        </p:nvSpPr>
        <p:spPr>
          <a:xfrm rot="5400000">
            <a:off x="7277766" y="3815700"/>
            <a:ext cx="941714" cy="168316"/>
          </a:xfrm>
          <a:custGeom>
            <a:avLst/>
            <a:gdLst>
              <a:gd name="csX0" fmla="*/ 0 w 4129178"/>
              <a:gd name="csY0" fmla="*/ 224311 h 235813"/>
              <a:gd name="csX1" fmla="*/ 1955321 w 4129178"/>
              <a:gd name="csY1" fmla="*/ 24 h 235813"/>
              <a:gd name="csX2" fmla="*/ 4129178 w 4129178"/>
              <a:gd name="csY2" fmla="*/ 235813 h 235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29178" h="235813">
                <a:moveTo>
                  <a:pt x="0" y="224311"/>
                </a:moveTo>
                <a:cubicBezTo>
                  <a:pt x="633562" y="111209"/>
                  <a:pt x="1267125" y="-1893"/>
                  <a:pt x="1955321" y="24"/>
                </a:cubicBezTo>
                <a:cubicBezTo>
                  <a:pt x="2643517" y="1941"/>
                  <a:pt x="3386347" y="118877"/>
                  <a:pt x="4129178" y="235813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자유형: 도형 56">
            <a:extLst>
              <a:ext uri="{FF2B5EF4-FFF2-40B4-BE49-F238E27FC236}">
                <a16:creationId xmlns:a16="http://schemas.microsoft.com/office/drawing/2014/main" id="{BACC5BA7-437A-6B0B-3DFB-94BCE3ACE9A8}"/>
              </a:ext>
            </a:extLst>
          </p:cNvPr>
          <p:cNvSpPr/>
          <p:nvPr/>
        </p:nvSpPr>
        <p:spPr>
          <a:xfrm rot="5400000">
            <a:off x="7491619" y="2033804"/>
            <a:ext cx="1136945" cy="156193"/>
          </a:xfrm>
          <a:custGeom>
            <a:avLst/>
            <a:gdLst>
              <a:gd name="csX0" fmla="*/ 0 w 4129178"/>
              <a:gd name="csY0" fmla="*/ 224311 h 235813"/>
              <a:gd name="csX1" fmla="*/ 1955321 w 4129178"/>
              <a:gd name="csY1" fmla="*/ 24 h 235813"/>
              <a:gd name="csX2" fmla="*/ 4129178 w 4129178"/>
              <a:gd name="csY2" fmla="*/ 235813 h 235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29178" h="235813">
                <a:moveTo>
                  <a:pt x="0" y="224311"/>
                </a:moveTo>
                <a:cubicBezTo>
                  <a:pt x="633562" y="111209"/>
                  <a:pt x="1267125" y="-1893"/>
                  <a:pt x="1955321" y="24"/>
                </a:cubicBezTo>
                <a:cubicBezTo>
                  <a:pt x="2643517" y="1941"/>
                  <a:pt x="3386347" y="118877"/>
                  <a:pt x="4129178" y="235813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자유형: 도형 58">
            <a:extLst>
              <a:ext uri="{FF2B5EF4-FFF2-40B4-BE49-F238E27FC236}">
                <a16:creationId xmlns:a16="http://schemas.microsoft.com/office/drawing/2014/main" id="{C220081B-D162-CB59-0713-6850674D6E95}"/>
              </a:ext>
            </a:extLst>
          </p:cNvPr>
          <p:cNvSpPr/>
          <p:nvPr/>
        </p:nvSpPr>
        <p:spPr>
          <a:xfrm>
            <a:off x="6404693" y="1315351"/>
            <a:ext cx="1609829" cy="235813"/>
          </a:xfrm>
          <a:custGeom>
            <a:avLst/>
            <a:gdLst>
              <a:gd name="csX0" fmla="*/ 0 w 4129178"/>
              <a:gd name="csY0" fmla="*/ 224311 h 235813"/>
              <a:gd name="csX1" fmla="*/ 1955321 w 4129178"/>
              <a:gd name="csY1" fmla="*/ 24 h 235813"/>
              <a:gd name="csX2" fmla="*/ 4129178 w 4129178"/>
              <a:gd name="csY2" fmla="*/ 235813 h 235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29178" h="235813">
                <a:moveTo>
                  <a:pt x="0" y="224311"/>
                </a:moveTo>
                <a:cubicBezTo>
                  <a:pt x="633562" y="111209"/>
                  <a:pt x="1267125" y="-1893"/>
                  <a:pt x="1955321" y="24"/>
                </a:cubicBezTo>
                <a:cubicBezTo>
                  <a:pt x="2643517" y="1941"/>
                  <a:pt x="3386347" y="118877"/>
                  <a:pt x="4129178" y="235813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자유형: 도형 60">
            <a:extLst>
              <a:ext uri="{FF2B5EF4-FFF2-40B4-BE49-F238E27FC236}">
                <a16:creationId xmlns:a16="http://schemas.microsoft.com/office/drawing/2014/main" id="{AA566ED8-14E7-0976-0069-AD2185B7B2DC}"/>
              </a:ext>
            </a:extLst>
          </p:cNvPr>
          <p:cNvSpPr/>
          <p:nvPr/>
        </p:nvSpPr>
        <p:spPr>
          <a:xfrm>
            <a:off x="9085048" y="2443274"/>
            <a:ext cx="1129519" cy="235813"/>
          </a:xfrm>
          <a:custGeom>
            <a:avLst/>
            <a:gdLst>
              <a:gd name="csX0" fmla="*/ 0 w 4129178"/>
              <a:gd name="csY0" fmla="*/ 224311 h 235813"/>
              <a:gd name="csX1" fmla="*/ 1955321 w 4129178"/>
              <a:gd name="csY1" fmla="*/ 24 h 235813"/>
              <a:gd name="csX2" fmla="*/ 4129178 w 4129178"/>
              <a:gd name="csY2" fmla="*/ 235813 h 235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29178" h="235813">
                <a:moveTo>
                  <a:pt x="0" y="224311"/>
                </a:moveTo>
                <a:cubicBezTo>
                  <a:pt x="633562" y="111209"/>
                  <a:pt x="1267125" y="-1893"/>
                  <a:pt x="1955321" y="24"/>
                </a:cubicBezTo>
                <a:cubicBezTo>
                  <a:pt x="2643517" y="1941"/>
                  <a:pt x="3386347" y="118877"/>
                  <a:pt x="4129178" y="235813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자유형: 도형 64">
            <a:extLst>
              <a:ext uri="{FF2B5EF4-FFF2-40B4-BE49-F238E27FC236}">
                <a16:creationId xmlns:a16="http://schemas.microsoft.com/office/drawing/2014/main" id="{91068D27-346D-48C1-9F8B-EBFA48CED659}"/>
              </a:ext>
            </a:extLst>
          </p:cNvPr>
          <p:cNvSpPr/>
          <p:nvPr/>
        </p:nvSpPr>
        <p:spPr>
          <a:xfrm rot="5400000">
            <a:off x="9327516" y="2611465"/>
            <a:ext cx="800773" cy="156193"/>
          </a:xfrm>
          <a:custGeom>
            <a:avLst/>
            <a:gdLst>
              <a:gd name="csX0" fmla="*/ 0 w 4129178"/>
              <a:gd name="csY0" fmla="*/ 224311 h 235813"/>
              <a:gd name="csX1" fmla="*/ 1955321 w 4129178"/>
              <a:gd name="csY1" fmla="*/ 24 h 235813"/>
              <a:gd name="csX2" fmla="*/ 4129178 w 4129178"/>
              <a:gd name="csY2" fmla="*/ 235813 h 235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29178" h="235813">
                <a:moveTo>
                  <a:pt x="0" y="224311"/>
                </a:moveTo>
                <a:cubicBezTo>
                  <a:pt x="633562" y="111209"/>
                  <a:pt x="1267125" y="-1893"/>
                  <a:pt x="1955321" y="24"/>
                </a:cubicBezTo>
                <a:cubicBezTo>
                  <a:pt x="2643517" y="1941"/>
                  <a:pt x="3386347" y="118877"/>
                  <a:pt x="4129178" y="235813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60EAF07-D46E-6366-4DC7-063B5B2E853A}"/>
              </a:ext>
            </a:extLst>
          </p:cNvPr>
          <p:cNvSpPr txBox="1"/>
          <p:nvPr/>
        </p:nvSpPr>
        <p:spPr>
          <a:xfrm>
            <a:off x="8060091" y="2023676"/>
            <a:ext cx="116169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40d</a:t>
            </a:r>
            <a:endParaRPr lang="ko-KR" altLang="en-US" sz="14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390F07F-8FBC-2BDF-338B-03EBFCB08B79}"/>
              </a:ext>
            </a:extLst>
          </p:cNvPr>
          <p:cNvSpPr txBox="1"/>
          <p:nvPr/>
        </p:nvSpPr>
        <p:spPr>
          <a:xfrm>
            <a:off x="6586933" y="1116820"/>
            <a:ext cx="116169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45d</a:t>
            </a:r>
            <a:endParaRPr lang="ko-KR" altLang="en-US" sz="14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E2F1617-2E5F-BC2E-A5E6-91E4557AEEDC}"/>
              </a:ext>
            </a:extLst>
          </p:cNvPr>
          <p:cNvSpPr txBox="1"/>
          <p:nvPr/>
        </p:nvSpPr>
        <p:spPr>
          <a:xfrm>
            <a:off x="7386089" y="3730655"/>
            <a:ext cx="116169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25d</a:t>
            </a:r>
            <a:endParaRPr lang="ko-KR" altLang="en-US" sz="14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26442D4-5D2C-8674-81EC-A0EDC14D6F5A}"/>
              </a:ext>
            </a:extLst>
          </p:cNvPr>
          <p:cNvSpPr txBox="1"/>
          <p:nvPr/>
        </p:nvSpPr>
        <p:spPr>
          <a:xfrm>
            <a:off x="6428702" y="3014596"/>
            <a:ext cx="116169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30d</a:t>
            </a:r>
            <a:endParaRPr lang="ko-KR" altLang="en-US" sz="14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5D3124B-A52E-814C-890B-01921229E181}"/>
              </a:ext>
            </a:extLst>
          </p:cNvPr>
          <p:cNvSpPr txBox="1"/>
          <p:nvPr/>
        </p:nvSpPr>
        <p:spPr>
          <a:xfrm>
            <a:off x="7645191" y="1832262"/>
            <a:ext cx="116169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25d</a:t>
            </a:r>
            <a:endParaRPr lang="ko-KR" altLang="en-US" sz="1400" dirty="0"/>
          </a:p>
        </p:txBody>
      </p:sp>
      <p:sp>
        <p:nvSpPr>
          <p:cNvPr id="88" name="자유형: 도형 87">
            <a:extLst>
              <a:ext uri="{FF2B5EF4-FFF2-40B4-BE49-F238E27FC236}">
                <a16:creationId xmlns:a16="http://schemas.microsoft.com/office/drawing/2014/main" id="{3651B9FD-A63F-07BA-D2D4-D02DC873D76F}"/>
              </a:ext>
            </a:extLst>
          </p:cNvPr>
          <p:cNvSpPr/>
          <p:nvPr/>
        </p:nvSpPr>
        <p:spPr>
          <a:xfrm rot="16200000" flipH="1">
            <a:off x="7461221" y="2798634"/>
            <a:ext cx="961031" cy="145038"/>
          </a:xfrm>
          <a:custGeom>
            <a:avLst/>
            <a:gdLst>
              <a:gd name="csX0" fmla="*/ 0 w 4129178"/>
              <a:gd name="csY0" fmla="*/ 224311 h 235813"/>
              <a:gd name="csX1" fmla="*/ 1955321 w 4129178"/>
              <a:gd name="csY1" fmla="*/ 24 h 235813"/>
              <a:gd name="csX2" fmla="*/ 4129178 w 4129178"/>
              <a:gd name="csY2" fmla="*/ 235813 h 235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29178" h="235813">
                <a:moveTo>
                  <a:pt x="0" y="224311"/>
                </a:moveTo>
                <a:cubicBezTo>
                  <a:pt x="633562" y="111209"/>
                  <a:pt x="1267125" y="-1893"/>
                  <a:pt x="1955321" y="24"/>
                </a:cubicBezTo>
                <a:cubicBezTo>
                  <a:pt x="2643517" y="1941"/>
                  <a:pt x="3386347" y="118877"/>
                  <a:pt x="4129178" y="235813"/>
                </a:cubicBezTo>
              </a:path>
            </a:pathLst>
          </a:cu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091B93C-2AF9-9A55-0F1E-E5971C5A2B8E}"/>
              </a:ext>
            </a:extLst>
          </p:cNvPr>
          <p:cNvSpPr txBox="1"/>
          <p:nvPr/>
        </p:nvSpPr>
        <p:spPr>
          <a:xfrm>
            <a:off x="7177979" y="2721006"/>
            <a:ext cx="116169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20d</a:t>
            </a:r>
            <a:endParaRPr lang="ko-KR" altLang="en-US" sz="14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7A5A53E-CBD6-4D27-7935-D88BFB023A30}"/>
              </a:ext>
            </a:extLst>
          </p:cNvPr>
          <p:cNvSpPr txBox="1"/>
          <p:nvPr/>
        </p:nvSpPr>
        <p:spPr>
          <a:xfrm>
            <a:off x="9317350" y="2596139"/>
            <a:ext cx="116169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15d</a:t>
            </a:r>
            <a:endParaRPr lang="ko-KR" altLang="en-US" sz="14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66974E6-E12C-B465-BD5E-8F165C5D4856}"/>
              </a:ext>
            </a:extLst>
          </p:cNvPr>
          <p:cNvSpPr txBox="1"/>
          <p:nvPr/>
        </p:nvSpPr>
        <p:spPr>
          <a:xfrm>
            <a:off x="9134645" y="2321731"/>
            <a:ext cx="116169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20d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43530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85C9215-8215-D4B2-FF11-B22CEE311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플레이어블</a:t>
            </a:r>
            <a:r>
              <a:rPr lang="ko-KR" altLang="en-US" dirty="0"/>
              <a:t> 캐릭터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D2AE0A-0A6D-FA31-4890-32CBA0C9D04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가능한 동작 </a:t>
            </a:r>
            <a:r>
              <a:rPr lang="en-US" altLang="ko-KR" sz="2400" dirty="0"/>
              <a:t>:</a:t>
            </a:r>
            <a:br>
              <a:rPr lang="en-US" altLang="ko-KR" sz="2400" dirty="0"/>
            </a:br>
            <a:r>
              <a:rPr lang="ko-KR" altLang="en-US" sz="2400" dirty="0"/>
              <a:t>걷기</a:t>
            </a:r>
            <a:r>
              <a:rPr lang="en-US" altLang="ko-KR" sz="2400" dirty="0"/>
              <a:t>, </a:t>
            </a:r>
            <a:r>
              <a:rPr lang="ko-KR" altLang="en-US" sz="2400" dirty="0"/>
              <a:t>달리기</a:t>
            </a:r>
            <a:r>
              <a:rPr lang="en-US" altLang="ko-KR" sz="2400" dirty="0"/>
              <a:t>, </a:t>
            </a:r>
            <a:r>
              <a:rPr lang="ko-KR" altLang="en-US" sz="2400" dirty="0"/>
              <a:t>상호작용</a:t>
            </a:r>
            <a:r>
              <a:rPr lang="en-US" altLang="ko-KR" sz="2400" dirty="0"/>
              <a:t>(</a:t>
            </a:r>
            <a:r>
              <a:rPr lang="ko-KR" altLang="en-US" sz="2400" dirty="0"/>
              <a:t>물품 들기</a:t>
            </a:r>
            <a:r>
              <a:rPr lang="en-US" altLang="ko-KR" sz="2400" dirty="0"/>
              <a:t>), </a:t>
            </a:r>
            <a:r>
              <a:rPr lang="ko-KR" altLang="en-US" sz="2400" dirty="0"/>
              <a:t>총 조준</a:t>
            </a:r>
            <a:r>
              <a:rPr lang="en-US" altLang="ko-KR" sz="2400" dirty="0"/>
              <a:t>, </a:t>
            </a:r>
            <a:r>
              <a:rPr lang="ko-KR" altLang="en-US" sz="2400" dirty="0"/>
              <a:t>총 발사</a:t>
            </a:r>
            <a:r>
              <a:rPr lang="en-US" altLang="ko-KR" sz="2400" dirty="0"/>
              <a:t>, </a:t>
            </a:r>
            <a:r>
              <a:rPr lang="ko-KR" altLang="en-US" sz="2400" dirty="0"/>
              <a:t>점프</a:t>
            </a:r>
            <a:br>
              <a:rPr lang="en-US" altLang="ko-KR" sz="2400" dirty="0"/>
            </a:br>
            <a:r>
              <a:rPr lang="en-US" altLang="ko-KR" sz="2400" dirty="0"/>
              <a:t>(+ </a:t>
            </a:r>
            <a:r>
              <a:rPr lang="ko-KR" altLang="en-US" sz="2400" dirty="0"/>
              <a:t>경로 안내 켜기</a:t>
            </a:r>
            <a:r>
              <a:rPr lang="en-US" altLang="ko-KR" sz="2400" dirty="0"/>
              <a:t>)</a:t>
            </a:r>
          </a:p>
          <a:p>
            <a:endParaRPr lang="en-US" altLang="ko-KR" sz="2400" dirty="0"/>
          </a:p>
          <a:p>
            <a:r>
              <a:rPr lang="en-US" altLang="ko-KR" sz="2400" dirty="0"/>
              <a:t>HP</a:t>
            </a:r>
            <a:r>
              <a:rPr lang="ko-KR" altLang="en-US" sz="2400" dirty="0"/>
              <a:t>가 </a:t>
            </a:r>
            <a:r>
              <a:rPr lang="en-US" altLang="ko-KR" sz="2400" dirty="0"/>
              <a:t>0</a:t>
            </a:r>
            <a:r>
              <a:rPr lang="ko-KR" altLang="en-US" sz="2400" dirty="0"/>
              <a:t>이 되어 사망 시 </a:t>
            </a:r>
            <a:r>
              <a:rPr lang="en-US" altLang="ko-KR" sz="2400" dirty="0"/>
              <a:t>: </a:t>
            </a:r>
            <a:br>
              <a:rPr lang="en-US" altLang="ko-KR" sz="2400" dirty="0"/>
            </a:br>
            <a:r>
              <a:rPr lang="ko-KR" altLang="en-US" sz="2400" dirty="0"/>
              <a:t>사망한 장소에서 </a:t>
            </a:r>
            <a:r>
              <a:rPr lang="en-US" altLang="ko-KR" sz="2400" dirty="0"/>
              <a:t>10</a:t>
            </a:r>
            <a:r>
              <a:rPr lang="ko-KR" altLang="en-US" sz="2400" dirty="0"/>
              <a:t>초 후 부활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BB22C15-86A3-F2D5-9514-7E238DE9E2F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13F6286-6394-F0E6-3780-8AA2C10C9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64" y="1825625"/>
            <a:ext cx="1809575" cy="257516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2FF547D-36F8-6D92-DD89-2ABCCA505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629" y="1660362"/>
            <a:ext cx="2324463" cy="28928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BA06497-C397-ADAA-3DA5-1A99263FA041}"/>
              </a:ext>
            </a:extLst>
          </p:cNvPr>
          <p:cNvSpPr txBox="1"/>
          <p:nvPr/>
        </p:nvSpPr>
        <p:spPr>
          <a:xfrm>
            <a:off x="3365020" y="4584972"/>
            <a:ext cx="2582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[</a:t>
            </a:r>
            <a:r>
              <a:rPr lang="ko-KR" altLang="en-US" sz="1200" dirty="0"/>
              <a:t>자료</a:t>
            </a:r>
            <a:r>
              <a:rPr lang="en-US" altLang="ko-KR" sz="1200" dirty="0"/>
              <a:t>3] </a:t>
            </a:r>
            <a:r>
              <a:rPr lang="ko-KR" altLang="en-US" sz="1200" dirty="0"/>
              <a:t>게임</a:t>
            </a:r>
            <a:r>
              <a:rPr lang="en-US" altLang="ko-KR" sz="1200" dirty="0"/>
              <a:t>”</a:t>
            </a:r>
            <a:r>
              <a:rPr lang="ko-KR" altLang="en-US" sz="1200" dirty="0" err="1"/>
              <a:t>파티애니멀즈</a:t>
            </a:r>
            <a:r>
              <a:rPr lang="en-US" altLang="ko-KR" sz="1200" dirty="0"/>
              <a:t>”</a:t>
            </a:r>
            <a:r>
              <a:rPr lang="ko-KR" altLang="en-US" sz="1200" dirty="0"/>
              <a:t> 캐릭터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DBF9A6-4880-3185-2CC3-6B9E831CD0CB}"/>
              </a:ext>
            </a:extLst>
          </p:cNvPr>
          <p:cNvSpPr txBox="1"/>
          <p:nvPr/>
        </p:nvSpPr>
        <p:spPr>
          <a:xfrm>
            <a:off x="1000664" y="4553190"/>
            <a:ext cx="2582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[</a:t>
            </a:r>
            <a:r>
              <a:rPr lang="ko-KR" altLang="en-US" sz="1200" dirty="0"/>
              <a:t>자료</a:t>
            </a:r>
            <a:r>
              <a:rPr lang="en-US" altLang="ko-KR" sz="1200" dirty="0"/>
              <a:t>2] </a:t>
            </a:r>
            <a:r>
              <a:rPr lang="ko-KR" altLang="en-US" sz="1200" dirty="0"/>
              <a:t>게임</a:t>
            </a:r>
            <a:r>
              <a:rPr lang="en-US" altLang="ko-KR" sz="1200" dirty="0"/>
              <a:t>”</a:t>
            </a:r>
            <a:r>
              <a:rPr lang="ko-KR" altLang="en-US" sz="1200" dirty="0"/>
              <a:t>동물의 숲</a:t>
            </a:r>
            <a:r>
              <a:rPr lang="en-US" altLang="ko-KR" sz="1200" dirty="0"/>
              <a:t>”</a:t>
            </a:r>
            <a:r>
              <a:rPr lang="ko-KR" altLang="en-US" sz="1200" dirty="0"/>
              <a:t> 캐릭터</a:t>
            </a:r>
          </a:p>
        </p:txBody>
      </p:sp>
    </p:spTree>
    <p:extLst>
      <p:ext uri="{BB962C8B-B14F-4D97-AF65-F5344CB8AC3E}">
        <p14:creationId xmlns:p14="http://schemas.microsoft.com/office/powerpoint/2010/main" val="785226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94EEE1-7513-70FD-A7D8-685ADD62B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NPC_</a:t>
            </a:r>
            <a:r>
              <a:rPr lang="ko-KR" altLang="en-US" dirty="0"/>
              <a:t>주민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44275D-3DDE-E1B9-C73E-BF0F2457C4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D5E10D-98DC-8DAC-4F62-6C32F0F5A6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설명 </a:t>
            </a:r>
            <a:r>
              <a:rPr lang="en-US" altLang="ko-KR" sz="2400" dirty="0"/>
              <a:t>: </a:t>
            </a:r>
            <a:r>
              <a:rPr lang="ko-KR" altLang="en-US" sz="2400" dirty="0"/>
              <a:t>배달품을 주문해 전달받는 행성 주민</a:t>
            </a:r>
            <a:br>
              <a:rPr lang="en-US" altLang="ko-KR" sz="2400" dirty="0"/>
            </a:br>
            <a:endParaRPr lang="en-US" altLang="ko-KR" sz="2400" dirty="0"/>
          </a:p>
          <a:p>
            <a:r>
              <a:rPr lang="ko-KR" altLang="en-US" sz="2400" dirty="0"/>
              <a:t>특징 </a:t>
            </a:r>
            <a:r>
              <a:rPr lang="en-US" altLang="ko-KR" sz="2400" dirty="0"/>
              <a:t>: </a:t>
            </a:r>
            <a:r>
              <a:rPr lang="ko-KR" altLang="en-US" sz="2400" dirty="0"/>
              <a:t>반응 생물들과는 달리 직접 플레이어가 방문하지</a:t>
            </a:r>
            <a:r>
              <a:rPr lang="en-US" altLang="ko-KR" sz="2400" dirty="0"/>
              <a:t> </a:t>
            </a:r>
            <a:r>
              <a:rPr lang="ko-KR" altLang="en-US" sz="2400" dirty="0"/>
              <a:t>않는 이상 </a:t>
            </a:r>
            <a:br>
              <a:rPr lang="en-US" altLang="ko-KR" sz="2400" dirty="0"/>
            </a:br>
            <a:r>
              <a:rPr lang="ko-KR" altLang="en-US" sz="2400" dirty="0"/>
              <a:t>주거지에서 나오지 않음 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0A206D-048B-30A6-A29E-89FB4AC2C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9/26/2026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ECEE5D-A882-C018-91BC-370AA20C2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17E42B92-E8FB-2528-B25F-EE8DC6E90A9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pic>
        <p:nvPicPr>
          <p:cNvPr id="9" name="그래픽 8" descr="댄스 단색으로 채워진">
            <a:extLst>
              <a:ext uri="{FF2B5EF4-FFF2-40B4-BE49-F238E27FC236}">
                <a16:creationId xmlns:a16="http://schemas.microsoft.com/office/drawing/2014/main" id="{03B101AC-9E6F-ABED-3754-1AA372F36B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78013" y="2713059"/>
            <a:ext cx="2009957" cy="200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600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21B812-CDBB-9D5A-A6C7-F92F8C0FA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NPC_</a:t>
            </a:r>
            <a:r>
              <a:rPr lang="ko-KR" altLang="en-US" dirty="0"/>
              <a:t>생물</a:t>
            </a:r>
            <a:r>
              <a:rPr lang="en-US" altLang="ko-KR" dirty="0"/>
              <a:t>_</a:t>
            </a:r>
            <a:r>
              <a:rPr lang="ko-KR" altLang="en-US" dirty="0"/>
              <a:t>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F01151-47B6-C912-B338-FDB800779E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26A9D90-F02E-F595-E620-71D0297E2E8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ko-KR" altLang="en-US" sz="2400" dirty="0"/>
              <a:t>설명 </a:t>
            </a:r>
            <a:r>
              <a:rPr lang="en-US" altLang="ko-KR" sz="2400" dirty="0"/>
              <a:t>: </a:t>
            </a:r>
            <a:r>
              <a:rPr lang="ko-KR" altLang="en-US" sz="2400" dirty="0"/>
              <a:t>벌꿀에 반응해 배송품을 </a:t>
            </a:r>
            <a:br>
              <a:rPr lang="en-US" altLang="ko-KR" sz="2400" dirty="0"/>
            </a:br>
            <a:r>
              <a:rPr lang="ko-KR" altLang="en-US" sz="2400" dirty="0"/>
              <a:t>쫓아 플레이어의 주위를 둘러싸</a:t>
            </a:r>
            <a:br>
              <a:rPr lang="en-US" altLang="ko-KR" sz="2400" dirty="0"/>
            </a:br>
            <a:r>
              <a:rPr lang="ko-KR" altLang="en-US" sz="2400" dirty="0"/>
              <a:t>방해함</a:t>
            </a:r>
            <a:endParaRPr lang="en-US" altLang="ko-KR" sz="2400" dirty="0"/>
          </a:p>
          <a:p>
            <a:pPr>
              <a:lnSpc>
                <a:spcPct val="110000"/>
              </a:lnSpc>
            </a:pPr>
            <a:endParaRPr lang="en-US" altLang="ko-KR" sz="2400" dirty="0"/>
          </a:p>
          <a:p>
            <a:pPr>
              <a:lnSpc>
                <a:spcPct val="110000"/>
              </a:lnSpc>
            </a:pPr>
            <a:r>
              <a:rPr lang="ko-KR" altLang="en-US" sz="2400" dirty="0" err="1"/>
              <a:t>파훼법</a:t>
            </a:r>
            <a:r>
              <a:rPr lang="ko-KR" altLang="en-US" sz="2400" dirty="0"/>
              <a:t> </a:t>
            </a:r>
            <a:r>
              <a:rPr lang="en-US" altLang="ko-KR" sz="2400" dirty="0"/>
              <a:t>: </a:t>
            </a:r>
            <a:r>
              <a:rPr lang="ko-KR" altLang="en-US" sz="2400" dirty="0"/>
              <a:t>벌의 행동반경에서 최대한 </a:t>
            </a:r>
            <a:br>
              <a:rPr lang="en-US" altLang="ko-KR" sz="2400" dirty="0"/>
            </a:br>
            <a:r>
              <a:rPr lang="ko-KR" altLang="en-US" sz="2400" dirty="0"/>
              <a:t>빨리 벗어나기</a:t>
            </a:r>
            <a:endParaRPr lang="en-US" altLang="ko-KR" sz="2400" dirty="0"/>
          </a:p>
          <a:p>
            <a:pPr>
              <a:lnSpc>
                <a:spcPct val="110000"/>
              </a:lnSpc>
            </a:pPr>
            <a:r>
              <a:rPr lang="ko-KR" altLang="en-US" sz="2400" dirty="0"/>
              <a:t>잘못된 </a:t>
            </a:r>
            <a:r>
              <a:rPr lang="ko-KR" altLang="en-US" sz="2400" dirty="0" err="1"/>
              <a:t>파훼법</a:t>
            </a:r>
            <a:r>
              <a:rPr lang="ko-KR" altLang="en-US" sz="2400" dirty="0"/>
              <a:t> </a:t>
            </a:r>
            <a:r>
              <a:rPr lang="en-US" altLang="ko-KR" sz="2400" dirty="0"/>
              <a:t>: </a:t>
            </a:r>
            <a:r>
              <a:rPr lang="ko-KR" altLang="en-US" sz="2400" dirty="0"/>
              <a:t>벌집 사격</a:t>
            </a:r>
            <a:r>
              <a:rPr lang="en-US" altLang="ko-KR" sz="2400" dirty="0"/>
              <a:t>(</a:t>
            </a:r>
            <a:r>
              <a:rPr lang="ko-KR" altLang="en-US" sz="2400" dirty="0"/>
              <a:t>사격 시 </a:t>
            </a:r>
            <a:br>
              <a:rPr lang="en-US" altLang="ko-KR" sz="2400" dirty="0"/>
            </a:br>
            <a:r>
              <a:rPr lang="ko-KR" altLang="en-US" sz="2400" dirty="0"/>
              <a:t>잠시간 방해 중지</a:t>
            </a:r>
            <a:r>
              <a:rPr lang="en-US" altLang="ko-KR" sz="2400" dirty="0"/>
              <a:t>, </a:t>
            </a:r>
            <a:r>
              <a:rPr lang="ko-KR" altLang="en-US" sz="2400" dirty="0"/>
              <a:t>이후 다시 방해</a:t>
            </a:r>
            <a:r>
              <a:rPr lang="en-US" altLang="ko-KR" sz="2400" dirty="0"/>
              <a:t>)</a:t>
            </a:r>
          </a:p>
          <a:p>
            <a:pPr>
              <a:lnSpc>
                <a:spcPct val="110000"/>
              </a:lnSpc>
            </a:pPr>
            <a:endParaRPr lang="en-US" altLang="ko-KR" sz="2400" dirty="0"/>
          </a:p>
          <a:p>
            <a:pPr>
              <a:lnSpc>
                <a:spcPct val="110000"/>
              </a:lnSpc>
            </a:pPr>
            <a:r>
              <a:rPr lang="ko-KR" altLang="en-US" sz="2400" dirty="0"/>
              <a:t>고인물의 활용법 </a:t>
            </a:r>
            <a:r>
              <a:rPr lang="en-US" altLang="ko-KR" sz="2400" dirty="0"/>
              <a:t>: </a:t>
            </a:r>
            <a:r>
              <a:rPr lang="ko-KR" altLang="en-US" sz="2400" dirty="0"/>
              <a:t>벌집을 사격해 이동속도 증가를 활용하는 것이 가능함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5260F7-3325-2433-9A2E-9ADBDA865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9/26/2026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11B074-D4F3-9E87-21AC-400E1D7EA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019D52D-25D6-D3FB-B5F8-0C1637DFE92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pic>
        <p:nvPicPr>
          <p:cNvPr id="9" name="그래픽 8" descr="벌 단색으로 채워진">
            <a:extLst>
              <a:ext uri="{FF2B5EF4-FFF2-40B4-BE49-F238E27FC236}">
                <a16:creationId xmlns:a16="http://schemas.microsoft.com/office/drawing/2014/main" id="{CDE72430-0AEC-9BEF-6BA9-0D5F0CE962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74666" y="2540479"/>
            <a:ext cx="1595412" cy="1595412"/>
          </a:xfrm>
          <a:prstGeom prst="rect">
            <a:avLst/>
          </a:prstGeom>
        </p:spPr>
      </p:pic>
      <p:pic>
        <p:nvPicPr>
          <p:cNvPr id="11" name="그래픽 10" descr="벌집 단색으로 채워진">
            <a:extLst>
              <a:ext uri="{FF2B5EF4-FFF2-40B4-BE49-F238E27FC236}">
                <a16:creationId xmlns:a16="http://schemas.microsoft.com/office/drawing/2014/main" id="{57C6287E-1562-636E-E7CE-4DC8C281B2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0874" y="2540479"/>
            <a:ext cx="1595412" cy="159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365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E00DDE-0906-FC8D-58B6-95985F608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상호작용</a:t>
            </a:r>
            <a:r>
              <a:rPr lang="en-US" altLang="ko-KR" dirty="0"/>
              <a:t>_</a:t>
            </a:r>
            <a:r>
              <a:rPr lang="ko-KR" altLang="en-US" dirty="0"/>
              <a:t>생물</a:t>
            </a:r>
            <a:r>
              <a:rPr lang="en-US" altLang="ko-KR" dirty="0"/>
              <a:t>_</a:t>
            </a:r>
            <a:r>
              <a:rPr lang="ko-KR" altLang="en-US" dirty="0"/>
              <a:t>벌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D0F576-7438-39F6-8BE1-E8373982D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9/26/2026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0DF2F7-73D5-1737-BFAE-4E9778FE8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F5889B58-BCF1-B3D9-1AC1-037522E0F1D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E750CDE-980B-7773-CE68-54A3FCBD3B52}"/>
              </a:ext>
            </a:extLst>
          </p:cNvPr>
          <p:cNvSpPr/>
          <p:nvPr/>
        </p:nvSpPr>
        <p:spPr>
          <a:xfrm>
            <a:off x="8036482" y="1774053"/>
            <a:ext cx="721259" cy="454245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방해</a:t>
            </a:r>
            <a:endParaRPr lang="en-US" altLang="ko-KR" dirty="0">
              <a:solidFill>
                <a:sysClr val="windowText" lastClr="000000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36438FF-507B-870C-936B-BE08A6DB07CD}"/>
              </a:ext>
            </a:extLst>
          </p:cNvPr>
          <p:cNvSpPr/>
          <p:nvPr/>
        </p:nvSpPr>
        <p:spPr>
          <a:xfrm>
            <a:off x="7196540" y="4248060"/>
            <a:ext cx="2138250" cy="92756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다시 방해 </a:t>
            </a:r>
            <a:r>
              <a:rPr lang="en-US" altLang="ko-KR" dirty="0">
                <a:solidFill>
                  <a:srgbClr val="000000"/>
                </a:solidFill>
              </a:rPr>
              <a:t>:</a:t>
            </a:r>
            <a:r>
              <a:rPr lang="ko-KR" altLang="en-US" dirty="0">
                <a:solidFill>
                  <a:srgbClr val="000000"/>
                </a:solidFill>
              </a:rPr>
              <a:t> </a:t>
            </a:r>
            <a:r>
              <a:rPr lang="en-US" altLang="ko-KR" dirty="0">
                <a:solidFill>
                  <a:srgbClr val="000000"/>
                </a:solidFill>
              </a:rPr>
              <a:t>[30T]</a:t>
            </a:r>
            <a:r>
              <a:rPr lang="ko-KR" altLang="en-US" dirty="0">
                <a:solidFill>
                  <a:srgbClr val="000000"/>
                </a:solidFill>
              </a:rPr>
              <a:t>로 증가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</a:p>
          <a:p>
            <a:pPr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기억 활성화</a:t>
            </a:r>
            <a:endParaRPr lang="en-US" altLang="ko-KR" dirty="0">
              <a:solidFill>
                <a:sysClr val="windowText" lastClr="000000"/>
              </a:solidFill>
            </a:endParaRPr>
          </a:p>
        </p:txBody>
      </p:sp>
      <p:cxnSp>
        <p:nvCxnSpPr>
          <p:cNvPr id="36" name="꺾인 양쪽 화살표 연결선 18">
            <a:extLst>
              <a:ext uri="{FF2B5EF4-FFF2-40B4-BE49-F238E27FC236}">
                <a16:creationId xmlns:a16="http://schemas.microsoft.com/office/drawing/2014/main" id="{EA5EE0CD-6DE1-F1E1-9FA4-953AA954B678}"/>
              </a:ext>
            </a:extLst>
          </p:cNvPr>
          <p:cNvCxnSpPr>
            <a:cxnSpLocks/>
            <a:stCxn id="53" idx="0"/>
            <a:endCxn id="4" idx="1"/>
          </p:cNvCxnSpPr>
          <p:nvPr/>
        </p:nvCxnSpPr>
        <p:spPr>
          <a:xfrm flipH="1">
            <a:off x="5661960" y="3097413"/>
            <a:ext cx="290266" cy="959177"/>
          </a:xfrm>
          <a:prstGeom prst="bentConnector5">
            <a:avLst>
              <a:gd name="adj1" fmla="val -78755"/>
              <a:gd name="adj2" fmla="val 47857"/>
              <a:gd name="adj3" fmla="val 178755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8E4D8DF-F5C3-FC3E-2FD0-AA56254CC7E5}"/>
              </a:ext>
            </a:extLst>
          </p:cNvPr>
          <p:cNvSpPr/>
          <p:nvPr/>
        </p:nvSpPr>
        <p:spPr>
          <a:xfrm>
            <a:off x="3644569" y="1527208"/>
            <a:ext cx="1186620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생물</a:t>
            </a:r>
            <a:r>
              <a:rPr lang="en-US" altLang="ko-KR" dirty="0">
                <a:solidFill>
                  <a:srgbClr val="000000"/>
                </a:solidFill>
              </a:rPr>
              <a:t>_</a:t>
            </a:r>
            <a:r>
              <a:rPr lang="ko-KR" altLang="en-US" dirty="0">
                <a:solidFill>
                  <a:srgbClr val="000000"/>
                </a:solidFill>
              </a:rPr>
              <a:t>벌</a:t>
            </a:r>
          </a:p>
        </p:txBody>
      </p:sp>
      <p:sp>
        <p:nvSpPr>
          <p:cNvPr id="53" name="육각형 52">
            <a:extLst>
              <a:ext uri="{FF2B5EF4-FFF2-40B4-BE49-F238E27FC236}">
                <a16:creationId xmlns:a16="http://schemas.microsoft.com/office/drawing/2014/main" id="{B500CAD0-3D19-623E-D213-CE83747B0E05}"/>
              </a:ext>
            </a:extLst>
          </p:cNvPr>
          <p:cNvSpPr/>
          <p:nvPr/>
        </p:nvSpPr>
        <p:spPr>
          <a:xfrm>
            <a:off x="4296831" y="2752314"/>
            <a:ext cx="1655395" cy="690198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벌집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저격 당함</a:t>
            </a:r>
          </a:p>
        </p:txBody>
      </p:sp>
      <p:cxnSp>
        <p:nvCxnSpPr>
          <p:cNvPr id="65" name="꺾인 양쪽 화살표 연결선 18">
            <a:extLst>
              <a:ext uri="{FF2B5EF4-FFF2-40B4-BE49-F238E27FC236}">
                <a16:creationId xmlns:a16="http://schemas.microsoft.com/office/drawing/2014/main" id="{D94BC165-8346-FDBB-557A-85830FFEC502}"/>
              </a:ext>
            </a:extLst>
          </p:cNvPr>
          <p:cNvCxnSpPr>
            <a:cxnSpLocks/>
            <a:stCxn id="78" idx="0"/>
            <a:endCxn id="10" idx="1"/>
          </p:cNvCxnSpPr>
          <p:nvPr/>
        </p:nvCxnSpPr>
        <p:spPr>
          <a:xfrm>
            <a:off x="6451950" y="1911112"/>
            <a:ext cx="1584532" cy="90064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7403A14B-A0D5-1195-D931-AA09924182A2}"/>
              </a:ext>
            </a:extLst>
          </p:cNvPr>
          <p:cNvSpPr txBox="1"/>
          <p:nvPr/>
        </p:nvSpPr>
        <p:spPr>
          <a:xfrm>
            <a:off x="175347" y="814353"/>
            <a:ext cx="2954748" cy="25853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생물</a:t>
            </a:r>
            <a:r>
              <a:rPr lang="en-US" altLang="ko-KR" dirty="0"/>
              <a:t>_</a:t>
            </a:r>
            <a:r>
              <a:rPr lang="ko-KR" altLang="en-US" dirty="0"/>
              <a:t>벌 </a:t>
            </a:r>
            <a:r>
              <a:rPr lang="en-US" altLang="ko-KR" dirty="0"/>
              <a:t>: </a:t>
            </a:r>
            <a:r>
              <a:rPr lang="ko-KR" altLang="en-US" dirty="0"/>
              <a:t>방해 </a:t>
            </a:r>
            <a:endParaRPr lang="en-US" altLang="ko-KR" dirty="0"/>
          </a:p>
          <a:p>
            <a:r>
              <a:rPr lang="en-US" altLang="ko-KR" dirty="0"/>
              <a:t>= </a:t>
            </a:r>
            <a:r>
              <a:rPr lang="ko-KR" altLang="en-US" dirty="0">
                <a:solidFill>
                  <a:sysClr val="windowText" lastClr="000000"/>
                </a:solidFill>
              </a:rPr>
              <a:t>플레이어 이동속도 </a:t>
            </a:r>
            <a:r>
              <a:rPr lang="en-US" altLang="ko-KR" dirty="0">
                <a:solidFill>
                  <a:sysClr val="windowText" lastClr="000000"/>
                </a:solidFill>
              </a:rPr>
              <a:t>6/5 </a:t>
            </a:r>
            <a:r>
              <a:rPr lang="ko-KR" altLang="en-US" dirty="0">
                <a:solidFill>
                  <a:sysClr val="windowText" lastClr="000000"/>
                </a:solidFill>
              </a:rPr>
              <a:t>증가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방향회전율 </a:t>
            </a:r>
            <a:r>
              <a:rPr lang="en-US" altLang="ko-KR" dirty="0">
                <a:solidFill>
                  <a:sysClr val="windowText" lastClr="000000"/>
                </a:solidFill>
              </a:rPr>
              <a:t>3/2 </a:t>
            </a:r>
            <a:r>
              <a:rPr lang="ko-KR" altLang="en-US" dirty="0">
                <a:solidFill>
                  <a:sysClr val="windowText" lastClr="000000"/>
                </a:solidFill>
              </a:rPr>
              <a:t>증가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최대 </a:t>
            </a:r>
            <a:r>
              <a:rPr lang="en-US" altLang="ko-KR" dirty="0">
                <a:solidFill>
                  <a:sysClr val="windowText" lastClr="000000"/>
                </a:solidFill>
              </a:rPr>
              <a:t>[15T] </a:t>
            </a:r>
            <a:r>
              <a:rPr lang="ko-KR" altLang="en-US" dirty="0">
                <a:solidFill>
                  <a:sysClr val="windowText" lastClr="000000"/>
                </a:solidFill>
              </a:rPr>
              <a:t>지속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endParaRPr lang="en-US" altLang="ko-KR" dirty="0">
              <a:solidFill>
                <a:sysClr val="windowText" lastClr="000000"/>
              </a:solidFill>
            </a:endParaRPr>
          </a:p>
          <a:p>
            <a:r>
              <a:rPr lang="ko-KR" altLang="en-US" dirty="0">
                <a:solidFill>
                  <a:sysClr val="windowText" lastClr="000000"/>
                </a:solidFill>
              </a:rPr>
              <a:t>생물</a:t>
            </a:r>
            <a:r>
              <a:rPr lang="en-US" altLang="ko-KR" dirty="0">
                <a:solidFill>
                  <a:sysClr val="windowText" lastClr="000000"/>
                </a:solidFill>
              </a:rPr>
              <a:t>_</a:t>
            </a:r>
            <a:r>
              <a:rPr lang="ko-KR" altLang="en-US" dirty="0">
                <a:solidFill>
                  <a:sysClr val="windowText" lastClr="000000"/>
                </a:solidFill>
              </a:rPr>
              <a:t>벌 </a:t>
            </a:r>
            <a:r>
              <a:rPr lang="en-US" altLang="ko-KR" dirty="0">
                <a:solidFill>
                  <a:sysClr val="windowText" lastClr="000000"/>
                </a:solidFill>
              </a:rPr>
              <a:t>: </a:t>
            </a:r>
            <a:r>
              <a:rPr lang="ko-KR" altLang="en-US" dirty="0">
                <a:solidFill>
                  <a:sysClr val="windowText" lastClr="000000"/>
                </a:solidFill>
              </a:rPr>
              <a:t>기억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= </a:t>
            </a:r>
            <a:r>
              <a:rPr lang="ko-KR" altLang="en-US" dirty="0">
                <a:solidFill>
                  <a:sysClr val="windowText" lastClr="000000"/>
                </a:solidFill>
              </a:rPr>
              <a:t>플레이어가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배달품</a:t>
            </a:r>
            <a:r>
              <a:rPr lang="ko-KR" altLang="en-US" dirty="0">
                <a:solidFill>
                  <a:sysClr val="windowText" lastClr="000000"/>
                </a:solidFill>
              </a:rPr>
              <a:t> 미소지 상태에서도 방해를 진행함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기억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스탯은</a:t>
            </a:r>
            <a:r>
              <a:rPr lang="ko-KR" altLang="en-US" dirty="0">
                <a:solidFill>
                  <a:sysClr val="windowText" lastClr="000000"/>
                </a:solidFill>
              </a:rPr>
              <a:t> 제거 불가</a:t>
            </a:r>
            <a:endParaRPr lang="ko-KR" altLang="en-US" dirty="0">
              <a:solidFill>
                <a:schemeClr val="accent3"/>
              </a:solidFill>
            </a:endParaRPr>
          </a:p>
        </p:txBody>
      </p:sp>
      <p:sp>
        <p:nvSpPr>
          <p:cNvPr id="78" name="육각형 77">
            <a:extLst>
              <a:ext uri="{FF2B5EF4-FFF2-40B4-BE49-F238E27FC236}">
                <a16:creationId xmlns:a16="http://schemas.microsoft.com/office/drawing/2014/main" id="{CBFEB431-A16E-9B12-1D5D-63C1D0E4A5A4}"/>
              </a:ext>
            </a:extLst>
          </p:cNvPr>
          <p:cNvSpPr/>
          <p:nvPr/>
        </p:nvSpPr>
        <p:spPr>
          <a:xfrm>
            <a:off x="5160766" y="1566013"/>
            <a:ext cx="1291184" cy="690198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꿀 인식</a:t>
            </a:r>
          </a:p>
        </p:txBody>
      </p: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767A3001-CCAE-8569-CE94-82CDBEB98D37}"/>
              </a:ext>
            </a:extLst>
          </p:cNvPr>
          <p:cNvCxnSpPr>
            <a:cxnSpLocks/>
            <a:stCxn id="78" idx="3"/>
            <a:endCxn id="43" idx="3"/>
          </p:cNvCxnSpPr>
          <p:nvPr/>
        </p:nvCxnSpPr>
        <p:spPr>
          <a:xfrm rot="10800000">
            <a:off x="4831190" y="1852894"/>
            <a:ext cx="329577" cy="5821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5C898089-26A6-140C-0DCE-4F47DBD9F862}"/>
              </a:ext>
            </a:extLst>
          </p:cNvPr>
          <p:cNvCxnSpPr>
            <a:cxnSpLocks/>
            <a:stCxn id="53" idx="3"/>
            <a:endCxn id="43" idx="2"/>
          </p:cNvCxnSpPr>
          <p:nvPr/>
        </p:nvCxnSpPr>
        <p:spPr>
          <a:xfrm rot="10800000">
            <a:off x="4237879" y="2178579"/>
            <a:ext cx="58952" cy="918835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배지 124">
            <a:extLst>
              <a:ext uri="{FF2B5EF4-FFF2-40B4-BE49-F238E27FC236}">
                <a16:creationId xmlns:a16="http://schemas.microsoft.com/office/drawing/2014/main" id="{84FB7C6B-A2C4-9B63-93A0-56EE3B858A07}"/>
              </a:ext>
            </a:extLst>
          </p:cNvPr>
          <p:cNvSpPr/>
          <p:nvPr/>
        </p:nvSpPr>
        <p:spPr>
          <a:xfrm>
            <a:off x="9587088" y="3111120"/>
            <a:ext cx="1094106" cy="662783"/>
          </a:xfrm>
          <a:prstGeom prst="plaqu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기억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활성화</a:t>
            </a:r>
          </a:p>
        </p:txBody>
      </p:sp>
      <p:cxnSp>
        <p:nvCxnSpPr>
          <p:cNvPr id="128" name="꺾인 양쪽 화살표 연결선 18">
            <a:extLst>
              <a:ext uri="{FF2B5EF4-FFF2-40B4-BE49-F238E27FC236}">
                <a16:creationId xmlns:a16="http://schemas.microsoft.com/office/drawing/2014/main" id="{E843FF79-AE37-F5EB-EB6F-E57DC94FE757}"/>
              </a:ext>
            </a:extLst>
          </p:cNvPr>
          <p:cNvCxnSpPr>
            <a:cxnSpLocks/>
            <a:stCxn id="32" idx="3"/>
            <a:endCxn id="125" idx="1"/>
          </p:cNvCxnSpPr>
          <p:nvPr/>
        </p:nvCxnSpPr>
        <p:spPr>
          <a:xfrm flipV="1">
            <a:off x="9334790" y="3442512"/>
            <a:ext cx="252298" cy="1269330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꺾인 양쪽 화살표 연결선 18">
            <a:extLst>
              <a:ext uri="{FF2B5EF4-FFF2-40B4-BE49-F238E27FC236}">
                <a16:creationId xmlns:a16="http://schemas.microsoft.com/office/drawing/2014/main" id="{B56976AC-6FBC-875A-E681-2FCD1B73471F}"/>
              </a:ext>
            </a:extLst>
          </p:cNvPr>
          <p:cNvCxnSpPr>
            <a:cxnSpLocks/>
            <a:stCxn id="125" idx="3"/>
            <a:endCxn id="10" idx="1"/>
          </p:cNvCxnSpPr>
          <p:nvPr/>
        </p:nvCxnSpPr>
        <p:spPr>
          <a:xfrm flipH="1" flipV="1">
            <a:off x="8036482" y="2001176"/>
            <a:ext cx="2644712" cy="1441336"/>
          </a:xfrm>
          <a:prstGeom prst="bentConnector5">
            <a:avLst>
              <a:gd name="adj1" fmla="val -8644"/>
              <a:gd name="adj2" fmla="val 53617"/>
              <a:gd name="adj3" fmla="val 108644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육각형 146">
            <a:extLst>
              <a:ext uri="{FF2B5EF4-FFF2-40B4-BE49-F238E27FC236}">
                <a16:creationId xmlns:a16="http://schemas.microsoft.com/office/drawing/2014/main" id="{DD409C54-AA99-B28E-D5BA-1A47E5062A2F}"/>
              </a:ext>
            </a:extLst>
          </p:cNvPr>
          <p:cNvSpPr/>
          <p:nvPr/>
        </p:nvSpPr>
        <p:spPr>
          <a:xfrm>
            <a:off x="257445" y="3551247"/>
            <a:ext cx="1291184" cy="690198"/>
          </a:xfrm>
          <a:prstGeom prst="hexagon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이벤트</a:t>
            </a:r>
            <a:r>
              <a:rPr lang="en-US" altLang="ko-KR" dirty="0">
                <a:solidFill>
                  <a:sysClr val="windowText" lastClr="000000"/>
                </a:solidFill>
              </a:rPr>
              <a:t>/</a:t>
            </a:r>
            <a:r>
              <a:rPr lang="ko-KR" altLang="en-US" dirty="0">
                <a:solidFill>
                  <a:sysClr val="windowText" lastClr="000000"/>
                </a:solidFill>
              </a:rPr>
              <a:t>판단</a:t>
            </a:r>
          </a:p>
        </p:txBody>
      </p:sp>
      <p:sp>
        <p:nvSpPr>
          <p:cNvPr id="149" name="배지 148">
            <a:extLst>
              <a:ext uri="{FF2B5EF4-FFF2-40B4-BE49-F238E27FC236}">
                <a16:creationId xmlns:a16="http://schemas.microsoft.com/office/drawing/2014/main" id="{F0230DC3-C964-C99E-73D1-E627296D0ABA}"/>
              </a:ext>
            </a:extLst>
          </p:cNvPr>
          <p:cNvSpPr/>
          <p:nvPr/>
        </p:nvSpPr>
        <p:spPr>
          <a:xfrm>
            <a:off x="1733073" y="3551247"/>
            <a:ext cx="1176977" cy="805683"/>
          </a:xfrm>
          <a:prstGeom prst="plaqu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상태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C5475CB-7428-F7DF-60BC-05432D8CE4DD}"/>
              </a:ext>
            </a:extLst>
          </p:cNvPr>
          <p:cNvSpPr/>
          <p:nvPr/>
        </p:nvSpPr>
        <p:spPr>
          <a:xfrm>
            <a:off x="5661960" y="3670391"/>
            <a:ext cx="1196038" cy="772398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방해 일시 중지</a:t>
            </a:r>
            <a:r>
              <a:rPr lang="en-US" altLang="ko-KR" dirty="0">
                <a:solidFill>
                  <a:srgbClr val="000000"/>
                </a:solidFill>
              </a:rPr>
              <a:t>[3T]</a:t>
            </a:r>
            <a:endParaRPr lang="en-US" altLang="ko-KR" dirty="0">
              <a:solidFill>
                <a:sysClr val="windowText" lastClr="000000"/>
              </a:solidFill>
            </a:endParaRPr>
          </a:p>
        </p:txBody>
      </p:sp>
      <p:cxnSp>
        <p:nvCxnSpPr>
          <p:cNvPr id="11" name="꺾인 양쪽 화살표 연결선 18">
            <a:extLst>
              <a:ext uri="{FF2B5EF4-FFF2-40B4-BE49-F238E27FC236}">
                <a16:creationId xmlns:a16="http://schemas.microsoft.com/office/drawing/2014/main" id="{655F7FC1-0066-D318-5B19-ECF44FB09F4B}"/>
              </a:ext>
            </a:extLst>
          </p:cNvPr>
          <p:cNvCxnSpPr>
            <a:cxnSpLocks/>
            <a:stCxn id="4" idx="3"/>
            <a:endCxn id="32" idx="1"/>
          </p:cNvCxnSpPr>
          <p:nvPr/>
        </p:nvCxnSpPr>
        <p:spPr>
          <a:xfrm>
            <a:off x="6857998" y="4056590"/>
            <a:ext cx="338542" cy="655252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6462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431982-35EF-EBEC-D9A7-CC0AFA18A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NPC_</a:t>
            </a:r>
            <a:r>
              <a:rPr lang="ko-KR" altLang="en-US" dirty="0"/>
              <a:t>생물</a:t>
            </a:r>
            <a:r>
              <a:rPr lang="en-US" altLang="ko-KR" dirty="0"/>
              <a:t>_</a:t>
            </a:r>
            <a:r>
              <a:rPr lang="ko-KR" altLang="en-US" dirty="0"/>
              <a:t>벌 </a:t>
            </a:r>
            <a:r>
              <a:rPr lang="ko-KR" altLang="en-US" dirty="0" err="1"/>
              <a:t>행동트리</a:t>
            </a:r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5F99C4-5814-36F2-7009-3BBAB3B6D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9/27/2026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46A311-80A7-E422-30F5-4DA87EF2C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2276D0C-5F68-C658-45CC-3713A071FAC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663720E-869D-97FB-FFF4-58F6951EDD70}"/>
              </a:ext>
            </a:extLst>
          </p:cNvPr>
          <p:cNvSpPr/>
          <p:nvPr/>
        </p:nvSpPr>
        <p:spPr>
          <a:xfrm>
            <a:off x="5318094" y="1262664"/>
            <a:ext cx="1186620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selector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41CA78A-DB74-E88D-5A42-4737866F5DAB}"/>
              </a:ext>
            </a:extLst>
          </p:cNvPr>
          <p:cNvSpPr/>
          <p:nvPr/>
        </p:nvSpPr>
        <p:spPr>
          <a:xfrm>
            <a:off x="9249734" y="2370482"/>
            <a:ext cx="2291327" cy="832486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벌집 배회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ko-KR" dirty="0" err="1">
                <a:solidFill>
                  <a:schemeClr val="tx1"/>
                </a:solidFill>
              </a:rPr>
              <a:t>sequence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벌집 주변 배회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B238FB-1BE7-6F02-51F7-EE12BBE682BE}"/>
              </a:ext>
            </a:extLst>
          </p:cNvPr>
          <p:cNvSpPr/>
          <p:nvPr/>
        </p:nvSpPr>
        <p:spPr>
          <a:xfrm>
            <a:off x="992448" y="2479320"/>
            <a:ext cx="1814012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벌집 </a:t>
            </a:r>
            <a:r>
              <a:rPr lang="ko-KR" altLang="en-US">
                <a:solidFill>
                  <a:schemeClr val="tx1"/>
                </a:solidFill>
              </a:rPr>
              <a:t>피격 대응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ko-KR" dirty="0" err="1">
                <a:solidFill>
                  <a:schemeClr val="tx1"/>
                </a:solidFill>
              </a:rPr>
              <a:t>sequence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2874184-5899-7BE1-D3E2-49F78C10ACF4}"/>
              </a:ext>
            </a:extLst>
          </p:cNvPr>
          <p:cNvSpPr/>
          <p:nvPr/>
        </p:nvSpPr>
        <p:spPr>
          <a:xfrm>
            <a:off x="6630824" y="2326698"/>
            <a:ext cx="2291327" cy="949681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벌집 귀환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ko-KR" dirty="0" err="1">
                <a:solidFill>
                  <a:schemeClr val="tx1"/>
                </a:solidFill>
              </a:rPr>
              <a:t>sequence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범위에서 벗어나면 복귀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65E6C07C-C01C-D2E5-1242-D2D2577CCBA2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 flipH="1">
            <a:off x="1899454" y="1914034"/>
            <a:ext cx="4011950" cy="5652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2A1C32BD-8F65-AEA2-7EAF-2701ECEB5A9B}"/>
              </a:ext>
            </a:extLst>
          </p:cNvPr>
          <p:cNvCxnSpPr>
            <a:cxnSpLocks/>
            <a:stCxn id="9" idx="2"/>
            <a:endCxn id="19" idx="0"/>
          </p:cNvCxnSpPr>
          <p:nvPr/>
        </p:nvCxnSpPr>
        <p:spPr>
          <a:xfrm>
            <a:off x="5911404" y="1914034"/>
            <a:ext cx="1865084" cy="4126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D447524-DD88-0B20-3BFA-0F6A4CE85A0A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5911404" y="1914034"/>
            <a:ext cx="4483994" cy="4564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6B9E20A-B8F9-CB51-C4D5-C3E38CB1857F}"/>
              </a:ext>
            </a:extLst>
          </p:cNvPr>
          <p:cNvSpPr/>
          <p:nvPr/>
        </p:nvSpPr>
        <p:spPr>
          <a:xfrm>
            <a:off x="4677148" y="2471926"/>
            <a:ext cx="1530911" cy="731042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벌꿀 탐지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ko-KR" dirty="0" err="1">
                <a:solidFill>
                  <a:schemeClr val="tx1"/>
                </a:solidFill>
              </a:rPr>
              <a:t>sequence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FB0CA58-B2A0-207C-01CA-61B12DC6F7B8}"/>
              </a:ext>
            </a:extLst>
          </p:cNvPr>
          <p:cNvSpPr/>
          <p:nvPr/>
        </p:nvSpPr>
        <p:spPr>
          <a:xfrm>
            <a:off x="445721" y="5379295"/>
            <a:ext cx="1186620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벌집 저격 당함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4BDC9A5-280C-0B39-6D93-588DAE81FDF5}"/>
              </a:ext>
            </a:extLst>
          </p:cNvPr>
          <p:cNvSpPr/>
          <p:nvPr/>
        </p:nvSpPr>
        <p:spPr>
          <a:xfrm>
            <a:off x="1917601" y="5379295"/>
            <a:ext cx="1186620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방해 중단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8D74D15-DF3C-D729-CB6A-4CBA92D0021F}"/>
              </a:ext>
            </a:extLst>
          </p:cNvPr>
          <p:cNvSpPr/>
          <p:nvPr/>
        </p:nvSpPr>
        <p:spPr>
          <a:xfrm>
            <a:off x="3389481" y="5372271"/>
            <a:ext cx="1415605" cy="756656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기억 상태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활성화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559B2BA-1FE3-ACCD-2734-EFA2C960462F}"/>
              </a:ext>
            </a:extLst>
          </p:cNvPr>
          <p:cNvSpPr/>
          <p:nvPr/>
        </p:nvSpPr>
        <p:spPr>
          <a:xfrm>
            <a:off x="5090346" y="5424914"/>
            <a:ext cx="1186621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벌집으로 복귀</a:t>
            </a: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7FE06FCC-84DD-0387-364D-1B12A7A29D4A}"/>
              </a:ext>
            </a:extLst>
          </p:cNvPr>
          <p:cNvCxnSpPr>
            <a:cxnSpLocks/>
            <a:stCxn id="13" idx="2"/>
            <a:endCxn id="39" idx="0"/>
          </p:cNvCxnSpPr>
          <p:nvPr/>
        </p:nvCxnSpPr>
        <p:spPr>
          <a:xfrm flipH="1">
            <a:off x="1039031" y="3130690"/>
            <a:ext cx="860423" cy="2248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FD1DB450-3FD5-CA64-2FAD-CF858AAAA0CF}"/>
              </a:ext>
            </a:extLst>
          </p:cNvPr>
          <p:cNvCxnSpPr>
            <a:cxnSpLocks/>
            <a:stCxn id="13" idx="2"/>
            <a:endCxn id="41" idx="0"/>
          </p:cNvCxnSpPr>
          <p:nvPr/>
        </p:nvCxnSpPr>
        <p:spPr>
          <a:xfrm>
            <a:off x="1899454" y="3130690"/>
            <a:ext cx="611457" cy="2248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42D94AC-F1AB-B320-A63D-D65BEDB2F883}"/>
              </a:ext>
            </a:extLst>
          </p:cNvPr>
          <p:cNvCxnSpPr>
            <a:cxnSpLocks/>
            <a:stCxn id="13" idx="2"/>
            <a:endCxn id="43" idx="0"/>
          </p:cNvCxnSpPr>
          <p:nvPr/>
        </p:nvCxnSpPr>
        <p:spPr>
          <a:xfrm>
            <a:off x="1899454" y="3130690"/>
            <a:ext cx="2197830" cy="22415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5C7DE81E-0306-4215-23BE-0FAEF864D331}"/>
              </a:ext>
            </a:extLst>
          </p:cNvPr>
          <p:cNvCxnSpPr>
            <a:cxnSpLocks/>
            <a:stCxn id="13" idx="2"/>
            <a:endCxn id="45" idx="0"/>
          </p:cNvCxnSpPr>
          <p:nvPr/>
        </p:nvCxnSpPr>
        <p:spPr>
          <a:xfrm>
            <a:off x="1899454" y="3130690"/>
            <a:ext cx="3784203" cy="22942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A36355BB-7CF3-D6C0-0FF4-FF08FC91CC27}"/>
              </a:ext>
            </a:extLst>
          </p:cNvPr>
          <p:cNvCxnSpPr>
            <a:cxnSpLocks/>
            <a:stCxn id="9" idx="2"/>
            <a:endCxn id="36" idx="0"/>
          </p:cNvCxnSpPr>
          <p:nvPr/>
        </p:nvCxnSpPr>
        <p:spPr>
          <a:xfrm flipH="1">
            <a:off x="5442604" y="1914034"/>
            <a:ext cx="468800" cy="5578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FD219BEB-70FB-881E-2E07-BF9EF884B57D}"/>
              </a:ext>
            </a:extLst>
          </p:cNvPr>
          <p:cNvSpPr/>
          <p:nvPr/>
        </p:nvSpPr>
        <p:spPr>
          <a:xfrm>
            <a:off x="5044801" y="3665389"/>
            <a:ext cx="1517425" cy="75386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탐지 범위 내 벌꿀 확인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A2DA9F5-63DA-6AF6-0E57-506688DF3FB6}"/>
              </a:ext>
            </a:extLst>
          </p:cNvPr>
          <p:cNvSpPr/>
          <p:nvPr/>
        </p:nvSpPr>
        <p:spPr>
          <a:xfrm>
            <a:off x="6829339" y="3751992"/>
            <a:ext cx="897611" cy="580656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방해</a:t>
            </a: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869EFBC2-F234-7089-4A2B-35BB504DD58E}"/>
              </a:ext>
            </a:extLst>
          </p:cNvPr>
          <p:cNvCxnSpPr>
            <a:cxnSpLocks/>
            <a:stCxn id="36" idx="2"/>
            <a:endCxn id="78" idx="0"/>
          </p:cNvCxnSpPr>
          <p:nvPr/>
        </p:nvCxnSpPr>
        <p:spPr>
          <a:xfrm>
            <a:off x="5442604" y="3202968"/>
            <a:ext cx="360910" cy="4624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B75FDA05-F133-29E2-9D32-977FC9FDF09F}"/>
              </a:ext>
            </a:extLst>
          </p:cNvPr>
          <p:cNvCxnSpPr>
            <a:cxnSpLocks/>
            <a:stCxn id="36" idx="2"/>
            <a:endCxn id="80" idx="0"/>
          </p:cNvCxnSpPr>
          <p:nvPr/>
        </p:nvCxnSpPr>
        <p:spPr>
          <a:xfrm>
            <a:off x="5442604" y="3202968"/>
            <a:ext cx="1835541" cy="5490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129D0BA7-EA09-4391-B6D3-AC5D5E87FFFF}"/>
              </a:ext>
            </a:extLst>
          </p:cNvPr>
          <p:cNvSpPr/>
          <p:nvPr/>
        </p:nvSpPr>
        <p:spPr>
          <a:xfrm>
            <a:off x="6562226" y="5424915"/>
            <a:ext cx="897611" cy="651369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chemeClr val="tx1"/>
                </a:solidFill>
              </a:rPr>
              <a:t>방해 재개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0489940-664C-3F00-3493-E53F6070489D}"/>
              </a:ext>
            </a:extLst>
          </p:cNvPr>
          <p:cNvCxnSpPr>
            <a:cxnSpLocks/>
            <a:stCxn id="13" idx="2"/>
            <a:endCxn id="98" idx="0"/>
          </p:cNvCxnSpPr>
          <p:nvPr/>
        </p:nvCxnSpPr>
        <p:spPr>
          <a:xfrm>
            <a:off x="1899454" y="3130690"/>
            <a:ext cx="5111578" cy="22942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4215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76DE3-0E15-A4E3-AD51-80CFCE742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0A5533-2494-995E-04E9-3605D1458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992" y="1529202"/>
            <a:ext cx="4320000" cy="432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BFF5E8E-A9CD-330E-9FC8-B676E0158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경로 예측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0F0538A-2066-F481-809B-FBA490AA0AB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 </a:t>
            </a:r>
            <a:r>
              <a:rPr lang="ko-KR" altLang="en-US" dirty="0"/>
              <a:t>도우미</a:t>
            </a:r>
            <a:r>
              <a:rPr lang="en-US" altLang="ko-KR" dirty="0"/>
              <a:t>UI</a:t>
            </a:r>
            <a:r>
              <a:rPr lang="ko-KR" altLang="en-US" dirty="0"/>
              <a:t>가 알려줄 수 있는 경로 시각화</a:t>
            </a:r>
            <a:endParaRPr lang="en-US" altLang="ko-KR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7598D-BF01-6FA4-27BE-4C634CE2E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9/26/2026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3B68A3-DC4A-32C0-16C5-C911CDA40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A5AEA602-BF4B-7886-C855-2581E77291B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sp>
        <p:nvSpPr>
          <p:cNvPr id="12" name="십자형 11">
            <a:extLst>
              <a:ext uri="{FF2B5EF4-FFF2-40B4-BE49-F238E27FC236}">
                <a16:creationId xmlns:a16="http://schemas.microsoft.com/office/drawing/2014/main" id="{4DB2FB71-1CD1-7FEF-D981-FD35DA664AD3}"/>
              </a:ext>
            </a:extLst>
          </p:cNvPr>
          <p:cNvSpPr/>
          <p:nvPr/>
        </p:nvSpPr>
        <p:spPr>
          <a:xfrm>
            <a:off x="1285875" y="5216099"/>
            <a:ext cx="923925" cy="590550"/>
          </a:xfrm>
          <a:prstGeom prst="plus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본거지</a:t>
            </a:r>
            <a:br>
              <a:rPr lang="en-US" altLang="ko-KR" sz="1400" dirty="0">
                <a:solidFill>
                  <a:sysClr val="windowText" lastClr="000000"/>
                </a:solidFill>
              </a:rPr>
            </a:br>
            <a:r>
              <a:rPr lang="en-US" altLang="ko-KR" sz="14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시작점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)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3" name="이등변 삼각형 12">
            <a:extLst>
              <a:ext uri="{FF2B5EF4-FFF2-40B4-BE49-F238E27FC236}">
                <a16:creationId xmlns:a16="http://schemas.microsoft.com/office/drawing/2014/main" id="{A62AA2FF-0FAA-5A42-1E66-54DFF1F89F2F}"/>
              </a:ext>
            </a:extLst>
          </p:cNvPr>
          <p:cNvSpPr/>
          <p:nvPr/>
        </p:nvSpPr>
        <p:spPr>
          <a:xfrm>
            <a:off x="3988594" y="1679663"/>
            <a:ext cx="290512" cy="1905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93D62A-05DA-08D7-EB76-628C4B5E0674}"/>
              </a:ext>
            </a:extLst>
          </p:cNvPr>
          <p:cNvSpPr txBox="1"/>
          <p:nvPr/>
        </p:nvSpPr>
        <p:spPr>
          <a:xfrm>
            <a:off x="3620894" y="1504293"/>
            <a:ext cx="1025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목적지</a:t>
            </a:r>
          </a:p>
        </p:txBody>
      </p:sp>
      <p:sp>
        <p:nvSpPr>
          <p:cNvPr id="27" name="사각형: 잘린 대각선 방향 모서리 26">
            <a:extLst>
              <a:ext uri="{FF2B5EF4-FFF2-40B4-BE49-F238E27FC236}">
                <a16:creationId xmlns:a16="http://schemas.microsoft.com/office/drawing/2014/main" id="{1EA77AB9-DF44-A84A-41DB-F629F902BD02}"/>
              </a:ext>
            </a:extLst>
          </p:cNvPr>
          <p:cNvSpPr/>
          <p:nvPr/>
        </p:nvSpPr>
        <p:spPr>
          <a:xfrm>
            <a:off x="1242991" y="1529203"/>
            <a:ext cx="1781197" cy="119494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모래언덕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B6B2778-A5F5-35CB-EF2E-C08179C3082B}"/>
              </a:ext>
            </a:extLst>
          </p:cNvPr>
          <p:cNvSpPr/>
          <p:nvPr/>
        </p:nvSpPr>
        <p:spPr>
          <a:xfrm>
            <a:off x="2900363" y="2418165"/>
            <a:ext cx="1524390" cy="101083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EAF3308F-4788-4387-6DEA-CF3B38B6A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333" y="4479534"/>
            <a:ext cx="2434865" cy="1363734"/>
          </a:xfrm>
          <a:prstGeom prst="rect">
            <a:avLst/>
          </a:prstGeom>
        </p:spPr>
      </p:pic>
      <p:sp>
        <p:nvSpPr>
          <p:cNvPr id="93" name="자유형: 도형 92">
            <a:extLst>
              <a:ext uri="{FF2B5EF4-FFF2-40B4-BE49-F238E27FC236}">
                <a16:creationId xmlns:a16="http://schemas.microsoft.com/office/drawing/2014/main" id="{B60C7EBE-E326-576B-EA70-9812E3FF3224}"/>
              </a:ext>
            </a:extLst>
          </p:cNvPr>
          <p:cNvSpPr/>
          <p:nvPr/>
        </p:nvSpPr>
        <p:spPr>
          <a:xfrm>
            <a:off x="4368614" y="1533525"/>
            <a:ext cx="1164454" cy="432000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95" name="자유형: 도형 94">
            <a:extLst>
              <a:ext uri="{FF2B5EF4-FFF2-40B4-BE49-F238E27FC236}">
                <a16:creationId xmlns:a16="http://schemas.microsoft.com/office/drawing/2014/main" id="{C69234DE-C068-8877-1766-4EDF9BD36689}"/>
              </a:ext>
            </a:extLst>
          </p:cNvPr>
          <p:cNvSpPr/>
          <p:nvPr/>
        </p:nvSpPr>
        <p:spPr>
          <a:xfrm>
            <a:off x="4133850" y="1533526"/>
            <a:ext cx="1217417" cy="3790950"/>
          </a:xfrm>
          <a:custGeom>
            <a:avLst/>
            <a:gdLst>
              <a:gd name="csX0" fmla="*/ 1160649 w 1164454"/>
              <a:gd name="csY0" fmla="*/ 0 h 4424944"/>
              <a:gd name="csX1" fmla="*/ 1046349 w 1164454"/>
              <a:gd name="csY1" fmla="*/ 1457325 h 4424944"/>
              <a:gd name="csX2" fmla="*/ 379599 w 1164454"/>
              <a:gd name="csY2" fmla="*/ 2519363 h 4424944"/>
              <a:gd name="csX3" fmla="*/ 31936 w 1164454"/>
              <a:gd name="csY3" fmla="*/ 4257675 h 4424944"/>
              <a:gd name="csX4" fmla="*/ 36699 w 1164454"/>
              <a:gd name="csY4" fmla="*/ 4257675 h 4424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4454" h="4424944">
                <a:moveTo>
                  <a:pt x="1160649" y="0"/>
                </a:moveTo>
                <a:cubicBezTo>
                  <a:pt x="1168586" y="518715"/>
                  <a:pt x="1176524" y="1037431"/>
                  <a:pt x="1046349" y="1457325"/>
                </a:cubicBezTo>
                <a:cubicBezTo>
                  <a:pt x="916174" y="1877219"/>
                  <a:pt x="548668" y="2052638"/>
                  <a:pt x="379599" y="2519363"/>
                </a:cubicBezTo>
                <a:cubicBezTo>
                  <a:pt x="210530" y="2986088"/>
                  <a:pt x="89086" y="3967956"/>
                  <a:pt x="31936" y="4257675"/>
                </a:cubicBezTo>
                <a:cubicBezTo>
                  <a:pt x="-25214" y="4547394"/>
                  <a:pt x="5742" y="4402534"/>
                  <a:pt x="36699" y="4257675"/>
                </a:cubicBez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02868A49-7460-5A45-B609-CA58D758D5DC}"/>
              </a:ext>
            </a:extLst>
          </p:cNvPr>
          <p:cNvSpPr/>
          <p:nvPr/>
        </p:nvSpPr>
        <p:spPr>
          <a:xfrm>
            <a:off x="4045209" y="2324101"/>
            <a:ext cx="1192728" cy="8001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</a:t>
            </a: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2B81C346-04AC-C07E-17EE-9D82F2DD08C9}"/>
              </a:ext>
            </a:extLst>
          </p:cNvPr>
          <p:cNvSpPr/>
          <p:nvPr/>
        </p:nvSpPr>
        <p:spPr>
          <a:xfrm>
            <a:off x="1248444" y="3460716"/>
            <a:ext cx="1361405" cy="10827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숲</a:t>
            </a:r>
            <a:r>
              <a:rPr lang="en-US" altLang="ko-KR" dirty="0">
                <a:solidFill>
                  <a:sysClr val="windowText" lastClr="000000"/>
                </a:solidFill>
              </a:rPr>
              <a:t>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8F24490-07A8-ED4D-12EE-2780966A078B}"/>
              </a:ext>
            </a:extLst>
          </p:cNvPr>
          <p:cNvSpPr txBox="1"/>
          <p:nvPr/>
        </p:nvSpPr>
        <p:spPr>
          <a:xfrm>
            <a:off x="4349071" y="3341690"/>
            <a:ext cx="1025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강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E3C8048-2622-E91A-F569-A33A08409DE3}"/>
              </a:ext>
            </a:extLst>
          </p:cNvPr>
          <p:cNvSpPr txBox="1"/>
          <p:nvPr/>
        </p:nvSpPr>
        <p:spPr>
          <a:xfrm>
            <a:off x="2418364" y="4552710"/>
            <a:ext cx="1025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ysClr val="windowText" lastClr="000000"/>
                </a:solidFill>
              </a:rPr>
              <a:t>산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CE35D27-4ADD-BA38-B676-C231C0D37567}"/>
              </a:ext>
            </a:extLst>
          </p:cNvPr>
          <p:cNvCxnSpPr>
            <a:cxnSpLocks/>
          </p:cNvCxnSpPr>
          <p:nvPr/>
        </p:nvCxnSpPr>
        <p:spPr>
          <a:xfrm flipV="1">
            <a:off x="1679275" y="4175185"/>
            <a:ext cx="316302" cy="966158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32A5188-0E8F-0D78-4410-22EF23692B67}"/>
              </a:ext>
            </a:extLst>
          </p:cNvPr>
          <p:cNvCxnSpPr>
            <a:cxnSpLocks/>
          </p:cNvCxnSpPr>
          <p:nvPr/>
        </p:nvCxnSpPr>
        <p:spPr>
          <a:xfrm flipV="1">
            <a:off x="2288875" y="4819291"/>
            <a:ext cx="465827" cy="638354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550E6E8-9B6F-C35B-594F-70AE0A6F1B58}"/>
              </a:ext>
            </a:extLst>
          </p:cNvPr>
          <p:cNvCxnSpPr>
            <a:cxnSpLocks/>
          </p:cNvCxnSpPr>
          <p:nvPr/>
        </p:nvCxnSpPr>
        <p:spPr>
          <a:xfrm flipH="1">
            <a:off x="2104845" y="2923582"/>
            <a:ext cx="1264273" cy="1021565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2044B077-A0C3-6C14-F814-4F7E526E3BE8}"/>
              </a:ext>
            </a:extLst>
          </p:cNvPr>
          <p:cNvCxnSpPr>
            <a:cxnSpLocks/>
          </p:cNvCxnSpPr>
          <p:nvPr/>
        </p:nvCxnSpPr>
        <p:spPr>
          <a:xfrm flipH="1">
            <a:off x="2104845" y="2324101"/>
            <a:ext cx="333555" cy="1621046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1A2DE262-B537-122C-114B-463C87EDB9D2}"/>
              </a:ext>
            </a:extLst>
          </p:cNvPr>
          <p:cNvCxnSpPr>
            <a:cxnSpLocks/>
          </p:cNvCxnSpPr>
          <p:nvPr/>
        </p:nvCxnSpPr>
        <p:spPr>
          <a:xfrm flipV="1">
            <a:off x="2609849" y="1870163"/>
            <a:ext cx="1435360" cy="119663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10DC381D-8F6D-AD90-56EC-EA030D352556}"/>
              </a:ext>
            </a:extLst>
          </p:cNvPr>
          <p:cNvCxnSpPr>
            <a:cxnSpLocks/>
          </p:cNvCxnSpPr>
          <p:nvPr/>
        </p:nvCxnSpPr>
        <p:spPr>
          <a:xfrm flipH="1">
            <a:off x="2104845" y="2915728"/>
            <a:ext cx="2541917" cy="983412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51D14DB9-DFE9-90E0-FF84-06986793D0EB}"/>
              </a:ext>
            </a:extLst>
          </p:cNvPr>
          <p:cNvCxnSpPr>
            <a:cxnSpLocks/>
          </p:cNvCxnSpPr>
          <p:nvPr/>
        </p:nvCxnSpPr>
        <p:spPr>
          <a:xfrm>
            <a:off x="4133850" y="1920815"/>
            <a:ext cx="512912" cy="649857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4B06D98F-2AB5-E389-09B3-1630D4725358}"/>
              </a:ext>
            </a:extLst>
          </p:cNvPr>
          <p:cNvCxnSpPr>
            <a:cxnSpLocks/>
          </p:cNvCxnSpPr>
          <p:nvPr/>
        </p:nvCxnSpPr>
        <p:spPr>
          <a:xfrm flipH="1">
            <a:off x="3581400" y="1938478"/>
            <a:ext cx="470912" cy="740012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9E3BDF6-E604-94D5-E7EE-4F46917F1B41}"/>
              </a:ext>
            </a:extLst>
          </p:cNvPr>
          <p:cNvSpPr txBox="1"/>
          <p:nvPr/>
        </p:nvSpPr>
        <p:spPr>
          <a:xfrm>
            <a:off x="1221173" y="4568334"/>
            <a:ext cx="652416" cy="30777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C00000"/>
                </a:solidFill>
              </a:rPr>
              <a:t>경로</a:t>
            </a:r>
            <a:r>
              <a:rPr lang="en-US" altLang="ko-KR" sz="1400" b="1" dirty="0">
                <a:solidFill>
                  <a:srgbClr val="C00000"/>
                </a:solidFill>
              </a:rPr>
              <a:t>a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3D4D11C-36F3-0685-17A9-DEE3BA65A757}"/>
              </a:ext>
            </a:extLst>
          </p:cNvPr>
          <p:cNvSpPr txBox="1"/>
          <p:nvPr/>
        </p:nvSpPr>
        <p:spPr>
          <a:xfrm>
            <a:off x="2424550" y="5157907"/>
            <a:ext cx="652416" cy="30777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C00000"/>
                </a:solidFill>
              </a:rPr>
              <a:t>경로</a:t>
            </a:r>
            <a:r>
              <a:rPr lang="en-US" altLang="ko-KR" sz="1400" b="1" dirty="0">
                <a:solidFill>
                  <a:srgbClr val="C00000"/>
                </a:solidFill>
              </a:rPr>
              <a:t>b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838375D-3EEB-E799-4221-62827EBA27B4}"/>
              </a:ext>
            </a:extLst>
          </p:cNvPr>
          <p:cNvSpPr txBox="1"/>
          <p:nvPr/>
        </p:nvSpPr>
        <p:spPr>
          <a:xfrm>
            <a:off x="1477965" y="2492237"/>
            <a:ext cx="853334" cy="30777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C00000"/>
                </a:solidFill>
              </a:rPr>
              <a:t>경로</a:t>
            </a:r>
            <a:r>
              <a:rPr lang="en-US" altLang="ko-KR" sz="1400" b="1" dirty="0" err="1">
                <a:solidFill>
                  <a:srgbClr val="C00000"/>
                </a:solidFill>
              </a:rPr>
              <a:t>a_a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01032E7-1D39-FDEE-6061-5957A677F3D3}"/>
              </a:ext>
            </a:extLst>
          </p:cNvPr>
          <p:cNvSpPr txBox="1"/>
          <p:nvPr/>
        </p:nvSpPr>
        <p:spPr>
          <a:xfrm>
            <a:off x="3889224" y="3161889"/>
            <a:ext cx="853334" cy="30777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C00000"/>
                </a:solidFill>
              </a:rPr>
              <a:t>경로</a:t>
            </a:r>
            <a:r>
              <a:rPr lang="en-US" altLang="ko-KR" sz="1400" b="1" dirty="0" err="1">
                <a:solidFill>
                  <a:srgbClr val="C00000"/>
                </a:solidFill>
              </a:rPr>
              <a:t>a_c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A629B5A-90CD-BA3B-D926-C0CEA2ACF822}"/>
              </a:ext>
            </a:extLst>
          </p:cNvPr>
          <p:cNvSpPr txBox="1"/>
          <p:nvPr/>
        </p:nvSpPr>
        <p:spPr>
          <a:xfrm>
            <a:off x="2449305" y="3059085"/>
            <a:ext cx="853334" cy="30777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C00000"/>
                </a:solidFill>
              </a:rPr>
              <a:t>경로</a:t>
            </a:r>
            <a:r>
              <a:rPr lang="en-US" altLang="ko-KR" sz="1400" b="1" dirty="0" err="1">
                <a:solidFill>
                  <a:srgbClr val="C00000"/>
                </a:solidFill>
              </a:rPr>
              <a:t>a_b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89747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2BB88-309A-92F6-9391-C180C332E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62AF34-CE95-1E89-3457-973D3F49E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상호작용</a:t>
            </a:r>
            <a:r>
              <a:rPr lang="en-US" altLang="ko-KR" dirty="0"/>
              <a:t>_</a:t>
            </a:r>
            <a:r>
              <a:rPr lang="ko-KR" altLang="en-US" dirty="0" err="1"/>
              <a:t>배달품</a:t>
            </a:r>
            <a:endParaRPr lang="ko-KR" altLang="en-US" dirty="0">
              <a:solidFill>
                <a:schemeClr val="accent3"/>
              </a:solidFill>
            </a:endParaRP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C7B2046-069D-CC1E-F35E-0BCAF582490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cxnSp>
        <p:nvCxnSpPr>
          <p:cNvPr id="16" name="꺾인 양쪽 화살표 연결선 18">
            <a:extLst>
              <a:ext uri="{FF2B5EF4-FFF2-40B4-BE49-F238E27FC236}">
                <a16:creationId xmlns:a16="http://schemas.microsoft.com/office/drawing/2014/main" id="{245451E1-C906-21D2-E8E8-F05F1AC6D17E}"/>
              </a:ext>
            </a:extLst>
          </p:cNvPr>
          <p:cNvCxnSpPr>
            <a:cxnSpLocks/>
            <a:stCxn id="33" idx="3"/>
            <a:endCxn id="48" idx="1"/>
          </p:cNvCxnSpPr>
          <p:nvPr/>
        </p:nvCxnSpPr>
        <p:spPr>
          <a:xfrm flipV="1">
            <a:off x="7263443" y="4782829"/>
            <a:ext cx="2846442" cy="76056"/>
          </a:xfrm>
          <a:prstGeom prst="bentConnector3">
            <a:avLst>
              <a:gd name="adj1" fmla="val 80306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양쪽 화살표 연결선 18">
            <a:extLst>
              <a:ext uri="{FF2B5EF4-FFF2-40B4-BE49-F238E27FC236}">
                <a16:creationId xmlns:a16="http://schemas.microsoft.com/office/drawing/2014/main" id="{D2192B84-B964-FBF7-A006-F951C73DDCE7}"/>
              </a:ext>
            </a:extLst>
          </p:cNvPr>
          <p:cNvCxnSpPr>
            <a:cxnSpLocks/>
            <a:stCxn id="129" idx="3"/>
            <a:endCxn id="18" idx="1"/>
          </p:cNvCxnSpPr>
          <p:nvPr/>
        </p:nvCxnSpPr>
        <p:spPr>
          <a:xfrm>
            <a:off x="2079463" y="2843589"/>
            <a:ext cx="231403" cy="826820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1D295A4-913E-ADC2-2909-B07AC4508DE0}"/>
              </a:ext>
            </a:extLst>
          </p:cNvPr>
          <p:cNvSpPr/>
          <p:nvPr/>
        </p:nvSpPr>
        <p:spPr>
          <a:xfrm>
            <a:off x="5717006" y="3295233"/>
            <a:ext cx="1547582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 err="1">
                <a:solidFill>
                  <a:srgbClr val="000000"/>
                </a:solidFill>
              </a:rPr>
              <a:t>a_b</a:t>
            </a:r>
            <a:r>
              <a:rPr lang="en-US" altLang="ko-KR" dirty="0">
                <a:solidFill>
                  <a:srgbClr val="000000"/>
                </a:solidFill>
              </a:rPr>
              <a:t>_</a:t>
            </a:r>
            <a:r>
              <a:rPr lang="ko-KR" altLang="en-US" dirty="0">
                <a:solidFill>
                  <a:srgbClr val="000000"/>
                </a:solidFill>
              </a:rPr>
              <a:t>숲</a:t>
            </a:r>
            <a:r>
              <a:rPr lang="en-US" altLang="ko-KR" dirty="0">
                <a:solidFill>
                  <a:srgbClr val="000000"/>
                </a:solidFill>
              </a:rPr>
              <a:t>2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5983472-EE13-9CB5-1D9E-2308B0D0E716}"/>
              </a:ext>
            </a:extLst>
          </p:cNvPr>
          <p:cNvSpPr/>
          <p:nvPr/>
        </p:nvSpPr>
        <p:spPr>
          <a:xfrm>
            <a:off x="5718150" y="4533200"/>
            <a:ext cx="1545293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 err="1">
                <a:solidFill>
                  <a:srgbClr val="000000"/>
                </a:solidFill>
              </a:rPr>
              <a:t>a_c</a:t>
            </a:r>
            <a:r>
              <a:rPr lang="en-US" altLang="ko-KR" dirty="0">
                <a:solidFill>
                  <a:srgbClr val="000000"/>
                </a:solidFill>
              </a:rPr>
              <a:t>_</a:t>
            </a:r>
            <a:r>
              <a:rPr lang="ko-KR" altLang="en-US" dirty="0">
                <a:solidFill>
                  <a:srgbClr val="000000"/>
                </a:solidFill>
              </a:rPr>
              <a:t>늪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53B8788-56C9-59D7-9F04-25CA45CF15D0}"/>
              </a:ext>
            </a:extLst>
          </p:cNvPr>
          <p:cNvSpPr/>
          <p:nvPr/>
        </p:nvSpPr>
        <p:spPr>
          <a:xfrm>
            <a:off x="5718150" y="2079439"/>
            <a:ext cx="1545293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 err="1">
                <a:solidFill>
                  <a:srgbClr val="000000"/>
                </a:solidFill>
              </a:rPr>
              <a:t>a_a</a:t>
            </a:r>
            <a:r>
              <a:rPr lang="en-US" altLang="ko-KR" dirty="0">
                <a:solidFill>
                  <a:srgbClr val="000000"/>
                </a:solidFill>
              </a:rPr>
              <a:t>_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모래언덕</a:t>
            </a:r>
          </a:p>
        </p:txBody>
      </p:sp>
      <p:cxnSp>
        <p:nvCxnSpPr>
          <p:cNvPr id="41" name="꺾인 양쪽 화살표 연결선 18">
            <a:extLst>
              <a:ext uri="{FF2B5EF4-FFF2-40B4-BE49-F238E27FC236}">
                <a16:creationId xmlns:a16="http://schemas.microsoft.com/office/drawing/2014/main" id="{494D74E3-05AC-0DDF-2128-1BA0E8156902}"/>
              </a:ext>
            </a:extLst>
          </p:cNvPr>
          <p:cNvCxnSpPr>
            <a:cxnSpLocks/>
            <a:stCxn id="129" idx="3"/>
            <a:endCxn id="15" idx="1"/>
          </p:cNvCxnSpPr>
          <p:nvPr/>
        </p:nvCxnSpPr>
        <p:spPr>
          <a:xfrm flipV="1">
            <a:off x="2079463" y="2689050"/>
            <a:ext cx="755198" cy="154539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D840C0B-0723-0EF8-977F-245AC396DD45}"/>
              </a:ext>
            </a:extLst>
          </p:cNvPr>
          <p:cNvSpPr/>
          <p:nvPr/>
        </p:nvSpPr>
        <p:spPr>
          <a:xfrm>
            <a:off x="10109885" y="4457144"/>
            <a:ext cx="1316825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주거지</a:t>
            </a:r>
            <a:r>
              <a:rPr lang="en-US" altLang="ko-KR" dirty="0">
                <a:solidFill>
                  <a:srgbClr val="000000"/>
                </a:solidFill>
              </a:rPr>
              <a:t>3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도착</a:t>
            </a:r>
          </a:p>
        </p:txBody>
      </p:sp>
      <p:cxnSp>
        <p:nvCxnSpPr>
          <p:cNvPr id="52" name="꺾인 양쪽 화살표 연결선 18">
            <a:extLst>
              <a:ext uri="{FF2B5EF4-FFF2-40B4-BE49-F238E27FC236}">
                <a16:creationId xmlns:a16="http://schemas.microsoft.com/office/drawing/2014/main" id="{AB66E49E-DD7C-66A7-C579-7853114EF306}"/>
              </a:ext>
            </a:extLst>
          </p:cNvPr>
          <p:cNvCxnSpPr>
            <a:cxnSpLocks/>
            <a:stCxn id="35" idx="3"/>
            <a:endCxn id="48" idx="1"/>
          </p:cNvCxnSpPr>
          <p:nvPr/>
        </p:nvCxnSpPr>
        <p:spPr>
          <a:xfrm>
            <a:off x="7263443" y="2405124"/>
            <a:ext cx="2846442" cy="2377705"/>
          </a:xfrm>
          <a:prstGeom prst="bentConnector3">
            <a:avLst>
              <a:gd name="adj1" fmla="val 86367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꺾인 양쪽 화살표 연결선 18">
            <a:extLst>
              <a:ext uri="{FF2B5EF4-FFF2-40B4-BE49-F238E27FC236}">
                <a16:creationId xmlns:a16="http://schemas.microsoft.com/office/drawing/2014/main" id="{E3BAE558-A243-5D1A-116D-896A5C8120CF}"/>
              </a:ext>
            </a:extLst>
          </p:cNvPr>
          <p:cNvCxnSpPr>
            <a:cxnSpLocks/>
            <a:stCxn id="15" idx="3"/>
            <a:endCxn id="33" idx="1"/>
          </p:cNvCxnSpPr>
          <p:nvPr/>
        </p:nvCxnSpPr>
        <p:spPr>
          <a:xfrm>
            <a:off x="4271151" y="2689050"/>
            <a:ext cx="1446999" cy="2169835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양쪽 화살표 연결선 18">
            <a:extLst>
              <a:ext uri="{FF2B5EF4-FFF2-40B4-BE49-F238E27FC236}">
                <a16:creationId xmlns:a16="http://schemas.microsoft.com/office/drawing/2014/main" id="{8E15F792-E1E2-E6D3-5C3E-8655A10F227B}"/>
              </a:ext>
            </a:extLst>
          </p:cNvPr>
          <p:cNvCxnSpPr>
            <a:cxnSpLocks/>
            <a:stCxn id="15" idx="3"/>
            <a:endCxn id="29" idx="1"/>
          </p:cNvCxnSpPr>
          <p:nvPr/>
        </p:nvCxnSpPr>
        <p:spPr>
          <a:xfrm>
            <a:off x="4271151" y="2689050"/>
            <a:ext cx="1445855" cy="931868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양쪽 화살표 연결선 18">
            <a:extLst>
              <a:ext uri="{FF2B5EF4-FFF2-40B4-BE49-F238E27FC236}">
                <a16:creationId xmlns:a16="http://schemas.microsoft.com/office/drawing/2014/main" id="{8935A02D-E2CC-7F95-BE77-18B6CC902198}"/>
              </a:ext>
            </a:extLst>
          </p:cNvPr>
          <p:cNvCxnSpPr>
            <a:cxnSpLocks/>
            <a:stCxn id="15" idx="3"/>
            <a:endCxn id="35" idx="1"/>
          </p:cNvCxnSpPr>
          <p:nvPr/>
        </p:nvCxnSpPr>
        <p:spPr>
          <a:xfrm flipV="1">
            <a:off x="4271151" y="2405124"/>
            <a:ext cx="1446999" cy="283926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다이아몬드 90">
            <a:extLst>
              <a:ext uri="{FF2B5EF4-FFF2-40B4-BE49-F238E27FC236}">
                <a16:creationId xmlns:a16="http://schemas.microsoft.com/office/drawing/2014/main" id="{6358268E-49DD-107B-9156-D8C680237B23}"/>
              </a:ext>
            </a:extLst>
          </p:cNvPr>
          <p:cNvSpPr/>
          <p:nvPr/>
        </p:nvSpPr>
        <p:spPr>
          <a:xfrm>
            <a:off x="5805897" y="1131614"/>
            <a:ext cx="1369798" cy="927695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 지형</a:t>
            </a:r>
          </a:p>
        </p:txBody>
      </p:sp>
      <p:sp>
        <p:nvSpPr>
          <p:cNvPr id="94" name="다이아몬드 93">
            <a:extLst>
              <a:ext uri="{FF2B5EF4-FFF2-40B4-BE49-F238E27FC236}">
                <a16:creationId xmlns:a16="http://schemas.microsoft.com/office/drawing/2014/main" id="{FF23A49A-53DC-6D99-C84C-5F700F08043D}"/>
              </a:ext>
            </a:extLst>
          </p:cNvPr>
          <p:cNvSpPr/>
          <p:nvPr/>
        </p:nvSpPr>
        <p:spPr>
          <a:xfrm>
            <a:off x="5805897" y="5224829"/>
            <a:ext cx="1369798" cy="1048329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 지형</a:t>
            </a:r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F8C42F2F-1605-2BEA-BBDB-30A8CB671DC5}"/>
              </a:ext>
            </a:extLst>
          </p:cNvPr>
          <p:cNvGrpSpPr/>
          <p:nvPr/>
        </p:nvGrpSpPr>
        <p:grpSpPr>
          <a:xfrm>
            <a:off x="123143" y="802178"/>
            <a:ext cx="4046434" cy="1477328"/>
            <a:chOff x="9079016" y="0"/>
            <a:chExt cx="4046434" cy="1477328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AD0AA0D-2419-5B3C-63D9-9ABE8B5A1D1C}"/>
                </a:ext>
              </a:extLst>
            </p:cNvPr>
            <p:cNvSpPr txBox="1"/>
            <p:nvPr/>
          </p:nvSpPr>
          <p:spPr>
            <a:xfrm>
              <a:off x="9079016" y="0"/>
              <a:ext cx="4046434" cy="147732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제한시간 </a:t>
              </a:r>
              <a:r>
                <a:rPr lang="en-US" altLang="ko-KR" dirty="0"/>
                <a:t>= 100T (T</a:t>
              </a:r>
              <a:r>
                <a:rPr lang="ko-KR" altLang="en-US" dirty="0"/>
                <a:t>는 임의의 수</a:t>
              </a:r>
              <a:r>
                <a:rPr lang="en-US" altLang="ko-KR" dirty="0"/>
                <a:t>)</a:t>
              </a:r>
              <a:br>
                <a:rPr lang="en-US" altLang="ko-KR" dirty="0"/>
              </a:br>
              <a:r>
                <a:rPr lang="en-US" altLang="ko-KR" dirty="0"/>
                <a:t>[</a:t>
              </a:r>
              <a:r>
                <a:rPr lang="en-US" altLang="ko-KR" dirty="0" err="1"/>
                <a:t>nT</a:t>
              </a:r>
              <a:r>
                <a:rPr lang="en-US" altLang="ko-KR" dirty="0"/>
                <a:t>] : </a:t>
              </a:r>
              <a:r>
                <a:rPr lang="ko-KR" altLang="en-US" dirty="0"/>
                <a:t>직선 거리기반 예측 시간</a:t>
              </a:r>
              <a:endParaRPr lang="en-US" altLang="ko-KR" dirty="0"/>
            </a:p>
            <a:p>
              <a:r>
                <a:rPr lang="en-US" altLang="ko-KR" dirty="0"/>
                <a:t>     : 1</a:t>
              </a:r>
              <a:r>
                <a:rPr lang="ko-KR" altLang="en-US" dirty="0"/>
                <a:t>차 요소</a:t>
              </a:r>
              <a:r>
                <a:rPr lang="en-US" altLang="ko-KR" dirty="0"/>
                <a:t>(</a:t>
              </a:r>
              <a:r>
                <a:rPr lang="ko-KR" altLang="en-US" dirty="0"/>
                <a:t>거리 기반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: 2</a:t>
              </a:r>
              <a:r>
                <a:rPr lang="ko-KR" altLang="en-US" dirty="0"/>
                <a:t>차 요소</a:t>
              </a:r>
              <a:r>
                <a:rPr lang="en-US" altLang="ko-KR" dirty="0"/>
                <a:t>(</a:t>
              </a:r>
              <a:r>
                <a:rPr lang="ko-KR" altLang="en-US" dirty="0"/>
                <a:t>지형 기반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: 3</a:t>
              </a:r>
              <a:r>
                <a:rPr lang="ko-KR" altLang="en-US" dirty="0"/>
                <a:t>차 요소</a:t>
              </a:r>
              <a:r>
                <a:rPr lang="en-US" altLang="ko-KR" dirty="0"/>
                <a:t>(</a:t>
              </a:r>
              <a:r>
                <a:rPr lang="ko-KR" altLang="en-US" dirty="0"/>
                <a:t>생물 기반</a:t>
              </a:r>
              <a:r>
                <a:rPr lang="en-US" altLang="ko-KR" dirty="0"/>
                <a:t>)</a:t>
              </a:r>
            </a:p>
          </p:txBody>
        </p:sp>
        <p:sp>
          <p:nvSpPr>
            <p:cNvPr id="97" name="다이아몬드 96">
              <a:extLst>
                <a:ext uri="{FF2B5EF4-FFF2-40B4-BE49-F238E27FC236}">
                  <a16:creationId xmlns:a16="http://schemas.microsoft.com/office/drawing/2014/main" id="{53FAE763-22F3-A4ED-DD89-2B7B21F3B6AE}"/>
                </a:ext>
              </a:extLst>
            </p:cNvPr>
            <p:cNvSpPr/>
            <p:nvPr/>
          </p:nvSpPr>
          <p:spPr>
            <a:xfrm>
              <a:off x="9120807" y="904332"/>
              <a:ext cx="398820" cy="271347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8A3FC1A6-4270-5D1D-8AE7-6EB0DB320676}"/>
                </a:ext>
              </a:extLst>
            </p:cNvPr>
            <p:cNvSpPr/>
            <p:nvPr/>
          </p:nvSpPr>
          <p:spPr>
            <a:xfrm>
              <a:off x="9137515" y="652463"/>
              <a:ext cx="365403" cy="224700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73A75F19-376D-D094-0A10-A0590798D86D}"/>
                </a:ext>
              </a:extLst>
            </p:cNvPr>
            <p:cNvSpPr/>
            <p:nvPr/>
          </p:nvSpPr>
          <p:spPr>
            <a:xfrm>
              <a:off x="9137515" y="1203406"/>
              <a:ext cx="339383" cy="2208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23ADAA6B-53B2-8B57-5A36-ABF50FFFA0BC}"/>
              </a:ext>
            </a:extLst>
          </p:cNvPr>
          <p:cNvSpPr/>
          <p:nvPr/>
        </p:nvSpPr>
        <p:spPr>
          <a:xfrm>
            <a:off x="181642" y="2444467"/>
            <a:ext cx="1897821" cy="798243"/>
          </a:xfrm>
          <a:prstGeom prst="round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배송지</a:t>
            </a:r>
            <a:r>
              <a:rPr lang="en-US" altLang="ko-KR" dirty="0">
                <a:solidFill>
                  <a:srgbClr val="000000"/>
                </a:solidFill>
              </a:rPr>
              <a:t>_</a:t>
            </a:r>
            <a:r>
              <a:rPr lang="ko-KR" altLang="en-US" dirty="0">
                <a:solidFill>
                  <a:srgbClr val="000000"/>
                </a:solidFill>
              </a:rPr>
              <a:t>주거지</a:t>
            </a:r>
            <a:r>
              <a:rPr lang="en-US" altLang="ko-KR" dirty="0">
                <a:solidFill>
                  <a:srgbClr val="000000"/>
                </a:solidFill>
              </a:rPr>
              <a:t>3</a:t>
            </a:r>
            <a:r>
              <a:rPr lang="ko-KR" altLang="en-US" dirty="0">
                <a:solidFill>
                  <a:srgbClr val="000000"/>
                </a:solidFill>
              </a:rPr>
              <a:t>임을 파악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4862F32-CB29-0E6E-D277-54A2BAE5BDB6}"/>
              </a:ext>
            </a:extLst>
          </p:cNvPr>
          <p:cNvSpPr/>
          <p:nvPr/>
        </p:nvSpPr>
        <p:spPr>
          <a:xfrm>
            <a:off x="2834661" y="2363365"/>
            <a:ext cx="1436490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>
                <a:solidFill>
                  <a:srgbClr val="000000"/>
                </a:solidFill>
              </a:rPr>
              <a:t>a_</a:t>
            </a:r>
            <a:r>
              <a:rPr lang="ko-KR" altLang="en-US" dirty="0">
                <a:solidFill>
                  <a:srgbClr val="000000"/>
                </a:solidFill>
              </a:rPr>
              <a:t>숲</a:t>
            </a:r>
            <a:r>
              <a:rPr lang="en-US" altLang="ko-KR" dirty="0">
                <a:solidFill>
                  <a:srgbClr val="000000"/>
                </a:solidFill>
              </a:rPr>
              <a:t>1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6C16E12-7ECC-E5DB-3D30-A89C5ED64715}"/>
              </a:ext>
            </a:extLst>
          </p:cNvPr>
          <p:cNvSpPr/>
          <p:nvPr/>
        </p:nvSpPr>
        <p:spPr>
          <a:xfrm>
            <a:off x="2310866" y="3066639"/>
            <a:ext cx="2484081" cy="120754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>
                <a:solidFill>
                  <a:srgbClr val="000000"/>
                </a:solidFill>
              </a:rPr>
              <a:t>b_</a:t>
            </a:r>
            <a:r>
              <a:rPr lang="ko-KR" altLang="en-US" dirty="0">
                <a:solidFill>
                  <a:srgbClr val="000000"/>
                </a:solidFill>
              </a:rPr>
              <a:t>산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(</a:t>
            </a:r>
            <a:r>
              <a:rPr lang="ko-KR" altLang="en-US" dirty="0">
                <a:solidFill>
                  <a:srgbClr val="000000"/>
                </a:solidFill>
              </a:rPr>
              <a:t>경로를 보여는 주지만 실제로는 가기 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어려움도 알려줌</a:t>
            </a:r>
            <a:r>
              <a:rPr lang="en-US" altLang="ko-KR" dirty="0">
                <a:solidFill>
                  <a:srgbClr val="000000"/>
                </a:solidFill>
              </a:rPr>
              <a:t>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56" name="꺾인 양쪽 화살표 연결선 18">
            <a:extLst>
              <a:ext uri="{FF2B5EF4-FFF2-40B4-BE49-F238E27FC236}">
                <a16:creationId xmlns:a16="http://schemas.microsoft.com/office/drawing/2014/main" id="{C56EA940-239E-2A5A-D1F2-B83DAC36102E}"/>
              </a:ext>
            </a:extLst>
          </p:cNvPr>
          <p:cNvCxnSpPr>
            <a:cxnSpLocks/>
            <a:stCxn id="104" idx="2"/>
            <a:endCxn id="48" idx="1"/>
          </p:cNvCxnSpPr>
          <p:nvPr/>
        </p:nvCxnSpPr>
        <p:spPr>
          <a:xfrm rot="10800000" flipH="1" flipV="1">
            <a:off x="7263443" y="3620917"/>
            <a:ext cx="2846442" cy="1161911"/>
          </a:xfrm>
          <a:prstGeom prst="bentConnector3">
            <a:avLst>
              <a:gd name="adj1" fmla="val 35812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타원 103">
            <a:extLst>
              <a:ext uri="{FF2B5EF4-FFF2-40B4-BE49-F238E27FC236}">
                <a16:creationId xmlns:a16="http://schemas.microsoft.com/office/drawing/2014/main" id="{B8726C45-0EAE-8256-2FDE-81B3E3FC9FC4}"/>
              </a:ext>
            </a:extLst>
          </p:cNvPr>
          <p:cNvSpPr/>
          <p:nvPr/>
        </p:nvSpPr>
        <p:spPr>
          <a:xfrm>
            <a:off x="7263443" y="2888906"/>
            <a:ext cx="2329131" cy="146402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생물</a:t>
            </a:r>
            <a:r>
              <a:rPr lang="en-US" altLang="ko-KR" dirty="0">
                <a:solidFill>
                  <a:sysClr val="windowText" lastClr="000000"/>
                </a:solidFill>
              </a:rPr>
              <a:t>_</a:t>
            </a:r>
            <a:r>
              <a:rPr lang="ko-KR" altLang="en-US" dirty="0">
                <a:solidFill>
                  <a:sysClr val="windowText" lastClr="000000"/>
                </a:solidFill>
              </a:rPr>
              <a:t>벌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en-US" altLang="ko-KR" sz="1400" dirty="0">
                <a:solidFill>
                  <a:sysClr val="windowText" lastClr="000000"/>
                </a:solidFill>
              </a:rPr>
              <a:t>: 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플레이어 방해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,</a:t>
            </a:r>
            <a:br>
              <a:rPr lang="en-US" altLang="ko-KR" sz="1400" dirty="0">
                <a:solidFill>
                  <a:sysClr val="windowText" lastClr="000000"/>
                </a:solidFill>
              </a:rPr>
            </a:br>
            <a:r>
              <a:rPr lang="ko-KR" altLang="en-US" sz="1400" dirty="0">
                <a:solidFill>
                  <a:sysClr val="windowText" lastClr="000000"/>
                </a:solidFill>
              </a:rPr>
              <a:t>플레이어 이동속도 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6/5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증가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, 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방향 회전율 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3/2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증가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, 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최대 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[15T] 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지속</a:t>
            </a:r>
            <a:endParaRPr lang="en-US" altLang="ko-KR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5988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718B30-7F03-02EC-39B9-2E52F1A61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도우미 </a:t>
            </a:r>
            <a:r>
              <a:rPr lang="en-US" altLang="ko-KR" dirty="0"/>
              <a:t>AI</a:t>
            </a:r>
            <a:r>
              <a:rPr lang="ko-KR" altLang="en-US" dirty="0"/>
              <a:t> 구현 계획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2909B55-7CAE-4747-DF68-93099566E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95E6-717A-4F75-ADB4-B202670E9437}" type="datetime1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D40EE3-21B5-3C3B-9239-F3851A437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4A80355-FD95-48B5-8E7E-4A19AC3FBF2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연구과제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FED5735-58BD-AD2A-5BD7-69A82B6CBDD7}"/>
              </a:ext>
            </a:extLst>
          </p:cNvPr>
          <p:cNvSpPr/>
          <p:nvPr/>
        </p:nvSpPr>
        <p:spPr>
          <a:xfrm>
            <a:off x="3865643" y="1653872"/>
            <a:ext cx="6667393" cy="8535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ysClr val="windowText" lastClr="000000"/>
                </a:solidFill>
              </a:rPr>
              <a:t>배송품</a:t>
            </a:r>
            <a:r>
              <a:rPr lang="ko-KR" altLang="ko-KR" dirty="0">
                <a:solidFill>
                  <a:sysClr val="windowText" lastClr="000000"/>
                </a:solidFill>
              </a:rPr>
              <a:t>(</a:t>
            </a:r>
            <a:r>
              <a:rPr lang="ko-KR" altLang="ko-KR" dirty="0" err="1">
                <a:solidFill>
                  <a:sysClr val="windowText" lastClr="000000"/>
                </a:solidFill>
              </a:rPr>
              <a:t>자극원</a:t>
            </a:r>
            <a:r>
              <a:rPr lang="ko-KR" altLang="ko-KR" dirty="0">
                <a:solidFill>
                  <a:sysClr val="windowText" lastClr="000000"/>
                </a:solidFill>
              </a:rPr>
              <a:t>) 데이터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ko-KR" dirty="0">
                <a:solidFill>
                  <a:sysClr val="windowText" lastClr="000000"/>
                </a:solidFill>
              </a:rPr>
              <a:t>종별 반응 테이블</a:t>
            </a:r>
            <a:r>
              <a:rPr lang="en-US" altLang="ko-KR" dirty="0">
                <a:solidFill>
                  <a:sysClr val="windowText" lastClr="000000"/>
                </a:solidFill>
              </a:rPr>
              <a:t>,</a:t>
            </a:r>
            <a:r>
              <a:rPr lang="ko-KR" altLang="ko-KR" dirty="0">
                <a:solidFill>
                  <a:sysClr val="windowText" lastClr="000000"/>
                </a:solidFill>
              </a:rPr>
              <a:t> 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ko-KR" dirty="0">
                <a:solidFill>
                  <a:sysClr val="windowText" lastClr="000000"/>
                </a:solidFill>
              </a:rPr>
              <a:t>지형 비용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ko-KR" dirty="0">
                <a:solidFill>
                  <a:sysClr val="windowText" lastClr="000000"/>
                </a:solidFill>
              </a:rPr>
              <a:t>종간 관계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화살표: 오각형 10">
            <a:extLst>
              <a:ext uri="{FF2B5EF4-FFF2-40B4-BE49-F238E27FC236}">
                <a16:creationId xmlns:a16="http://schemas.microsoft.com/office/drawing/2014/main" id="{C299C9DE-AEE8-9365-0348-CE4C190DF7C0}"/>
              </a:ext>
            </a:extLst>
          </p:cNvPr>
          <p:cNvSpPr/>
          <p:nvPr/>
        </p:nvSpPr>
        <p:spPr>
          <a:xfrm>
            <a:off x="2406957" y="1653872"/>
            <a:ext cx="2004020" cy="853535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데이터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모델 설계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DBB3943-A14F-7B9A-AB7A-7DD734EB4C32}"/>
              </a:ext>
            </a:extLst>
          </p:cNvPr>
          <p:cNvSpPr/>
          <p:nvPr/>
        </p:nvSpPr>
        <p:spPr>
          <a:xfrm>
            <a:off x="3100764" y="4868995"/>
            <a:ext cx="7896478" cy="1221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경로 </a:t>
            </a:r>
            <a:r>
              <a:rPr lang="ko-KR" altLang="ko-KR" dirty="0">
                <a:solidFill>
                  <a:sysClr val="windowText" lastClr="000000"/>
                </a:solidFill>
              </a:rPr>
              <a:t>결정</a:t>
            </a:r>
            <a:r>
              <a:rPr lang="ko-KR" altLang="en-US" dirty="0">
                <a:solidFill>
                  <a:sysClr val="windowText" lastClr="000000"/>
                </a:solidFill>
              </a:rPr>
              <a:t>에</a:t>
            </a:r>
            <a:r>
              <a:rPr lang="ko-KR" altLang="ko-KR" dirty="0">
                <a:solidFill>
                  <a:sysClr val="windowText" lastClr="000000"/>
                </a:solidFill>
              </a:rPr>
              <a:t> 깊이 부여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ko-KR" dirty="0">
                <a:solidFill>
                  <a:sysClr val="windowText" lastClr="000000"/>
                </a:solidFill>
              </a:rPr>
              <a:t>반복 플레이</a:t>
            </a:r>
            <a:r>
              <a:rPr lang="ko-KR" altLang="en-US" dirty="0">
                <a:solidFill>
                  <a:sysClr val="windowText" lastClr="000000"/>
                </a:solidFill>
              </a:rPr>
              <a:t>를 해도</a:t>
            </a:r>
            <a:r>
              <a:rPr lang="ko-KR" altLang="ko-KR" dirty="0">
                <a:solidFill>
                  <a:sysClr val="windowText" lastClr="000000"/>
                </a:solidFill>
              </a:rPr>
              <a:t> 학습된 예측</a:t>
            </a:r>
            <a:r>
              <a:rPr lang="ko-KR" altLang="en-US" dirty="0">
                <a:solidFill>
                  <a:sysClr val="windowText" lastClr="000000"/>
                </a:solidFill>
              </a:rPr>
              <a:t>보단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ko-KR" dirty="0">
                <a:solidFill>
                  <a:sysClr val="windowText" lastClr="000000"/>
                </a:solidFill>
              </a:rPr>
              <a:t> 동적 대응 요구</a:t>
            </a:r>
            <a:r>
              <a:rPr lang="en-US" altLang="ko-KR" dirty="0">
                <a:solidFill>
                  <a:sysClr val="windowText" lastClr="000000"/>
                </a:solidFill>
              </a:rPr>
              <a:t>. </a:t>
            </a:r>
            <a:r>
              <a:rPr lang="ko-KR" altLang="ko-KR" dirty="0">
                <a:solidFill>
                  <a:sysClr val="windowText" lastClr="000000"/>
                </a:solidFill>
              </a:rPr>
              <a:t>연쇄 반응 이벤트</a:t>
            </a:r>
            <a:r>
              <a:rPr lang="en-US" altLang="ko-KR" dirty="0">
                <a:solidFill>
                  <a:sysClr val="windowText" lastClr="000000"/>
                </a:solidFill>
              </a:rPr>
              <a:t>(</a:t>
            </a:r>
            <a:r>
              <a:rPr lang="ko-KR" altLang="en-US" dirty="0">
                <a:solidFill>
                  <a:sysClr val="windowText" lastClr="000000"/>
                </a:solidFill>
              </a:rPr>
              <a:t>생물간 반응</a:t>
            </a:r>
            <a:r>
              <a:rPr lang="en-US" altLang="ko-KR" dirty="0">
                <a:solidFill>
                  <a:sysClr val="windowText" lastClr="000000"/>
                </a:solidFill>
              </a:rPr>
              <a:t>), </a:t>
            </a:r>
            <a:r>
              <a:rPr lang="ko-KR" altLang="en-US" dirty="0">
                <a:solidFill>
                  <a:sysClr val="windowText" lastClr="000000"/>
                </a:solidFill>
              </a:rPr>
              <a:t>화물에 따라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 </a:t>
            </a:r>
            <a:r>
              <a:rPr lang="ko-KR" altLang="ko-KR" dirty="0">
                <a:solidFill>
                  <a:sysClr val="windowText" lastClr="000000"/>
                </a:solidFill>
              </a:rPr>
              <a:t>차별화된 경로</a:t>
            </a:r>
            <a:r>
              <a:rPr lang="en-US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>
                <a:solidFill>
                  <a:sysClr val="windowText" lastClr="000000"/>
                </a:solidFill>
              </a:rPr>
              <a:t>위험도 적용</a:t>
            </a:r>
          </a:p>
        </p:txBody>
      </p:sp>
      <p:sp>
        <p:nvSpPr>
          <p:cNvPr id="15" name="화살표: 오각형 14">
            <a:extLst>
              <a:ext uri="{FF2B5EF4-FFF2-40B4-BE49-F238E27FC236}">
                <a16:creationId xmlns:a16="http://schemas.microsoft.com/office/drawing/2014/main" id="{0BAED63B-DC64-D745-71EB-83272A06B565}"/>
              </a:ext>
            </a:extLst>
          </p:cNvPr>
          <p:cNvSpPr/>
          <p:nvPr/>
        </p:nvSpPr>
        <p:spPr>
          <a:xfrm>
            <a:off x="1642078" y="4868995"/>
            <a:ext cx="2165674" cy="1221602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기대 효과 및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활용 예시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AC4B92-241A-4CD1-3226-6ED9B1B58C68}"/>
              </a:ext>
            </a:extLst>
          </p:cNvPr>
          <p:cNvSpPr txBox="1"/>
          <p:nvPr/>
        </p:nvSpPr>
        <p:spPr>
          <a:xfrm>
            <a:off x="665117" y="833523"/>
            <a:ext cx="1086176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700" dirty="0"/>
              <a:t>도우미 </a:t>
            </a:r>
            <a:r>
              <a:rPr lang="en-US" altLang="ko-KR" sz="1700" dirty="0"/>
              <a:t>AI : </a:t>
            </a:r>
            <a:r>
              <a:rPr lang="ko-KR" altLang="en-US" sz="1700" dirty="0"/>
              <a:t>플레이어가 소지 중인 아이템의 특성</a:t>
            </a:r>
            <a:r>
              <a:rPr lang="en-US" altLang="ko-KR" sz="1700" dirty="0"/>
              <a:t>, </a:t>
            </a:r>
            <a:r>
              <a:rPr lang="ko-KR" altLang="en-US" sz="1700" dirty="0"/>
              <a:t>몬스터 별 민감도와 반응</a:t>
            </a:r>
            <a:r>
              <a:rPr lang="en-US" altLang="ko-KR" sz="1700" dirty="0"/>
              <a:t>, </a:t>
            </a:r>
            <a:r>
              <a:rPr lang="ko-KR" altLang="en-US" sz="1700" dirty="0"/>
              <a:t>거리</a:t>
            </a:r>
            <a:r>
              <a:rPr lang="en-US" altLang="ko-KR" sz="1700" dirty="0"/>
              <a:t>, </a:t>
            </a:r>
            <a:r>
              <a:rPr lang="ko-KR" altLang="en-US" sz="1700" dirty="0"/>
              <a:t>생태계 생물 종간 </a:t>
            </a:r>
            <a:br>
              <a:rPr lang="en-US" altLang="ko-KR" sz="1700" dirty="0"/>
            </a:br>
            <a:r>
              <a:rPr lang="ko-KR" altLang="en-US" sz="1700" dirty="0"/>
              <a:t>관계를 이용해 계획 경로로의 위험도를 예측</a:t>
            </a:r>
            <a:r>
              <a:rPr lang="en-US" altLang="ko-KR" sz="1700" dirty="0"/>
              <a:t>, </a:t>
            </a:r>
            <a:r>
              <a:rPr lang="ko-KR" altLang="en-US" sz="1700" dirty="0"/>
              <a:t>플레이어에게 </a:t>
            </a:r>
            <a:r>
              <a:rPr lang="ko-KR" altLang="en-US" sz="1700" u="sng" dirty="0"/>
              <a:t>경로와 경로별 예측 시간을</a:t>
            </a:r>
            <a:r>
              <a:rPr lang="ko-KR" altLang="en-US" sz="1700" dirty="0"/>
              <a:t> 고지할 수 있어야 함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DAB67F6-F788-CC32-890B-AFEF9FC55AA6}"/>
              </a:ext>
            </a:extLst>
          </p:cNvPr>
          <p:cNvSpPr/>
          <p:nvPr/>
        </p:nvSpPr>
        <p:spPr>
          <a:xfrm>
            <a:off x="3865643" y="2599662"/>
            <a:ext cx="6667393" cy="9457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>
                <a:solidFill>
                  <a:sysClr val="windowText" lastClr="000000"/>
                </a:solidFill>
              </a:rPr>
              <a:t>자극 확산 계산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ko-KR" dirty="0">
                <a:solidFill>
                  <a:sysClr val="windowText" lastClr="000000"/>
                </a:solidFill>
              </a:rPr>
              <a:t>종별 반응 스코어</a:t>
            </a:r>
            <a:r>
              <a:rPr lang="en-US" altLang="ko-KR" dirty="0">
                <a:solidFill>
                  <a:sysClr val="windowText" lastClr="000000"/>
                </a:solidFill>
              </a:rPr>
              <a:t>(</a:t>
            </a:r>
            <a:r>
              <a:rPr lang="ko-KR" altLang="en-US" dirty="0">
                <a:solidFill>
                  <a:sysClr val="windowText" lastClr="000000"/>
                </a:solidFill>
              </a:rPr>
              <a:t>반응 발생 가능성</a:t>
            </a:r>
            <a:r>
              <a:rPr lang="en-US" altLang="ko-KR" dirty="0">
                <a:solidFill>
                  <a:sysClr val="windowText" lastClr="000000"/>
                </a:solidFill>
              </a:rPr>
              <a:t>),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ko-KR" dirty="0" err="1">
                <a:solidFill>
                  <a:sysClr val="windowText" lastClr="000000"/>
                </a:solidFill>
              </a:rPr>
              <a:t>T초</a:t>
            </a:r>
            <a:r>
              <a:rPr lang="ko-KR" altLang="ko-KR" dirty="0">
                <a:solidFill>
                  <a:sysClr val="windowText" lastClr="000000"/>
                </a:solidFill>
              </a:rPr>
              <a:t> 후 위험 밀도 예측</a:t>
            </a:r>
            <a:r>
              <a:rPr lang="en-US" altLang="ko-KR" dirty="0">
                <a:solidFill>
                  <a:sysClr val="windowText" lastClr="000000"/>
                </a:solidFill>
              </a:rPr>
              <a:t>,</a:t>
            </a:r>
            <a:r>
              <a:rPr lang="ko-KR" altLang="ko-KR" dirty="0">
                <a:solidFill>
                  <a:sysClr val="windowText" lastClr="000000"/>
                </a:solidFill>
              </a:rPr>
              <a:t> ETA 계산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0" name="화살표: 오각형 19">
            <a:extLst>
              <a:ext uri="{FF2B5EF4-FFF2-40B4-BE49-F238E27FC236}">
                <a16:creationId xmlns:a16="http://schemas.microsoft.com/office/drawing/2014/main" id="{03361DF7-20CA-4AF8-EA53-810F3F937218}"/>
              </a:ext>
            </a:extLst>
          </p:cNvPr>
          <p:cNvSpPr/>
          <p:nvPr/>
        </p:nvSpPr>
        <p:spPr>
          <a:xfrm>
            <a:off x="2406957" y="2599662"/>
            <a:ext cx="2004020" cy="945792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알고리즘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파이프라인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구성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D70EED32-2010-9D8A-F794-5CD0D65EAAE3}"/>
              </a:ext>
            </a:extLst>
          </p:cNvPr>
          <p:cNvSpPr/>
          <p:nvPr/>
        </p:nvSpPr>
        <p:spPr>
          <a:xfrm>
            <a:off x="765201" y="1582780"/>
            <a:ext cx="1580733" cy="101688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생물</a:t>
            </a:r>
            <a:r>
              <a:rPr lang="en-US" altLang="ko-KR" sz="1600" dirty="0">
                <a:solidFill>
                  <a:sysClr val="windowText" lastClr="000000"/>
                </a:solidFill>
              </a:rPr>
              <a:t>_</a:t>
            </a:r>
            <a:r>
              <a:rPr lang="ko-KR" altLang="en-US" sz="1600" dirty="0">
                <a:solidFill>
                  <a:sysClr val="windowText" lastClr="000000"/>
                </a:solidFill>
              </a:rPr>
              <a:t>곰</a:t>
            </a:r>
            <a:br>
              <a:rPr lang="en-US" altLang="ko-KR" sz="1600" dirty="0">
                <a:solidFill>
                  <a:sysClr val="windowText" lastClr="000000"/>
                </a:solidFill>
              </a:rPr>
            </a:br>
            <a:r>
              <a:rPr lang="en-US" altLang="ko-KR" sz="1600" dirty="0">
                <a:solidFill>
                  <a:sysClr val="windowText" lastClr="000000"/>
                </a:solidFill>
              </a:rPr>
              <a:t>: </a:t>
            </a:r>
            <a:r>
              <a:rPr lang="ko-KR" altLang="en-US" sz="1600" dirty="0" err="1">
                <a:solidFill>
                  <a:sysClr val="windowText" lastClr="000000"/>
                </a:solidFill>
              </a:rPr>
              <a:t>배달품</a:t>
            </a:r>
            <a:r>
              <a:rPr lang="ko-KR" altLang="en-US" sz="1600" dirty="0">
                <a:solidFill>
                  <a:sysClr val="windowText" lastClr="000000"/>
                </a:solidFill>
              </a:rPr>
              <a:t> 강탈 시도</a:t>
            </a:r>
          </a:p>
        </p:txBody>
      </p:sp>
      <p:sp>
        <p:nvSpPr>
          <p:cNvPr id="24" name="배지 23">
            <a:extLst>
              <a:ext uri="{FF2B5EF4-FFF2-40B4-BE49-F238E27FC236}">
                <a16:creationId xmlns:a16="http://schemas.microsoft.com/office/drawing/2014/main" id="{18AD1EBE-68F7-8A34-69A9-85191512AC77}"/>
              </a:ext>
            </a:extLst>
          </p:cNvPr>
          <p:cNvSpPr/>
          <p:nvPr/>
        </p:nvSpPr>
        <p:spPr>
          <a:xfrm>
            <a:off x="387398" y="2813256"/>
            <a:ext cx="960089" cy="552853"/>
          </a:xfrm>
          <a:prstGeom prst="plaqu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기억</a:t>
            </a:r>
            <a:endParaRPr lang="en-US" altLang="ko-KR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활성화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0A0E7E7-33ED-7698-A839-9AE402FB0519}"/>
              </a:ext>
            </a:extLst>
          </p:cNvPr>
          <p:cNvSpPr/>
          <p:nvPr/>
        </p:nvSpPr>
        <p:spPr>
          <a:xfrm>
            <a:off x="1377926" y="2835005"/>
            <a:ext cx="1029031" cy="475105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1600" dirty="0">
                <a:solidFill>
                  <a:srgbClr val="000000"/>
                </a:solidFill>
              </a:rPr>
              <a:t>경로</a:t>
            </a:r>
            <a:r>
              <a:rPr lang="en-US" altLang="ko-KR" sz="1600" dirty="0">
                <a:solidFill>
                  <a:srgbClr val="000000"/>
                </a:solidFill>
              </a:rPr>
              <a:t>a_</a:t>
            </a:r>
            <a:r>
              <a:rPr lang="ko-KR" altLang="en-US" sz="1600" dirty="0">
                <a:solidFill>
                  <a:srgbClr val="000000"/>
                </a:solidFill>
              </a:rPr>
              <a:t>숲</a:t>
            </a:r>
            <a:endParaRPr lang="en-US" altLang="ko-KR" sz="1600" dirty="0">
              <a:solidFill>
                <a:srgbClr val="00000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7DA6479-C678-E6F1-6597-1E31784EA71C}"/>
              </a:ext>
            </a:extLst>
          </p:cNvPr>
          <p:cNvSpPr/>
          <p:nvPr/>
        </p:nvSpPr>
        <p:spPr>
          <a:xfrm>
            <a:off x="3865643" y="3657451"/>
            <a:ext cx="6667393" cy="9457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계산 주체는 서버</a:t>
            </a:r>
            <a:r>
              <a:rPr lang="en-US" altLang="ko-KR" dirty="0">
                <a:solidFill>
                  <a:sysClr val="windowText" lastClr="000000"/>
                </a:solidFill>
              </a:rPr>
              <a:t>(</a:t>
            </a:r>
            <a:r>
              <a:rPr lang="ko-KR" altLang="en-US" dirty="0">
                <a:solidFill>
                  <a:sysClr val="windowText" lastClr="000000"/>
                </a:solidFill>
              </a:rPr>
              <a:t>호스트</a:t>
            </a:r>
            <a:r>
              <a:rPr lang="en-US" altLang="ko-KR" dirty="0">
                <a:solidFill>
                  <a:sysClr val="windowText" lastClr="000000"/>
                </a:solidFill>
              </a:rPr>
              <a:t>), </a:t>
            </a:r>
            <a:r>
              <a:rPr lang="ko-KR" altLang="en-US" dirty="0">
                <a:solidFill>
                  <a:sysClr val="windowText" lastClr="000000"/>
                </a:solidFill>
              </a:rPr>
              <a:t>무거운 계산은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 비동기로 처리한 후 결과만 메인 스레드에 반영</a:t>
            </a:r>
          </a:p>
        </p:txBody>
      </p:sp>
      <p:sp>
        <p:nvSpPr>
          <p:cNvPr id="30" name="화살표: 오각형 29">
            <a:extLst>
              <a:ext uri="{FF2B5EF4-FFF2-40B4-BE49-F238E27FC236}">
                <a16:creationId xmlns:a16="http://schemas.microsoft.com/office/drawing/2014/main" id="{9B74FA54-B0EF-29A9-3B59-1EF12C510C6A}"/>
              </a:ext>
            </a:extLst>
          </p:cNvPr>
          <p:cNvSpPr/>
          <p:nvPr/>
        </p:nvSpPr>
        <p:spPr>
          <a:xfrm>
            <a:off x="2406957" y="3657451"/>
            <a:ext cx="2004020" cy="945792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구현 매핑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1F194D-1C85-D7EC-D3B1-10F9DDDBB3AE}"/>
              </a:ext>
            </a:extLst>
          </p:cNvPr>
          <p:cNvSpPr txBox="1"/>
          <p:nvPr/>
        </p:nvSpPr>
        <p:spPr>
          <a:xfrm>
            <a:off x="306014" y="1582780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3848560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D485D4-54E4-1C7C-981A-CF701762D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BB2DC6-C099-8952-59A6-6E6C490A6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65698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333BD40-EB3C-F125-C0D7-3AAE9CB0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1132867"/>
            <a:ext cx="10248975" cy="32670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7E1F475-5B50-81EF-0BF8-C560EC3EE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컨트롤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CF930E-0FCE-98B8-C18D-FD71745D0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9/26/2026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1665B5-D155-106B-9932-0B5F391F2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C7A1E43-FD2C-0569-0801-ACD96B52052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2E81E2-7069-3A85-302B-DD8B8E805CA9}"/>
              </a:ext>
            </a:extLst>
          </p:cNvPr>
          <p:cNvSpPr txBox="1"/>
          <p:nvPr/>
        </p:nvSpPr>
        <p:spPr>
          <a:xfrm>
            <a:off x="914399" y="829386"/>
            <a:ext cx="359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키보드 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F7D3B37-9922-FA4D-C1D6-952C9C98416A}"/>
              </a:ext>
            </a:extLst>
          </p:cNvPr>
          <p:cNvSpPr/>
          <p:nvPr/>
        </p:nvSpPr>
        <p:spPr>
          <a:xfrm>
            <a:off x="1130291" y="3223458"/>
            <a:ext cx="1022350" cy="441325"/>
          </a:xfrm>
          <a:prstGeom prst="roundRect">
            <a:avLst/>
          </a:prstGeom>
          <a:solidFill>
            <a:srgbClr val="00B050">
              <a:alpha val="10000"/>
            </a:srgbClr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E8921969-C1B1-A917-3B99-E3440B3EC178}"/>
              </a:ext>
            </a:extLst>
          </p:cNvPr>
          <p:cNvSpPr/>
          <p:nvPr/>
        </p:nvSpPr>
        <p:spPr>
          <a:xfrm>
            <a:off x="1932668" y="2386592"/>
            <a:ext cx="1250950" cy="825500"/>
          </a:xfrm>
          <a:custGeom>
            <a:avLst/>
            <a:gdLst>
              <a:gd name="csX0" fmla="*/ 3175 w 1250950"/>
              <a:gd name="csY0" fmla="*/ 793750 h 825500"/>
              <a:gd name="csX1" fmla="*/ 0 w 1250950"/>
              <a:gd name="csY1" fmla="*/ 422275 h 825500"/>
              <a:gd name="csX2" fmla="*/ 384175 w 1250950"/>
              <a:gd name="csY2" fmla="*/ 420687 h 825500"/>
              <a:gd name="csX3" fmla="*/ 376237 w 1250950"/>
              <a:gd name="csY3" fmla="*/ 52387 h 825500"/>
              <a:gd name="csX4" fmla="*/ 392112 w 1250950"/>
              <a:gd name="csY4" fmla="*/ 1587 h 825500"/>
              <a:gd name="csX5" fmla="*/ 746125 w 1250950"/>
              <a:gd name="csY5" fmla="*/ 0 h 825500"/>
              <a:gd name="csX6" fmla="*/ 763587 w 1250950"/>
              <a:gd name="csY6" fmla="*/ 34925 h 825500"/>
              <a:gd name="csX7" fmla="*/ 766762 w 1250950"/>
              <a:gd name="csY7" fmla="*/ 406400 h 825500"/>
              <a:gd name="csX8" fmla="*/ 1225550 w 1250950"/>
              <a:gd name="csY8" fmla="*/ 409575 h 825500"/>
              <a:gd name="csX9" fmla="*/ 1250950 w 1250950"/>
              <a:gd name="csY9" fmla="*/ 442912 h 825500"/>
              <a:gd name="csX10" fmla="*/ 1250950 w 1250950"/>
              <a:gd name="csY10" fmla="*/ 825500 h 825500"/>
              <a:gd name="csX11" fmla="*/ 3175 w 1250950"/>
              <a:gd name="csY11" fmla="*/ 793750 h 825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250950" h="825500">
                <a:moveTo>
                  <a:pt x="3175" y="793750"/>
                </a:moveTo>
                <a:cubicBezTo>
                  <a:pt x="2117" y="669925"/>
                  <a:pt x="1058" y="546100"/>
                  <a:pt x="0" y="422275"/>
                </a:cubicBezTo>
                <a:lnTo>
                  <a:pt x="384175" y="420687"/>
                </a:lnTo>
                <a:lnTo>
                  <a:pt x="376237" y="52387"/>
                </a:lnTo>
                <a:lnTo>
                  <a:pt x="392112" y="1587"/>
                </a:lnTo>
                <a:lnTo>
                  <a:pt x="746125" y="0"/>
                </a:lnTo>
                <a:lnTo>
                  <a:pt x="763587" y="34925"/>
                </a:lnTo>
                <a:cubicBezTo>
                  <a:pt x="764645" y="158750"/>
                  <a:pt x="765704" y="282575"/>
                  <a:pt x="766762" y="406400"/>
                </a:cubicBezTo>
                <a:lnTo>
                  <a:pt x="1225550" y="409575"/>
                </a:lnTo>
                <a:lnTo>
                  <a:pt x="1250950" y="442912"/>
                </a:lnTo>
                <a:lnTo>
                  <a:pt x="1250950" y="825500"/>
                </a:lnTo>
                <a:lnTo>
                  <a:pt x="3175" y="793750"/>
                </a:lnTo>
                <a:close/>
              </a:path>
            </a:pathLst>
          </a:custGeom>
          <a:solidFill>
            <a:srgbClr val="00B0F0">
              <a:alpha val="10000"/>
            </a:srgbClr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37AB85A-A0C8-478E-EC10-D48FDA6884AA}"/>
              </a:ext>
            </a:extLst>
          </p:cNvPr>
          <p:cNvSpPr/>
          <p:nvPr/>
        </p:nvSpPr>
        <p:spPr>
          <a:xfrm>
            <a:off x="2731697" y="2395538"/>
            <a:ext cx="385314" cy="401248"/>
          </a:xfrm>
          <a:prstGeom prst="roundRect">
            <a:avLst/>
          </a:prstGeom>
          <a:solidFill>
            <a:srgbClr val="FFFF00">
              <a:alpha val="10000"/>
            </a:srgbClr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01BF91F3-EA1B-0448-3869-385EB7C2C5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80" t="2892" r="9749" b="6038"/>
          <a:stretch>
            <a:fillRect/>
          </a:stretch>
        </p:blipFill>
        <p:spPr>
          <a:xfrm>
            <a:off x="8505642" y="1940977"/>
            <a:ext cx="1390510" cy="2237206"/>
          </a:xfrm>
          <a:prstGeom prst="rect">
            <a:avLst/>
          </a:prstGeom>
        </p:spPr>
      </p:pic>
      <p:sp>
        <p:nvSpPr>
          <p:cNvPr id="37" name="화살표: 원형 36">
            <a:extLst>
              <a:ext uri="{FF2B5EF4-FFF2-40B4-BE49-F238E27FC236}">
                <a16:creationId xmlns:a16="http://schemas.microsoft.com/office/drawing/2014/main" id="{7D3EFD1A-46A5-80C5-0981-E03920FB202C}"/>
              </a:ext>
            </a:extLst>
          </p:cNvPr>
          <p:cNvSpPr/>
          <p:nvPr/>
        </p:nvSpPr>
        <p:spPr>
          <a:xfrm>
            <a:off x="8313777" y="1198718"/>
            <a:ext cx="1763275" cy="1712893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6206914"/>
              <a:gd name="adj5" fmla="val 125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9" name="화살표: 원형 38">
            <a:extLst>
              <a:ext uri="{FF2B5EF4-FFF2-40B4-BE49-F238E27FC236}">
                <a16:creationId xmlns:a16="http://schemas.microsoft.com/office/drawing/2014/main" id="{24CD729B-A746-3626-939D-76DBCB9606BC}"/>
              </a:ext>
            </a:extLst>
          </p:cNvPr>
          <p:cNvSpPr/>
          <p:nvPr/>
        </p:nvSpPr>
        <p:spPr>
          <a:xfrm flipH="1">
            <a:off x="8313777" y="1198718"/>
            <a:ext cx="1763275" cy="1712893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6012437"/>
              <a:gd name="adj5" fmla="val 125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E61092D-CA78-4AD5-ADDD-2FC61FB7D9A6}"/>
              </a:ext>
            </a:extLst>
          </p:cNvPr>
          <p:cNvSpPr/>
          <p:nvPr/>
        </p:nvSpPr>
        <p:spPr>
          <a:xfrm>
            <a:off x="8547698" y="2005226"/>
            <a:ext cx="519776" cy="1119393"/>
          </a:xfrm>
          <a:prstGeom prst="roundRect">
            <a:avLst>
              <a:gd name="adj" fmla="val 30053"/>
            </a:avLst>
          </a:prstGeom>
          <a:solidFill>
            <a:srgbClr val="FF0000">
              <a:alpha val="10000"/>
            </a:srgb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F14537F-469F-500B-9D87-4B51CB1992F9}"/>
              </a:ext>
            </a:extLst>
          </p:cNvPr>
          <p:cNvSpPr/>
          <p:nvPr/>
        </p:nvSpPr>
        <p:spPr>
          <a:xfrm>
            <a:off x="3255264" y="3683341"/>
            <a:ext cx="1707800" cy="441325"/>
          </a:xfrm>
          <a:prstGeom prst="roundRect">
            <a:avLst/>
          </a:prstGeom>
          <a:solidFill>
            <a:srgbClr val="00B050">
              <a:alpha val="10000"/>
            </a:srgbClr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5E13E3F-3404-E1B5-E844-3E016D956C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227911"/>
              </p:ext>
            </p:extLst>
          </p:nvPr>
        </p:nvGraphicFramePr>
        <p:xfrm>
          <a:off x="1074508" y="4428198"/>
          <a:ext cx="9928756" cy="949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8282">
                  <a:extLst>
                    <a:ext uri="{9D8B030D-6E8A-4147-A177-3AD203B41FA5}">
                      <a16:colId xmlns:a16="http://schemas.microsoft.com/office/drawing/2014/main" val="4197245890"/>
                    </a:ext>
                  </a:extLst>
                </a:gridCol>
                <a:gridCol w="1143688">
                  <a:extLst>
                    <a:ext uri="{9D8B030D-6E8A-4147-A177-3AD203B41FA5}">
                      <a16:colId xmlns:a16="http://schemas.microsoft.com/office/drawing/2014/main" val="4209761999"/>
                    </a:ext>
                  </a:extLst>
                </a:gridCol>
                <a:gridCol w="1131649">
                  <a:extLst>
                    <a:ext uri="{9D8B030D-6E8A-4147-A177-3AD203B41FA5}">
                      <a16:colId xmlns:a16="http://schemas.microsoft.com/office/drawing/2014/main" val="4220247498"/>
                    </a:ext>
                  </a:extLst>
                </a:gridCol>
                <a:gridCol w="1107284">
                  <a:extLst>
                    <a:ext uri="{9D8B030D-6E8A-4147-A177-3AD203B41FA5}">
                      <a16:colId xmlns:a16="http://schemas.microsoft.com/office/drawing/2014/main" val="1951899160"/>
                    </a:ext>
                  </a:extLst>
                </a:gridCol>
                <a:gridCol w="1500997">
                  <a:extLst>
                    <a:ext uri="{9D8B030D-6E8A-4147-A177-3AD203B41FA5}">
                      <a16:colId xmlns:a16="http://schemas.microsoft.com/office/drawing/2014/main" val="3814890661"/>
                    </a:ext>
                  </a:extLst>
                </a:gridCol>
                <a:gridCol w="1322717">
                  <a:extLst>
                    <a:ext uri="{9D8B030D-6E8A-4147-A177-3AD203B41FA5}">
                      <a16:colId xmlns:a16="http://schemas.microsoft.com/office/drawing/2014/main" val="2511956926"/>
                    </a:ext>
                  </a:extLst>
                </a:gridCol>
                <a:gridCol w="1374475">
                  <a:extLst>
                    <a:ext uri="{9D8B030D-6E8A-4147-A177-3AD203B41FA5}">
                      <a16:colId xmlns:a16="http://schemas.microsoft.com/office/drawing/2014/main" val="1245850054"/>
                    </a:ext>
                  </a:extLst>
                </a:gridCol>
                <a:gridCol w="1249664">
                  <a:extLst>
                    <a:ext uri="{9D8B030D-6E8A-4147-A177-3AD203B41FA5}">
                      <a16:colId xmlns:a16="http://schemas.microsoft.com/office/drawing/2014/main" val="2224349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이동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달리기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점프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상호작용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회전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총 조준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총 발사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경로 안내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8917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Wasd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Shift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Space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E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마우스 좌우</a:t>
                      </a:r>
                      <a:br>
                        <a:rPr lang="en-US" altLang="ko-KR" sz="1600" dirty="0"/>
                      </a:br>
                      <a:r>
                        <a:rPr lang="ko-KR" altLang="en-US" sz="1600" dirty="0"/>
                        <a:t>움직임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마우스</a:t>
                      </a:r>
                      <a:br>
                        <a:rPr lang="en-US" altLang="ko-KR" sz="1600" dirty="0"/>
                      </a:br>
                      <a:r>
                        <a:rPr lang="ko-KR" altLang="en-US" sz="1600" dirty="0" err="1"/>
                        <a:t>우클릭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마우스</a:t>
                      </a:r>
                      <a:br>
                        <a:rPr lang="en-US" altLang="ko-KR" sz="1600" dirty="0"/>
                      </a:br>
                      <a:r>
                        <a:rPr lang="ko-KR" altLang="en-US" sz="1600" dirty="0" err="1"/>
                        <a:t>좌클릭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마우스</a:t>
                      </a:r>
                      <a:br>
                        <a:rPr lang="en-US" altLang="ko-KR" sz="1600" dirty="0"/>
                      </a:br>
                      <a:r>
                        <a:rPr lang="ko-KR" altLang="en-US" sz="1600" dirty="0"/>
                        <a:t>휠 클릭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6475309"/>
                  </a:ext>
                </a:extLst>
              </a:tr>
            </a:tbl>
          </a:graphicData>
        </a:graphic>
      </p:graphicFrame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DBA942A-C195-1325-404B-F42C375A6F21}"/>
              </a:ext>
            </a:extLst>
          </p:cNvPr>
          <p:cNvSpPr/>
          <p:nvPr/>
        </p:nvSpPr>
        <p:spPr>
          <a:xfrm>
            <a:off x="9367786" y="2036465"/>
            <a:ext cx="519776" cy="1119393"/>
          </a:xfrm>
          <a:prstGeom prst="roundRect">
            <a:avLst>
              <a:gd name="adj" fmla="val 30053"/>
            </a:avLst>
          </a:prstGeom>
          <a:solidFill>
            <a:srgbClr val="FF0000">
              <a:alpha val="10000"/>
            </a:srgb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466DFFCD-665A-9180-2324-D7660BE4778B}"/>
              </a:ext>
            </a:extLst>
          </p:cNvPr>
          <p:cNvSpPr/>
          <p:nvPr/>
        </p:nvSpPr>
        <p:spPr>
          <a:xfrm>
            <a:off x="9067474" y="2225215"/>
            <a:ext cx="276927" cy="525820"/>
          </a:xfrm>
          <a:prstGeom prst="roundRect">
            <a:avLst/>
          </a:prstGeom>
          <a:solidFill>
            <a:srgbClr val="FFFF00">
              <a:alpha val="10000"/>
            </a:srgbClr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734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7EE5627-6DAA-0602-4EBD-019757279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UI_</a:t>
            </a:r>
            <a:r>
              <a:rPr lang="ko-KR" altLang="en-US" dirty="0"/>
              <a:t>플로우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5401C6E-1301-7925-0E3C-443629A8981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D7D5C72-3ED1-9651-5CDC-5553A8E7E5A0}"/>
              </a:ext>
            </a:extLst>
          </p:cNvPr>
          <p:cNvSpPr/>
          <p:nvPr/>
        </p:nvSpPr>
        <p:spPr>
          <a:xfrm>
            <a:off x="2202495" y="1234421"/>
            <a:ext cx="1698246" cy="738187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플레이어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2</a:t>
            </a:r>
            <a:r>
              <a:rPr lang="ko-KR" altLang="en-US" dirty="0">
                <a:solidFill>
                  <a:srgbClr val="000000"/>
                </a:solidFill>
              </a:rPr>
              <a:t>인 접속 화면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2666780-E618-D0A6-3450-200C04A52676}"/>
              </a:ext>
            </a:extLst>
          </p:cNvPr>
          <p:cNvSpPr/>
          <p:nvPr/>
        </p:nvSpPr>
        <p:spPr>
          <a:xfrm>
            <a:off x="1847175" y="3289203"/>
            <a:ext cx="1186887" cy="66278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게임 진행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1A6B7E1-5C60-3F7D-CC53-7A9095CBE60D}"/>
              </a:ext>
            </a:extLst>
          </p:cNvPr>
          <p:cNvSpPr/>
          <p:nvPr/>
        </p:nvSpPr>
        <p:spPr>
          <a:xfrm>
            <a:off x="416248" y="1235437"/>
            <a:ext cx="1404937" cy="738187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시작 화면</a:t>
            </a:r>
          </a:p>
        </p:txBody>
      </p:sp>
      <p:cxnSp>
        <p:nvCxnSpPr>
          <p:cNvPr id="11" name="화살표 12">
            <a:extLst>
              <a:ext uri="{FF2B5EF4-FFF2-40B4-BE49-F238E27FC236}">
                <a16:creationId xmlns:a16="http://schemas.microsoft.com/office/drawing/2014/main" id="{BEDC569C-FB01-ACC8-35B0-4BF916C5139E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1821185" y="1603515"/>
            <a:ext cx="381310" cy="6767"/>
          </a:xfrm>
          <a:prstGeom prst="straightConnector1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F1A7613-2876-7C8E-A177-2A267D4109F8}"/>
              </a:ext>
            </a:extLst>
          </p:cNvPr>
          <p:cNvSpPr txBox="1"/>
          <p:nvPr/>
        </p:nvSpPr>
        <p:spPr>
          <a:xfrm>
            <a:off x="7564760" y="1618468"/>
            <a:ext cx="10505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게임</a:t>
            </a:r>
            <a:br>
              <a:rPr lang="en-US" altLang="ko-KR" sz="1400" dirty="0"/>
            </a:br>
            <a:r>
              <a:rPr lang="ko-KR" altLang="en-US" sz="1400" dirty="0"/>
              <a:t>나가기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4D5B4C9-7BBF-54CA-AB62-157FFF3ABD11}"/>
              </a:ext>
            </a:extLst>
          </p:cNvPr>
          <p:cNvSpPr/>
          <p:nvPr/>
        </p:nvSpPr>
        <p:spPr>
          <a:xfrm>
            <a:off x="6351883" y="2483540"/>
            <a:ext cx="1186887" cy="662783"/>
          </a:xfrm>
          <a:prstGeom prst="rect">
            <a:avLst/>
          </a:prstGeom>
          <a:solidFill>
            <a:schemeClr val="lt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환경설정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B716EDE-C569-F173-5476-BB9A58D527AD}"/>
              </a:ext>
            </a:extLst>
          </p:cNvPr>
          <p:cNvSpPr/>
          <p:nvPr/>
        </p:nvSpPr>
        <p:spPr>
          <a:xfrm>
            <a:off x="4230941" y="4225903"/>
            <a:ext cx="1567131" cy="662783"/>
          </a:xfrm>
          <a:prstGeom prst="rect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 안내 </a:t>
            </a:r>
            <a:r>
              <a:rPr lang="en-US" altLang="ko-KR" dirty="0">
                <a:solidFill>
                  <a:srgbClr val="000000"/>
                </a:solidFill>
              </a:rPr>
              <a:t>UI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5</a:t>
            </a:r>
            <a:r>
              <a:rPr lang="ko-KR" altLang="en-US" dirty="0">
                <a:solidFill>
                  <a:srgbClr val="000000"/>
                </a:solidFill>
              </a:rPr>
              <a:t>초 지속</a:t>
            </a:r>
          </a:p>
        </p:txBody>
      </p:sp>
      <p:cxnSp>
        <p:nvCxnSpPr>
          <p:cNvPr id="21" name="꺾인 양쪽 화살표 연결선 18">
            <a:extLst>
              <a:ext uri="{FF2B5EF4-FFF2-40B4-BE49-F238E27FC236}">
                <a16:creationId xmlns:a16="http://schemas.microsoft.com/office/drawing/2014/main" id="{F543E6F6-AADC-822B-5BF6-F714F67A93FA}"/>
              </a:ext>
            </a:extLst>
          </p:cNvPr>
          <p:cNvCxnSpPr>
            <a:cxnSpLocks/>
            <a:stCxn id="8" idx="3"/>
            <a:endCxn id="18" idx="1"/>
          </p:cNvCxnSpPr>
          <p:nvPr/>
        </p:nvCxnSpPr>
        <p:spPr>
          <a:xfrm>
            <a:off x="3034062" y="3620595"/>
            <a:ext cx="1196879" cy="936700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양쪽 화살표 연결선 18">
            <a:extLst>
              <a:ext uri="{FF2B5EF4-FFF2-40B4-BE49-F238E27FC236}">
                <a16:creationId xmlns:a16="http://schemas.microsoft.com/office/drawing/2014/main" id="{9D1694CD-94CF-70B1-F109-E75D3B0C8C3E}"/>
              </a:ext>
            </a:extLst>
          </p:cNvPr>
          <p:cNvCxnSpPr>
            <a:cxnSpLocks/>
            <a:stCxn id="8" idx="3"/>
            <a:endCxn id="16" idx="1"/>
          </p:cNvCxnSpPr>
          <p:nvPr/>
        </p:nvCxnSpPr>
        <p:spPr>
          <a:xfrm flipV="1">
            <a:off x="3034062" y="2814932"/>
            <a:ext cx="3317821" cy="805663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양쪽 화살표 연결선 18">
            <a:extLst>
              <a:ext uri="{FF2B5EF4-FFF2-40B4-BE49-F238E27FC236}">
                <a16:creationId xmlns:a16="http://schemas.microsoft.com/office/drawing/2014/main" id="{F74BFFC4-1AB5-7350-1B7B-2B91013A1AC3}"/>
              </a:ext>
            </a:extLst>
          </p:cNvPr>
          <p:cNvCxnSpPr>
            <a:cxnSpLocks/>
            <a:stCxn id="16" idx="3"/>
            <a:endCxn id="8" idx="1"/>
          </p:cNvCxnSpPr>
          <p:nvPr/>
        </p:nvCxnSpPr>
        <p:spPr>
          <a:xfrm flipH="1">
            <a:off x="1847175" y="2814932"/>
            <a:ext cx="5691595" cy="805663"/>
          </a:xfrm>
          <a:prstGeom prst="bentConnector5">
            <a:avLst>
              <a:gd name="adj1" fmla="val -4016"/>
              <a:gd name="adj2" fmla="val 454332"/>
              <a:gd name="adj3" fmla="val 104016"/>
            </a:avLst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꺾인 양쪽 화살표 연결선 18">
            <a:extLst>
              <a:ext uri="{FF2B5EF4-FFF2-40B4-BE49-F238E27FC236}">
                <a16:creationId xmlns:a16="http://schemas.microsoft.com/office/drawing/2014/main" id="{D24C7BE5-EFCF-2801-723E-8F2C6A7FAB48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H="1">
            <a:off x="1847175" y="1603515"/>
            <a:ext cx="2053566" cy="2017080"/>
          </a:xfrm>
          <a:prstGeom prst="bentConnector5">
            <a:avLst>
              <a:gd name="adj1" fmla="val -11132"/>
              <a:gd name="adj2" fmla="val 50935"/>
              <a:gd name="adj3" fmla="val 111132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꺾인 양쪽 화살표 연결선 18">
            <a:extLst>
              <a:ext uri="{FF2B5EF4-FFF2-40B4-BE49-F238E27FC236}">
                <a16:creationId xmlns:a16="http://schemas.microsoft.com/office/drawing/2014/main" id="{FE7D78D8-DB94-9169-0059-9CCD4207E262}"/>
              </a:ext>
            </a:extLst>
          </p:cNvPr>
          <p:cNvCxnSpPr>
            <a:cxnSpLocks/>
            <a:stCxn id="18" idx="3"/>
            <a:endCxn id="8" idx="1"/>
          </p:cNvCxnSpPr>
          <p:nvPr/>
        </p:nvCxnSpPr>
        <p:spPr>
          <a:xfrm flipH="1" flipV="1">
            <a:off x="1847175" y="3620595"/>
            <a:ext cx="3950897" cy="936700"/>
          </a:xfrm>
          <a:prstGeom prst="bentConnector5">
            <a:avLst>
              <a:gd name="adj1" fmla="val -5786"/>
              <a:gd name="adj2" fmla="val -195404"/>
              <a:gd name="adj3" fmla="val 105786"/>
            </a:avLst>
          </a:prstGeom>
          <a:ln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꺾인 양쪽 화살표 연결선 18">
            <a:extLst>
              <a:ext uri="{FF2B5EF4-FFF2-40B4-BE49-F238E27FC236}">
                <a16:creationId xmlns:a16="http://schemas.microsoft.com/office/drawing/2014/main" id="{D9B7F7A4-B105-1E59-AE46-45BF37B6A0A6}"/>
              </a:ext>
            </a:extLst>
          </p:cNvPr>
          <p:cNvCxnSpPr>
            <a:cxnSpLocks/>
            <a:stCxn id="8" idx="3"/>
            <a:endCxn id="51" idx="1"/>
          </p:cNvCxnSpPr>
          <p:nvPr/>
        </p:nvCxnSpPr>
        <p:spPr>
          <a:xfrm>
            <a:off x="3034062" y="3620595"/>
            <a:ext cx="7310763" cy="45631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189D951-B819-D20F-BAC2-0CE3E2C621AB}"/>
              </a:ext>
            </a:extLst>
          </p:cNvPr>
          <p:cNvSpPr/>
          <p:nvPr/>
        </p:nvSpPr>
        <p:spPr>
          <a:xfrm>
            <a:off x="10344825" y="3334834"/>
            <a:ext cx="1186887" cy="66278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엔딩 화면</a:t>
            </a:r>
            <a:r>
              <a:rPr lang="en-US" altLang="ko-KR" dirty="0">
                <a:solidFill>
                  <a:srgbClr val="000000"/>
                </a:solidFill>
              </a:rPr>
              <a:t>(</a:t>
            </a:r>
            <a:r>
              <a:rPr lang="ko-KR" altLang="en-US" dirty="0" err="1">
                <a:solidFill>
                  <a:srgbClr val="000000"/>
                </a:solidFill>
              </a:rPr>
              <a:t>컷씬</a:t>
            </a:r>
            <a:r>
              <a:rPr lang="en-US" altLang="ko-KR" dirty="0">
                <a:solidFill>
                  <a:srgbClr val="000000"/>
                </a:solidFill>
              </a:rPr>
              <a:t>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C6BCC5A-3A34-A46A-A919-95A546CA7799}"/>
              </a:ext>
            </a:extLst>
          </p:cNvPr>
          <p:cNvSpPr/>
          <p:nvPr/>
        </p:nvSpPr>
        <p:spPr>
          <a:xfrm>
            <a:off x="4230941" y="5079302"/>
            <a:ext cx="1463506" cy="829381"/>
          </a:xfrm>
          <a:prstGeom prst="rect">
            <a:avLst/>
          </a:prstGeom>
          <a:solidFill>
            <a:schemeClr val="l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 err="1">
                <a:solidFill>
                  <a:srgbClr val="000000"/>
                </a:solidFill>
              </a:rPr>
              <a:t>배달품</a:t>
            </a:r>
            <a:r>
              <a:rPr lang="ko-KR" altLang="en-US" dirty="0">
                <a:solidFill>
                  <a:srgbClr val="000000"/>
                </a:solidFill>
              </a:rPr>
              <a:t> 전달 대화</a:t>
            </a:r>
            <a:r>
              <a:rPr lang="en-US" altLang="ko-KR" dirty="0">
                <a:solidFill>
                  <a:srgbClr val="000000"/>
                </a:solidFill>
              </a:rPr>
              <a:t>UI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59" name="꺾인 양쪽 화살표 연결선 18">
            <a:extLst>
              <a:ext uri="{FF2B5EF4-FFF2-40B4-BE49-F238E27FC236}">
                <a16:creationId xmlns:a16="http://schemas.microsoft.com/office/drawing/2014/main" id="{7C80B770-9BEA-7512-8FF0-9C4C9255A8B3}"/>
              </a:ext>
            </a:extLst>
          </p:cNvPr>
          <p:cNvCxnSpPr>
            <a:cxnSpLocks/>
            <a:stCxn id="8" idx="3"/>
            <a:endCxn id="57" idx="1"/>
          </p:cNvCxnSpPr>
          <p:nvPr/>
        </p:nvCxnSpPr>
        <p:spPr>
          <a:xfrm>
            <a:off x="3034062" y="3620595"/>
            <a:ext cx="1196879" cy="1873398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꺾인 양쪽 화살표 연결선 18">
            <a:extLst>
              <a:ext uri="{FF2B5EF4-FFF2-40B4-BE49-F238E27FC236}">
                <a16:creationId xmlns:a16="http://schemas.microsoft.com/office/drawing/2014/main" id="{774289FA-681F-CC30-0B7F-F9B5A0B1D4D0}"/>
              </a:ext>
            </a:extLst>
          </p:cNvPr>
          <p:cNvCxnSpPr>
            <a:cxnSpLocks/>
            <a:stCxn id="57" idx="3"/>
            <a:endCxn id="8" idx="1"/>
          </p:cNvCxnSpPr>
          <p:nvPr/>
        </p:nvCxnSpPr>
        <p:spPr>
          <a:xfrm flipH="1" flipV="1">
            <a:off x="1847175" y="3620595"/>
            <a:ext cx="3847272" cy="1873398"/>
          </a:xfrm>
          <a:prstGeom prst="bentConnector5">
            <a:avLst>
              <a:gd name="adj1" fmla="val -5942"/>
              <a:gd name="adj2" fmla="val -43702"/>
              <a:gd name="adj3" fmla="val 105942"/>
            </a:avLst>
          </a:prstGeom>
          <a:ln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꺾인 양쪽 화살표 연결선 18">
            <a:extLst>
              <a:ext uri="{FF2B5EF4-FFF2-40B4-BE49-F238E27FC236}">
                <a16:creationId xmlns:a16="http://schemas.microsoft.com/office/drawing/2014/main" id="{29D6C60E-BE35-B144-B708-8521782BE45E}"/>
              </a:ext>
            </a:extLst>
          </p:cNvPr>
          <p:cNvCxnSpPr>
            <a:cxnSpLocks/>
            <a:stCxn id="16" idx="3"/>
            <a:endCxn id="10" idx="1"/>
          </p:cNvCxnSpPr>
          <p:nvPr/>
        </p:nvCxnSpPr>
        <p:spPr>
          <a:xfrm flipH="1" flipV="1">
            <a:off x="416248" y="1604531"/>
            <a:ext cx="7122522" cy="1210401"/>
          </a:xfrm>
          <a:prstGeom prst="bentConnector5">
            <a:avLst>
              <a:gd name="adj1" fmla="val -3210"/>
              <a:gd name="adj2" fmla="val 150120"/>
              <a:gd name="adj3" fmla="val 103210"/>
            </a:avLst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69C68A32-AD56-9D15-31AB-10B5CBE82878}"/>
              </a:ext>
            </a:extLst>
          </p:cNvPr>
          <p:cNvSpPr txBox="1"/>
          <p:nvPr/>
        </p:nvSpPr>
        <p:spPr>
          <a:xfrm>
            <a:off x="4053141" y="2125008"/>
            <a:ext cx="1257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로딩화면</a:t>
            </a:r>
          </a:p>
        </p:txBody>
      </p:sp>
    </p:spTree>
    <p:extLst>
      <p:ext uri="{BB962C8B-B14F-4D97-AF65-F5344CB8AC3E}">
        <p14:creationId xmlns:p14="http://schemas.microsoft.com/office/powerpoint/2010/main" val="21954022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33757E-1FD6-215F-E156-3C3139CE3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/>
              <a:t>플레이화면 참고</a:t>
            </a: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81E79F0F-FDFC-E817-C0AE-BB5090B8657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86" r="8893"/>
          <a:stretch>
            <a:fillRect/>
          </a:stretch>
        </p:blipFill>
        <p:spPr>
          <a:xfrm>
            <a:off x="838200" y="3056121"/>
            <a:ext cx="5746630" cy="3229714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C8D78D-3ED4-2311-EA63-537F5F77C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48034" y="1825625"/>
            <a:ext cx="4505766" cy="4351338"/>
          </a:xfrm>
        </p:spPr>
        <p:txBody>
          <a:bodyPr>
            <a:normAutofit/>
          </a:bodyPr>
          <a:lstStyle/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레퍼런스 게임의 이미지 </a:t>
            </a:r>
            <a:br>
              <a:rPr lang="en-US" altLang="ko-KR" sz="2400" dirty="0"/>
            </a:br>
            <a:r>
              <a:rPr lang="ko-KR" altLang="en-US" sz="2400" dirty="0"/>
              <a:t>플레이 화면 참고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95CE34-8468-8FBD-5332-DFDBCB879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9/26/2026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99FD26-AF90-A1CC-A66F-C817032E6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DB089F7A-7CA1-E010-5F87-17E27A80294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EA101FB-C5F7-D7BA-BAFB-2BFC8BEA7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930227"/>
            <a:ext cx="3781977" cy="2125894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6C69ABD2-5C85-6EFE-9E9C-6A167D27F917}"/>
              </a:ext>
            </a:extLst>
          </p:cNvPr>
          <p:cNvSpPr/>
          <p:nvPr/>
        </p:nvSpPr>
        <p:spPr>
          <a:xfrm>
            <a:off x="801999" y="930227"/>
            <a:ext cx="857926" cy="382894"/>
          </a:xfrm>
          <a:prstGeom prst="rect">
            <a:avLst/>
          </a:prstGeom>
          <a:solidFill>
            <a:srgbClr val="FF0000">
              <a:alpha val="13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67288D5-F1CD-1A04-BDA2-2AD330634E91}"/>
              </a:ext>
            </a:extLst>
          </p:cNvPr>
          <p:cNvSpPr/>
          <p:nvPr/>
        </p:nvSpPr>
        <p:spPr>
          <a:xfrm>
            <a:off x="878492" y="3056121"/>
            <a:ext cx="3119350" cy="382894"/>
          </a:xfrm>
          <a:prstGeom prst="rect">
            <a:avLst/>
          </a:prstGeom>
          <a:solidFill>
            <a:srgbClr val="FF0000">
              <a:alpha val="13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588704E-B783-8AA9-FEC9-3C32AF5BFA10}"/>
              </a:ext>
            </a:extLst>
          </p:cNvPr>
          <p:cNvSpPr/>
          <p:nvPr/>
        </p:nvSpPr>
        <p:spPr>
          <a:xfrm>
            <a:off x="3147145" y="4635521"/>
            <a:ext cx="868510" cy="1292252"/>
          </a:xfrm>
          <a:prstGeom prst="rect">
            <a:avLst/>
          </a:prstGeom>
          <a:solidFill>
            <a:srgbClr val="FF0000">
              <a:alpha val="13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2A4487-800F-DF37-A70B-371D2746D349}"/>
              </a:ext>
            </a:extLst>
          </p:cNvPr>
          <p:cNvSpPr txBox="1"/>
          <p:nvPr/>
        </p:nvSpPr>
        <p:spPr>
          <a:xfrm>
            <a:off x="4564154" y="1477070"/>
            <a:ext cx="2068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[</a:t>
            </a:r>
            <a:r>
              <a:rPr lang="ko-KR" altLang="en-US" sz="1400" dirty="0"/>
              <a:t>자료</a:t>
            </a:r>
            <a:r>
              <a:rPr lang="en-US" altLang="ko-KR" sz="1400" dirty="0"/>
              <a:t>4] </a:t>
            </a:r>
            <a:r>
              <a:rPr lang="ko-KR" altLang="en-US" sz="1400" dirty="0"/>
              <a:t>게임</a:t>
            </a:r>
            <a:br>
              <a:rPr lang="en-US" altLang="ko-KR" sz="1400" dirty="0"/>
            </a:br>
            <a:r>
              <a:rPr lang="en-US" altLang="ko-KR" sz="1400" dirty="0"/>
              <a:t>“</a:t>
            </a:r>
            <a:r>
              <a:rPr lang="ko-KR" altLang="en-US" sz="1400" dirty="0" err="1"/>
              <a:t>이프선셋</a:t>
            </a:r>
            <a:r>
              <a:rPr lang="en-US" altLang="ko-KR" sz="1400" dirty="0"/>
              <a:t>” </a:t>
            </a:r>
            <a:r>
              <a:rPr lang="ko-KR" altLang="en-US" sz="1400" dirty="0"/>
              <a:t>플레이 화면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B836F7-4B29-DFB0-923C-2D74D5FD2332}"/>
              </a:ext>
            </a:extLst>
          </p:cNvPr>
          <p:cNvSpPr txBox="1"/>
          <p:nvPr/>
        </p:nvSpPr>
        <p:spPr>
          <a:xfrm>
            <a:off x="4564155" y="2345203"/>
            <a:ext cx="20206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[</a:t>
            </a:r>
            <a:r>
              <a:rPr lang="ko-KR" altLang="en-US" sz="1400" dirty="0"/>
              <a:t>자료</a:t>
            </a:r>
            <a:r>
              <a:rPr lang="en-US" altLang="ko-KR" sz="1400" dirty="0"/>
              <a:t>5] </a:t>
            </a:r>
            <a:r>
              <a:rPr lang="ko-KR" altLang="en-US" sz="1400" dirty="0"/>
              <a:t>게임 </a:t>
            </a:r>
            <a:r>
              <a:rPr lang="en-US" altLang="ko-KR" sz="1400" dirty="0"/>
              <a:t>“Totally Reliable Delivery Service” </a:t>
            </a:r>
            <a:r>
              <a:rPr lang="ko-KR" altLang="en-US" sz="1400" dirty="0"/>
              <a:t>플레이 화면</a:t>
            </a:r>
          </a:p>
        </p:txBody>
      </p:sp>
    </p:spTree>
    <p:extLst>
      <p:ext uri="{BB962C8B-B14F-4D97-AF65-F5344CB8AC3E}">
        <p14:creationId xmlns:p14="http://schemas.microsoft.com/office/powerpoint/2010/main" val="26006758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1E3C15-BBEC-4ECE-CB07-41C6908F1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/>
              <a:t>플레이화면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C374B0-6F4C-5F64-2FB3-E6BF609F7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9/26/2026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629E22-E88D-853E-E3FD-23646777D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4DCC80B-B0BB-1B28-1AB1-A7B61EA62BF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1D0332-8E04-2446-FB53-C87E8DBEDF0B}"/>
              </a:ext>
            </a:extLst>
          </p:cNvPr>
          <p:cNvSpPr/>
          <p:nvPr/>
        </p:nvSpPr>
        <p:spPr>
          <a:xfrm>
            <a:off x="1266064" y="2029659"/>
            <a:ext cx="5578413" cy="31208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CD61393-884B-D75C-0494-2B6F87B4171C}"/>
              </a:ext>
            </a:extLst>
          </p:cNvPr>
          <p:cNvCxnSpPr>
            <a:cxnSpLocks/>
            <a:stCxn id="9" idx="1"/>
            <a:endCxn id="9" idx="3"/>
          </p:cNvCxnSpPr>
          <p:nvPr/>
        </p:nvCxnSpPr>
        <p:spPr>
          <a:xfrm>
            <a:off x="1266064" y="3590080"/>
            <a:ext cx="557841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432568F-08C5-1D22-F143-FDB7924344F6}"/>
              </a:ext>
            </a:extLst>
          </p:cNvPr>
          <p:cNvCxnSpPr>
            <a:cxnSpLocks/>
            <a:stCxn id="9" idx="0"/>
            <a:endCxn id="9" idx="2"/>
          </p:cNvCxnSpPr>
          <p:nvPr/>
        </p:nvCxnSpPr>
        <p:spPr>
          <a:xfrm>
            <a:off x="4055271" y="2029659"/>
            <a:ext cx="0" cy="312084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그래픽 19" descr="남자 단색으로 채워진">
            <a:extLst>
              <a:ext uri="{FF2B5EF4-FFF2-40B4-BE49-F238E27FC236}">
                <a16:creationId xmlns:a16="http://schemas.microsoft.com/office/drawing/2014/main" id="{F1303222-194A-EA7E-8200-B9B86AA82950}"/>
              </a:ext>
            </a:extLst>
          </p:cNvPr>
          <p:cNvGrpSpPr/>
          <p:nvPr/>
        </p:nvGrpSpPr>
        <p:grpSpPr>
          <a:xfrm>
            <a:off x="3722238" y="3759837"/>
            <a:ext cx="638514" cy="1260288"/>
            <a:chOff x="2359041" y="3569144"/>
            <a:chExt cx="763894" cy="1572305"/>
          </a:xfrm>
          <a:solidFill>
            <a:srgbClr val="000000"/>
          </a:solidFill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89BEC900-CC8D-593E-678C-0C9B54124023}"/>
                </a:ext>
              </a:extLst>
            </p:cNvPr>
            <p:cNvSpPr/>
            <p:nvPr/>
          </p:nvSpPr>
          <p:spPr>
            <a:xfrm>
              <a:off x="2438393" y="3569144"/>
              <a:ext cx="598142" cy="580675"/>
            </a:xfrm>
            <a:prstGeom prst="ellipse">
              <a:avLst/>
            </a:pr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9B6DFC1B-9094-BBE7-637A-A57A4A903F46}"/>
                </a:ext>
              </a:extLst>
            </p:cNvPr>
            <p:cNvSpPr/>
            <p:nvPr/>
          </p:nvSpPr>
          <p:spPr>
            <a:xfrm>
              <a:off x="2359041" y="4146956"/>
              <a:ext cx="763894" cy="994493"/>
            </a:xfrm>
            <a:custGeom>
              <a:avLst/>
              <a:gdLst>
                <a:gd name="csX0" fmla="*/ 975567 w 980021"/>
                <a:gd name="csY0" fmla="*/ 694924 h 1603671"/>
                <a:gd name="csX1" fmla="*/ 850837 w 980021"/>
                <a:gd name="csY1" fmla="*/ 164822 h 1603671"/>
                <a:gd name="csX2" fmla="*/ 824109 w 980021"/>
                <a:gd name="csY2" fmla="*/ 115821 h 1603671"/>
                <a:gd name="csX3" fmla="*/ 637014 w 980021"/>
                <a:gd name="csY3" fmla="*/ 17819 h 1603671"/>
                <a:gd name="csX4" fmla="*/ 490011 w 980021"/>
                <a:gd name="csY4" fmla="*/ 0 h 1603671"/>
                <a:gd name="csX5" fmla="*/ 343008 w 980021"/>
                <a:gd name="csY5" fmla="*/ 22273 h 1603671"/>
                <a:gd name="csX6" fmla="*/ 155913 w 980021"/>
                <a:gd name="csY6" fmla="*/ 120275 h 1603671"/>
                <a:gd name="csX7" fmla="*/ 129185 w 980021"/>
                <a:gd name="csY7" fmla="*/ 169276 h 1603671"/>
                <a:gd name="csX8" fmla="*/ 4455 w 980021"/>
                <a:gd name="csY8" fmla="*/ 699379 h 1603671"/>
                <a:gd name="csX9" fmla="*/ 0 w 980021"/>
                <a:gd name="csY9" fmla="*/ 721652 h 1603671"/>
                <a:gd name="csX10" fmla="*/ 89093 w 980021"/>
                <a:gd name="csY10" fmla="*/ 810745 h 1603671"/>
                <a:gd name="csX11" fmla="*/ 173731 w 980021"/>
                <a:gd name="csY11" fmla="*/ 743926 h 1603671"/>
                <a:gd name="csX12" fmla="*/ 267279 w 980021"/>
                <a:gd name="csY12" fmla="*/ 356372 h 1603671"/>
                <a:gd name="csX13" fmla="*/ 267279 w 980021"/>
                <a:gd name="csY13" fmla="*/ 1603672 h 1603671"/>
                <a:gd name="csX14" fmla="*/ 445464 w 980021"/>
                <a:gd name="csY14" fmla="*/ 1603672 h 1603671"/>
                <a:gd name="csX15" fmla="*/ 445464 w 980021"/>
                <a:gd name="csY15" fmla="*/ 801836 h 1603671"/>
                <a:gd name="csX16" fmla="*/ 534557 w 980021"/>
                <a:gd name="csY16" fmla="*/ 801836 h 1603671"/>
                <a:gd name="csX17" fmla="*/ 534557 w 980021"/>
                <a:gd name="csY17" fmla="*/ 1603672 h 1603671"/>
                <a:gd name="csX18" fmla="*/ 712743 w 980021"/>
                <a:gd name="csY18" fmla="*/ 1603672 h 1603671"/>
                <a:gd name="csX19" fmla="*/ 712743 w 980021"/>
                <a:gd name="csY19" fmla="*/ 351917 h 1603671"/>
                <a:gd name="csX20" fmla="*/ 806291 w 980021"/>
                <a:gd name="csY20" fmla="*/ 739471 h 1603671"/>
                <a:gd name="csX21" fmla="*/ 890929 w 980021"/>
                <a:gd name="csY21" fmla="*/ 806291 h 1603671"/>
                <a:gd name="csX22" fmla="*/ 980022 w 980021"/>
                <a:gd name="csY22" fmla="*/ 717198 h 1603671"/>
                <a:gd name="csX23" fmla="*/ 975567 w 980021"/>
                <a:gd name="csY23" fmla="*/ 694924 h 16036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980021" h="1603671">
                  <a:moveTo>
                    <a:pt x="975567" y="694924"/>
                  </a:moveTo>
                  <a:lnTo>
                    <a:pt x="850837" y="164822"/>
                  </a:lnTo>
                  <a:cubicBezTo>
                    <a:pt x="846382" y="147003"/>
                    <a:pt x="837473" y="129185"/>
                    <a:pt x="824109" y="115821"/>
                  </a:cubicBezTo>
                  <a:cubicBezTo>
                    <a:pt x="770653" y="71274"/>
                    <a:pt x="708288" y="40092"/>
                    <a:pt x="637014" y="17819"/>
                  </a:cubicBezTo>
                  <a:cubicBezTo>
                    <a:pt x="588013" y="8909"/>
                    <a:pt x="539012" y="0"/>
                    <a:pt x="490011" y="0"/>
                  </a:cubicBezTo>
                  <a:cubicBezTo>
                    <a:pt x="441010" y="0"/>
                    <a:pt x="392009" y="8909"/>
                    <a:pt x="343008" y="22273"/>
                  </a:cubicBezTo>
                  <a:cubicBezTo>
                    <a:pt x="271733" y="40092"/>
                    <a:pt x="209368" y="75729"/>
                    <a:pt x="155913" y="120275"/>
                  </a:cubicBezTo>
                  <a:cubicBezTo>
                    <a:pt x="142549" y="133639"/>
                    <a:pt x="133639" y="151458"/>
                    <a:pt x="129185" y="169276"/>
                  </a:cubicBezTo>
                  <a:lnTo>
                    <a:pt x="4455" y="699379"/>
                  </a:lnTo>
                  <a:cubicBezTo>
                    <a:pt x="4455" y="703834"/>
                    <a:pt x="0" y="712743"/>
                    <a:pt x="0" y="721652"/>
                  </a:cubicBezTo>
                  <a:cubicBezTo>
                    <a:pt x="0" y="770653"/>
                    <a:pt x="40092" y="810745"/>
                    <a:pt x="89093" y="810745"/>
                  </a:cubicBezTo>
                  <a:cubicBezTo>
                    <a:pt x="129185" y="810745"/>
                    <a:pt x="164822" y="779563"/>
                    <a:pt x="173731" y="743926"/>
                  </a:cubicBezTo>
                  <a:lnTo>
                    <a:pt x="267279" y="356372"/>
                  </a:lnTo>
                  <a:lnTo>
                    <a:pt x="267279" y="1603672"/>
                  </a:lnTo>
                  <a:lnTo>
                    <a:pt x="445464" y="1603672"/>
                  </a:lnTo>
                  <a:lnTo>
                    <a:pt x="445464" y="801836"/>
                  </a:lnTo>
                  <a:lnTo>
                    <a:pt x="534557" y="801836"/>
                  </a:lnTo>
                  <a:lnTo>
                    <a:pt x="534557" y="1603672"/>
                  </a:lnTo>
                  <a:lnTo>
                    <a:pt x="712743" y="1603672"/>
                  </a:lnTo>
                  <a:lnTo>
                    <a:pt x="712743" y="351917"/>
                  </a:lnTo>
                  <a:lnTo>
                    <a:pt x="806291" y="739471"/>
                  </a:lnTo>
                  <a:cubicBezTo>
                    <a:pt x="815200" y="775108"/>
                    <a:pt x="850837" y="806291"/>
                    <a:pt x="890929" y="806291"/>
                  </a:cubicBezTo>
                  <a:cubicBezTo>
                    <a:pt x="939930" y="806291"/>
                    <a:pt x="980022" y="766199"/>
                    <a:pt x="980022" y="717198"/>
                  </a:cubicBezTo>
                  <a:cubicBezTo>
                    <a:pt x="980022" y="708288"/>
                    <a:pt x="975567" y="699379"/>
                    <a:pt x="975567" y="694924"/>
                  </a:cubicBezTo>
                  <a:close/>
                </a:path>
              </a:pathLst>
            </a:cu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9" name="부분 원형 28">
            <a:extLst>
              <a:ext uri="{FF2B5EF4-FFF2-40B4-BE49-F238E27FC236}">
                <a16:creationId xmlns:a16="http://schemas.microsoft.com/office/drawing/2014/main" id="{4751DBFC-D2CE-EA5B-C23B-B0A18C6F9C73}"/>
              </a:ext>
            </a:extLst>
          </p:cNvPr>
          <p:cNvSpPr/>
          <p:nvPr/>
        </p:nvSpPr>
        <p:spPr>
          <a:xfrm>
            <a:off x="1314524" y="2069339"/>
            <a:ext cx="707066" cy="675169"/>
          </a:xfrm>
          <a:prstGeom prst="pie">
            <a:avLst>
              <a:gd name="adj1" fmla="val 1686796"/>
              <a:gd name="adj2" fmla="val 1620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45022E8-84C2-1229-D77E-969FA7EF1836}"/>
              </a:ext>
            </a:extLst>
          </p:cNvPr>
          <p:cNvSpPr/>
          <p:nvPr/>
        </p:nvSpPr>
        <p:spPr>
          <a:xfrm>
            <a:off x="5368599" y="5002981"/>
            <a:ext cx="1440709" cy="9410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43C3912-C901-B9CF-518E-47D127032416}"/>
              </a:ext>
            </a:extLst>
          </p:cNvPr>
          <p:cNvSpPr/>
          <p:nvPr/>
        </p:nvSpPr>
        <p:spPr>
          <a:xfrm>
            <a:off x="5368598" y="4873939"/>
            <a:ext cx="1440709" cy="9410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그래픽 34" descr="배지 1 단색으로 채워진">
            <a:extLst>
              <a:ext uri="{FF2B5EF4-FFF2-40B4-BE49-F238E27FC236}">
                <a16:creationId xmlns:a16="http://schemas.microsoft.com/office/drawing/2014/main" id="{5B026F9F-61F3-E3E4-0375-432C034CBE51}"/>
              </a:ext>
            </a:extLst>
          </p:cNvPr>
          <p:cNvSpPr/>
          <p:nvPr/>
        </p:nvSpPr>
        <p:spPr>
          <a:xfrm>
            <a:off x="948785" y="1974847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그래픽 36" descr="배지 단색으로 채워진">
            <a:extLst>
              <a:ext uri="{FF2B5EF4-FFF2-40B4-BE49-F238E27FC236}">
                <a16:creationId xmlns:a16="http://schemas.microsoft.com/office/drawing/2014/main" id="{33B29038-5D73-6585-F525-3B64DD9121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468" y="4920457"/>
            <a:ext cx="445606" cy="445606"/>
          </a:xfrm>
          <a:prstGeom prst="rect">
            <a:avLst/>
          </a:prstGeom>
        </p:spPr>
      </p:pic>
      <p:pic>
        <p:nvPicPr>
          <p:cNvPr id="39" name="그래픽 38" descr="배지 3 단색으로 채워진">
            <a:extLst>
              <a:ext uri="{FF2B5EF4-FFF2-40B4-BE49-F238E27FC236}">
                <a16:creationId xmlns:a16="http://schemas.microsoft.com/office/drawing/2014/main" id="{9DFCB7BC-DE19-2F6B-FE9F-EABB6AD038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6988" y="4858185"/>
            <a:ext cx="445605" cy="445605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36CEDC34-E6D6-8E1D-BC69-E60E98909A7D}"/>
              </a:ext>
            </a:extLst>
          </p:cNvPr>
          <p:cNvSpPr txBox="1"/>
          <p:nvPr/>
        </p:nvSpPr>
        <p:spPr>
          <a:xfrm>
            <a:off x="7779486" y="2069339"/>
            <a:ext cx="327382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남은 배달 시간 표시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플레이어 </a:t>
            </a:r>
            <a:r>
              <a:rPr lang="en-US" altLang="ko-KR" sz="2000" dirty="0"/>
              <a:t>HP</a:t>
            </a:r>
            <a:r>
              <a:rPr lang="ko-KR" altLang="en-US" sz="2000" dirty="0"/>
              <a:t>와 달리기 </a:t>
            </a:r>
            <a:br>
              <a:rPr lang="en-US" altLang="ko-KR" sz="2000" dirty="0"/>
            </a:br>
            <a:r>
              <a:rPr lang="ko-KR" altLang="en-US" sz="2000" dirty="0" err="1"/>
              <a:t>스테미너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플레이어 비율</a:t>
            </a:r>
          </a:p>
        </p:txBody>
      </p:sp>
      <p:sp>
        <p:nvSpPr>
          <p:cNvPr id="45" name="그래픽 34" descr="배지 1 단색으로 채워진">
            <a:extLst>
              <a:ext uri="{FF2B5EF4-FFF2-40B4-BE49-F238E27FC236}">
                <a16:creationId xmlns:a16="http://schemas.microsoft.com/office/drawing/2014/main" id="{061E99F2-BB46-9E1A-A1CC-4803574FA569}"/>
              </a:ext>
            </a:extLst>
          </p:cNvPr>
          <p:cNvSpPr/>
          <p:nvPr/>
        </p:nvSpPr>
        <p:spPr>
          <a:xfrm>
            <a:off x="7276371" y="2069339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7" name="그래픽 46" descr="배지 단색으로 채워진">
            <a:extLst>
              <a:ext uri="{FF2B5EF4-FFF2-40B4-BE49-F238E27FC236}">
                <a16:creationId xmlns:a16="http://schemas.microsoft.com/office/drawing/2014/main" id="{14F20FBB-AA7F-AC81-07D1-9FF7290BFD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59118" y="2703470"/>
            <a:ext cx="445606" cy="445606"/>
          </a:xfrm>
          <a:prstGeom prst="rect">
            <a:avLst/>
          </a:prstGeom>
        </p:spPr>
      </p:pic>
      <p:pic>
        <p:nvPicPr>
          <p:cNvPr id="49" name="그래픽 48" descr="배지 3 단색으로 채워진">
            <a:extLst>
              <a:ext uri="{FF2B5EF4-FFF2-40B4-BE49-F238E27FC236}">
                <a16:creationId xmlns:a16="http://schemas.microsoft.com/office/drawing/2014/main" id="{101F10A2-B72E-5179-E165-2D6B7AC3EB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8550" y="3601142"/>
            <a:ext cx="445605" cy="445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8DBB38-6B09-F311-9B07-7D08411440D9}"/>
              </a:ext>
            </a:extLst>
          </p:cNvPr>
          <p:cNvSpPr txBox="1"/>
          <p:nvPr/>
        </p:nvSpPr>
        <p:spPr>
          <a:xfrm>
            <a:off x="1266064" y="5265509"/>
            <a:ext cx="3500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플레이 화면 </a:t>
            </a:r>
            <a:r>
              <a:rPr lang="en-US" altLang="ko-KR" sz="1400" dirty="0"/>
              <a:t>UI </a:t>
            </a:r>
            <a:r>
              <a:rPr lang="ko-KR" altLang="en-US" sz="1400" dirty="0"/>
              <a:t>단순화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83393A4A-5D77-A41B-95CB-C7AE8A21AA6C}"/>
              </a:ext>
            </a:extLst>
          </p:cNvPr>
          <p:cNvGrpSpPr/>
          <p:nvPr/>
        </p:nvGrpSpPr>
        <p:grpSpPr>
          <a:xfrm>
            <a:off x="3149075" y="4046747"/>
            <a:ext cx="659514" cy="768648"/>
            <a:chOff x="4943969" y="2797892"/>
            <a:chExt cx="272824" cy="325698"/>
          </a:xfrm>
        </p:grpSpPr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FEA4E559-DD3B-AE7E-B7D9-A812B23FF7F4}"/>
                </a:ext>
              </a:extLst>
            </p:cNvPr>
            <p:cNvSpPr/>
            <p:nvPr/>
          </p:nvSpPr>
          <p:spPr>
            <a:xfrm>
              <a:off x="4943969" y="2843117"/>
              <a:ext cx="198205" cy="120119"/>
            </a:xfrm>
            <a:custGeom>
              <a:avLst/>
              <a:gdLst>
                <a:gd name="csX0" fmla="*/ 61798 w 198205"/>
                <a:gd name="csY0" fmla="*/ 0 h 120119"/>
                <a:gd name="csX1" fmla="*/ 0 w 198205"/>
                <a:gd name="csY1" fmla="*/ 37452 h 120119"/>
                <a:gd name="csX2" fmla="*/ 136408 w 198205"/>
                <a:gd name="csY2" fmla="*/ 120120 h 120119"/>
                <a:gd name="csX3" fmla="*/ 198206 w 198205"/>
                <a:gd name="csY3" fmla="*/ 82667 h 120119"/>
                <a:gd name="csX4" fmla="*/ 61798 w 198205"/>
                <a:gd name="csY4" fmla="*/ 0 h 120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8205" h="120119">
                  <a:moveTo>
                    <a:pt x="61798" y="0"/>
                  </a:moveTo>
                  <a:lnTo>
                    <a:pt x="0" y="37452"/>
                  </a:lnTo>
                  <a:lnTo>
                    <a:pt x="136408" y="120120"/>
                  </a:lnTo>
                  <a:lnTo>
                    <a:pt x="198206" y="82667"/>
                  </a:lnTo>
                  <a:lnTo>
                    <a:pt x="61798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DA4D9629-ED3A-F1AB-BAA2-31E66B815B81}"/>
                </a:ext>
              </a:extLst>
            </p:cNvPr>
            <p:cNvSpPr/>
            <p:nvPr/>
          </p:nvSpPr>
          <p:spPr>
            <a:xfrm>
              <a:off x="5021683" y="2797892"/>
              <a:ext cx="195110" cy="118224"/>
            </a:xfrm>
            <a:custGeom>
              <a:avLst/>
              <a:gdLst>
                <a:gd name="csX0" fmla="*/ 195110 w 195110"/>
                <a:gd name="csY0" fmla="*/ 82677 h 118224"/>
                <a:gd name="csX1" fmla="*/ 58693 w 195110"/>
                <a:gd name="csY1" fmla="*/ 0 h 118224"/>
                <a:gd name="csX2" fmla="*/ 0 w 195110"/>
                <a:gd name="csY2" fmla="*/ 35547 h 118224"/>
                <a:gd name="csX3" fmla="*/ 136408 w 195110"/>
                <a:gd name="csY3" fmla="*/ 118224 h 118224"/>
                <a:gd name="csX4" fmla="*/ 195110 w 195110"/>
                <a:gd name="csY4" fmla="*/ 82677 h 1182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5110" h="118224">
                  <a:moveTo>
                    <a:pt x="195110" y="82677"/>
                  </a:moveTo>
                  <a:lnTo>
                    <a:pt x="58693" y="0"/>
                  </a:lnTo>
                  <a:lnTo>
                    <a:pt x="0" y="35547"/>
                  </a:lnTo>
                  <a:lnTo>
                    <a:pt x="136408" y="118224"/>
                  </a:lnTo>
                  <a:lnTo>
                    <a:pt x="195110" y="8267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9AA24659-7180-61A9-E7B5-07F0F2DB0228}"/>
                </a:ext>
              </a:extLst>
            </p:cNvPr>
            <p:cNvSpPr/>
            <p:nvPr/>
          </p:nvSpPr>
          <p:spPr>
            <a:xfrm>
              <a:off x="4943969" y="2899991"/>
              <a:ext cx="128139" cy="223599"/>
            </a:xfrm>
            <a:custGeom>
              <a:avLst/>
              <a:gdLst>
                <a:gd name="csX0" fmla="*/ 0 w 128139"/>
                <a:gd name="csY0" fmla="*/ 13649 h 223599"/>
                <a:gd name="csX1" fmla="*/ 0 w 128139"/>
                <a:gd name="csY1" fmla="*/ 145923 h 223599"/>
                <a:gd name="csX2" fmla="*/ 128140 w 128139"/>
                <a:gd name="csY2" fmla="*/ 223599 h 223599"/>
                <a:gd name="csX3" fmla="*/ 128140 w 128139"/>
                <a:gd name="csY3" fmla="*/ 77638 h 223599"/>
                <a:gd name="csX4" fmla="*/ 0 w 128139"/>
                <a:gd name="csY4" fmla="*/ 0 h 223599"/>
                <a:gd name="csX5" fmla="*/ 0 w 128139"/>
                <a:gd name="csY5" fmla="*/ 13649 h 223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8139" h="223599">
                  <a:moveTo>
                    <a:pt x="0" y="13649"/>
                  </a:moveTo>
                  <a:lnTo>
                    <a:pt x="0" y="145923"/>
                  </a:lnTo>
                  <a:lnTo>
                    <a:pt x="128140" y="223599"/>
                  </a:lnTo>
                  <a:lnTo>
                    <a:pt x="128140" y="77638"/>
                  </a:lnTo>
                  <a:lnTo>
                    <a:pt x="0" y="0"/>
                  </a:lnTo>
                  <a:lnTo>
                    <a:pt x="0" y="13649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960F396A-E20D-32F1-D647-2E237622E48F}"/>
                </a:ext>
              </a:extLst>
            </p:cNvPr>
            <p:cNvSpPr/>
            <p:nvPr/>
          </p:nvSpPr>
          <p:spPr>
            <a:xfrm>
              <a:off x="5088644" y="2899914"/>
              <a:ext cx="128149" cy="223675"/>
            </a:xfrm>
            <a:custGeom>
              <a:avLst/>
              <a:gdLst>
                <a:gd name="csX0" fmla="*/ 45472 w 128149"/>
                <a:gd name="csY0" fmla="*/ 100527 h 223675"/>
                <a:gd name="csX1" fmla="*/ 16535 w 128149"/>
                <a:gd name="csY1" fmla="*/ 117062 h 223675"/>
                <a:gd name="csX2" fmla="*/ 16535 w 128149"/>
                <a:gd name="csY2" fmla="*/ 88125 h 223675"/>
                <a:gd name="csX3" fmla="*/ 45472 w 128149"/>
                <a:gd name="csY3" fmla="*/ 71590 h 223675"/>
                <a:gd name="csX4" fmla="*/ 0 w 128149"/>
                <a:gd name="csY4" fmla="*/ 77600 h 223675"/>
                <a:gd name="csX5" fmla="*/ 0 w 128149"/>
                <a:gd name="csY5" fmla="*/ 223676 h 223675"/>
                <a:gd name="csX6" fmla="*/ 128149 w 128149"/>
                <a:gd name="csY6" fmla="*/ 145999 h 223675"/>
                <a:gd name="csX7" fmla="*/ 128149 w 128149"/>
                <a:gd name="csY7" fmla="*/ 0 h 223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8149" h="223675">
                  <a:moveTo>
                    <a:pt x="45472" y="100527"/>
                  </a:moveTo>
                  <a:lnTo>
                    <a:pt x="16535" y="117062"/>
                  </a:lnTo>
                  <a:lnTo>
                    <a:pt x="16535" y="88125"/>
                  </a:lnTo>
                  <a:lnTo>
                    <a:pt x="45472" y="71590"/>
                  </a:lnTo>
                  <a:close/>
                  <a:moveTo>
                    <a:pt x="0" y="77600"/>
                  </a:moveTo>
                  <a:lnTo>
                    <a:pt x="0" y="223676"/>
                  </a:lnTo>
                  <a:lnTo>
                    <a:pt x="128149" y="145999"/>
                  </a:lnTo>
                  <a:lnTo>
                    <a:pt x="128149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2685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7050F-272A-1BB2-9BE6-83E8B0564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/>
              <a:t>사격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7DFD3B-7CC6-EEC0-D5A6-B946E8517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9/26/2026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1C69C3-C52D-227B-06D8-382BC8097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58D6E8A-9505-F016-5B35-DCE1AF3E51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FBB53B-6F9C-16BF-6FF7-32399AA469C0}"/>
              </a:ext>
            </a:extLst>
          </p:cNvPr>
          <p:cNvSpPr txBox="1"/>
          <p:nvPr/>
        </p:nvSpPr>
        <p:spPr>
          <a:xfrm>
            <a:off x="1266064" y="5265509"/>
            <a:ext cx="3500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사격 화면 </a:t>
            </a:r>
            <a:r>
              <a:rPr lang="en-US" altLang="ko-KR" sz="1400" dirty="0"/>
              <a:t>UI </a:t>
            </a:r>
            <a:r>
              <a:rPr lang="ko-KR" altLang="en-US" sz="1400" dirty="0"/>
              <a:t>단순화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6148455-48BD-A905-0749-713FFC12B82A}"/>
              </a:ext>
            </a:extLst>
          </p:cNvPr>
          <p:cNvSpPr/>
          <p:nvPr/>
        </p:nvSpPr>
        <p:spPr>
          <a:xfrm>
            <a:off x="1266064" y="2029659"/>
            <a:ext cx="5578413" cy="31208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5AA8159-B17C-E156-E650-AD732A462218}"/>
              </a:ext>
            </a:extLst>
          </p:cNvPr>
          <p:cNvCxnSpPr>
            <a:cxnSpLocks/>
            <a:stCxn id="10" idx="1"/>
            <a:endCxn id="10" idx="3"/>
          </p:cNvCxnSpPr>
          <p:nvPr/>
        </p:nvCxnSpPr>
        <p:spPr>
          <a:xfrm>
            <a:off x="1266064" y="3590080"/>
            <a:ext cx="557841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AB653A8-4D11-93F9-C84D-49288B248979}"/>
              </a:ext>
            </a:extLst>
          </p:cNvPr>
          <p:cNvCxnSpPr>
            <a:cxnSpLocks/>
            <a:stCxn id="10" idx="0"/>
            <a:endCxn id="10" idx="2"/>
          </p:cNvCxnSpPr>
          <p:nvPr/>
        </p:nvCxnSpPr>
        <p:spPr>
          <a:xfrm>
            <a:off x="4055271" y="2029659"/>
            <a:ext cx="0" cy="312084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1B2E506-D2E6-2921-7B09-B2D13DC73988}"/>
              </a:ext>
            </a:extLst>
          </p:cNvPr>
          <p:cNvSpPr/>
          <p:nvPr/>
        </p:nvSpPr>
        <p:spPr>
          <a:xfrm>
            <a:off x="5368599" y="5002981"/>
            <a:ext cx="1440709" cy="94107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그래픽 34" descr="배지 1 단색으로 채워진">
            <a:extLst>
              <a:ext uri="{FF2B5EF4-FFF2-40B4-BE49-F238E27FC236}">
                <a16:creationId xmlns:a16="http://schemas.microsoft.com/office/drawing/2014/main" id="{5870A0CF-B239-2368-0BEE-F56D86E9977B}"/>
              </a:ext>
            </a:extLst>
          </p:cNvPr>
          <p:cNvSpPr/>
          <p:nvPr/>
        </p:nvSpPr>
        <p:spPr>
          <a:xfrm>
            <a:off x="7280228" y="1884865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FDDAB14-CD89-AFA7-C7D6-81D044756CE2}"/>
              </a:ext>
            </a:extLst>
          </p:cNvPr>
          <p:cNvSpPr/>
          <p:nvPr/>
        </p:nvSpPr>
        <p:spPr>
          <a:xfrm>
            <a:off x="5909073" y="4873938"/>
            <a:ext cx="900234" cy="9410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9DE3EBD-8171-1A15-FDF2-3034FC420713}"/>
              </a:ext>
            </a:extLst>
          </p:cNvPr>
          <p:cNvSpPr/>
          <p:nvPr/>
        </p:nvSpPr>
        <p:spPr>
          <a:xfrm>
            <a:off x="5368598" y="4873939"/>
            <a:ext cx="1440709" cy="9410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B0887347-8032-1FB2-4AB0-285D50DC644F}"/>
              </a:ext>
            </a:extLst>
          </p:cNvPr>
          <p:cNvGrpSpPr/>
          <p:nvPr/>
        </p:nvGrpSpPr>
        <p:grpSpPr>
          <a:xfrm rot="166083" flipH="1">
            <a:off x="3608027" y="3685770"/>
            <a:ext cx="1024736" cy="1370857"/>
            <a:chOff x="6014111" y="1090488"/>
            <a:chExt cx="1024736" cy="1413781"/>
          </a:xfrm>
        </p:grpSpPr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6CC4E4A5-20C3-37D0-40D6-FD90C061B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6051800" y="1265209"/>
              <a:ext cx="987047" cy="1239060"/>
            </a:xfrm>
            <a:prstGeom prst="rect">
              <a:avLst/>
            </a:prstGeom>
          </p:spPr>
        </p:pic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3A09D9BF-2BA3-F305-1CC9-86C9443253B9}"/>
                </a:ext>
              </a:extLst>
            </p:cNvPr>
            <p:cNvSpPr/>
            <p:nvPr/>
          </p:nvSpPr>
          <p:spPr>
            <a:xfrm>
              <a:off x="6014111" y="1090488"/>
              <a:ext cx="499967" cy="465443"/>
            </a:xfrm>
            <a:prstGeom prst="ellipse">
              <a:avLst/>
            </a:pr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35" name="내용 개체 틀 34" descr="벌집 단색으로 채워진">
            <a:extLst>
              <a:ext uri="{FF2B5EF4-FFF2-40B4-BE49-F238E27FC236}">
                <a16:creationId xmlns:a16="http://schemas.microsoft.com/office/drawing/2014/main" id="{4721B731-4DD9-DC69-8697-2DA5E64FBB6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4524" y="2916644"/>
            <a:ext cx="914400" cy="914400"/>
          </a:xfrm>
        </p:spPr>
      </p:pic>
      <p:sp>
        <p:nvSpPr>
          <p:cNvPr id="16" name="부분 원형 15">
            <a:extLst>
              <a:ext uri="{FF2B5EF4-FFF2-40B4-BE49-F238E27FC236}">
                <a16:creationId xmlns:a16="http://schemas.microsoft.com/office/drawing/2014/main" id="{C0D4BA13-D904-5DAF-0D68-BC1032A90D2B}"/>
              </a:ext>
            </a:extLst>
          </p:cNvPr>
          <p:cNvSpPr/>
          <p:nvPr/>
        </p:nvSpPr>
        <p:spPr>
          <a:xfrm>
            <a:off x="1314524" y="2069339"/>
            <a:ext cx="707066" cy="675169"/>
          </a:xfrm>
          <a:prstGeom prst="pie">
            <a:avLst>
              <a:gd name="adj1" fmla="val 1686796"/>
              <a:gd name="adj2" fmla="val 1620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8" name="원형: 비어 있음 47">
            <a:extLst>
              <a:ext uri="{FF2B5EF4-FFF2-40B4-BE49-F238E27FC236}">
                <a16:creationId xmlns:a16="http://schemas.microsoft.com/office/drawing/2014/main" id="{9C93C1C8-3C08-A636-5812-3906D5AFD3DC}"/>
              </a:ext>
            </a:extLst>
          </p:cNvPr>
          <p:cNvSpPr/>
          <p:nvPr/>
        </p:nvSpPr>
        <p:spPr>
          <a:xfrm>
            <a:off x="1266064" y="2873197"/>
            <a:ext cx="1126104" cy="1065007"/>
          </a:xfrm>
          <a:prstGeom prst="donut">
            <a:avLst>
              <a:gd name="adj" fmla="val 6486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그래픽 34" descr="배지 1 단색으로 채워진">
            <a:extLst>
              <a:ext uri="{FF2B5EF4-FFF2-40B4-BE49-F238E27FC236}">
                <a16:creationId xmlns:a16="http://schemas.microsoft.com/office/drawing/2014/main" id="{940FE48E-AAC5-FC6D-1CE1-92B80000E344}"/>
              </a:ext>
            </a:extLst>
          </p:cNvPr>
          <p:cNvSpPr/>
          <p:nvPr/>
        </p:nvSpPr>
        <p:spPr>
          <a:xfrm>
            <a:off x="1177248" y="2820755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F1A35C7-29E2-C7A1-829E-DDE315676049}"/>
              </a:ext>
            </a:extLst>
          </p:cNvPr>
          <p:cNvSpPr txBox="1"/>
          <p:nvPr/>
        </p:nvSpPr>
        <p:spPr>
          <a:xfrm>
            <a:off x="7802490" y="1884865"/>
            <a:ext cx="3273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타겟 자동 조준</a:t>
            </a:r>
          </a:p>
        </p:txBody>
      </p:sp>
    </p:spTree>
    <p:extLst>
      <p:ext uri="{BB962C8B-B14F-4D97-AF65-F5344CB8AC3E}">
        <p14:creationId xmlns:p14="http://schemas.microsoft.com/office/powerpoint/2010/main" val="37435350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D9AE434-40A3-45F4-5B24-312B8AF82B6E}"/>
              </a:ext>
            </a:extLst>
          </p:cNvPr>
          <p:cNvSpPr/>
          <p:nvPr/>
        </p:nvSpPr>
        <p:spPr>
          <a:xfrm>
            <a:off x="1266064" y="2029659"/>
            <a:ext cx="5578413" cy="31208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9D4224F-91CE-0FFB-3CE5-3E951280736C}"/>
              </a:ext>
            </a:extLst>
          </p:cNvPr>
          <p:cNvCxnSpPr>
            <a:cxnSpLocks/>
            <a:stCxn id="9" idx="0"/>
            <a:endCxn id="9" idx="2"/>
          </p:cNvCxnSpPr>
          <p:nvPr/>
        </p:nvCxnSpPr>
        <p:spPr>
          <a:xfrm>
            <a:off x="4055271" y="2029659"/>
            <a:ext cx="0" cy="312084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EABFFD6C-5952-495B-EDB1-16342967D3FF}"/>
              </a:ext>
            </a:extLst>
          </p:cNvPr>
          <p:cNvCxnSpPr>
            <a:cxnSpLocks/>
          </p:cNvCxnSpPr>
          <p:nvPr/>
        </p:nvCxnSpPr>
        <p:spPr>
          <a:xfrm>
            <a:off x="1266063" y="3748415"/>
            <a:ext cx="557841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36B1C07E-F7EC-59D8-EF91-47071F831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 err="1"/>
              <a:t>배달품</a:t>
            </a:r>
            <a:r>
              <a:rPr lang="ko-KR" altLang="en-US" dirty="0"/>
              <a:t> 전달 대화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716E03-C66C-9577-17B4-22F5FA7AD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69725" y="1825625"/>
            <a:ext cx="368407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남은 배달 시간 표시 </a:t>
            </a:r>
            <a:r>
              <a:rPr lang="en-US" altLang="ko-KR" sz="2400" dirty="0"/>
              <a:t>UI</a:t>
            </a:r>
            <a:r>
              <a:rPr lang="ko-KR" altLang="en-US" sz="2400" dirty="0"/>
              <a:t>는 </a:t>
            </a:r>
            <a:br>
              <a:rPr lang="en-US" altLang="ko-KR" sz="2400" dirty="0"/>
            </a:br>
            <a:r>
              <a:rPr lang="ko-KR" altLang="en-US" sz="2400" dirty="0"/>
              <a:t>이때 보이지 </a:t>
            </a:r>
            <a:r>
              <a:rPr lang="en-US" altLang="ko-KR" sz="2400" dirty="0"/>
              <a:t>X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배달 수령 시 주민과의 </a:t>
            </a:r>
            <a:br>
              <a:rPr lang="en-US" altLang="ko-KR" sz="2400" dirty="0"/>
            </a:br>
            <a:r>
              <a:rPr lang="ko-KR" altLang="en-US" sz="2400" dirty="0" err="1"/>
              <a:t>대화창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주민과 카메라 방향</a:t>
            </a:r>
            <a:endParaRPr lang="en-US" altLang="ko-KR" sz="24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46E54E-956F-E70A-5CC5-4B1DB22A2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9/26/2026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849402-68B7-30F1-6A41-33D219C43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67FEE13-7745-206C-1D5C-507DFDE6708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grpSp>
        <p:nvGrpSpPr>
          <p:cNvPr id="13" name="그래픽 19" descr="남자 단색으로 채워진">
            <a:extLst>
              <a:ext uri="{FF2B5EF4-FFF2-40B4-BE49-F238E27FC236}">
                <a16:creationId xmlns:a16="http://schemas.microsoft.com/office/drawing/2014/main" id="{CE324FDF-8776-CEE9-FF7F-7995DF4B102B}"/>
              </a:ext>
            </a:extLst>
          </p:cNvPr>
          <p:cNvGrpSpPr/>
          <p:nvPr/>
        </p:nvGrpSpPr>
        <p:grpSpPr>
          <a:xfrm>
            <a:off x="3416756" y="3429000"/>
            <a:ext cx="638514" cy="1260288"/>
            <a:chOff x="2359041" y="3569144"/>
            <a:chExt cx="763894" cy="1572305"/>
          </a:xfrm>
          <a:solidFill>
            <a:srgbClr val="000000"/>
          </a:solidFill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F400903F-45C1-78A3-3ACC-2669A2B1C302}"/>
                </a:ext>
              </a:extLst>
            </p:cNvPr>
            <p:cNvSpPr/>
            <p:nvPr/>
          </p:nvSpPr>
          <p:spPr>
            <a:xfrm>
              <a:off x="2438393" y="3569144"/>
              <a:ext cx="598142" cy="580675"/>
            </a:xfrm>
            <a:prstGeom prst="ellipse">
              <a:avLst/>
            </a:pr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5C04E9A1-0554-1CF6-B10E-E2F46AB4279F}"/>
                </a:ext>
              </a:extLst>
            </p:cNvPr>
            <p:cNvSpPr/>
            <p:nvPr/>
          </p:nvSpPr>
          <p:spPr>
            <a:xfrm>
              <a:off x="2359041" y="4146956"/>
              <a:ext cx="763894" cy="994493"/>
            </a:xfrm>
            <a:custGeom>
              <a:avLst/>
              <a:gdLst>
                <a:gd name="csX0" fmla="*/ 975567 w 980021"/>
                <a:gd name="csY0" fmla="*/ 694924 h 1603671"/>
                <a:gd name="csX1" fmla="*/ 850837 w 980021"/>
                <a:gd name="csY1" fmla="*/ 164822 h 1603671"/>
                <a:gd name="csX2" fmla="*/ 824109 w 980021"/>
                <a:gd name="csY2" fmla="*/ 115821 h 1603671"/>
                <a:gd name="csX3" fmla="*/ 637014 w 980021"/>
                <a:gd name="csY3" fmla="*/ 17819 h 1603671"/>
                <a:gd name="csX4" fmla="*/ 490011 w 980021"/>
                <a:gd name="csY4" fmla="*/ 0 h 1603671"/>
                <a:gd name="csX5" fmla="*/ 343008 w 980021"/>
                <a:gd name="csY5" fmla="*/ 22273 h 1603671"/>
                <a:gd name="csX6" fmla="*/ 155913 w 980021"/>
                <a:gd name="csY6" fmla="*/ 120275 h 1603671"/>
                <a:gd name="csX7" fmla="*/ 129185 w 980021"/>
                <a:gd name="csY7" fmla="*/ 169276 h 1603671"/>
                <a:gd name="csX8" fmla="*/ 4455 w 980021"/>
                <a:gd name="csY8" fmla="*/ 699379 h 1603671"/>
                <a:gd name="csX9" fmla="*/ 0 w 980021"/>
                <a:gd name="csY9" fmla="*/ 721652 h 1603671"/>
                <a:gd name="csX10" fmla="*/ 89093 w 980021"/>
                <a:gd name="csY10" fmla="*/ 810745 h 1603671"/>
                <a:gd name="csX11" fmla="*/ 173731 w 980021"/>
                <a:gd name="csY11" fmla="*/ 743926 h 1603671"/>
                <a:gd name="csX12" fmla="*/ 267279 w 980021"/>
                <a:gd name="csY12" fmla="*/ 356372 h 1603671"/>
                <a:gd name="csX13" fmla="*/ 267279 w 980021"/>
                <a:gd name="csY13" fmla="*/ 1603672 h 1603671"/>
                <a:gd name="csX14" fmla="*/ 445464 w 980021"/>
                <a:gd name="csY14" fmla="*/ 1603672 h 1603671"/>
                <a:gd name="csX15" fmla="*/ 445464 w 980021"/>
                <a:gd name="csY15" fmla="*/ 801836 h 1603671"/>
                <a:gd name="csX16" fmla="*/ 534557 w 980021"/>
                <a:gd name="csY16" fmla="*/ 801836 h 1603671"/>
                <a:gd name="csX17" fmla="*/ 534557 w 980021"/>
                <a:gd name="csY17" fmla="*/ 1603672 h 1603671"/>
                <a:gd name="csX18" fmla="*/ 712743 w 980021"/>
                <a:gd name="csY18" fmla="*/ 1603672 h 1603671"/>
                <a:gd name="csX19" fmla="*/ 712743 w 980021"/>
                <a:gd name="csY19" fmla="*/ 351917 h 1603671"/>
                <a:gd name="csX20" fmla="*/ 806291 w 980021"/>
                <a:gd name="csY20" fmla="*/ 739471 h 1603671"/>
                <a:gd name="csX21" fmla="*/ 890929 w 980021"/>
                <a:gd name="csY21" fmla="*/ 806291 h 1603671"/>
                <a:gd name="csX22" fmla="*/ 980022 w 980021"/>
                <a:gd name="csY22" fmla="*/ 717198 h 1603671"/>
                <a:gd name="csX23" fmla="*/ 975567 w 980021"/>
                <a:gd name="csY23" fmla="*/ 694924 h 16036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980021" h="1603671">
                  <a:moveTo>
                    <a:pt x="975567" y="694924"/>
                  </a:moveTo>
                  <a:lnTo>
                    <a:pt x="850837" y="164822"/>
                  </a:lnTo>
                  <a:cubicBezTo>
                    <a:pt x="846382" y="147003"/>
                    <a:pt x="837473" y="129185"/>
                    <a:pt x="824109" y="115821"/>
                  </a:cubicBezTo>
                  <a:cubicBezTo>
                    <a:pt x="770653" y="71274"/>
                    <a:pt x="708288" y="40092"/>
                    <a:pt x="637014" y="17819"/>
                  </a:cubicBezTo>
                  <a:cubicBezTo>
                    <a:pt x="588013" y="8909"/>
                    <a:pt x="539012" y="0"/>
                    <a:pt x="490011" y="0"/>
                  </a:cubicBezTo>
                  <a:cubicBezTo>
                    <a:pt x="441010" y="0"/>
                    <a:pt x="392009" y="8909"/>
                    <a:pt x="343008" y="22273"/>
                  </a:cubicBezTo>
                  <a:cubicBezTo>
                    <a:pt x="271733" y="40092"/>
                    <a:pt x="209368" y="75729"/>
                    <a:pt x="155913" y="120275"/>
                  </a:cubicBezTo>
                  <a:cubicBezTo>
                    <a:pt x="142549" y="133639"/>
                    <a:pt x="133639" y="151458"/>
                    <a:pt x="129185" y="169276"/>
                  </a:cubicBezTo>
                  <a:lnTo>
                    <a:pt x="4455" y="699379"/>
                  </a:lnTo>
                  <a:cubicBezTo>
                    <a:pt x="4455" y="703834"/>
                    <a:pt x="0" y="712743"/>
                    <a:pt x="0" y="721652"/>
                  </a:cubicBezTo>
                  <a:cubicBezTo>
                    <a:pt x="0" y="770653"/>
                    <a:pt x="40092" y="810745"/>
                    <a:pt x="89093" y="810745"/>
                  </a:cubicBezTo>
                  <a:cubicBezTo>
                    <a:pt x="129185" y="810745"/>
                    <a:pt x="164822" y="779563"/>
                    <a:pt x="173731" y="743926"/>
                  </a:cubicBezTo>
                  <a:lnTo>
                    <a:pt x="267279" y="356372"/>
                  </a:lnTo>
                  <a:lnTo>
                    <a:pt x="267279" y="1603672"/>
                  </a:lnTo>
                  <a:lnTo>
                    <a:pt x="445464" y="1603672"/>
                  </a:lnTo>
                  <a:lnTo>
                    <a:pt x="445464" y="801836"/>
                  </a:lnTo>
                  <a:lnTo>
                    <a:pt x="534557" y="801836"/>
                  </a:lnTo>
                  <a:lnTo>
                    <a:pt x="534557" y="1603672"/>
                  </a:lnTo>
                  <a:lnTo>
                    <a:pt x="712743" y="1603672"/>
                  </a:lnTo>
                  <a:lnTo>
                    <a:pt x="712743" y="351917"/>
                  </a:lnTo>
                  <a:lnTo>
                    <a:pt x="806291" y="739471"/>
                  </a:lnTo>
                  <a:cubicBezTo>
                    <a:pt x="815200" y="775108"/>
                    <a:pt x="850837" y="806291"/>
                    <a:pt x="890929" y="806291"/>
                  </a:cubicBezTo>
                  <a:cubicBezTo>
                    <a:pt x="939930" y="806291"/>
                    <a:pt x="980022" y="766199"/>
                    <a:pt x="980022" y="717198"/>
                  </a:cubicBezTo>
                  <a:cubicBezTo>
                    <a:pt x="980022" y="708288"/>
                    <a:pt x="975567" y="699379"/>
                    <a:pt x="975567" y="694924"/>
                  </a:cubicBezTo>
                  <a:close/>
                </a:path>
              </a:pathLst>
            </a:cu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4DC1EAA-421A-ADA7-C901-B1CF0B947D22}"/>
              </a:ext>
            </a:extLst>
          </p:cNvPr>
          <p:cNvSpPr/>
          <p:nvPr/>
        </p:nvSpPr>
        <p:spPr>
          <a:xfrm>
            <a:off x="1266064" y="4263051"/>
            <a:ext cx="5578413" cy="89479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테스트가 적히는 곳</a:t>
            </a:r>
          </a:p>
        </p:txBody>
      </p:sp>
      <p:grpSp>
        <p:nvGrpSpPr>
          <p:cNvPr id="31" name="그래픽 16" descr="천사 같은 얼굴(윤곽선) 윤곽선">
            <a:extLst>
              <a:ext uri="{FF2B5EF4-FFF2-40B4-BE49-F238E27FC236}">
                <a16:creationId xmlns:a16="http://schemas.microsoft.com/office/drawing/2014/main" id="{056A0A10-C7F1-2AE6-2301-ACAF635FFAE2}"/>
              </a:ext>
            </a:extLst>
          </p:cNvPr>
          <p:cNvGrpSpPr/>
          <p:nvPr/>
        </p:nvGrpSpPr>
        <p:grpSpPr>
          <a:xfrm>
            <a:off x="4216848" y="3080941"/>
            <a:ext cx="723900" cy="790575"/>
            <a:chOff x="4216848" y="3080941"/>
            <a:chExt cx="723900" cy="790575"/>
          </a:xfrm>
          <a:solidFill>
            <a:srgbClr val="00B050"/>
          </a:solidFill>
        </p:grpSpPr>
        <p:sp>
          <p:nvSpPr>
            <p:cNvPr id="32" name="자유형: 도형 31">
              <a:extLst>
                <a:ext uri="{FF2B5EF4-FFF2-40B4-BE49-F238E27FC236}">
                  <a16:creationId xmlns:a16="http://schemas.microsoft.com/office/drawing/2014/main" id="{F2C7783B-08E7-527A-1026-2A77FDF559E0}"/>
                </a:ext>
              </a:extLst>
            </p:cNvPr>
            <p:cNvSpPr/>
            <p:nvPr/>
          </p:nvSpPr>
          <p:spPr>
            <a:xfrm>
              <a:off x="4264473" y="3080941"/>
              <a:ext cx="628650" cy="140969"/>
            </a:xfrm>
            <a:custGeom>
              <a:avLst/>
              <a:gdLst>
                <a:gd name="csX0" fmla="*/ 561975 w 628650"/>
                <a:gd name="csY0" fmla="*/ 126682 h 140969"/>
                <a:gd name="csX1" fmla="*/ 578168 w 628650"/>
                <a:gd name="csY1" fmla="*/ 140970 h 140969"/>
                <a:gd name="csX2" fmla="*/ 628650 w 628650"/>
                <a:gd name="csY2" fmla="*/ 90488 h 140969"/>
                <a:gd name="csX3" fmla="*/ 314325 w 628650"/>
                <a:gd name="csY3" fmla="*/ 0 h 140969"/>
                <a:gd name="csX4" fmla="*/ 0 w 628650"/>
                <a:gd name="csY4" fmla="*/ 90488 h 140969"/>
                <a:gd name="csX5" fmla="*/ 50482 w 628650"/>
                <a:gd name="csY5" fmla="*/ 140970 h 140969"/>
                <a:gd name="csX6" fmla="*/ 66675 w 628650"/>
                <a:gd name="csY6" fmla="*/ 126682 h 140969"/>
                <a:gd name="csX7" fmla="*/ 19050 w 628650"/>
                <a:gd name="csY7" fmla="*/ 90488 h 140969"/>
                <a:gd name="csX8" fmla="*/ 314325 w 628650"/>
                <a:gd name="csY8" fmla="*/ 19050 h 140969"/>
                <a:gd name="csX9" fmla="*/ 609600 w 628650"/>
                <a:gd name="csY9" fmla="*/ 90488 h 140969"/>
                <a:gd name="csX10" fmla="*/ 561975 w 628650"/>
                <a:gd name="csY10" fmla="*/ 126682 h 1409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628650" h="140969">
                  <a:moveTo>
                    <a:pt x="561975" y="126682"/>
                  </a:moveTo>
                  <a:cubicBezTo>
                    <a:pt x="567690" y="131445"/>
                    <a:pt x="572453" y="136208"/>
                    <a:pt x="578168" y="140970"/>
                  </a:cubicBezTo>
                  <a:cubicBezTo>
                    <a:pt x="609600" y="127635"/>
                    <a:pt x="628650" y="110490"/>
                    <a:pt x="628650" y="90488"/>
                  </a:cubicBezTo>
                  <a:cubicBezTo>
                    <a:pt x="628650" y="31433"/>
                    <a:pt x="466725" y="0"/>
                    <a:pt x="314325" y="0"/>
                  </a:cubicBezTo>
                  <a:cubicBezTo>
                    <a:pt x="161925" y="0"/>
                    <a:pt x="0" y="31433"/>
                    <a:pt x="0" y="90488"/>
                  </a:cubicBezTo>
                  <a:cubicBezTo>
                    <a:pt x="0" y="110490"/>
                    <a:pt x="19050" y="127635"/>
                    <a:pt x="50482" y="140970"/>
                  </a:cubicBezTo>
                  <a:cubicBezTo>
                    <a:pt x="56197" y="136208"/>
                    <a:pt x="60960" y="131445"/>
                    <a:pt x="66675" y="126682"/>
                  </a:cubicBezTo>
                  <a:cubicBezTo>
                    <a:pt x="36195" y="114300"/>
                    <a:pt x="19050" y="101918"/>
                    <a:pt x="19050" y="90488"/>
                  </a:cubicBezTo>
                  <a:cubicBezTo>
                    <a:pt x="19050" y="60960"/>
                    <a:pt x="131445" y="19050"/>
                    <a:pt x="314325" y="19050"/>
                  </a:cubicBezTo>
                  <a:cubicBezTo>
                    <a:pt x="497205" y="19050"/>
                    <a:pt x="609600" y="60960"/>
                    <a:pt x="609600" y="90488"/>
                  </a:cubicBezTo>
                  <a:cubicBezTo>
                    <a:pt x="609600" y="101918"/>
                    <a:pt x="593408" y="115253"/>
                    <a:pt x="561975" y="1266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자유형: 도형 32">
              <a:extLst>
                <a:ext uri="{FF2B5EF4-FFF2-40B4-BE49-F238E27FC236}">
                  <a16:creationId xmlns:a16="http://schemas.microsoft.com/office/drawing/2014/main" id="{9D77AB37-181B-925D-1078-3B5366CC313B}"/>
                </a:ext>
              </a:extLst>
            </p:cNvPr>
            <p:cNvSpPr/>
            <p:nvPr/>
          </p:nvSpPr>
          <p:spPr>
            <a:xfrm>
              <a:off x="4216848" y="3147616"/>
              <a:ext cx="723900" cy="723900"/>
            </a:xfrm>
            <a:custGeom>
              <a:avLst/>
              <a:gdLst>
                <a:gd name="csX0" fmla="*/ 361950 w 723900"/>
                <a:gd name="csY0" fmla="*/ 723900 h 723900"/>
                <a:gd name="csX1" fmla="*/ 723900 w 723900"/>
                <a:gd name="csY1" fmla="*/ 361950 h 723900"/>
                <a:gd name="csX2" fmla="*/ 361950 w 723900"/>
                <a:gd name="csY2" fmla="*/ 0 h 723900"/>
                <a:gd name="csX3" fmla="*/ 0 w 723900"/>
                <a:gd name="csY3" fmla="*/ 361950 h 723900"/>
                <a:gd name="csX4" fmla="*/ 361950 w 723900"/>
                <a:gd name="csY4" fmla="*/ 723900 h 723900"/>
                <a:gd name="csX5" fmla="*/ 361950 w 723900"/>
                <a:gd name="csY5" fmla="*/ 19050 h 723900"/>
                <a:gd name="csX6" fmla="*/ 704850 w 723900"/>
                <a:gd name="csY6" fmla="*/ 361950 h 723900"/>
                <a:gd name="csX7" fmla="*/ 361950 w 723900"/>
                <a:gd name="csY7" fmla="*/ 704850 h 723900"/>
                <a:gd name="csX8" fmla="*/ 19050 w 723900"/>
                <a:gd name="csY8" fmla="*/ 361950 h 723900"/>
                <a:gd name="csX9" fmla="*/ 361950 w 723900"/>
                <a:gd name="csY9" fmla="*/ 19050 h 7239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723900" h="723900">
                  <a:moveTo>
                    <a:pt x="361950" y="723900"/>
                  </a:moveTo>
                  <a:cubicBezTo>
                    <a:pt x="561975" y="723900"/>
                    <a:pt x="723900" y="561975"/>
                    <a:pt x="723900" y="361950"/>
                  </a:cubicBezTo>
                  <a:cubicBezTo>
                    <a:pt x="723900" y="161925"/>
                    <a:pt x="561975" y="0"/>
                    <a:pt x="361950" y="0"/>
                  </a:cubicBezTo>
                  <a:cubicBezTo>
                    <a:pt x="161925" y="0"/>
                    <a:pt x="0" y="161925"/>
                    <a:pt x="0" y="361950"/>
                  </a:cubicBezTo>
                  <a:cubicBezTo>
                    <a:pt x="0" y="561975"/>
                    <a:pt x="161925" y="723900"/>
                    <a:pt x="361950" y="723900"/>
                  </a:cubicBezTo>
                  <a:close/>
                  <a:moveTo>
                    <a:pt x="361950" y="19050"/>
                  </a:moveTo>
                  <a:cubicBezTo>
                    <a:pt x="551498" y="19050"/>
                    <a:pt x="704850" y="172403"/>
                    <a:pt x="704850" y="361950"/>
                  </a:cubicBezTo>
                  <a:cubicBezTo>
                    <a:pt x="704850" y="551498"/>
                    <a:pt x="551498" y="704850"/>
                    <a:pt x="361950" y="704850"/>
                  </a:cubicBezTo>
                  <a:cubicBezTo>
                    <a:pt x="172403" y="704850"/>
                    <a:pt x="19050" y="551498"/>
                    <a:pt x="19050" y="361950"/>
                  </a:cubicBezTo>
                  <a:cubicBezTo>
                    <a:pt x="19050" y="172403"/>
                    <a:pt x="172403" y="19050"/>
                    <a:pt x="361950" y="190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자유형: 도형 33">
              <a:extLst>
                <a:ext uri="{FF2B5EF4-FFF2-40B4-BE49-F238E27FC236}">
                  <a16:creationId xmlns:a16="http://schemas.microsoft.com/office/drawing/2014/main" id="{0642FA02-F4D2-B1AB-857E-9DBE99C98C09}"/>
                </a:ext>
              </a:extLst>
            </p:cNvPr>
            <p:cNvSpPr/>
            <p:nvPr/>
          </p:nvSpPr>
          <p:spPr>
            <a:xfrm>
              <a:off x="4391399" y="3643348"/>
              <a:ext cx="375086" cy="105067"/>
            </a:xfrm>
            <a:custGeom>
              <a:avLst/>
              <a:gdLst>
                <a:gd name="csX0" fmla="*/ 16901 w 375086"/>
                <a:gd name="csY0" fmla="*/ 3378 h 105067"/>
                <a:gd name="csX1" fmla="*/ 3566 w 375086"/>
                <a:gd name="csY1" fmla="*/ 2425 h 105067"/>
                <a:gd name="csX2" fmla="*/ 1661 w 375086"/>
                <a:gd name="csY2" fmla="*/ 15760 h 105067"/>
                <a:gd name="csX3" fmla="*/ 335989 w 375086"/>
                <a:gd name="csY3" fmla="*/ 52908 h 105067"/>
                <a:gd name="csX4" fmla="*/ 373136 w 375086"/>
                <a:gd name="csY4" fmla="*/ 15760 h 105067"/>
                <a:gd name="csX5" fmla="*/ 371232 w 375086"/>
                <a:gd name="csY5" fmla="*/ 2425 h 105067"/>
                <a:gd name="csX6" fmla="*/ 357897 w 375086"/>
                <a:gd name="csY6" fmla="*/ 4330 h 105067"/>
                <a:gd name="csX7" fmla="*/ 51191 w 375086"/>
                <a:gd name="csY7" fmla="*/ 37668 h 105067"/>
                <a:gd name="csX8" fmla="*/ 16901 w 375086"/>
                <a:gd name="csY8" fmla="*/ 3378 h 105067"/>
                <a:gd name="csX9" fmla="*/ 16901 w 375086"/>
                <a:gd name="csY9" fmla="*/ 3378 h 1050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75086" h="105067">
                  <a:moveTo>
                    <a:pt x="16901" y="3378"/>
                  </a:moveTo>
                  <a:cubicBezTo>
                    <a:pt x="13091" y="-432"/>
                    <a:pt x="7376" y="-1385"/>
                    <a:pt x="3566" y="2425"/>
                  </a:cubicBezTo>
                  <a:cubicBezTo>
                    <a:pt x="-244" y="5283"/>
                    <a:pt x="-1196" y="10998"/>
                    <a:pt x="1661" y="15760"/>
                  </a:cubicBezTo>
                  <a:cubicBezTo>
                    <a:pt x="83576" y="118630"/>
                    <a:pt x="233119" y="134823"/>
                    <a:pt x="335989" y="52908"/>
                  </a:cubicBezTo>
                  <a:cubicBezTo>
                    <a:pt x="349324" y="41478"/>
                    <a:pt x="361707" y="29095"/>
                    <a:pt x="373136" y="15760"/>
                  </a:cubicBezTo>
                  <a:cubicBezTo>
                    <a:pt x="375994" y="11950"/>
                    <a:pt x="375994" y="5283"/>
                    <a:pt x="371232" y="2425"/>
                  </a:cubicBezTo>
                  <a:cubicBezTo>
                    <a:pt x="367422" y="-432"/>
                    <a:pt x="360754" y="-432"/>
                    <a:pt x="357897" y="4330"/>
                  </a:cubicBezTo>
                  <a:cubicBezTo>
                    <a:pt x="282649" y="97675"/>
                    <a:pt x="145489" y="112915"/>
                    <a:pt x="51191" y="37668"/>
                  </a:cubicBezTo>
                  <a:cubicBezTo>
                    <a:pt x="37856" y="27190"/>
                    <a:pt x="26426" y="15760"/>
                    <a:pt x="16901" y="3378"/>
                  </a:cubicBezTo>
                  <a:lnTo>
                    <a:pt x="16901" y="337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자유형: 도형 34">
              <a:extLst>
                <a:ext uri="{FF2B5EF4-FFF2-40B4-BE49-F238E27FC236}">
                  <a16:creationId xmlns:a16="http://schemas.microsoft.com/office/drawing/2014/main" id="{451B6FF8-54F0-94CF-57A1-28FCFA9D8C45}"/>
                </a:ext>
              </a:extLst>
            </p:cNvPr>
            <p:cNvSpPr/>
            <p:nvPr/>
          </p:nvSpPr>
          <p:spPr>
            <a:xfrm>
              <a:off x="4353825" y="3405701"/>
              <a:ext cx="173719" cy="75876"/>
            </a:xfrm>
            <a:custGeom>
              <a:avLst/>
              <a:gdLst>
                <a:gd name="csX0" fmla="*/ 6850 w 173719"/>
                <a:gd name="csY0" fmla="*/ 75289 h 75876"/>
                <a:gd name="csX1" fmla="*/ 18280 w 173719"/>
                <a:gd name="csY1" fmla="*/ 68622 h 75876"/>
                <a:gd name="csX2" fmla="*/ 18280 w 173719"/>
                <a:gd name="csY2" fmla="*/ 68622 h 75876"/>
                <a:gd name="csX3" fmla="*/ 107815 w 173719"/>
                <a:gd name="csY3" fmla="*/ 20997 h 75876"/>
                <a:gd name="csX4" fmla="*/ 155440 w 173719"/>
                <a:gd name="csY4" fmla="*/ 68622 h 75876"/>
                <a:gd name="csX5" fmla="*/ 166870 w 173719"/>
                <a:gd name="csY5" fmla="*/ 75289 h 75876"/>
                <a:gd name="csX6" fmla="*/ 173537 w 173719"/>
                <a:gd name="csY6" fmla="*/ 63859 h 75876"/>
                <a:gd name="csX7" fmla="*/ 173537 w 173719"/>
                <a:gd name="csY7" fmla="*/ 63859 h 75876"/>
                <a:gd name="csX8" fmla="*/ 60190 w 173719"/>
                <a:gd name="csY8" fmla="*/ 3852 h 75876"/>
                <a:gd name="csX9" fmla="*/ 183 w 173719"/>
                <a:gd name="csY9" fmla="*/ 63859 h 75876"/>
                <a:gd name="csX10" fmla="*/ 6850 w 173719"/>
                <a:gd name="csY10" fmla="*/ 75289 h 758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3719" h="75876">
                  <a:moveTo>
                    <a:pt x="6850" y="75289"/>
                  </a:moveTo>
                  <a:cubicBezTo>
                    <a:pt x="11613" y="77194"/>
                    <a:pt x="17328" y="74337"/>
                    <a:pt x="18280" y="68622"/>
                  </a:cubicBezTo>
                  <a:cubicBezTo>
                    <a:pt x="18280" y="68622"/>
                    <a:pt x="18280" y="68622"/>
                    <a:pt x="18280" y="68622"/>
                  </a:cubicBezTo>
                  <a:cubicBezTo>
                    <a:pt x="29710" y="30522"/>
                    <a:pt x="69715" y="9567"/>
                    <a:pt x="107815" y="20997"/>
                  </a:cubicBezTo>
                  <a:cubicBezTo>
                    <a:pt x="130675" y="27664"/>
                    <a:pt x="147820" y="45762"/>
                    <a:pt x="155440" y="68622"/>
                  </a:cubicBezTo>
                  <a:cubicBezTo>
                    <a:pt x="157345" y="73384"/>
                    <a:pt x="162108" y="76242"/>
                    <a:pt x="166870" y="75289"/>
                  </a:cubicBezTo>
                  <a:cubicBezTo>
                    <a:pt x="171633" y="74337"/>
                    <a:pt x="174490" y="68622"/>
                    <a:pt x="173537" y="63859"/>
                  </a:cubicBezTo>
                  <a:cubicBezTo>
                    <a:pt x="173537" y="63859"/>
                    <a:pt x="173537" y="63859"/>
                    <a:pt x="173537" y="63859"/>
                  </a:cubicBezTo>
                  <a:cubicBezTo>
                    <a:pt x="159250" y="16234"/>
                    <a:pt x="107815" y="-10436"/>
                    <a:pt x="60190" y="3852"/>
                  </a:cubicBezTo>
                  <a:cubicBezTo>
                    <a:pt x="31615" y="12424"/>
                    <a:pt x="8755" y="35284"/>
                    <a:pt x="183" y="63859"/>
                  </a:cubicBezTo>
                  <a:cubicBezTo>
                    <a:pt x="-770" y="67669"/>
                    <a:pt x="2088" y="73384"/>
                    <a:pt x="6850" y="752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914C10B6-57D5-CFF6-6467-0D212F76AC8B}"/>
                </a:ext>
              </a:extLst>
            </p:cNvPr>
            <p:cNvSpPr/>
            <p:nvPr/>
          </p:nvSpPr>
          <p:spPr>
            <a:xfrm>
              <a:off x="4630050" y="3405701"/>
              <a:ext cx="173719" cy="75876"/>
            </a:xfrm>
            <a:custGeom>
              <a:avLst/>
              <a:gdLst>
                <a:gd name="csX0" fmla="*/ 6850 w 173719"/>
                <a:gd name="csY0" fmla="*/ 75289 h 75876"/>
                <a:gd name="csX1" fmla="*/ 18280 w 173719"/>
                <a:gd name="csY1" fmla="*/ 68622 h 75876"/>
                <a:gd name="csX2" fmla="*/ 18280 w 173719"/>
                <a:gd name="csY2" fmla="*/ 68622 h 75876"/>
                <a:gd name="csX3" fmla="*/ 107815 w 173719"/>
                <a:gd name="csY3" fmla="*/ 20997 h 75876"/>
                <a:gd name="csX4" fmla="*/ 155440 w 173719"/>
                <a:gd name="csY4" fmla="*/ 68622 h 75876"/>
                <a:gd name="csX5" fmla="*/ 166870 w 173719"/>
                <a:gd name="csY5" fmla="*/ 75289 h 75876"/>
                <a:gd name="csX6" fmla="*/ 173537 w 173719"/>
                <a:gd name="csY6" fmla="*/ 63859 h 75876"/>
                <a:gd name="csX7" fmla="*/ 173537 w 173719"/>
                <a:gd name="csY7" fmla="*/ 63859 h 75876"/>
                <a:gd name="csX8" fmla="*/ 60190 w 173719"/>
                <a:gd name="csY8" fmla="*/ 3852 h 75876"/>
                <a:gd name="csX9" fmla="*/ 183 w 173719"/>
                <a:gd name="csY9" fmla="*/ 63859 h 75876"/>
                <a:gd name="csX10" fmla="*/ 6850 w 173719"/>
                <a:gd name="csY10" fmla="*/ 75289 h 758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3719" h="75876">
                  <a:moveTo>
                    <a:pt x="6850" y="75289"/>
                  </a:moveTo>
                  <a:cubicBezTo>
                    <a:pt x="11612" y="77194"/>
                    <a:pt x="17328" y="74337"/>
                    <a:pt x="18280" y="68622"/>
                  </a:cubicBezTo>
                  <a:cubicBezTo>
                    <a:pt x="18280" y="68622"/>
                    <a:pt x="18280" y="68622"/>
                    <a:pt x="18280" y="68622"/>
                  </a:cubicBezTo>
                  <a:cubicBezTo>
                    <a:pt x="29710" y="30522"/>
                    <a:pt x="69715" y="9567"/>
                    <a:pt x="107815" y="20997"/>
                  </a:cubicBezTo>
                  <a:cubicBezTo>
                    <a:pt x="130675" y="27664"/>
                    <a:pt x="147820" y="45762"/>
                    <a:pt x="155440" y="68622"/>
                  </a:cubicBezTo>
                  <a:cubicBezTo>
                    <a:pt x="157345" y="73384"/>
                    <a:pt x="162108" y="76242"/>
                    <a:pt x="166870" y="75289"/>
                  </a:cubicBezTo>
                  <a:cubicBezTo>
                    <a:pt x="171633" y="73384"/>
                    <a:pt x="174490" y="68622"/>
                    <a:pt x="173537" y="63859"/>
                  </a:cubicBezTo>
                  <a:cubicBezTo>
                    <a:pt x="173537" y="63859"/>
                    <a:pt x="173537" y="63859"/>
                    <a:pt x="173537" y="63859"/>
                  </a:cubicBezTo>
                  <a:cubicBezTo>
                    <a:pt x="159250" y="16234"/>
                    <a:pt x="107815" y="-10436"/>
                    <a:pt x="60190" y="3852"/>
                  </a:cubicBezTo>
                  <a:cubicBezTo>
                    <a:pt x="31615" y="12424"/>
                    <a:pt x="8755" y="35284"/>
                    <a:pt x="183" y="63859"/>
                  </a:cubicBezTo>
                  <a:cubicBezTo>
                    <a:pt x="-770" y="67669"/>
                    <a:pt x="2087" y="73384"/>
                    <a:pt x="6850" y="7528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1" name="그래픽 34" descr="배지 1 단색으로 채워진">
            <a:extLst>
              <a:ext uri="{FF2B5EF4-FFF2-40B4-BE49-F238E27FC236}">
                <a16:creationId xmlns:a16="http://schemas.microsoft.com/office/drawing/2014/main" id="{A8B00338-DFF6-D6FF-213C-09D601B1642B}"/>
              </a:ext>
            </a:extLst>
          </p:cNvPr>
          <p:cNvSpPr/>
          <p:nvPr/>
        </p:nvSpPr>
        <p:spPr>
          <a:xfrm>
            <a:off x="1134646" y="2079847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그래픽 22" descr="배지 단색으로 채워진">
            <a:extLst>
              <a:ext uri="{FF2B5EF4-FFF2-40B4-BE49-F238E27FC236}">
                <a16:creationId xmlns:a16="http://schemas.microsoft.com/office/drawing/2014/main" id="{300DF055-558F-0015-5F5E-E83AEC0785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3261" y="4263051"/>
            <a:ext cx="445606" cy="445606"/>
          </a:xfrm>
          <a:prstGeom prst="rect">
            <a:avLst/>
          </a:prstGeom>
        </p:spPr>
      </p:pic>
      <p:pic>
        <p:nvPicPr>
          <p:cNvPr id="25" name="그래픽 24" descr="배지 3 단색으로 채워진">
            <a:extLst>
              <a:ext uri="{FF2B5EF4-FFF2-40B4-BE49-F238E27FC236}">
                <a16:creationId xmlns:a16="http://schemas.microsoft.com/office/drawing/2014/main" id="{3E7B92E4-E0DC-1C20-6500-F5C79F08E9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1753" y="2917333"/>
            <a:ext cx="445605" cy="445605"/>
          </a:xfrm>
          <a:prstGeom prst="rect">
            <a:avLst/>
          </a:prstGeom>
        </p:spPr>
      </p:pic>
      <p:sp>
        <p:nvSpPr>
          <p:cNvPr id="38" name="그래픽 34" descr="배지 1 단색으로 채워진">
            <a:extLst>
              <a:ext uri="{FF2B5EF4-FFF2-40B4-BE49-F238E27FC236}">
                <a16:creationId xmlns:a16="http://schemas.microsoft.com/office/drawing/2014/main" id="{6926DFA0-38F3-D148-8E9D-0B2A994372AE}"/>
              </a:ext>
            </a:extLst>
          </p:cNvPr>
          <p:cNvSpPr/>
          <p:nvPr/>
        </p:nvSpPr>
        <p:spPr>
          <a:xfrm>
            <a:off x="7280228" y="1884865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그래픽 39" descr="배지 단색으로 채워진">
            <a:extLst>
              <a:ext uri="{FF2B5EF4-FFF2-40B4-BE49-F238E27FC236}">
                <a16:creationId xmlns:a16="http://schemas.microsoft.com/office/drawing/2014/main" id="{C59B779A-98FE-7563-D8FE-33B93524BFEF}"/>
              </a:ext>
            </a:extLst>
          </p:cNvPr>
          <p:cNvSpPr/>
          <p:nvPr/>
        </p:nvSpPr>
        <p:spPr>
          <a:xfrm>
            <a:off x="7280694" y="3210719"/>
            <a:ext cx="389031" cy="389964"/>
          </a:xfrm>
          <a:custGeom>
            <a:avLst/>
            <a:gdLst>
              <a:gd name="csX0" fmla="*/ 176368 w 352735"/>
              <a:gd name="csY0" fmla="*/ 0 h 352735"/>
              <a:gd name="csX1" fmla="*/ 0 w 352735"/>
              <a:gd name="csY1" fmla="*/ 176368 h 352735"/>
              <a:gd name="csX2" fmla="*/ 176368 w 352735"/>
              <a:gd name="csY2" fmla="*/ 352736 h 352735"/>
              <a:gd name="csX3" fmla="*/ 352735 w 352735"/>
              <a:gd name="csY3" fmla="*/ 176368 h 352735"/>
              <a:gd name="csX4" fmla="*/ 352735 w 352735"/>
              <a:gd name="csY4" fmla="*/ 176354 h 352735"/>
              <a:gd name="csX5" fmla="*/ 176502 w 352735"/>
              <a:gd name="csY5" fmla="*/ 0 h 352735"/>
              <a:gd name="csX6" fmla="*/ 176368 w 352735"/>
              <a:gd name="csY6" fmla="*/ 0 h 352735"/>
              <a:gd name="csX7" fmla="*/ 226790 w 352735"/>
              <a:gd name="csY7" fmla="*/ 255452 h 352735"/>
              <a:gd name="csX8" fmla="*/ 125950 w 352735"/>
              <a:gd name="csY8" fmla="*/ 255452 h 352735"/>
              <a:gd name="csX9" fmla="*/ 125950 w 352735"/>
              <a:gd name="csY9" fmla="*/ 240652 h 352735"/>
              <a:gd name="csX10" fmla="*/ 129340 w 352735"/>
              <a:gd name="csY10" fmla="*/ 222541 h 352735"/>
              <a:gd name="csX11" fmla="*/ 138665 w 352735"/>
              <a:gd name="csY11" fmla="*/ 207681 h 352735"/>
              <a:gd name="csX12" fmla="*/ 152471 w 352735"/>
              <a:gd name="csY12" fmla="*/ 195041 h 352735"/>
              <a:gd name="csX13" fmla="*/ 169430 w 352735"/>
              <a:gd name="csY13" fmla="*/ 183631 h 352735"/>
              <a:gd name="csX14" fmla="*/ 183826 w 352735"/>
              <a:gd name="csY14" fmla="*/ 173298 h 352735"/>
              <a:gd name="csX15" fmla="*/ 192784 w 352735"/>
              <a:gd name="csY15" fmla="*/ 163463 h 352735"/>
              <a:gd name="csX16" fmla="*/ 197339 w 352735"/>
              <a:gd name="csY16" fmla="*/ 153515 h 352735"/>
              <a:gd name="csX17" fmla="*/ 198570 w 352735"/>
              <a:gd name="csY17" fmla="*/ 142412 h 352735"/>
              <a:gd name="csX18" fmla="*/ 197028 w 352735"/>
              <a:gd name="csY18" fmla="*/ 132855 h 352735"/>
              <a:gd name="csX19" fmla="*/ 192477 w 352735"/>
              <a:gd name="csY19" fmla="*/ 124761 h 352735"/>
              <a:gd name="csX20" fmla="*/ 184768 w 352735"/>
              <a:gd name="csY20" fmla="*/ 119188 h 352735"/>
              <a:gd name="csX21" fmla="*/ 173902 w 352735"/>
              <a:gd name="csY21" fmla="*/ 117108 h 352735"/>
              <a:gd name="csX22" fmla="*/ 152930 w 352735"/>
              <a:gd name="csY22" fmla="*/ 122044 h 352735"/>
              <a:gd name="csX23" fmla="*/ 134276 w 352735"/>
              <a:gd name="csY23" fmla="*/ 135302 h 352735"/>
              <a:gd name="csX24" fmla="*/ 134276 w 352735"/>
              <a:gd name="csY24" fmla="*/ 111247 h 352735"/>
              <a:gd name="csX25" fmla="*/ 153005 w 352735"/>
              <a:gd name="csY25" fmla="*/ 100455 h 352735"/>
              <a:gd name="csX26" fmla="*/ 176224 w 352735"/>
              <a:gd name="csY26" fmla="*/ 97205 h 352735"/>
              <a:gd name="csX27" fmla="*/ 194725 w 352735"/>
              <a:gd name="csY27" fmla="*/ 99991 h 352735"/>
              <a:gd name="csX28" fmla="*/ 209836 w 352735"/>
              <a:gd name="csY28" fmla="*/ 108085 h 352735"/>
              <a:gd name="csX29" fmla="*/ 220015 w 352735"/>
              <a:gd name="csY29" fmla="*/ 121343 h 352735"/>
              <a:gd name="csX30" fmla="*/ 223730 w 352735"/>
              <a:gd name="csY30" fmla="*/ 139454 h 352735"/>
              <a:gd name="csX31" fmla="*/ 221794 w 352735"/>
              <a:gd name="csY31" fmla="*/ 156102 h 352735"/>
              <a:gd name="csX32" fmla="*/ 215441 w 352735"/>
              <a:gd name="csY32" fmla="*/ 170493 h 352735"/>
              <a:gd name="csX33" fmla="*/ 203961 w 352735"/>
              <a:gd name="csY33" fmla="*/ 183603 h 352735"/>
              <a:gd name="csX34" fmla="*/ 186691 w 352735"/>
              <a:gd name="csY34" fmla="*/ 196397 h 352735"/>
              <a:gd name="csX35" fmla="*/ 171886 w 352735"/>
              <a:gd name="csY35" fmla="*/ 206111 h 352735"/>
              <a:gd name="csX36" fmla="*/ 160857 w 352735"/>
              <a:gd name="csY36" fmla="*/ 214976 h 352735"/>
              <a:gd name="csX37" fmla="*/ 154003 w 352735"/>
              <a:gd name="csY37" fmla="*/ 224074 h 352735"/>
              <a:gd name="csX38" fmla="*/ 151681 w 352735"/>
              <a:gd name="csY38" fmla="*/ 234485 h 352735"/>
              <a:gd name="csX39" fmla="*/ 226772 w 352735"/>
              <a:gd name="csY39" fmla="*/ 234485 h 35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352735" h="352735">
                <a:moveTo>
                  <a:pt x="176368" y="0"/>
                </a:moveTo>
                <a:cubicBezTo>
                  <a:pt x="78963" y="0"/>
                  <a:pt x="0" y="78963"/>
                  <a:pt x="0" y="176368"/>
                </a:cubicBezTo>
                <a:cubicBezTo>
                  <a:pt x="0" y="273773"/>
                  <a:pt x="78963" y="352736"/>
                  <a:pt x="176368" y="352736"/>
                </a:cubicBezTo>
                <a:cubicBezTo>
                  <a:pt x="273773" y="352736"/>
                  <a:pt x="352735" y="273773"/>
                  <a:pt x="352735" y="176368"/>
                </a:cubicBezTo>
                <a:cubicBezTo>
                  <a:pt x="352735" y="176363"/>
                  <a:pt x="352735" y="176358"/>
                  <a:pt x="352735" y="176354"/>
                </a:cubicBezTo>
                <a:cubicBezTo>
                  <a:pt x="352769" y="78990"/>
                  <a:pt x="273867" y="33"/>
                  <a:pt x="176502" y="0"/>
                </a:cubicBezTo>
                <a:cubicBezTo>
                  <a:pt x="176457" y="0"/>
                  <a:pt x="176413" y="0"/>
                  <a:pt x="176368" y="0"/>
                </a:cubicBezTo>
                <a:close/>
                <a:moveTo>
                  <a:pt x="226790" y="255452"/>
                </a:moveTo>
                <a:lnTo>
                  <a:pt x="125950" y="255452"/>
                </a:lnTo>
                <a:lnTo>
                  <a:pt x="125950" y="240652"/>
                </a:lnTo>
                <a:cubicBezTo>
                  <a:pt x="125858" y="234449"/>
                  <a:pt x="127010" y="228291"/>
                  <a:pt x="129340" y="222541"/>
                </a:cubicBezTo>
                <a:cubicBezTo>
                  <a:pt x="131623" y="217115"/>
                  <a:pt x="134772" y="212096"/>
                  <a:pt x="138665" y="207681"/>
                </a:cubicBezTo>
                <a:cubicBezTo>
                  <a:pt x="142807" y="202992"/>
                  <a:pt x="147435" y="198755"/>
                  <a:pt x="152471" y="195041"/>
                </a:cubicBezTo>
                <a:cubicBezTo>
                  <a:pt x="157715" y="191137"/>
                  <a:pt x="163368" y="187333"/>
                  <a:pt x="169430" y="183631"/>
                </a:cubicBezTo>
                <a:cubicBezTo>
                  <a:pt x="174506" y="180591"/>
                  <a:pt x="179321" y="177135"/>
                  <a:pt x="183826" y="173298"/>
                </a:cubicBezTo>
                <a:cubicBezTo>
                  <a:pt x="187212" y="170408"/>
                  <a:pt x="190222" y="167104"/>
                  <a:pt x="192784" y="163463"/>
                </a:cubicBezTo>
                <a:cubicBezTo>
                  <a:pt x="194892" y="160450"/>
                  <a:pt x="196436" y="157080"/>
                  <a:pt x="197339" y="153515"/>
                </a:cubicBezTo>
                <a:cubicBezTo>
                  <a:pt x="198186" y="149876"/>
                  <a:pt x="198600" y="146149"/>
                  <a:pt x="198570" y="142412"/>
                </a:cubicBezTo>
                <a:cubicBezTo>
                  <a:pt x="198575" y="139164"/>
                  <a:pt x="198055" y="135937"/>
                  <a:pt x="197028" y="132855"/>
                </a:cubicBezTo>
                <a:cubicBezTo>
                  <a:pt x="196061" y="129883"/>
                  <a:pt x="194514" y="127132"/>
                  <a:pt x="192477" y="124761"/>
                </a:cubicBezTo>
                <a:cubicBezTo>
                  <a:pt x="190354" y="122353"/>
                  <a:pt x="187721" y="120449"/>
                  <a:pt x="184768" y="119188"/>
                </a:cubicBezTo>
                <a:cubicBezTo>
                  <a:pt x="181332" y="117742"/>
                  <a:pt x="177630" y="117033"/>
                  <a:pt x="173902" y="117108"/>
                </a:cubicBezTo>
                <a:cubicBezTo>
                  <a:pt x="166620" y="117081"/>
                  <a:pt x="159435" y="118772"/>
                  <a:pt x="152930" y="122044"/>
                </a:cubicBezTo>
                <a:cubicBezTo>
                  <a:pt x="146090" y="125516"/>
                  <a:pt x="139803" y="129983"/>
                  <a:pt x="134276" y="135302"/>
                </a:cubicBezTo>
                <a:lnTo>
                  <a:pt x="134276" y="111247"/>
                </a:lnTo>
                <a:cubicBezTo>
                  <a:pt x="139617" y="106273"/>
                  <a:pt x="146022" y="102581"/>
                  <a:pt x="153005" y="100455"/>
                </a:cubicBezTo>
                <a:cubicBezTo>
                  <a:pt x="160539" y="98221"/>
                  <a:pt x="168366" y="97125"/>
                  <a:pt x="176224" y="97205"/>
                </a:cubicBezTo>
                <a:cubicBezTo>
                  <a:pt x="182499" y="97161"/>
                  <a:pt x="188741" y="98101"/>
                  <a:pt x="194725" y="99991"/>
                </a:cubicBezTo>
                <a:cubicBezTo>
                  <a:pt x="200231" y="101704"/>
                  <a:pt x="205359" y="104451"/>
                  <a:pt x="209836" y="108085"/>
                </a:cubicBezTo>
                <a:cubicBezTo>
                  <a:pt x="214188" y="111677"/>
                  <a:pt x="217669" y="116210"/>
                  <a:pt x="220015" y="121343"/>
                </a:cubicBezTo>
                <a:cubicBezTo>
                  <a:pt x="222569" y="127034"/>
                  <a:pt x="223837" y="133217"/>
                  <a:pt x="223730" y="139454"/>
                </a:cubicBezTo>
                <a:cubicBezTo>
                  <a:pt x="223784" y="145063"/>
                  <a:pt x="223134" y="150656"/>
                  <a:pt x="221794" y="156102"/>
                </a:cubicBezTo>
                <a:cubicBezTo>
                  <a:pt x="220480" y="161215"/>
                  <a:pt x="218334" y="166078"/>
                  <a:pt x="215441" y="170493"/>
                </a:cubicBezTo>
                <a:cubicBezTo>
                  <a:pt x="212216" y="175355"/>
                  <a:pt x="208355" y="179764"/>
                  <a:pt x="203961" y="183603"/>
                </a:cubicBezTo>
                <a:cubicBezTo>
                  <a:pt x="198553" y="188319"/>
                  <a:pt x="192778" y="192597"/>
                  <a:pt x="186691" y="196397"/>
                </a:cubicBezTo>
                <a:cubicBezTo>
                  <a:pt x="181137" y="199895"/>
                  <a:pt x="176202" y="203133"/>
                  <a:pt x="171886" y="206111"/>
                </a:cubicBezTo>
                <a:cubicBezTo>
                  <a:pt x="167977" y="208765"/>
                  <a:pt x="164289" y="211730"/>
                  <a:pt x="160857" y="214976"/>
                </a:cubicBezTo>
                <a:cubicBezTo>
                  <a:pt x="158066" y="217592"/>
                  <a:pt x="155748" y="220670"/>
                  <a:pt x="154003" y="224074"/>
                </a:cubicBezTo>
                <a:cubicBezTo>
                  <a:pt x="152434" y="227318"/>
                  <a:pt x="151639" y="230882"/>
                  <a:pt x="151681" y="234485"/>
                </a:cubicBezTo>
                <a:lnTo>
                  <a:pt x="226772" y="234485"/>
                </a:lnTo>
                <a:close/>
              </a:path>
            </a:pathLst>
          </a:custGeom>
          <a:solidFill>
            <a:srgbClr val="7030A0"/>
          </a:solidFill>
          <a:ln w="456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그래픽 42" descr="배지 3 단색으로 채워진">
            <a:extLst>
              <a:ext uri="{FF2B5EF4-FFF2-40B4-BE49-F238E27FC236}">
                <a16:creationId xmlns:a16="http://schemas.microsoft.com/office/drawing/2014/main" id="{D5B52964-A1F1-1B2C-3714-89A36C476AA3}"/>
              </a:ext>
            </a:extLst>
          </p:cNvPr>
          <p:cNvSpPr/>
          <p:nvPr/>
        </p:nvSpPr>
        <p:spPr>
          <a:xfrm>
            <a:off x="7280695" y="4563479"/>
            <a:ext cx="389031" cy="389963"/>
          </a:xfrm>
          <a:custGeom>
            <a:avLst/>
            <a:gdLst>
              <a:gd name="csX0" fmla="*/ 176297 w 352584"/>
              <a:gd name="csY0" fmla="*/ 0 h 352584"/>
              <a:gd name="csX1" fmla="*/ 0 w 352584"/>
              <a:gd name="csY1" fmla="*/ 176288 h 352584"/>
              <a:gd name="csX2" fmla="*/ 176288 w 352584"/>
              <a:gd name="csY2" fmla="*/ 352585 h 352584"/>
              <a:gd name="csX3" fmla="*/ 352585 w 352584"/>
              <a:gd name="csY3" fmla="*/ 176297 h 352584"/>
              <a:gd name="csX4" fmla="*/ 352585 w 352584"/>
              <a:gd name="csY4" fmla="*/ 176279 h 352584"/>
              <a:gd name="csX5" fmla="*/ 176436 w 352584"/>
              <a:gd name="csY5" fmla="*/ 0 h 352584"/>
              <a:gd name="csX6" fmla="*/ 176297 w 352584"/>
              <a:gd name="csY6" fmla="*/ 0 h 352584"/>
              <a:gd name="csX7" fmla="*/ 222937 w 352584"/>
              <a:gd name="csY7" fmla="*/ 229914 h 352584"/>
              <a:gd name="csX8" fmla="*/ 209755 w 352584"/>
              <a:gd name="csY8" fmla="*/ 244400 h 352584"/>
              <a:gd name="csX9" fmla="*/ 190417 w 352584"/>
              <a:gd name="csY9" fmla="*/ 253261 h 352584"/>
              <a:gd name="csX10" fmla="*/ 167209 w 352584"/>
              <a:gd name="csY10" fmla="*/ 256269 h 352584"/>
              <a:gd name="csX11" fmla="*/ 143629 w 352584"/>
              <a:gd name="csY11" fmla="*/ 254185 h 352584"/>
              <a:gd name="csX12" fmla="*/ 124983 w 352584"/>
              <a:gd name="csY12" fmla="*/ 247947 h 352584"/>
              <a:gd name="csX13" fmla="*/ 124983 w 352584"/>
              <a:gd name="csY13" fmla="*/ 224195 h 352584"/>
              <a:gd name="csX14" fmla="*/ 145406 w 352584"/>
              <a:gd name="csY14" fmla="*/ 233599 h 352584"/>
              <a:gd name="csX15" fmla="*/ 167979 w 352584"/>
              <a:gd name="csY15" fmla="*/ 236681 h 352584"/>
              <a:gd name="csX16" fmla="*/ 178924 w 352584"/>
              <a:gd name="csY16" fmla="*/ 235600 h 352584"/>
              <a:gd name="csX17" fmla="*/ 189795 w 352584"/>
              <a:gd name="csY17" fmla="*/ 231673 h 352584"/>
              <a:gd name="csX18" fmla="*/ 198118 w 352584"/>
              <a:gd name="csY18" fmla="*/ 223889 h 352584"/>
              <a:gd name="csX19" fmla="*/ 201423 w 352584"/>
              <a:gd name="csY19" fmla="*/ 211407 h 352584"/>
              <a:gd name="csX20" fmla="*/ 198271 w 352584"/>
              <a:gd name="csY20" fmla="*/ 198536 h 352584"/>
              <a:gd name="csX21" fmla="*/ 189484 w 352584"/>
              <a:gd name="csY21" fmla="*/ 189907 h 352584"/>
              <a:gd name="csX22" fmla="*/ 176232 w 352584"/>
              <a:gd name="csY22" fmla="*/ 185051 h 352584"/>
              <a:gd name="csX23" fmla="*/ 159657 w 352584"/>
              <a:gd name="csY23" fmla="*/ 183510 h 352584"/>
              <a:gd name="csX24" fmla="*/ 145332 w 352584"/>
              <a:gd name="csY24" fmla="*/ 183510 h 352584"/>
              <a:gd name="csX25" fmla="*/ 145332 w 352584"/>
              <a:gd name="csY25" fmla="*/ 163783 h 352584"/>
              <a:gd name="csX26" fmla="*/ 158895 w 352584"/>
              <a:gd name="csY26" fmla="*/ 163783 h 352584"/>
              <a:gd name="csX27" fmla="*/ 173619 w 352584"/>
              <a:gd name="csY27" fmla="*/ 162391 h 352584"/>
              <a:gd name="csX28" fmla="*/ 185177 w 352584"/>
              <a:gd name="csY28" fmla="*/ 157846 h 352584"/>
              <a:gd name="csX29" fmla="*/ 192729 w 352584"/>
              <a:gd name="csY29" fmla="*/ 149751 h 352584"/>
              <a:gd name="csX30" fmla="*/ 195426 w 352584"/>
              <a:gd name="csY30" fmla="*/ 137734 h 352584"/>
              <a:gd name="csX31" fmla="*/ 192887 w 352584"/>
              <a:gd name="csY31" fmla="*/ 126867 h 352584"/>
              <a:gd name="csX32" fmla="*/ 186388 w 352584"/>
              <a:gd name="csY32" fmla="*/ 120239 h 352584"/>
              <a:gd name="csX33" fmla="*/ 177829 w 352584"/>
              <a:gd name="csY33" fmla="*/ 116925 h 352584"/>
              <a:gd name="csX34" fmla="*/ 168894 w 352584"/>
              <a:gd name="csY34" fmla="*/ 115997 h 352584"/>
              <a:gd name="csX35" fmla="*/ 149779 w 352584"/>
              <a:gd name="csY35" fmla="*/ 118782 h 352584"/>
              <a:gd name="csX36" fmla="*/ 131593 w 352584"/>
              <a:gd name="csY36" fmla="*/ 127100 h 352584"/>
              <a:gd name="csX37" fmla="*/ 131593 w 352584"/>
              <a:gd name="csY37" fmla="*/ 105232 h 352584"/>
              <a:gd name="csX38" fmla="*/ 149904 w 352584"/>
              <a:gd name="csY38" fmla="*/ 98525 h 352584"/>
              <a:gd name="csX39" fmla="*/ 171089 w 352584"/>
              <a:gd name="csY39" fmla="*/ 96292 h 352584"/>
              <a:gd name="csX40" fmla="*/ 189976 w 352584"/>
              <a:gd name="csY40" fmla="*/ 98525 h 352584"/>
              <a:gd name="csX41" fmla="*/ 206222 w 352584"/>
              <a:gd name="csY41" fmla="*/ 105386 h 352584"/>
              <a:gd name="csX42" fmla="*/ 217553 w 352584"/>
              <a:gd name="csY42" fmla="*/ 117097 h 352584"/>
              <a:gd name="csX43" fmla="*/ 221786 w 352584"/>
              <a:gd name="csY43" fmla="*/ 133895 h 352584"/>
              <a:gd name="csX44" fmla="*/ 212930 w 352584"/>
              <a:gd name="csY44" fmla="*/ 159174 h 352584"/>
              <a:gd name="csX45" fmla="*/ 188653 w 352584"/>
              <a:gd name="csY45" fmla="*/ 172579 h 352584"/>
              <a:gd name="csX46" fmla="*/ 203293 w 352584"/>
              <a:gd name="csY46" fmla="*/ 176293 h 352584"/>
              <a:gd name="csX47" fmla="*/ 215858 w 352584"/>
              <a:gd name="csY47" fmla="*/ 184077 h 352584"/>
              <a:gd name="csX48" fmla="*/ 224562 w 352584"/>
              <a:gd name="csY48" fmla="*/ 195481 h 352584"/>
              <a:gd name="csX49" fmla="*/ 227811 w 352584"/>
              <a:gd name="csY49" fmla="*/ 209894 h 352584"/>
              <a:gd name="csX50" fmla="*/ 222937 w 352584"/>
              <a:gd name="csY50" fmla="*/ 229914 h 3525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352584" h="352584">
                <a:moveTo>
                  <a:pt x="176297" y="0"/>
                </a:moveTo>
                <a:cubicBezTo>
                  <a:pt x="78933" y="-3"/>
                  <a:pt x="3" y="78924"/>
                  <a:pt x="0" y="176288"/>
                </a:cubicBezTo>
                <a:cubicBezTo>
                  <a:pt x="-3" y="273652"/>
                  <a:pt x="78924" y="352582"/>
                  <a:pt x="176288" y="352585"/>
                </a:cubicBezTo>
                <a:cubicBezTo>
                  <a:pt x="273652" y="352587"/>
                  <a:pt x="352582" y="273661"/>
                  <a:pt x="352585" y="176297"/>
                </a:cubicBezTo>
                <a:cubicBezTo>
                  <a:pt x="352585" y="176291"/>
                  <a:pt x="352585" y="176285"/>
                  <a:pt x="352585" y="176279"/>
                </a:cubicBezTo>
                <a:cubicBezTo>
                  <a:pt x="352621" y="78958"/>
                  <a:pt x="273757" y="36"/>
                  <a:pt x="176436" y="0"/>
                </a:cubicBezTo>
                <a:cubicBezTo>
                  <a:pt x="176390" y="0"/>
                  <a:pt x="176344" y="0"/>
                  <a:pt x="176297" y="0"/>
                </a:cubicBezTo>
                <a:close/>
                <a:moveTo>
                  <a:pt x="222937" y="229914"/>
                </a:moveTo>
                <a:cubicBezTo>
                  <a:pt x="219694" y="235676"/>
                  <a:pt x="215187" y="240630"/>
                  <a:pt x="209755" y="244400"/>
                </a:cubicBezTo>
                <a:cubicBezTo>
                  <a:pt x="203875" y="248459"/>
                  <a:pt x="197330" y="251458"/>
                  <a:pt x="190417" y="253261"/>
                </a:cubicBezTo>
                <a:cubicBezTo>
                  <a:pt x="182850" y="255295"/>
                  <a:pt x="175044" y="256307"/>
                  <a:pt x="167209" y="256269"/>
                </a:cubicBezTo>
                <a:cubicBezTo>
                  <a:pt x="159301" y="256297"/>
                  <a:pt x="151409" y="255599"/>
                  <a:pt x="143629" y="254185"/>
                </a:cubicBezTo>
                <a:cubicBezTo>
                  <a:pt x="137115" y="253136"/>
                  <a:pt x="130817" y="251028"/>
                  <a:pt x="124983" y="247947"/>
                </a:cubicBezTo>
                <a:lnTo>
                  <a:pt x="124983" y="224195"/>
                </a:lnTo>
                <a:cubicBezTo>
                  <a:pt x="131177" y="228519"/>
                  <a:pt x="138093" y="231704"/>
                  <a:pt x="145406" y="233599"/>
                </a:cubicBezTo>
                <a:cubicBezTo>
                  <a:pt x="152763" y="235614"/>
                  <a:pt x="160352" y="236651"/>
                  <a:pt x="167979" y="236681"/>
                </a:cubicBezTo>
                <a:cubicBezTo>
                  <a:pt x="171653" y="236655"/>
                  <a:pt x="175317" y="236293"/>
                  <a:pt x="178924" y="235600"/>
                </a:cubicBezTo>
                <a:cubicBezTo>
                  <a:pt x="182744" y="234913"/>
                  <a:pt x="186419" y="233586"/>
                  <a:pt x="189795" y="231673"/>
                </a:cubicBezTo>
                <a:cubicBezTo>
                  <a:pt x="193140" y="229764"/>
                  <a:pt x="195990" y="227098"/>
                  <a:pt x="198118" y="223889"/>
                </a:cubicBezTo>
                <a:cubicBezTo>
                  <a:pt x="200444" y="220153"/>
                  <a:pt x="201595" y="215805"/>
                  <a:pt x="201423" y="211407"/>
                </a:cubicBezTo>
                <a:cubicBezTo>
                  <a:pt x="201559" y="206910"/>
                  <a:pt x="200469" y="202461"/>
                  <a:pt x="198271" y="198536"/>
                </a:cubicBezTo>
                <a:cubicBezTo>
                  <a:pt x="196125" y="194957"/>
                  <a:pt x="193101" y="191987"/>
                  <a:pt x="189484" y="189907"/>
                </a:cubicBezTo>
                <a:cubicBezTo>
                  <a:pt x="185368" y="187563"/>
                  <a:pt x="180889" y="185922"/>
                  <a:pt x="176232" y="185051"/>
                </a:cubicBezTo>
                <a:cubicBezTo>
                  <a:pt x="170772" y="183989"/>
                  <a:pt x="165219" y="183473"/>
                  <a:pt x="159657" y="183510"/>
                </a:cubicBezTo>
                <a:lnTo>
                  <a:pt x="145332" y="183510"/>
                </a:lnTo>
                <a:lnTo>
                  <a:pt x="145332" y="163783"/>
                </a:lnTo>
                <a:lnTo>
                  <a:pt x="158895" y="163783"/>
                </a:lnTo>
                <a:cubicBezTo>
                  <a:pt x="163838" y="163819"/>
                  <a:pt x="168771" y="163353"/>
                  <a:pt x="173619" y="162391"/>
                </a:cubicBezTo>
                <a:cubicBezTo>
                  <a:pt x="177722" y="161614"/>
                  <a:pt x="181643" y="160072"/>
                  <a:pt x="185177" y="157846"/>
                </a:cubicBezTo>
                <a:cubicBezTo>
                  <a:pt x="188334" y="155825"/>
                  <a:pt x="190932" y="153041"/>
                  <a:pt x="192729" y="149751"/>
                </a:cubicBezTo>
                <a:cubicBezTo>
                  <a:pt x="194626" y="146036"/>
                  <a:pt x="195554" y="141903"/>
                  <a:pt x="195426" y="137734"/>
                </a:cubicBezTo>
                <a:cubicBezTo>
                  <a:pt x="195580" y="133948"/>
                  <a:pt x="194703" y="130192"/>
                  <a:pt x="192887" y="126867"/>
                </a:cubicBezTo>
                <a:cubicBezTo>
                  <a:pt x="191300" y="124156"/>
                  <a:pt x="189067" y="121880"/>
                  <a:pt x="186388" y="120239"/>
                </a:cubicBezTo>
                <a:cubicBezTo>
                  <a:pt x="183752" y="118641"/>
                  <a:pt x="180854" y="117519"/>
                  <a:pt x="177829" y="116925"/>
                </a:cubicBezTo>
                <a:cubicBezTo>
                  <a:pt x="174888" y="116322"/>
                  <a:pt x="171895" y="116011"/>
                  <a:pt x="168894" y="115997"/>
                </a:cubicBezTo>
                <a:cubicBezTo>
                  <a:pt x="162425" y="116056"/>
                  <a:pt x="155995" y="116994"/>
                  <a:pt x="149779" y="118782"/>
                </a:cubicBezTo>
                <a:cubicBezTo>
                  <a:pt x="143302" y="120539"/>
                  <a:pt x="137158" y="123349"/>
                  <a:pt x="131593" y="127100"/>
                </a:cubicBezTo>
                <a:lnTo>
                  <a:pt x="131593" y="105232"/>
                </a:lnTo>
                <a:cubicBezTo>
                  <a:pt x="137363" y="102174"/>
                  <a:pt x="143524" y="99918"/>
                  <a:pt x="149904" y="98525"/>
                </a:cubicBezTo>
                <a:cubicBezTo>
                  <a:pt x="156862" y="97003"/>
                  <a:pt x="163967" y="96254"/>
                  <a:pt x="171089" y="96292"/>
                </a:cubicBezTo>
                <a:cubicBezTo>
                  <a:pt x="177452" y="96281"/>
                  <a:pt x="183792" y="97031"/>
                  <a:pt x="189976" y="98525"/>
                </a:cubicBezTo>
                <a:cubicBezTo>
                  <a:pt x="195741" y="99874"/>
                  <a:pt x="201235" y="102194"/>
                  <a:pt x="206222" y="105386"/>
                </a:cubicBezTo>
                <a:cubicBezTo>
                  <a:pt x="210849" y="108367"/>
                  <a:pt x="214726" y="112374"/>
                  <a:pt x="217553" y="117097"/>
                </a:cubicBezTo>
                <a:cubicBezTo>
                  <a:pt x="220473" y="122204"/>
                  <a:pt x="221937" y="128014"/>
                  <a:pt x="221786" y="133895"/>
                </a:cubicBezTo>
                <a:cubicBezTo>
                  <a:pt x="222154" y="143140"/>
                  <a:pt x="218987" y="152179"/>
                  <a:pt x="212930" y="159174"/>
                </a:cubicBezTo>
                <a:cubicBezTo>
                  <a:pt x="206443" y="166077"/>
                  <a:pt x="197951" y="170766"/>
                  <a:pt x="188653" y="172579"/>
                </a:cubicBezTo>
                <a:cubicBezTo>
                  <a:pt x="193688" y="173099"/>
                  <a:pt x="198620" y="174350"/>
                  <a:pt x="203293" y="176293"/>
                </a:cubicBezTo>
                <a:cubicBezTo>
                  <a:pt x="207887" y="178167"/>
                  <a:pt x="212134" y="180798"/>
                  <a:pt x="215858" y="184077"/>
                </a:cubicBezTo>
                <a:cubicBezTo>
                  <a:pt x="219473" y="187276"/>
                  <a:pt x="222430" y="191150"/>
                  <a:pt x="224562" y="195481"/>
                </a:cubicBezTo>
                <a:cubicBezTo>
                  <a:pt x="226751" y="199967"/>
                  <a:pt x="227864" y="204902"/>
                  <a:pt x="227811" y="209894"/>
                </a:cubicBezTo>
                <a:cubicBezTo>
                  <a:pt x="227957" y="216878"/>
                  <a:pt x="226277" y="223778"/>
                  <a:pt x="222937" y="229914"/>
                </a:cubicBezTo>
                <a:close/>
              </a:path>
            </a:pathLst>
          </a:custGeom>
          <a:solidFill>
            <a:srgbClr val="7030A0"/>
          </a:solidFill>
          <a:ln w="456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5E291D-4206-099A-29B9-4D6E47F0B05E}"/>
              </a:ext>
            </a:extLst>
          </p:cNvPr>
          <p:cNvSpPr txBox="1"/>
          <p:nvPr/>
        </p:nvSpPr>
        <p:spPr>
          <a:xfrm>
            <a:off x="1266064" y="5265509"/>
            <a:ext cx="3500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배달품</a:t>
            </a:r>
            <a:r>
              <a:rPr lang="ko-KR" altLang="en-US" sz="1400" dirty="0"/>
              <a:t> 전달 시 대화 화면</a:t>
            </a:r>
          </a:p>
        </p:txBody>
      </p:sp>
    </p:spTree>
    <p:extLst>
      <p:ext uri="{BB962C8B-B14F-4D97-AF65-F5344CB8AC3E}">
        <p14:creationId xmlns:p14="http://schemas.microsoft.com/office/powerpoint/2010/main" val="11049857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64202EDC-FB4F-B79D-BD56-71164F81DCF1}"/>
              </a:ext>
            </a:extLst>
          </p:cNvPr>
          <p:cNvSpPr/>
          <p:nvPr/>
        </p:nvSpPr>
        <p:spPr>
          <a:xfrm>
            <a:off x="1266064" y="2029659"/>
            <a:ext cx="5578413" cy="31208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C16A2302-8830-5D06-A849-65DCD9F0814B}"/>
              </a:ext>
            </a:extLst>
          </p:cNvPr>
          <p:cNvCxnSpPr>
            <a:cxnSpLocks/>
            <a:stCxn id="54" idx="1"/>
            <a:endCxn id="54" idx="3"/>
          </p:cNvCxnSpPr>
          <p:nvPr/>
        </p:nvCxnSpPr>
        <p:spPr>
          <a:xfrm>
            <a:off x="1266064" y="3590080"/>
            <a:ext cx="557841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90232E01-5058-202E-D8A2-C08332F67E3D}"/>
              </a:ext>
            </a:extLst>
          </p:cNvPr>
          <p:cNvCxnSpPr>
            <a:cxnSpLocks/>
            <a:stCxn id="54" idx="0"/>
            <a:endCxn id="54" idx="2"/>
          </p:cNvCxnSpPr>
          <p:nvPr/>
        </p:nvCxnSpPr>
        <p:spPr>
          <a:xfrm>
            <a:off x="4055271" y="2029659"/>
            <a:ext cx="0" cy="312084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1F2DA9E-3344-F20D-3477-CD8E697ACEAC}"/>
              </a:ext>
            </a:extLst>
          </p:cNvPr>
          <p:cNvSpPr/>
          <p:nvPr/>
        </p:nvSpPr>
        <p:spPr>
          <a:xfrm>
            <a:off x="5368599" y="5002981"/>
            <a:ext cx="1440709" cy="94107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E3D87680-7510-7C67-21F2-CEAC4C23FE87}"/>
              </a:ext>
            </a:extLst>
          </p:cNvPr>
          <p:cNvSpPr/>
          <p:nvPr/>
        </p:nvSpPr>
        <p:spPr>
          <a:xfrm>
            <a:off x="5909073" y="4873938"/>
            <a:ext cx="900234" cy="9410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8DB08D8-AC9C-4716-35D2-652661986615}"/>
              </a:ext>
            </a:extLst>
          </p:cNvPr>
          <p:cNvSpPr/>
          <p:nvPr/>
        </p:nvSpPr>
        <p:spPr>
          <a:xfrm>
            <a:off x="5368598" y="4873939"/>
            <a:ext cx="1440709" cy="9410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부분 원형 59">
            <a:extLst>
              <a:ext uri="{FF2B5EF4-FFF2-40B4-BE49-F238E27FC236}">
                <a16:creationId xmlns:a16="http://schemas.microsoft.com/office/drawing/2014/main" id="{740685EC-8C71-6AED-CCCC-44427AC4F0AA}"/>
              </a:ext>
            </a:extLst>
          </p:cNvPr>
          <p:cNvSpPr/>
          <p:nvPr/>
        </p:nvSpPr>
        <p:spPr>
          <a:xfrm>
            <a:off x="1314524" y="2069339"/>
            <a:ext cx="707066" cy="675169"/>
          </a:xfrm>
          <a:prstGeom prst="pie">
            <a:avLst>
              <a:gd name="adj1" fmla="val 1686796"/>
              <a:gd name="adj2" fmla="val 1620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1233B79-3571-3AB6-91FE-211A8F4C4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UI_</a:t>
            </a:r>
            <a:r>
              <a:rPr lang="ko-KR" altLang="en-US" dirty="0"/>
              <a:t>세부</a:t>
            </a:r>
            <a:r>
              <a:rPr lang="en-US" altLang="ko-KR" dirty="0"/>
              <a:t>_</a:t>
            </a:r>
            <a:r>
              <a:rPr lang="ko-KR" altLang="en-US" dirty="0"/>
              <a:t>경로 안내 </a:t>
            </a:r>
            <a:r>
              <a:rPr lang="en-US" altLang="ko-KR" dirty="0"/>
              <a:t>UI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BBE03F-2F45-B0C5-93CF-316A7A401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36520" y="1825625"/>
            <a:ext cx="391727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목적지까지의 경로 방향 </a:t>
            </a:r>
            <a:br>
              <a:rPr lang="en-US" altLang="ko-KR" sz="2400" dirty="0"/>
            </a:br>
            <a:r>
              <a:rPr lang="ko-KR" altLang="en-US" sz="2400" dirty="0"/>
              <a:t>일시 시각화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해당 경로로 이동 시 예측 시간 표시</a:t>
            </a:r>
            <a:endParaRPr lang="en-US" altLang="ko-KR" sz="24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6E0A3A-E10C-A6C2-176D-3E1058CC2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9/26/2026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DFB634-331A-7B57-6CCB-2F5E36915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A505E5B4-B73C-F543-A5FD-32620B57FA7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시스템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1C72B69-D0F5-4887-5087-5B0DFE1A2220}"/>
              </a:ext>
            </a:extLst>
          </p:cNvPr>
          <p:cNvGrpSpPr/>
          <p:nvPr/>
        </p:nvGrpSpPr>
        <p:grpSpPr>
          <a:xfrm rot="2011594">
            <a:off x="4767883" y="2383006"/>
            <a:ext cx="1599830" cy="3098573"/>
            <a:chOff x="4349276" y="1987776"/>
            <a:chExt cx="1599830" cy="2710430"/>
          </a:xfrm>
          <a:scene3d>
            <a:camera prst="perspectiveHeroicExtremeRightFacing"/>
            <a:lightRig rig="threePt" dir="t"/>
          </a:scene3d>
        </p:grpSpPr>
        <p:sp>
          <p:nvSpPr>
            <p:cNvPr id="17" name="화살표: 갈매기형 수장 16">
              <a:extLst>
                <a:ext uri="{FF2B5EF4-FFF2-40B4-BE49-F238E27FC236}">
                  <a16:creationId xmlns:a16="http://schemas.microsoft.com/office/drawing/2014/main" id="{1C600838-F09A-95ED-EEAD-796AD4280FA1}"/>
                </a:ext>
              </a:extLst>
            </p:cNvPr>
            <p:cNvSpPr/>
            <p:nvPr/>
          </p:nvSpPr>
          <p:spPr>
            <a:xfrm rot="17792637">
              <a:off x="4346353" y="4261121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화살표: 갈매기형 수장 17">
              <a:extLst>
                <a:ext uri="{FF2B5EF4-FFF2-40B4-BE49-F238E27FC236}">
                  <a16:creationId xmlns:a16="http://schemas.microsoft.com/office/drawing/2014/main" id="{ABAC1FCB-0398-F3CE-8596-B67EEC74333C}"/>
                </a:ext>
              </a:extLst>
            </p:cNvPr>
            <p:cNvSpPr/>
            <p:nvPr/>
          </p:nvSpPr>
          <p:spPr>
            <a:xfrm rot="17792637">
              <a:off x="4525540" y="3913884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화살표: 갈매기형 수장 19">
              <a:extLst>
                <a:ext uri="{FF2B5EF4-FFF2-40B4-BE49-F238E27FC236}">
                  <a16:creationId xmlns:a16="http://schemas.microsoft.com/office/drawing/2014/main" id="{5C4B1B59-6170-E321-CAC0-13D5931044C5}"/>
                </a:ext>
              </a:extLst>
            </p:cNvPr>
            <p:cNvSpPr/>
            <p:nvPr/>
          </p:nvSpPr>
          <p:spPr>
            <a:xfrm rot="17792637">
              <a:off x="4696317" y="3566646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화살표: 갈매기형 수장 21">
              <a:extLst>
                <a:ext uri="{FF2B5EF4-FFF2-40B4-BE49-F238E27FC236}">
                  <a16:creationId xmlns:a16="http://schemas.microsoft.com/office/drawing/2014/main" id="{D8A912EC-CD4D-4CD0-2B3F-B391A339D9CD}"/>
                </a:ext>
              </a:extLst>
            </p:cNvPr>
            <p:cNvSpPr/>
            <p:nvPr/>
          </p:nvSpPr>
          <p:spPr>
            <a:xfrm rot="17792637">
              <a:off x="4850391" y="3272822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화살표: 갈매기형 수장 23">
              <a:extLst>
                <a:ext uri="{FF2B5EF4-FFF2-40B4-BE49-F238E27FC236}">
                  <a16:creationId xmlns:a16="http://schemas.microsoft.com/office/drawing/2014/main" id="{BC64848D-6168-E26B-CA63-33D02FCDDF5E}"/>
                </a:ext>
              </a:extLst>
            </p:cNvPr>
            <p:cNvSpPr/>
            <p:nvPr/>
          </p:nvSpPr>
          <p:spPr>
            <a:xfrm rot="17792637">
              <a:off x="5007984" y="2978998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화살표: 갈매기형 수장 25">
              <a:extLst>
                <a:ext uri="{FF2B5EF4-FFF2-40B4-BE49-F238E27FC236}">
                  <a16:creationId xmlns:a16="http://schemas.microsoft.com/office/drawing/2014/main" id="{0FAB07D7-92DA-D4EC-23BC-25F90BC8D5C8}"/>
                </a:ext>
              </a:extLst>
            </p:cNvPr>
            <p:cNvSpPr/>
            <p:nvPr/>
          </p:nvSpPr>
          <p:spPr>
            <a:xfrm rot="17792637">
              <a:off x="5187171" y="2631761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화살표: 갈매기형 수장 27">
              <a:extLst>
                <a:ext uri="{FF2B5EF4-FFF2-40B4-BE49-F238E27FC236}">
                  <a16:creationId xmlns:a16="http://schemas.microsoft.com/office/drawing/2014/main" id="{634EDDA6-0E49-8F7B-6922-63ECF6476522}"/>
                </a:ext>
              </a:extLst>
            </p:cNvPr>
            <p:cNvSpPr/>
            <p:nvPr/>
          </p:nvSpPr>
          <p:spPr>
            <a:xfrm rot="17792637">
              <a:off x="5357948" y="2284523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화살표: 갈매기형 수장 29">
              <a:extLst>
                <a:ext uri="{FF2B5EF4-FFF2-40B4-BE49-F238E27FC236}">
                  <a16:creationId xmlns:a16="http://schemas.microsoft.com/office/drawing/2014/main" id="{1B79BC3C-CD8F-2171-6102-2FCB059F49F1}"/>
                </a:ext>
              </a:extLst>
            </p:cNvPr>
            <p:cNvSpPr/>
            <p:nvPr/>
          </p:nvSpPr>
          <p:spPr>
            <a:xfrm rot="17792637">
              <a:off x="5512022" y="1990699"/>
              <a:ext cx="440008" cy="434161"/>
            </a:xfrm>
            <a:prstGeom prst="chevr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9" name="그림 48">
            <a:extLst>
              <a:ext uri="{FF2B5EF4-FFF2-40B4-BE49-F238E27FC236}">
                <a16:creationId xmlns:a16="http://schemas.microsoft.com/office/drawing/2014/main" id="{DC0DB6F9-B69D-3B3F-10BB-D34BA4358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496921">
            <a:off x="2154168" y="3174343"/>
            <a:ext cx="1059360" cy="2665916"/>
          </a:xfrm>
          <a:prstGeom prst="rect">
            <a:avLst/>
          </a:prstGeom>
          <a:scene3d>
            <a:camera prst="perspectiveContrastingRightFacing"/>
            <a:lightRig rig="threePt" dir="t"/>
          </a:scene3d>
        </p:spPr>
      </p:pic>
      <p:grpSp>
        <p:nvGrpSpPr>
          <p:cNvPr id="11" name="그래픽 19" descr="남자 단색으로 채워진">
            <a:extLst>
              <a:ext uri="{FF2B5EF4-FFF2-40B4-BE49-F238E27FC236}">
                <a16:creationId xmlns:a16="http://schemas.microsoft.com/office/drawing/2014/main" id="{6E684945-ADDA-B1F0-98C7-0C8C62D4770C}"/>
              </a:ext>
            </a:extLst>
          </p:cNvPr>
          <p:cNvGrpSpPr/>
          <p:nvPr/>
        </p:nvGrpSpPr>
        <p:grpSpPr>
          <a:xfrm>
            <a:off x="3773997" y="3774083"/>
            <a:ext cx="638514" cy="1260288"/>
            <a:chOff x="2359041" y="3569144"/>
            <a:chExt cx="763894" cy="1572305"/>
          </a:xfrm>
          <a:solidFill>
            <a:srgbClr val="000000"/>
          </a:solidFill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5AC29847-424C-C9AA-A5BC-638798F7B1BA}"/>
                </a:ext>
              </a:extLst>
            </p:cNvPr>
            <p:cNvSpPr/>
            <p:nvPr/>
          </p:nvSpPr>
          <p:spPr>
            <a:xfrm>
              <a:off x="2438393" y="3569144"/>
              <a:ext cx="598142" cy="580675"/>
            </a:xfrm>
            <a:prstGeom prst="ellipse">
              <a:avLst/>
            </a:pr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389F2E70-F258-2C72-52B6-F25087B04F89}"/>
                </a:ext>
              </a:extLst>
            </p:cNvPr>
            <p:cNvSpPr/>
            <p:nvPr/>
          </p:nvSpPr>
          <p:spPr>
            <a:xfrm>
              <a:off x="2359041" y="4146956"/>
              <a:ext cx="763894" cy="994493"/>
            </a:xfrm>
            <a:custGeom>
              <a:avLst/>
              <a:gdLst>
                <a:gd name="csX0" fmla="*/ 975567 w 980021"/>
                <a:gd name="csY0" fmla="*/ 694924 h 1603671"/>
                <a:gd name="csX1" fmla="*/ 850837 w 980021"/>
                <a:gd name="csY1" fmla="*/ 164822 h 1603671"/>
                <a:gd name="csX2" fmla="*/ 824109 w 980021"/>
                <a:gd name="csY2" fmla="*/ 115821 h 1603671"/>
                <a:gd name="csX3" fmla="*/ 637014 w 980021"/>
                <a:gd name="csY3" fmla="*/ 17819 h 1603671"/>
                <a:gd name="csX4" fmla="*/ 490011 w 980021"/>
                <a:gd name="csY4" fmla="*/ 0 h 1603671"/>
                <a:gd name="csX5" fmla="*/ 343008 w 980021"/>
                <a:gd name="csY5" fmla="*/ 22273 h 1603671"/>
                <a:gd name="csX6" fmla="*/ 155913 w 980021"/>
                <a:gd name="csY6" fmla="*/ 120275 h 1603671"/>
                <a:gd name="csX7" fmla="*/ 129185 w 980021"/>
                <a:gd name="csY7" fmla="*/ 169276 h 1603671"/>
                <a:gd name="csX8" fmla="*/ 4455 w 980021"/>
                <a:gd name="csY8" fmla="*/ 699379 h 1603671"/>
                <a:gd name="csX9" fmla="*/ 0 w 980021"/>
                <a:gd name="csY9" fmla="*/ 721652 h 1603671"/>
                <a:gd name="csX10" fmla="*/ 89093 w 980021"/>
                <a:gd name="csY10" fmla="*/ 810745 h 1603671"/>
                <a:gd name="csX11" fmla="*/ 173731 w 980021"/>
                <a:gd name="csY11" fmla="*/ 743926 h 1603671"/>
                <a:gd name="csX12" fmla="*/ 267279 w 980021"/>
                <a:gd name="csY12" fmla="*/ 356372 h 1603671"/>
                <a:gd name="csX13" fmla="*/ 267279 w 980021"/>
                <a:gd name="csY13" fmla="*/ 1603672 h 1603671"/>
                <a:gd name="csX14" fmla="*/ 445464 w 980021"/>
                <a:gd name="csY14" fmla="*/ 1603672 h 1603671"/>
                <a:gd name="csX15" fmla="*/ 445464 w 980021"/>
                <a:gd name="csY15" fmla="*/ 801836 h 1603671"/>
                <a:gd name="csX16" fmla="*/ 534557 w 980021"/>
                <a:gd name="csY16" fmla="*/ 801836 h 1603671"/>
                <a:gd name="csX17" fmla="*/ 534557 w 980021"/>
                <a:gd name="csY17" fmla="*/ 1603672 h 1603671"/>
                <a:gd name="csX18" fmla="*/ 712743 w 980021"/>
                <a:gd name="csY18" fmla="*/ 1603672 h 1603671"/>
                <a:gd name="csX19" fmla="*/ 712743 w 980021"/>
                <a:gd name="csY19" fmla="*/ 351917 h 1603671"/>
                <a:gd name="csX20" fmla="*/ 806291 w 980021"/>
                <a:gd name="csY20" fmla="*/ 739471 h 1603671"/>
                <a:gd name="csX21" fmla="*/ 890929 w 980021"/>
                <a:gd name="csY21" fmla="*/ 806291 h 1603671"/>
                <a:gd name="csX22" fmla="*/ 980022 w 980021"/>
                <a:gd name="csY22" fmla="*/ 717198 h 1603671"/>
                <a:gd name="csX23" fmla="*/ 975567 w 980021"/>
                <a:gd name="csY23" fmla="*/ 694924 h 16036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980021" h="1603671">
                  <a:moveTo>
                    <a:pt x="975567" y="694924"/>
                  </a:moveTo>
                  <a:lnTo>
                    <a:pt x="850837" y="164822"/>
                  </a:lnTo>
                  <a:cubicBezTo>
                    <a:pt x="846382" y="147003"/>
                    <a:pt x="837473" y="129185"/>
                    <a:pt x="824109" y="115821"/>
                  </a:cubicBezTo>
                  <a:cubicBezTo>
                    <a:pt x="770653" y="71274"/>
                    <a:pt x="708288" y="40092"/>
                    <a:pt x="637014" y="17819"/>
                  </a:cubicBezTo>
                  <a:cubicBezTo>
                    <a:pt x="588013" y="8909"/>
                    <a:pt x="539012" y="0"/>
                    <a:pt x="490011" y="0"/>
                  </a:cubicBezTo>
                  <a:cubicBezTo>
                    <a:pt x="441010" y="0"/>
                    <a:pt x="392009" y="8909"/>
                    <a:pt x="343008" y="22273"/>
                  </a:cubicBezTo>
                  <a:cubicBezTo>
                    <a:pt x="271733" y="40092"/>
                    <a:pt x="209368" y="75729"/>
                    <a:pt x="155913" y="120275"/>
                  </a:cubicBezTo>
                  <a:cubicBezTo>
                    <a:pt x="142549" y="133639"/>
                    <a:pt x="133639" y="151458"/>
                    <a:pt x="129185" y="169276"/>
                  </a:cubicBezTo>
                  <a:lnTo>
                    <a:pt x="4455" y="699379"/>
                  </a:lnTo>
                  <a:cubicBezTo>
                    <a:pt x="4455" y="703834"/>
                    <a:pt x="0" y="712743"/>
                    <a:pt x="0" y="721652"/>
                  </a:cubicBezTo>
                  <a:cubicBezTo>
                    <a:pt x="0" y="770653"/>
                    <a:pt x="40092" y="810745"/>
                    <a:pt x="89093" y="810745"/>
                  </a:cubicBezTo>
                  <a:cubicBezTo>
                    <a:pt x="129185" y="810745"/>
                    <a:pt x="164822" y="779563"/>
                    <a:pt x="173731" y="743926"/>
                  </a:cubicBezTo>
                  <a:lnTo>
                    <a:pt x="267279" y="356372"/>
                  </a:lnTo>
                  <a:lnTo>
                    <a:pt x="267279" y="1603672"/>
                  </a:lnTo>
                  <a:lnTo>
                    <a:pt x="445464" y="1603672"/>
                  </a:lnTo>
                  <a:lnTo>
                    <a:pt x="445464" y="801836"/>
                  </a:lnTo>
                  <a:lnTo>
                    <a:pt x="534557" y="801836"/>
                  </a:lnTo>
                  <a:lnTo>
                    <a:pt x="534557" y="1603672"/>
                  </a:lnTo>
                  <a:lnTo>
                    <a:pt x="712743" y="1603672"/>
                  </a:lnTo>
                  <a:lnTo>
                    <a:pt x="712743" y="351917"/>
                  </a:lnTo>
                  <a:lnTo>
                    <a:pt x="806291" y="739471"/>
                  </a:lnTo>
                  <a:cubicBezTo>
                    <a:pt x="815200" y="775108"/>
                    <a:pt x="850837" y="806291"/>
                    <a:pt x="890929" y="806291"/>
                  </a:cubicBezTo>
                  <a:cubicBezTo>
                    <a:pt x="939930" y="806291"/>
                    <a:pt x="980022" y="766199"/>
                    <a:pt x="980022" y="717198"/>
                  </a:cubicBezTo>
                  <a:cubicBezTo>
                    <a:pt x="980022" y="708288"/>
                    <a:pt x="975567" y="699379"/>
                    <a:pt x="975567" y="694924"/>
                  </a:cubicBezTo>
                  <a:close/>
                </a:path>
              </a:pathLst>
            </a:custGeom>
            <a:solidFill>
              <a:srgbClr val="000000"/>
            </a:solidFill>
            <a:ln w="222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2" name="그래픽 34" descr="배지 1 단색으로 채워진">
            <a:extLst>
              <a:ext uri="{FF2B5EF4-FFF2-40B4-BE49-F238E27FC236}">
                <a16:creationId xmlns:a16="http://schemas.microsoft.com/office/drawing/2014/main" id="{2A6F3223-63E8-0C00-311D-67874CC60E0E}"/>
              </a:ext>
            </a:extLst>
          </p:cNvPr>
          <p:cNvSpPr/>
          <p:nvPr/>
        </p:nvSpPr>
        <p:spPr>
          <a:xfrm>
            <a:off x="3233328" y="4265312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그래픽 34" descr="배지 1 단색으로 채워진">
            <a:extLst>
              <a:ext uri="{FF2B5EF4-FFF2-40B4-BE49-F238E27FC236}">
                <a16:creationId xmlns:a16="http://schemas.microsoft.com/office/drawing/2014/main" id="{7E51C534-C5A8-4AFC-7653-A3120C9A7FF9}"/>
              </a:ext>
            </a:extLst>
          </p:cNvPr>
          <p:cNvSpPr/>
          <p:nvPr/>
        </p:nvSpPr>
        <p:spPr>
          <a:xfrm>
            <a:off x="6968412" y="1887337"/>
            <a:ext cx="389964" cy="389964"/>
          </a:xfrm>
          <a:custGeom>
            <a:avLst/>
            <a:gdLst>
              <a:gd name="csX0" fmla="*/ 194982 w 389964"/>
              <a:gd name="csY0" fmla="*/ 0 h 389964"/>
              <a:gd name="csX1" fmla="*/ 0 w 389964"/>
              <a:gd name="csY1" fmla="*/ 194982 h 389964"/>
              <a:gd name="csX2" fmla="*/ 194982 w 389964"/>
              <a:gd name="csY2" fmla="*/ 389964 h 389964"/>
              <a:gd name="csX3" fmla="*/ 389964 w 389964"/>
              <a:gd name="csY3" fmla="*/ 194982 h 389964"/>
              <a:gd name="csX4" fmla="*/ 389964 w 389964"/>
              <a:gd name="csY4" fmla="*/ 194962 h 389964"/>
              <a:gd name="csX5" fmla="*/ 195136 w 389964"/>
              <a:gd name="csY5" fmla="*/ 0 h 389964"/>
              <a:gd name="csX6" fmla="*/ 194982 w 389964"/>
              <a:gd name="csY6" fmla="*/ 0 h 389964"/>
              <a:gd name="csX7" fmla="*/ 216370 w 389964"/>
              <a:gd name="csY7" fmla="*/ 277747 h 389964"/>
              <a:gd name="csX8" fmla="*/ 186711 w 389964"/>
              <a:gd name="csY8" fmla="*/ 277747 h 389964"/>
              <a:gd name="csX9" fmla="*/ 186711 w 389964"/>
              <a:gd name="csY9" fmla="*/ 136096 h 389964"/>
              <a:gd name="csX10" fmla="*/ 178779 w 389964"/>
              <a:gd name="csY10" fmla="*/ 141040 h 389964"/>
              <a:gd name="csX11" fmla="*/ 170175 w 389964"/>
              <a:gd name="csY11" fmla="*/ 145301 h 389964"/>
              <a:gd name="csX12" fmla="*/ 160118 w 389964"/>
              <a:gd name="csY12" fmla="*/ 148797 h 389964"/>
              <a:gd name="csX13" fmla="*/ 148525 w 389964"/>
              <a:gd name="csY13" fmla="*/ 151950 h 389964"/>
              <a:gd name="csX14" fmla="*/ 148525 w 389964"/>
              <a:gd name="csY14" fmla="*/ 128256 h 389964"/>
              <a:gd name="csX15" fmla="*/ 156277 w 389964"/>
              <a:gd name="csY15" fmla="*/ 125869 h 389964"/>
              <a:gd name="csX16" fmla="*/ 163188 w 389964"/>
              <a:gd name="csY16" fmla="*/ 123482 h 389964"/>
              <a:gd name="csX17" fmla="*/ 170006 w 389964"/>
              <a:gd name="csY17" fmla="*/ 120668 h 389964"/>
              <a:gd name="csX18" fmla="*/ 176823 w 389964"/>
              <a:gd name="csY18" fmla="*/ 117855 h 389964"/>
              <a:gd name="csX19" fmla="*/ 183380 w 389964"/>
              <a:gd name="csY19" fmla="*/ 114446 h 389964"/>
              <a:gd name="csX20" fmla="*/ 189951 w 389964"/>
              <a:gd name="csY20" fmla="*/ 110852 h 389964"/>
              <a:gd name="csX21" fmla="*/ 197020 w 389964"/>
              <a:gd name="csY21" fmla="*/ 106745 h 389964"/>
              <a:gd name="csX22" fmla="*/ 204100 w 389964"/>
              <a:gd name="csY22" fmla="*/ 102638 h 389964"/>
              <a:gd name="csX23" fmla="*/ 216370 w 389964"/>
              <a:gd name="csY23" fmla="*/ 102638 h 389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89964" h="389964">
                <a:moveTo>
                  <a:pt x="194982" y="0"/>
                </a:moveTo>
                <a:cubicBezTo>
                  <a:pt x="87297" y="0"/>
                  <a:pt x="0" y="87297"/>
                  <a:pt x="0" y="194982"/>
                </a:cubicBezTo>
                <a:cubicBezTo>
                  <a:pt x="0" y="302668"/>
                  <a:pt x="87297" y="389964"/>
                  <a:pt x="194982" y="389964"/>
                </a:cubicBezTo>
                <a:cubicBezTo>
                  <a:pt x="302668" y="389964"/>
                  <a:pt x="389964" y="302668"/>
                  <a:pt x="389964" y="194982"/>
                </a:cubicBezTo>
                <a:cubicBezTo>
                  <a:pt x="389964" y="194976"/>
                  <a:pt x="389964" y="194968"/>
                  <a:pt x="389964" y="194962"/>
                </a:cubicBezTo>
                <a:cubicBezTo>
                  <a:pt x="390001" y="87324"/>
                  <a:pt x="302774" y="37"/>
                  <a:pt x="195136" y="0"/>
                </a:cubicBezTo>
                <a:cubicBezTo>
                  <a:pt x="195085" y="0"/>
                  <a:pt x="195034" y="0"/>
                  <a:pt x="194982" y="0"/>
                </a:cubicBezTo>
                <a:close/>
                <a:moveTo>
                  <a:pt x="216370" y="277747"/>
                </a:moveTo>
                <a:lnTo>
                  <a:pt x="186711" y="277747"/>
                </a:lnTo>
                <a:lnTo>
                  <a:pt x="186711" y="136096"/>
                </a:lnTo>
                <a:cubicBezTo>
                  <a:pt x="184206" y="137807"/>
                  <a:pt x="181562" y="139455"/>
                  <a:pt x="178779" y="141040"/>
                </a:cubicBezTo>
                <a:cubicBezTo>
                  <a:pt x="175998" y="142630"/>
                  <a:pt x="173125" y="144052"/>
                  <a:pt x="170175" y="145301"/>
                </a:cubicBezTo>
                <a:cubicBezTo>
                  <a:pt x="166985" y="146554"/>
                  <a:pt x="163633" y="147719"/>
                  <a:pt x="160118" y="148797"/>
                </a:cubicBezTo>
                <a:cubicBezTo>
                  <a:pt x="156602" y="149875"/>
                  <a:pt x="152739" y="150926"/>
                  <a:pt x="148525" y="151950"/>
                </a:cubicBezTo>
                <a:lnTo>
                  <a:pt x="148525" y="128256"/>
                </a:lnTo>
                <a:cubicBezTo>
                  <a:pt x="151366" y="127459"/>
                  <a:pt x="153950" y="126663"/>
                  <a:pt x="156277" y="125869"/>
                </a:cubicBezTo>
                <a:cubicBezTo>
                  <a:pt x="158605" y="125075"/>
                  <a:pt x="160908" y="124279"/>
                  <a:pt x="163188" y="123482"/>
                </a:cubicBezTo>
                <a:cubicBezTo>
                  <a:pt x="165452" y="122573"/>
                  <a:pt x="167731" y="121639"/>
                  <a:pt x="170006" y="120668"/>
                </a:cubicBezTo>
                <a:cubicBezTo>
                  <a:pt x="172280" y="119698"/>
                  <a:pt x="174549" y="118769"/>
                  <a:pt x="176823" y="117855"/>
                </a:cubicBezTo>
                <a:cubicBezTo>
                  <a:pt x="178980" y="116719"/>
                  <a:pt x="181165" y="115582"/>
                  <a:pt x="183380" y="114446"/>
                </a:cubicBezTo>
                <a:cubicBezTo>
                  <a:pt x="185594" y="113310"/>
                  <a:pt x="187784" y="112112"/>
                  <a:pt x="189951" y="110852"/>
                </a:cubicBezTo>
                <a:cubicBezTo>
                  <a:pt x="192347" y="109606"/>
                  <a:pt x="194703" y="108238"/>
                  <a:pt x="197020" y="106745"/>
                </a:cubicBezTo>
                <a:cubicBezTo>
                  <a:pt x="199337" y="105253"/>
                  <a:pt x="201697" y="103884"/>
                  <a:pt x="204100" y="102638"/>
                </a:cubicBezTo>
                <a:lnTo>
                  <a:pt x="216370" y="102638"/>
                </a:lnTo>
                <a:close/>
              </a:path>
            </a:pathLst>
          </a:custGeom>
          <a:solidFill>
            <a:srgbClr val="7030A0"/>
          </a:solidFill>
          <a:ln w="5060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003F6EF-4950-773C-AEA0-9FA0DE41DC72}"/>
              </a:ext>
            </a:extLst>
          </p:cNvPr>
          <p:cNvSpPr/>
          <p:nvPr/>
        </p:nvSpPr>
        <p:spPr>
          <a:xfrm>
            <a:off x="1230532" y="3594130"/>
            <a:ext cx="89800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3200" b="1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20T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B0BFFC0-EAC9-6E92-76E8-130498AD4F6D}"/>
              </a:ext>
            </a:extLst>
          </p:cNvPr>
          <p:cNvSpPr/>
          <p:nvPr/>
        </p:nvSpPr>
        <p:spPr>
          <a:xfrm>
            <a:off x="5699161" y="2685306"/>
            <a:ext cx="89800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32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1</a:t>
            </a:r>
            <a:r>
              <a:rPr lang="en-US" altLang="ko-KR" sz="3200" b="1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0T</a:t>
            </a:r>
          </a:p>
        </p:txBody>
      </p:sp>
      <p:sp>
        <p:nvSpPr>
          <p:cNvPr id="16" name="그래픽 39" descr="배지 단색으로 채워진">
            <a:extLst>
              <a:ext uri="{FF2B5EF4-FFF2-40B4-BE49-F238E27FC236}">
                <a16:creationId xmlns:a16="http://schemas.microsoft.com/office/drawing/2014/main" id="{0ADE778E-1AAF-CCDD-FF68-09272240AA1C}"/>
              </a:ext>
            </a:extLst>
          </p:cNvPr>
          <p:cNvSpPr/>
          <p:nvPr/>
        </p:nvSpPr>
        <p:spPr>
          <a:xfrm>
            <a:off x="5452627" y="2552966"/>
            <a:ext cx="389031" cy="389964"/>
          </a:xfrm>
          <a:custGeom>
            <a:avLst/>
            <a:gdLst>
              <a:gd name="csX0" fmla="*/ 176368 w 352735"/>
              <a:gd name="csY0" fmla="*/ 0 h 352735"/>
              <a:gd name="csX1" fmla="*/ 0 w 352735"/>
              <a:gd name="csY1" fmla="*/ 176368 h 352735"/>
              <a:gd name="csX2" fmla="*/ 176368 w 352735"/>
              <a:gd name="csY2" fmla="*/ 352736 h 352735"/>
              <a:gd name="csX3" fmla="*/ 352735 w 352735"/>
              <a:gd name="csY3" fmla="*/ 176368 h 352735"/>
              <a:gd name="csX4" fmla="*/ 352735 w 352735"/>
              <a:gd name="csY4" fmla="*/ 176354 h 352735"/>
              <a:gd name="csX5" fmla="*/ 176502 w 352735"/>
              <a:gd name="csY5" fmla="*/ 0 h 352735"/>
              <a:gd name="csX6" fmla="*/ 176368 w 352735"/>
              <a:gd name="csY6" fmla="*/ 0 h 352735"/>
              <a:gd name="csX7" fmla="*/ 226790 w 352735"/>
              <a:gd name="csY7" fmla="*/ 255452 h 352735"/>
              <a:gd name="csX8" fmla="*/ 125950 w 352735"/>
              <a:gd name="csY8" fmla="*/ 255452 h 352735"/>
              <a:gd name="csX9" fmla="*/ 125950 w 352735"/>
              <a:gd name="csY9" fmla="*/ 240652 h 352735"/>
              <a:gd name="csX10" fmla="*/ 129340 w 352735"/>
              <a:gd name="csY10" fmla="*/ 222541 h 352735"/>
              <a:gd name="csX11" fmla="*/ 138665 w 352735"/>
              <a:gd name="csY11" fmla="*/ 207681 h 352735"/>
              <a:gd name="csX12" fmla="*/ 152471 w 352735"/>
              <a:gd name="csY12" fmla="*/ 195041 h 352735"/>
              <a:gd name="csX13" fmla="*/ 169430 w 352735"/>
              <a:gd name="csY13" fmla="*/ 183631 h 352735"/>
              <a:gd name="csX14" fmla="*/ 183826 w 352735"/>
              <a:gd name="csY14" fmla="*/ 173298 h 352735"/>
              <a:gd name="csX15" fmla="*/ 192784 w 352735"/>
              <a:gd name="csY15" fmla="*/ 163463 h 352735"/>
              <a:gd name="csX16" fmla="*/ 197339 w 352735"/>
              <a:gd name="csY16" fmla="*/ 153515 h 352735"/>
              <a:gd name="csX17" fmla="*/ 198570 w 352735"/>
              <a:gd name="csY17" fmla="*/ 142412 h 352735"/>
              <a:gd name="csX18" fmla="*/ 197028 w 352735"/>
              <a:gd name="csY18" fmla="*/ 132855 h 352735"/>
              <a:gd name="csX19" fmla="*/ 192477 w 352735"/>
              <a:gd name="csY19" fmla="*/ 124761 h 352735"/>
              <a:gd name="csX20" fmla="*/ 184768 w 352735"/>
              <a:gd name="csY20" fmla="*/ 119188 h 352735"/>
              <a:gd name="csX21" fmla="*/ 173902 w 352735"/>
              <a:gd name="csY21" fmla="*/ 117108 h 352735"/>
              <a:gd name="csX22" fmla="*/ 152930 w 352735"/>
              <a:gd name="csY22" fmla="*/ 122044 h 352735"/>
              <a:gd name="csX23" fmla="*/ 134276 w 352735"/>
              <a:gd name="csY23" fmla="*/ 135302 h 352735"/>
              <a:gd name="csX24" fmla="*/ 134276 w 352735"/>
              <a:gd name="csY24" fmla="*/ 111247 h 352735"/>
              <a:gd name="csX25" fmla="*/ 153005 w 352735"/>
              <a:gd name="csY25" fmla="*/ 100455 h 352735"/>
              <a:gd name="csX26" fmla="*/ 176224 w 352735"/>
              <a:gd name="csY26" fmla="*/ 97205 h 352735"/>
              <a:gd name="csX27" fmla="*/ 194725 w 352735"/>
              <a:gd name="csY27" fmla="*/ 99991 h 352735"/>
              <a:gd name="csX28" fmla="*/ 209836 w 352735"/>
              <a:gd name="csY28" fmla="*/ 108085 h 352735"/>
              <a:gd name="csX29" fmla="*/ 220015 w 352735"/>
              <a:gd name="csY29" fmla="*/ 121343 h 352735"/>
              <a:gd name="csX30" fmla="*/ 223730 w 352735"/>
              <a:gd name="csY30" fmla="*/ 139454 h 352735"/>
              <a:gd name="csX31" fmla="*/ 221794 w 352735"/>
              <a:gd name="csY31" fmla="*/ 156102 h 352735"/>
              <a:gd name="csX32" fmla="*/ 215441 w 352735"/>
              <a:gd name="csY32" fmla="*/ 170493 h 352735"/>
              <a:gd name="csX33" fmla="*/ 203961 w 352735"/>
              <a:gd name="csY33" fmla="*/ 183603 h 352735"/>
              <a:gd name="csX34" fmla="*/ 186691 w 352735"/>
              <a:gd name="csY34" fmla="*/ 196397 h 352735"/>
              <a:gd name="csX35" fmla="*/ 171886 w 352735"/>
              <a:gd name="csY35" fmla="*/ 206111 h 352735"/>
              <a:gd name="csX36" fmla="*/ 160857 w 352735"/>
              <a:gd name="csY36" fmla="*/ 214976 h 352735"/>
              <a:gd name="csX37" fmla="*/ 154003 w 352735"/>
              <a:gd name="csY37" fmla="*/ 224074 h 352735"/>
              <a:gd name="csX38" fmla="*/ 151681 w 352735"/>
              <a:gd name="csY38" fmla="*/ 234485 h 352735"/>
              <a:gd name="csX39" fmla="*/ 226772 w 352735"/>
              <a:gd name="csY39" fmla="*/ 234485 h 35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352735" h="352735">
                <a:moveTo>
                  <a:pt x="176368" y="0"/>
                </a:moveTo>
                <a:cubicBezTo>
                  <a:pt x="78963" y="0"/>
                  <a:pt x="0" y="78963"/>
                  <a:pt x="0" y="176368"/>
                </a:cubicBezTo>
                <a:cubicBezTo>
                  <a:pt x="0" y="273773"/>
                  <a:pt x="78963" y="352736"/>
                  <a:pt x="176368" y="352736"/>
                </a:cubicBezTo>
                <a:cubicBezTo>
                  <a:pt x="273773" y="352736"/>
                  <a:pt x="352735" y="273773"/>
                  <a:pt x="352735" y="176368"/>
                </a:cubicBezTo>
                <a:cubicBezTo>
                  <a:pt x="352735" y="176363"/>
                  <a:pt x="352735" y="176358"/>
                  <a:pt x="352735" y="176354"/>
                </a:cubicBezTo>
                <a:cubicBezTo>
                  <a:pt x="352769" y="78990"/>
                  <a:pt x="273867" y="33"/>
                  <a:pt x="176502" y="0"/>
                </a:cubicBezTo>
                <a:cubicBezTo>
                  <a:pt x="176457" y="0"/>
                  <a:pt x="176413" y="0"/>
                  <a:pt x="176368" y="0"/>
                </a:cubicBezTo>
                <a:close/>
                <a:moveTo>
                  <a:pt x="226790" y="255452"/>
                </a:moveTo>
                <a:lnTo>
                  <a:pt x="125950" y="255452"/>
                </a:lnTo>
                <a:lnTo>
                  <a:pt x="125950" y="240652"/>
                </a:lnTo>
                <a:cubicBezTo>
                  <a:pt x="125858" y="234449"/>
                  <a:pt x="127010" y="228291"/>
                  <a:pt x="129340" y="222541"/>
                </a:cubicBezTo>
                <a:cubicBezTo>
                  <a:pt x="131623" y="217115"/>
                  <a:pt x="134772" y="212096"/>
                  <a:pt x="138665" y="207681"/>
                </a:cubicBezTo>
                <a:cubicBezTo>
                  <a:pt x="142807" y="202992"/>
                  <a:pt x="147435" y="198755"/>
                  <a:pt x="152471" y="195041"/>
                </a:cubicBezTo>
                <a:cubicBezTo>
                  <a:pt x="157715" y="191137"/>
                  <a:pt x="163368" y="187333"/>
                  <a:pt x="169430" y="183631"/>
                </a:cubicBezTo>
                <a:cubicBezTo>
                  <a:pt x="174506" y="180591"/>
                  <a:pt x="179321" y="177135"/>
                  <a:pt x="183826" y="173298"/>
                </a:cubicBezTo>
                <a:cubicBezTo>
                  <a:pt x="187212" y="170408"/>
                  <a:pt x="190222" y="167104"/>
                  <a:pt x="192784" y="163463"/>
                </a:cubicBezTo>
                <a:cubicBezTo>
                  <a:pt x="194892" y="160450"/>
                  <a:pt x="196436" y="157080"/>
                  <a:pt x="197339" y="153515"/>
                </a:cubicBezTo>
                <a:cubicBezTo>
                  <a:pt x="198186" y="149876"/>
                  <a:pt x="198600" y="146149"/>
                  <a:pt x="198570" y="142412"/>
                </a:cubicBezTo>
                <a:cubicBezTo>
                  <a:pt x="198575" y="139164"/>
                  <a:pt x="198055" y="135937"/>
                  <a:pt x="197028" y="132855"/>
                </a:cubicBezTo>
                <a:cubicBezTo>
                  <a:pt x="196061" y="129883"/>
                  <a:pt x="194514" y="127132"/>
                  <a:pt x="192477" y="124761"/>
                </a:cubicBezTo>
                <a:cubicBezTo>
                  <a:pt x="190354" y="122353"/>
                  <a:pt x="187721" y="120449"/>
                  <a:pt x="184768" y="119188"/>
                </a:cubicBezTo>
                <a:cubicBezTo>
                  <a:pt x="181332" y="117742"/>
                  <a:pt x="177630" y="117033"/>
                  <a:pt x="173902" y="117108"/>
                </a:cubicBezTo>
                <a:cubicBezTo>
                  <a:pt x="166620" y="117081"/>
                  <a:pt x="159435" y="118772"/>
                  <a:pt x="152930" y="122044"/>
                </a:cubicBezTo>
                <a:cubicBezTo>
                  <a:pt x="146090" y="125516"/>
                  <a:pt x="139803" y="129983"/>
                  <a:pt x="134276" y="135302"/>
                </a:cubicBezTo>
                <a:lnTo>
                  <a:pt x="134276" y="111247"/>
                </a:lnTo>
                <a:cubicBezTo>
                  <a:pt x="139617" y="106273"/>
                  <a:pt x="146022" y="102581"/>
                  <a:pt x="153005" y="100455"/>
                </a:cubicBezTo>
                <a:cubicBezTo>
                  <a:pt x="160539" y="98221"/>
                  <a:pt x="168366" y="97125"/>
                  <a:pt x="176224" y="97205"/>
                </a:cubicBezTo>
                <a:cubicBezTo>
                  <a:pt x="182499" y="97161"/>
                  <a:pt x="188741" y="98101"/>
                  <a:pt x="194725" y="99991"/>
                </a:cubicBezTo>
                <a:cubicBezTo>
                  <a:pt x="200231" y="101704"/>
                  <a:pt x="205359" y="104451"/>
                  <a:pt x="209836" y="108085"/>
                </a:cubicBezTo>
                <a:cubicBezTo>
                  <a:pt x="214188" y="111677"/>
                  <a:pt x="217669" y="116210"/>
                  <a:pt x="220015" y="121343"/>
                </a:cubicBezTo>
                <a:cubicBezTo>
                  <a:pt x="222569" y="127034"/>
                  <a:pt x="223837" y="133217"/>
                  <a:pt x="223730" y="139454"/>
                </a:cubicBezTo>
                <a:cubicBezTo>
                  <a:pt x="223784" y="145063"/>
                  <a:pt x="223134" y="150656"/>
                  <a:pt x="221794" y="156102"/>
                </a:cubicBezTo>
                <a:cubicBezTo>
                  <a:pt x="220480" y="161215"/>
                  <a:pt x="218334" y="166078"/>
                  <a:pt x="215441" y="170493"/>
                </a:cubicBezTo>
                <a:cubicBezTo>
                  <a:pt x="212216" y="175355"/>
                  <a:pt x="208355" y="179764"/>
                  <a:pt x="203961" y="183603"/>
                </a:cubicBezTo>
                <a:cubicBezTo>
                  <a:pt x="198553" y="188319"/>
                  <a:pt x="192778" y="192597"/>
                  <a:pt x="186691" y="196397"/>
                </a:cubicBezTo>
                <a:cubicBezTo>
                  <a:pt x="181137" y="199895"/>
                  <a:pt x="176202" y="203133"/>
                  <a:pt x="171886" y="206111"/>
                </a:cubicBezTo>
                <a:cubicBezTo>
                  <a:pt x="167977" y="208765"/>
                  <a:pt x="164289" y="211730"/>
                  <a:pt x="160857" y="214976"/>
                </a:cubicBezTo>
                <a:cubicBezTo>
                  <a:pt x="158066" y="217592"/>
                  <a:pt x="155748" y="220670"/>
                  <a:pt x="154003" y="224074"/>
                </a:cubicBezTo>
                <a:cubicBezTo>
                  <a:pt x="152434" y="227318"/>
                  <a:pt x="151639" y="230882"/>
                  <a:pt x="151681" y="234485"/>
                </a:cubicBezTo>
                <a:lnTo>
                  <a:pt x="226772" y="234485"/>
                </a:lnTo>
                <a:close/>
              </a:path>
            </a:pathLst>
          </a:custGeom>
          <a:solidFill>
            <a:srgbClr val="7030A0"/>
          </a:solidFill>
          <a:ln w="456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그래픽 39" descr="배지 단색으로 채워진">
            <a:extLst>
              <a:ext uri="{FF2B5EF4-FFF2-40B4-BE49-F238E27FC236}">
                <a16:creationId xmlns:a16="http://schemas.microsoft.com/office/drawing/2014/main" id="{6763C964-5DEC-91D3-E592-B2000F46A51D}"/>
              </a:ext>
            </a:extLst>
          </p:cNvPr>
          <p:cNvSpPr/>
          <p:nvPr/>
        </p:nvSpPr>
        <p:spPr>
          <a:xfrm>
            <a:off x="1053783" y="3367257"/>
            <a:ext cx="389031" cy="389964"/>
          </a:xfrm>
          <a:custGeom>
            <a:avLst/>
            <a:gdLst>
              <a:gd name="csX0" fmla="*/ 176368 w 352735"/>
              <a:gd name="csY0" fmla="*/ 0 h 352735"/>
              <a:gd name="csX1" fmla="*/ 0 w 352735"/>
              <a:gd name="csY1" fmla="*/ 176368 h 352735"/>
              <a:gd name="csX2" fmla="*/ 176368 w 352735"/>
              <a:gd name="csY2" fmla="*/ 352736 h 352735"/>
              <a:gd name="csX3" fmla="*/ 352735 w 352735"/>
              <a:gd name="csY3" fmla="*/ 176368 h 352735"/>
              <a:gd name="csX4" fmla="*/ 352735 w 352735"/>
              <a:gd name="csY4" fmla="*/ 176354 h 352735"/>
              <a:gd name="csX5" fmla="*/ 176502 w 352735"/>
              <a:gd name="csY5" fmla="*/ 0 h 352735"/>
              <a:gd name="csX6" fmla="*/ 176368 w 352735"/>
              <a:gd name="csY6" fmla="*/ 0 h 352735"/>
              <a:gd name="csX7" fmla="*/ 226790 w 352735"/>
              <a:gd name="csY7" fmla="*/ 255452 h 352735"/>
              <a:gd name="csX8" fmla="*/ 125950 w 352735"/>
              <a:gd name="csY8" fmla="*/ 255452 h 352735"/>
              <a:gd name="csX9" fmla="*/ 125950 w 352735"/>
              <a:gd name="csY9" fmla="*/ 240652 h 352735"/>
              <a:gd name="csX10" fmla="*/ 129340 w 352735"/>
              <a:gd name="csY10" fmla="*/ 222541 h 352735"/>
              <a:gd name="csX11" fmla="*/ 138665 w 352735"/>
              <a:gd name="csY11" fmla="*/ 207681 h 352735"/>
              <a:gd name="csX12" fmla="*/ 152471 w 352735"/>
              <a:gd name="csY12" fmla="*/ 195041 h 352735"/>
              <a:gd name="csX13" fmla="*/ 169430 w 352735"/>
              <a:gd name="csY13" fmla="*/ 183631 h 352735"/>
              <a:gd name="csX14" fmla="*/ 183826 w 352735"/>
              <a:gd name="csY14" fmla="*/ 173298 h 352735"/>
              <a:gd name="csX15" fmla="*/ 192784 w 352735"/>
              <a:gd name="csY15" fmla="*/ 163463 h 352735"/>
              <a:gd name="csX16" fmla="*/ 197339 w 352735"/>
              <a:gd name="csY16" fmla="*/ 153515 h 352735"/>
              <a:gd name="csX17" fmla="*/ 198570 w 352735"/>
              <a:gd name="csY17" fmla="*/ 142412 h 352735"/>
              <a:gd name="csX18" fmla="*/ 197028 w 352735"/>
              <a:gd name="csY18" fmla="*/ 132855 h 352735"/>
              <a:gd name="csX19" fmla="*/ 192477 w 352735"/>
              <a:gd name="csY19" fmla="*/ 124761 h 352735"/>
              <a:gd name="csX20" fmla="*/ 184768 w 352735"/>
              <a:gd name="csY20" fmla="*/ 119188 h 352735"/>
              <a:gd name="csX21" fmla="*/ 173902 w 352735"/>
              <a:gd name="csY21" fmla="*/ 117108 h 352735"/>
              <a:gd name="csX22" fmla="*/ 152930 w 352735"/>
              <a:gd name="csY22" fmla="*/ 122044 h 352735"/>
              <a:gd name="csX23" fmla="*/ 134276 w 352735"/>
              <a:gd name="csY23" fmla="*/ 135302 h 352735"/>
              <a:gd name="csX24" fmla="*/ 134276 w 352735"/>
              <a:gd name="csY24" fmla="*/ 111247 h 352735"/>
              <a:gd name="csX25" fmla="*/ 153005 w 352735"/>
              <a:gd name="csY25" fmla="*/ 100455 h 352735"/>
              <a:gd name="csX26" fmla="*/ 176224 w 352735"/>
              <a:gd name="csY26" fmla="*/ 97205 h 352735"/>
              <a:gd name="csX27" fmla="*/ 194725 w 352735"/>
              <a:gd name="csY27" fmla="*/ 99991 h 352735"/>
              <a:gd name="csX28" fmla="*/ 209836 w 352735"/>
              <a:gd name="csY28" fmla="*/ 108085 h 352735"/>
              <a:gd name="csX29" fmla="*/ 220015 w 352735"/>
              <a:gd name="csY29" fmla="*/ 121343 h 352735"/>
              <a:gd name="csX30" fmla="*/ 223730 w 352735"/>
              <a:gd name="csY30" fmla="*/ 139454 h 352735"/>
              <a:gd name="csX31" fmla="*/ 221794 w 352735"/>
              <a:gd name="csY31" fmla="*/ 156102 h 352735"/>
              <a:gd name="csX32" fmla="*/ 215441 w 352735"/>
              <a:gd name="csY32" fmla="*/ 170493 h 352735"/>
              <a:gd name="csX33" fmla="*/ 203961 w 352735"/>
              <a:gd name="csY33" fmla="*/ 183603 h 352735"/>
              <a:gd name="csX34" fmla="*/ 186691 w 352735"/>
              <a:gd name="csY34" fmla="*/ 196397 h 352735"/>
              <a:gd name="csX35" fmla="*/ 171886 w 352735"/>
              <a:gd name="csY35" fmla="*/ 206111 h 352735"/>
              <a:gd name="csX36" fmla="*/ 160857 w 352735"/>
              <a:gd name="csY36" fmla="*/ 214976 h 352735"/>
              <a:gd name="csX37" fmla="*/ 154003 w 352735"/>
              <a:gd name="csY37" fmla="*/ 224074 h 352735"/>
              <a:gd name="csX38" fmla="*/ 151681 w 352735"/>
              <a:gd name="csY38" fmla="*/ 234485 h 352735"/>
              <a:gd name="csX39" fmla="*/ 226772 w 352735"/>
              <a:gd name="csY39" fmla="*/ 234485 h 35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352735" h="352735">
                <a:moveTo>
                  <a:pt x="176368" y="0"/>
                </a:moveTo>
                <a:cubicBezTo>
                  <a:pt x="78963" y="0"/>
                  <a:pt x="0" y="78963"/>
                  <a:pt x="0" y="176368"/>
                </a:cubicBezTo>
                <a:cubicBezTo>
                  <a:pt x="0" y="273773"/>
                  <a:pt x="78963" y="352736"/>
                  <a:pt x="176368" y="352736"/>
                </a:cubicBezTo>
                <a:cubicBezTo>
                  <a:pt x="273773" y="352736"/>
                  <a:pt x="352735" y="273773"/>
                  <a:pt x="352735" y="176368"/>
                </a:cubicBezTo>
                <a:cubicBezTo>
                  <a:pt x="352735" y="176363"/>
                  <a:pt x="352735" y="176358"/>
                  <a:pt x="352735" y="176354"/>
                </a:cubicBezTo>
                <a:cubicBezTo>
                  <a:pt x="352769" y="78990"/>
                  <a:pt x="273867" y="33"/>
                  <a:pt x="176502" y="0"/>
                </a:cubicBezTo>
                <a:cubicBezTo>
                  <a:pt x="176457" y="0"/>
                  <a:pt x="176413" y="0"/>
                  <a:pt x="176368" y="0"/>
                </a:cubicBezTo>
                <a:close/>
                <a:moveTo>
                  <a:pt x="226790" y="255452"/>
                </a:moveTo>
                <a:lnTo>
                  <a:pt x="125950" y="255452"/>
                </a:lnTo>
                <a:lnTo>
                  <a:pt x="125950" y="240652"/>
                </a:lnTo>
                <a:cubicBezTo>
                  <a:pt x="125858" y="234449"/>
                  <a:pt x="127010" y="228291"/>
                  <a:pt x="129340" y="222541"/>
                </a:cubicBezTo>
                <a:cubicBezTo>
                  <a:pt x="131623" y="217115"/>
                  <a:pt x="134772" y="212096"/>
                  <a:pt x="138665" y="207681"/>
                </a:cubicBezTo>
                <a:cubicBezTo>
                  <a:pt x="142807" y="202992"/>
                  <a:pt x="147435" y="198755"/>
                  <a:pt x="152471" y="195041"/>
                </a:cubicBezTo>
                <a:cubicBezTo>
                  <a:pt x="157715" y="191137"/>
                  <a:pt x="163368" y="187333"/>
                  <a:pt x="169430" y="183631"/>
                </a:cubicBezTo>
                <a:cubicBezTo>
                  <a:pt x="174506" y="180591"/>
                  <a:pt x="179321" y="177135"/>
                  <a:pt x="183826" y="173298"/>
                </a:cubicBezTo>
                <a:cubicBezTo>
                  <a:pt x="187212" y="170408"/>
                  <a:pt x="190222" y="167104"/>
                  <a:pt x="192784" y="163463"/>
                </a:cubicBezTo>
                <a:cubicBezTo>
                  <a:pt x="194892" y="160450"/>
                  <a:pt x="196436" y="157080"/>
                  <a:pt x="197339" y="153515"/>
                </a:cubicBezTo>
                <a:cubicBezTo>
                  <a:pt x="198186" y="149876"/>
                  <a:pt x="198600" y="146149"/>
                  <a:pt x="198570" y="142412"/>
                </a:cubicBezTo>
                <a:cubicBezTo>
                  <a:pt x="198575" y="139164"/>
                  <a:pt x="198055" y="135937"/>
                  <a:pt x="197028" y="132855"/>
                </a:cubicBezTo>
                <a:cubicBezTo>
                  <a:pt x="196061" y="129883"/>
                  <a:pt x="194514" y="127132"/>
                  <a:pt x="192477" y="124761"/>
                </a:cubicBezTo>
                <a:cubicBezTo>
                  <a:pt x="190354" y="122353"/>
                  <a:pt x="187721" y="120449"/>
                  <a:pt x="184768" y="119188"/>
                </a:cubicBezTo>
                <a:cubicBezTo>
                  <a:pt x="181332" y="117742"/>
                  <a:pt x="177630" y="117033"/>
                  <a:pt x="173902" y="117108"/>
                </a:cubicBezTo>
                <a:cubicBezTo>
                  <a:pt x="166620" y="117081"/>
                  <a:pt x="159435" y="118772"/>
                  <a:pt x="152930" y="122044"/>
                </a:cubicBezTo>
                <a:cubicBezTo>
                  <a:pt x="146090" y="125516"/>
                  <a:pt x="139803" y="129983"/>
                  <a:pt x="134276" y="135302"/>
                </a:cubicBezTo>
                <a:lnTo>
                  <a:pt x="134276" y="111247"/>
                </a:lnTo>
                <a:cubicBezTo>
                  <a:pt x="139617" y="106273"/>
                  <a:pt x="146022" y="102581"/>
                  <a:pt x="153005" y="100455"/>
                </a:cubicBezTo>
                <a:cubicBezTo>
                  <a:pt x="160539" y="98221"/>
                  <a:pt x="168366" y="97125"/>
                  <a:pt x="176224" y="97205"/>
                </a:cubicBezTo>
                <a:cubicBezTo>
                  <a:pt x="182499" y="97161"/>
                  <a:pt x="188741" y="98101"/>
                  <a:pt x="194725" y="99991"/>
                </a:cubicBezTo>
                <a:cubicBezTo>
                  <a:pt x="200231" y="101704"/>
                  <a:pt x="205359" y="104451"/>
                  <a:pt x="209836" y="108085"/>
                </a:cubicBezTo>
                <a:cubicBezTo>
                  <a:pt x="214188" y="111677"/>
                  <a:pt x="217669" y="116210"/>
                  <a:pt x="220015" y="121343"/>
                </a:cubicBezTo>
                <a:cubicBezTo>
                  <a:pt x="222569" y="127034"/>
                  <a:pt x="223837" y="133217"/>
                  <a:pt x="223730" y="139454"/>
                </a:cubicBezTo>
                <a:cubicBezTo>
                  <a:pt x="223784" y="145063"/>
                  <a:pt x="223134" y="150656"/>
                  <a:pt x="221794" y="156102"/>
                </a:cubicBezTo>
                <a:cubicBezTo>
                  <a:pt x="220480" y="161215"/>
                  <a:pt x="218334" y="166078"/>
                  <a:pt x="215441" y="170493"/>
                </a:cubicBezTo>
                <a:cubicBezTo>
                  <a:pt x="212216" y="175355"/>
                  <a:pt x="208355" y="179764"/>
                  <a:pt x="203961" y="183603"/>
                </a:cubicBezTo>
                <a:cubicBezTo>
                  <a:pt x="198553" y="188319"/>
                  <a:pt x="192778" y="192597"/>
                  <a:pt x="186691" y="196397"/>
                </a:cubicBezTo>
                <a:cubicBezTo>
                  <a:pt x="181137" y="199895"/>
                  <a:pt x="176202" y="203133"/>
                  <a:pt x="171886" y="206111"/>
                </a:cubicBezTo>
                <a:cubicBezTo>
                  <a:pt x="167977" y="208765"/>
                  <a:pt x="164289" y="211730"/>
                  <a:pt x="160857" y="214976"/>
                </a:cubicBezTo>
                <a:cubicBezTo>
                  <a:pt x="158066" y="217592"/>
                  <a:pt x="155748" y="220670"/>
                  <a:pt x="154003" y="224074"/>
                </a:cubicBezTo>
                <a:cubicBezTo>
                  <a:pt x="152434" y="227318"/>
                  <a:pt x="151639" y="230882"/>
                  <a:pt x="151681" y="234485"/>
                </a:cubicBezTo>
                <a:lnTo>
                  <a:pt x="226772" y="234485"/>
                </a:lnTo>
                <a:close/>
              </a:path>
            </a:pathLst>
          </a:custGeom>
          <a:solidFill>
            <a:srgbClr val="7030A0"/>
          </a:solidFill>
          <a:ln w="456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그래픽 39" descr="배지 단색으로 채워진">
            <a:extLst>
              <a:ext uri="{FF2B5EF4-FFF2-40B4-BE49-F238E27FC236}">
                <a16:creationId xmlns:a16="http://schemas.microsoft.com/office/drawing/2014/main" id="{D2CAC575-2364-DDB5-995E-11E635FC41D4}"/>
              </a:ext>
            </a:extLst>
          </p:cNvPr>
          <p:cNvSpPr/>
          <p:nvPr/>
        </p:nvSpPr>
        <p:spPr>
          <a:xfrm>
            <a:off x="6963928" y="2746657"/>
            <a:ext cx="389031" cy="389964"/>
          </a:xfrm>
          <a:custGeom>
            <a:avLst/>
            <a:gdLst>
              <a:gd name="csX0" fmla="*/ 176368 w 352735"/>
              <a:gd name="csY0" fmla="*/ 0 h 352735"/>
              <a:gd name="csX1" fmla="*/ 0 w 352735"/>
              <a:gd name="csY1" fmla="*/ 176368 h 352735"/>
              <a:gd name="csX2" fmla="*/ 176368 w 352735"/>
              <a:gd name="csY2" fmla="*/ 352736 h 352735"/>
              <a:gd name="csX3" fmla="*/ 352735 w 352735"/>
              <a:gd name="csY3" fmla="*/ 176368 h 352735"/>
              <a:gd name="csX4" fmla="*/ 352735 w 352735"/>
              <a:gd name="csY4" fmla="*/ 176354 h 352735"/>
              <a:gd name="csX5" fmla="*/ 176502 w 352735"/>
              <a:gd name="csY5" fmla="*/ 0 h 352735"/>
              <a:gd name="csX6" fmla="*/ 176368 w 352735"/>
              <a:gd name="csY6" fmla="*/ 0 h 352735"/>
              <a:gd name="csX7" fmla="*/ 226790 w 352735"/>
              <a:gd name="csY7" fmla="*/ 255452 h 352735"/>
              <a:gd name="csX8" fmla="*/ 125950 w 352735"/>
              <a:gd name="csY8" fmla="*/ 255452 h 352735"/>
              <a:gd name="csX9" fmla="*/ 125950 w 352735"/>
              <a:gd name="csY9" fmla="*/ 240652 h 352735"/>
              <a:gd name="csX10" fmla="*/ 129340 w 352735"/>
              <a:gd name="csY10" fmla="*/ 222541 h 352735"/>
              <a:gd name="csX11" fmla="*/ 138665 w 352735"/>
              <a:gd name="csY11" fmla="*/ 207681 h 352735"/>
              <a:gd name="csX12" fmla="*/ 152471 w 352735"/>
              <a:gd name="csY12" fmla="*/ 195041 h 352735"/>
              <a:gd name="csX13" fmla="*/ 169430 w 352735"/>
              <a:gd name="csY13" fmla="*/ 183631 h 352735"/>
              <a:gd name="csX14" fmla="*/ 183826 w 352735"/>
              <a:gd name="csY14" fmla="*/ 173298 h 352735"/>
              <a:gd name="csX15" fmla="*/ 192784 w 352735"/>
              <a:gd name="csY15" fmla="*/ 163463 h 352735"/>
              <a:gd name="csX16" fmla="*/ 197339 w 352735"/>
              <a:gd name="csY16" fmla="*/ 153515 h 352735"/>
              <a:gd name="csX17" fmla="*/ 198570 w 352735"/>
              <a:gd name="csY17" fmla="*/ 142412 h 352735"/>
              <a:gd name="csX18" fmla="*/ 197028 w 352735"/>
              <a:gd name="csY18" fmla="*/ 132855 h 352735"/>
              <a:gd name="csX19" fmla="*/ 192477 w 352735"/>
              <a:gd name="csY19" fmla="*/ 124761 h 352735"/>
              <a:gd name="csX20" fmla="*/ 184768 w 352735"/>
              <a:gd name="csY20" fmla="*/ 119188 h 352735"/>
              <a:gd name="csX21" fmla="*/ 173902 w 352735"/>
              <a:gd name="csY21" fmla="*/ 117108 h 352735"/>
              <a:gd name="csX22" fmla="*/ 152930 w 352735"/>
              <a:gd name="csY22" fmla="*/ 122044 h 352735"/>
              <a:gd name="csX23" fmla="*/ 134276 w 352735"/>
              <a:gd name="csY23" fmla="*/ 135302 h 352735"/>
              <a:gd name="csX24" fmla="*/ 134276 w 352735"/>
              <a:gd name="csY24" fmla="*/ 111247 h 352735"/>
              <a:gd name="csX25" fmla="*/ 153005 w 352735"/>
              <a:gd name="csY25" fmla="*/ 100455 h 352735"/>
              <a:gd name="csX26" fmla="*/ 176224 w 352735"/>
              <a:gd name="csY26" fmla="*/ 97205 h 352735"/>
              <a:gd name="csX27" fmla="*/ 194725 w 352735"/>
              <a:gd name="csY27" fmla="*/ 99991 h 352735"/>
              <a:gd name="csX28" fmla="*/ 209836 w 352735"/>
              <a:gd name="csY28" fmla="*/ 108085 h 352735"/>
              <a:gd name="csX29" fmla="*/ 220015 w 352735"/>
              <a:gd name="csY29" fmla="*/ 121343 h 352735"/>
              <a:gd name="csX30" fmla="*/ 223730 w 352735"/>
              <a:gd name="csY30" fmla="*/ 139454 h 352735"/>
              <a:gd name="csX31" fmla="*/ 221794 w 352735"/>
              <a:gd name="csY31" fmla="*/ 156102 h 352735"/>
              <a:gd name="csX32" fmla="*/ 215441 w 352735"/>
              <a:gd name="csY32" fmla="*/ 170493 h 352735"/>
              <a:gd name="csX33" fmla="*/ 203961 w 352735"/>
              <a:gd name="csY33" fmla="*/ 183603 h 352735"/>
              <a:gd name="csX34" fmla="*/ 186691 w 352735"/>
              <a:gd name="csY34" fmla="*/ 196397 h 352735"/>
              <a:gd name="csX35" fmla="*/ 171886 w 352735"/>
              <a:gd name="csY35" fmla="*/ 206111 h 352735"/>
              <a:gd name="csX36" fmla="*/ 160857 w 352735"/>
              <a:gd name="csY36" fmla="*/ 214976 h 352735"/>
              <a:gd name="csX37" fmla="*/ 154003 w 352735"/>
              <a:gd name="csY37" fmla="*/ 224074 h 352735"/>
              <a:gd name="csX38" fmla="*/ 151681 w 352735"/>
              <a:gd name="csY38" fmla="*/ 234485 h 352735"/>
              <a:gd name="csX39" fmla="*/ 226772 w 352735"/>
              <a:gd name="csY39" fmla="*/ 234485 h 352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352735" h="352735">
                <a:moveTo>
                  <a:pt x="176368" y="0"/>
                </a:moveTo>
                <a:cubicBezTo>
                  <a:pt x="78963" y="0"/>
                  <a:pt x="0" y="78963"/>
                  <a:pt x="0" y="176368"/>
                </a:cubicBezTo>
                <a:cubicBezTo>
                  <a:pt x="0" y="273773"/>
                  <a:pt x="78963" y="352736"/>
                  <a:pt x="176368" y="352736"/>
                </a:cubicBezTo>
                <a:cubicBezTo>
                  <a:pt x="273773" y="352736"/>
                  <a:pt x="352735" y="273773"/>
                  <a:pt x="352735" y="176368"/>
                </a:cubicBezTo>
                <a:cubicBezTo>
                  <a:pt x="352735" y="176363"/>
                  <a:pt x="352735" y="176358"/>
                  <a:pt x="352735" y="176354"/>
                </a:cubicBezTo>
                <a:cubicBezTo>
                  <a:pt x="352769" y="78990"/>
                  <a:pt x="273867" y="33"/>
                  <a:pt x="176502" y="0"/>
                </a:cubicBezTo>
                <a:cubicBezTo>
                  <a:pt x="176457" y="0"/>
                  <a:pt x="176413" y="0"/>
                  <a:pt x="176368" y="0"/>
                </a:cubicBezTo>
                <a:close/>
                <a:moveTo>
                  <a:pt x="226790" y="255452"/>
                </a:moveTo>
                <a:lnTo>
                  <a:pt x="125950" y="255452"/>
                </a:lnTo>
                <a:lnTo>
                  <a:pt x="125950" y="240652"/>
                </a:lnTo>
                <a:cubicBezTo>
                  <a:pt x="125858" y="234449"/>
                  <a:pt x="127010" y="228291"/>
                  <a:pt x="129340" y="222541"/>
                </a:cubicBezTo>
                <a:cubicBezTo>
                  <a:pt x="131623" y="217115"/>
                  <a:pt x="134772" y="212096"/>
                  <a:pt x="138665" y="207681"/>
                </a:cubicBezTo>
                <a:cubicBezTo>
                  <a:pt x="142807" y="202992"/>
                  <a:pt x="147435" y="198755"/>
                  <a:pt x="152471" y="195041"/>
                </a:cubicBezTo>
                <a:cubicBezTo>
                  <a:pt x="157715" y="191137"/>
                  <a:pt x="163368" y="187333"/>
                  <a:pt x="169430" y="183631"/>
                </a:cubicBezTo>
                <a:cubicBezTo>
                  <a:pt x="174506" y="180591"/>
                  <a:pt x="179321" y="177135"/>
                  <a:pt x="183826" y="173298"/>
                </a:cubicBezTo>
                <a:cubicBezTo>
                  <a:pt x="187212" y="170408"/>
                  <a:pt x="190222" y="167104"/>
                  <a:pt x="192784" y="163463"/>
                </a:cubicBezTo>
                <a:cubicBezTo>
                  <a:pt x="194892" y="160450"/>
                  <a:pt x="196436" y="157080"/>
                  <a:pt x="197339" y="153515"/>
                </a:cubicBezTo>
                <a:cubicBezTo>
                  <a:pt x="198186" y="149876"/>
                  <a:pt x="198600" y="146149"/>
                  <a:pt x="198570" y="142412"/>
                </a:cubicBezTo>
                <a:cubicBezTo>
                  <a:pt x="198575" y="139164"/>
                  <a:pt x="198055" y="135937"/>
                  <a:pt x="197028" y="132855"/>
                </a:cubicBezTo>
                <a:cubicBezTo>
                  <a:pt x="196061" y="129883"/>
                  <a:pt x="194514" y="127132"/>
                  <a:pt x="192477" y="124761"/>
                </a:cubicBezTo>
                <a:cubicBezTo>
                  <a:pt x="190354" y="122353"/>
                  <a:pt x="187721" y="120449"/>
                  <a:pt x="184768" y="119188"/>
                </a:cubicBezTo>
                <a:cubicBezTo>
                  <a:pt x="181332" y="117742"/>
                  <a:pt x="177630" y="117033"/>
                  <a:pt x="173902" y="117108"/>
                </a:cubicBezTo>
                <a:cubicBezTo>
                  <a:pt x="166620" y="117081"/>
                  <a:pt x="159435" y="118772"/>
                  <a:pt x="152930" y="122044"/>
                </a:cubicBezTo>
                <a:cubicBezTo>
                  <a:pt x="146090" y="125516"/>
                  <a:pt x="139803" y="129983"/>
                  <a:pt x="134276" y="135302"/>
                </a:cubicBezTo>
                <a:lnTo>
                  <a:pt x="134276" y="111247"/>
                </a:lnTo>
                <a:cubicBezTo>
                  <a:pt x="139617" y="106273"/>
                  <a:pt x="146022" y="102581"/>
                  <a:pt x="153005" y="100455"/>
                </a:cubicBezTo>
                <a:cubicBezTo>
                  <a:pt x="160539" y="98221"/>
                  <a:pt x="168366" y="97125"/>
                  <a:pt x="176224" y="97205"/>
                </a:cubicBezTo>
                <a:cubicBezTo>
                  <a:pt x="182499" y="97161"/>
                  <a:pt x="188741" y="98101"/>
                  <a:pt x="194725" y="99991"/>
                </a:cubicBezTo>
                <a:cubicBezTo>
                  <a:pt x="200231" y="101704"/>
                  <a:pt x="205359" y="104451"/>
                  <a:pt x="209836" y="108085"/>
                </a:cubicBezTo>
                <a:cubicBezTo>
                  <a:pt x="214188" y="111677"/>
                  <a:pt x="217669" y="116210"/>
                  <a:pt x="220015" y="121343"/>
                </a:cubicBezTo>
                <a:cubicBezTo>
                  <a:pt x="222569" y="127034"/>
                  <a:pt x="223837" y="133217"/>
                  <a:pt x="223730" y="139454"/>
                </a:cubicBezTo>
                <a:cubicBezTo>
                  <a:pt x="223784" y="145063"/>
                  <a:pt x="223134" y="150656"/>
                  <a:pt x="221794" y="156102"/>
                </a:cubicBezTo>
                <a:cubicBezTo>
                  <a:pt x="220480" y="161215"/>
                  <a:pt x="218334" y="166078"/>
                  <a:pt x="215441" y="170493"/>
                </a:cubicBezTo>
                <a:cubicBezTo>
                  <a:pt x="212216" y="175355"/>
                  <a:pt x="208355" y="179764"/>
                  <a:pt x="203961" y="183603"/>
                </a:cubicBezTo>
                <a:cubicBezTo>
                  <a:pt x="198553" y="188319"/>
                  <a:pt x="192778" y="192597"/>
                  <a:pt x="186691" y="196397"/>
                </a:cubicBezTo>
                <a:cubicBezTo>
                  <a:pt x="181137" y="199895"/>
                  <a:pt x="176202" y="203133"/>
                  <a:pt x="171886" y="206111"/>
                </a:cubicBezTo>
                <a:cubicBezTo>
                  <a:pt x="167977" y="208765"/>
                  <a:pt x="164289" y="211730"/>
                  <a:pt x="160857" y="214976"/>
                </a:cubicBezTo>
                <a:cubicBezTo>
                  <a:pt x="158066" y="217592"/>
                  <a:pt x="155748" y="220670"/>
                  <a:pt x="154003" y="224074"/>
                </a:cubicBezTo>
                <a:cubicBezTo>
                  <a:pt x="152434" y="227318"/>
                  <a:pt x="151639" y="230882"/>
                  <a:pt x="151681" y="234485"/>
                </a:cubicBezTo>
                <a:lnTo>
                  <a:pt x="226772" y="234485"/>
                </a:lnTo>
                <a:close/>
              </a:path>
            </a:pathLst>
          </a:custGeom>
          <a:solidFill>
            <a:srgbClr val="7030A0"/>
          </a:solidFill>
          <a:ln w="4564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9935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5CF57BE9-8481-9F59-2C95-0BFBD58D1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670430" cy="662782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데이터 테이블</a:t>
            </a:r>
            <a:r>
              <a:rPr lang="en-US" altLang="ko-KR" dirty="0"/>
              <a:t>_NPC,</a:t>
            </a:r>
            <a:r>
              <a:rPr lang="ko-KR" altLang="en-US" dirty="0"/>
              <a:t>플레이어</a:t>
            </a:r>
          </a:p>
        </p:txBody>
      </p:sp>
      <p:graphicFrame>
        <p:nvGraphicFramePr>
          <p:cNvPr id="2" name="내용 개체 틀 1">
            <a:extLst>
              <a:ext uri="{FF2B5EF4-FFF2-40B4-BE49-F238E27FC236}">
                <a16:creationId xmlns:a16="http://schemas.microsoft.com/office/drawing/2014/main" id="{AAD9A12E-7B8A-8401-8786-3CD2FD3A94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3748910"/>
              </p:ext>
            </p:extLst>
          </p:nvPr>
        </p:nvGraphicFramePr>
        <p:xfrm>
          <a:off x="838198" y="1121076"/>
          <a:ext cx="10715445" cy="23373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605">
                  <a:extLst>
                    <a:ext uri="{9D8B030D-6E8A-4147-A177-3AD203B41FA5}">
                      <a16:colId xmlns:a16="http://schemas.microsoft.com/office/drawing/2014/main" val="4245382652"/>
                    </a:ext>
                  </a:extLst>
                </a:gridCol>
                <a:gridCol w="1190605">
                  <a:extLst>
                    <a:ext uri="{9D8B030D-6E8A-4147-A177-3AD203B41FA5}">
                      <a16:colId xmlns:a16="http://schemas.microsoft.com/office/drawing/2014/main" val="1933533662"/>
                    </a:ext>
                  </a:extLst>
                </a:gridCol>
                <a:gridCol w="1190605">
                  <a:extLst>
                    <a:ext uri="{9D8B030D-6E8A-4147-A177-3AD203B41FA5}">
                      <a16:colId xmlns:a16="http://schemas.microsoft.com/office/drawing/2014/main" val="33392647"/>
                    </a:ext>
                  </a:extLst>
                </a:gridCol>
                <a:gridCol w="1190605">
                  <a:extLst>
                    <a:ext uri="{9D8B030D-6E8A-4147-A177-3AD203B41FA5}">
                      <a16:colId xmlns:a16="http://schemas.microsoft.com/office/drawing/2014/main" val="3082165443"/>
                    </a:ext>
                  </a:extLst>
                </a:gridCol>
                <a:gridCol w="1190605">
                  <a:extLst>
                    <a:ext uri="{9D8B030D-6E8A-4147-A177-3AD203B41FA5}">
                      <a16:colId xmlns:a16="http://schemas.microsoft.com/office/drawing/2014/main" val="1142584066"/>
                    </a:ext>
                  </a:extLst>
                </a:gridCol>
                <a:gridCol w="1190605">
                  <a:extLst>
                    <a:ext uri="{9D8B030D-6E8A-4147-A177-3AD203B41FA5}">
                      <a16:colId xmlns:a16="http://schemas.microsoft.com/office/drawing/2014/main" val="4113416892"/>
                    </a:ext>
                  </a:extLst>
                </a:gridCol>
                <a:gridCol w="1190605">
                  <a:extLst>
                    <a:ext uri="{9D8B030D-6E8A-4147-A177-3AD203B41FA5}">
                      <a16:colId xmlns:a16="http://schemas.microsoft.com/office/drawing/2014/main" val="1586902170"/>
                    </a:ext>
                  </a:extLst>
                </a:gridCol>
                <a:gridCol w="1190605">
                  <a:extLst>
                    <a:ext uri="{9D8B030D-6E8A-4147-A177-3AD203B41FA5}">
                      <a16:colId xmlns:a16="http://schemas.microsoft.com/office/drawing/2014/main" val="3365782907"/>
                    </a:ext>
                  </a:extLst>
                </a:gridCol>
                <a:gridCol w="1190605">
                  <a:extLst>
                    <a:ext uri="{9D8B030D-6E8A-4147-A177-3AD203B41FA5}">
                      <a16:colId xmlns:a16="http://schemas.microsoft.com/office/drawing/2014/main" val="2323312840"/>
                    </a:ext>
                  </a:extLst>
                </a:gridCol>
              </a:tblGrid>
              <a:tr h="7114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Walk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이동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속도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Run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달리는 속도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Jump</a:t>
                      </a:r>
                    </a:p>
                    <a:p>
                      <a:pPr algn="ctr" latinLnBrk="1"/>
                      <a:r>
                        <a:rPr lang="ko-KR" altLang="en-US" dirty="0"/>
                        <a:t>높이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조준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범위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스테미너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HP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공격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데미지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기본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감지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범위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2337053"/>
                  </a:ext>
                </a:extLst>
              </a:tr>
              <a:tr h="711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플레이어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캐릭터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568347"/>
                  </a:ext>
                </a:extLst>
              </a:tr>
              <a:tr h="711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반경 </a:t>
                      </a:r>
                      <a:r>
                        <a:rPr lang="en-US" altLang="ko-KR" dirty="0"/>
                        <a:t>10d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1416552"/>
                  </a:ext>
                </a:extLst>
              </a:tr>
            </a:tbl>
          </a:graphicData>
        </a:graphic>
      </p:graphicFrame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C8EE23-F6D7-9277-F5AF-5F6856D9E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9/27/2026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6E2C10-5960-BF61-30DE-D6C4AA759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7D3AF6C5-2C25-B122-432E-F14FF0090F1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C7EA355-89BE-1583-EC30-7F9EE2A3933C}"/>
              </a:ext>
            </a:extLst>
          </p:cNvPr>
          <p:cNvCxnSpPr>
            <a:cxnSpLocks/>
          </p:cNvCxnSpPr>
          <p:nvPr/>
        </p:nvCxnSpPr>
        <p:spPr>
          <a:xfrm>
            <a:off x="2025253" y="2746346"/>
            <a:ext cx="1194594" cy="711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5FC984A-5A55-996D-9B41-49BA08E8AD89}"/>
              </a:ext>
            </a:extLst>
          </p:cNvPr>
          <p:cNvCxnSpPr>
            <a:cxnSpLocks/>
          </p:cNvCxnSpPr>
          <p:nvPr/>
        </p:nvCxnSpPr>
        <p:spPr>
          <a:xfrm>
            <a:off x="4404927" y="2746346"/>
            <a:ext cx="1200536" cy="711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3B9C742-06A7-5272-31E7-17824AE017D3}"/>
              </a:ext>
            </a:extLst>
          </p:cNvPr>
          <p:cNvCxnSpPr>
            <a:cxnSpLocks/>
          </p:cNvCxnSpPr>
          <p:nvPr/>
        </p:nvCxnSpPr>
        <p:spPr>
          <a:xfrm>
            <a:off x="10358479" y="2035146"/>
            <a:ext cx="1195164" cy="711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내용 개체 틀 1">
            <a:extLst>
              <a:ext uri="{FF2B5EF4-FFF2-40B4-BE49-F238E27FC236}">
                <a16:creationId xmlns:a16="http://schemas.microsoft.com/office/drawing/2014/main" id="{72BD6EC9-1064-D057-14C5-E0E40C8946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4851672"/>
              </p:ext>
            </p:extLst>
          </p:nvPr>
        </p:nvGraphicFramePr>
        <p:xfrm>
          <a:off x="841037" y="3457546"/>
          <a:ext cx="5948385" cy="23373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9677">
                  <a:extLst>
                    <a:ext uri="{9D8B030D-6E8A-4147-A177-3AD203B41FA5}">
                      <a16:colId xmlns:a16="http://schemas.microsoft.com/office/drawing/2014/main" val="4245382652"/>
                    </a:ext>
                  </a:extLst>
                </a:gridCol>
                <a:gridCol w="1189677">
                  <a:extLst>
                    <a:ext uri="{9D8B030D-6E8A-4147-A177-3AD203B41FA5}">
                      <a16:colId xmlns:a16="http://schemas.microsoft.com/office/drawing/2014/main" val="1933533662"/>
                    </a:ext>
                  </a:extLst>
                </a:gridCol>
                <a:gridCol w="1189677">
                  <a:extLst>
                    <a:ext uri="{9D8B030D-6E8A-4147-A177-3AD203B41FA5}">
                      <a16:colId xmlns:a16="http://schemas.microsoft.com/office/drawing/2014/main" val="33392647"/>
                    </a:ext>
                  </a:extLst>
                </a:gridCol>
                <a:gridCol w="1189677">
                  <a:extLst>
                    <a:ext uri="{9D8B030D-6E8A-4147-A177-3AD203B41FA5}">
                      <a16:colId xmlns:a16="http://schemas.microsoft.com/office/drawing/2014/main" val="2144455748"/>
                    </a:ext>
                  </a:extLst>
                </a:gridCol>
                <a:gridCol w="1189677">
                  <a:extLst>
                    <a:ext uri="{9D8B030D-6E8A-4147-A177-3AD203B41FA5}">
                      <a16:colId xmlns:a16="http://schemas.microsoft.com/office/drawing/2014/main" val="1559243483"/>
                    </a:ext>
                  </a:extLst>
                </a:gridCol>
              </a:tblGrid>
              <a:tr h="7114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크기</a:t>
                      </a:r>
                      <a:br>
                        <a:rPr lang="en-US" altLang="ko-KR" dirty="0"/>
                      </a:b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높이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크기</a:t>
                      </a:r>
                      <a:br>
                        <a:rPr lang="en-US" altLang="ko-KR" dirty="0"/>
                      </a:b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가로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세로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벌집 주변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배회 범위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방해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지속 범위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2337053"/>
                  </a:ext>
                </a:extLst>
              </a:tr>
              <a:tr h="711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플레이어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캐릭터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2.5d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568347"/>
                  </a:ext>
                </a:extLst>
              </a:tr>
              <a:tr h="7114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0.25d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0.25d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1416552"/>
                  </a:ext>
                </a:extLst>
              </a:tr>
            </a:tbl>
          </a:graphicData>
        </a:graphic>
      </p:graphicFrame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6F710C9C-C96B-CBB7-D075-8FDF666210E7}"/>
              </a:ext>
            </a:extLst>
          </p:cNvPr>
          <p:cNvCxnSpPr>
            <a:cxnSpLocks/>
          </p:cNvCxnSpPr>
          <p:nvPr/>
        </p:nvCxnSpPr>
        <p:spPr>
          <a:xfrm>
            <a:off x="5589511" y="2746346"/>
            <a:ext cx="1194594" cy="711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C33A880B-6DC7-CF20-8BE6-49651F7EA2CF}"/>
              </a:ext>
            </a:extLst>
          </p:cNvPr>
          <p:cNvCxnSpPr>
            <a:cxnSpLocks/>
          </p:cNvCxnSpPr>
          <p:nvPr/>
        </p:nvCxnSpPr>
        <p:spPr>
          <a:xfrm>
            <a:off x="6781883" y="2746346"/>
            <a:ext cx="1194594" cy="711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BED431E-4FFF-BCC6-3704-CD16D04EDD40}"/>
              </a:ext>
            </a:extLst>
          </p:cNvPr>
          <p:cNvCxnSpPr>
            <a:cxnSpLocks/>
          </p:cNvCxnSpPr>
          <p:nvPr/>
        </p:nvCxnSpPr>
        <p:spPr>
          <a:xfrm>
            <a:off x="4404927" y="4371616"/>
            <a:ext cx="1200536" cy="711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2A37C42E-BB35-AFE6-8C0B-C7A0B26493AD}"/>
              </a:ext>
            </a:extLst>
          </p:cNvPr>
          <p:cNvCxnSpPr>
            <a:cxnSpLocks/>
          </p:cNvCxnSpPr>
          <p:nvPr/>
        </p:nvCxnSpPr>
        <p:spPr>
          <a:xfrm>
            <a:off x="5589511" y="4371616"/>
            <a:ext cx="1200536" cy="711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50865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EEDB22-F445-1C8F-61D8-CBB7CD53A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부록</a:t>
            </a:r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6B7D82-5A93-A32E-08C0-ED202AFB5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0600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39B108-C7FB-752A-B8FF-FD74F9A33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상호작용</a:t>
            </a:r>
            <a:r>
              <a:rPr lang="en-US" altLang="ko-KR" dirty="0"/>
              <a:t>_</a:t>
            </a:r>
            <a:r>
              <a:rPr lang="ko-KR" altLang="en-US" dirty="0" err="1"/>
              <a:t>배달품</a:t>
            </a:r>
            <a:endParaRPr lang="ko-KR" altLang="en-US" dirty="0">
              <a:solidFill>
                <a:schemeClr val="accent3"/>
              </a:solidFill>
            </a:endParaRP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A8B8630-EB4F-A5EB-39E9-475AD1C7529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컨텐츠</a:t>
            </a:r>
          </a:p>
        </p:txBody>
      </p:sp>
      <p:cxnSp>
        <p:nvCxnSpPr>
          <p:cNvPr id="16" name="꺾인 양쪽 화살표 연결선 18">
            <a:extLst>
              <a:ext uri="{FF2B5EF4-FFF2-40B4-BE49-F238E27FC236}">
                <a16:creationId xmlns:a16="http://schemas.microsoft.com/office/drawing/2014/main" id="{56F6801E-A777-D7E2-3F7D-FE70833DC17E}"/>
              </a:ext>
            </a:extLst>
          </p:cNvPr>
          <p:cNvCxnSpPr>
            <a:cxnSpLocks/>
            <a:stCxn id="37" idx="3"/>
            <a:endCxn id="48" idx="1"/>
          </p:cNvCxnSpPr>
          <p:nvPr/>
        </p:nvCxnSpPr>
        <p:spPr>
          <a:xfrm>
            <a:off x="8503153" y="4148177"/>
            <a:ext cx="864860" cy="1973394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양쪽 화살표 연결선 18">
            <a:extLst>
              <a:ext uri="{FF2B5EF4-FFF2-40B4-BE49-F238E27FC236}">
                <a16:creationId xmlns:a16="http://schemas.microsoft.com/office/drawing/2014/main" id="{EAE3C6E4-905B-F746-6227-97B6038FD9CE}"/>
              </a:ext>
            </a:extLst>
          </p:cNvPr>
          <p:cNvCxnSpPr>
            <a:cxnSpLocks/>
            <a:stCxn id="129" idx="3"/>
            <a:endCxn id="29" idx="1"/>
          </p:cNvCxnSpPr>
          <p:nvPr/>
        </p:nvCxnSpPr>
        <p:spPr>
          <a:xfrm flipV="1">
            <a:off x="2219172" y="2994316"/>
            <a:ext cx="501944" cy="665501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9179219-7D61-354A-E365-1F27ABBEE98F}"/>
              </a:ext>
            </a:extLst>
          </p:cNvPr>
          <p:cNvSpPr/>
          <p:nvPr/>
        </p:nvSpPr>
        <p:spPr>
          <a:xfrm>
            <a:off x="2721116" y="2668631"/>
            <a:ext cx="1897821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>
                <a:solidFill>
                  <a:srgbClr val="000000"/>
                </a:solidFill>
              </a:rPr>
              <a:t>a_</a:t>
            </a:r>
            <a:r>
              <a:rPr lang="ko-KR" altLang="en-US" dirty="0">
                <a:solidFill>
                  <a:srgbClr val="000000"/>
                </a:solidFill>
              </a:rPr>
              <a:t>숲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직선 거리</a:t>
            </a:r>
            <a:r>
              <a:rPr lang="en-US" altLang="ko-KR" dirty="0">
                <a:solidFill>
                  <a:srgbClr val="000000"/>
                </a:solidFill>
              </a:rPr>
              <a:t>[40T] 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0F3819E-3AFB-EA66-9364-82EF1C520019}"/>
              </a:ext>
            </a:extLst>
          </p:cNvPr>
          <p:cNvSpPr/>
          <p:nvPr/>
        </p:nvSpPr>
        <p:spPr>
          <a:xfrm>
            <a:off x="2676829" y="3989070"/>
            <a:ext cx="1942107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>
                <a:solidFill>
                  <a:srgbClr val="000000"/>
                </a:solidFill>
              </a:rPr>
              <a:t>b_</a:t>
            </a:r>
            <a:r>
              <a:rPr lang="ko-KR" altLang="en-US" dirty="0">
                <a:solidFill>
                  <a:srgbClr val="000000"/>
                </a:solidFill>
              </a:rPr>
              <a:t>모래언덕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곡선 거리</a:t>
            </a:r>
            <a:r>
              <a:rPr lang="en-US" altLang="ko-KR" dirty="0">
                <a:solidFill>
                  <a:srgbClr val="000000"/>
                </a:solidFill>
              </a:rPr>
              <a:t>[80T]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E17D59C-8575-F0A7-0903-28793FD4E8D3}"/>
              </a:ext>
            </a:extLst>
          </p:cNvPr>
          <p:cNvSpPr/>
          <p:nvPr/>
        </p:nvSpPr>
        <p:spPr>
          <a:xfrm>
            <a:off x="6513951" y="1404947"/>
            <a:ext cx="1947707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 err="1">
                <a:solidFill>
                  <a:srgbClr val="000000"/>
                </a:solidFill>
              </a:rPr>
              <a:t>a_a</a:t>
            </a:r>
            <a:r>
              <a:rPr lang="en-US" altLang="ko-KR" dirty="0">
                <a:solidFill>
                  <a:srgbClr val="000000"/>
                </a:solidFill>
              </a:rPr>
              <a:t>_</a:t>
            </a:r>
            <a:r>
              <a:rPr lang="ko-KR" altLang="en-US" dirty="0">
                <a:solidFill>
                  <a:srgbClr val="000000"/>
                </a:solidFill>
              </a:rPr>
              <a:t>숲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곡선 거리</a:t>
            </a:r>
            <a:r>
              <a:rPr lang="en-US" altLang="ko-KR" dirty="0">
                <a:solidFill>
                  <a:srgbClr val="000000"/>
                </a:solidFill>
              </a:rPr>
              <a:t>[20T] 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CAA3893-299B-A643-F7AB-7FAF127ACB8F}"/>
              </a:ext>
            </a:extLst>
          </p:cNvPr>
          <p:cNvSpPr/>
          <p:nvPr/>
        </p:nvSpPr>
        <p:spPr>
          <a:xfrm>
            <a:off x="6561043" y="3822492"/>
            <a:ext cx="1942110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경로</a:t>
            </a:r>
            <a:r>
              <a:rPr lang="en-US" altLang="ko-KR" dirty="0" err="1">
                <a:solidFill>
                  <a:srgbClr val="000000"/>
                </a:solidFill>
              </a:rPr>
              <a:t>a_b</a:t>
            </a:r>
            <a:r>
              <a:rPr lang="en-US" altLang="ko-KR" dirty="0">
                <a:solidFill>
                  <a:srgbClr val="000000"/>
                </a:solidFill>
              </a:rPr>
              <a:t>_</a:t>
            </a:r>
            <a:r>
              <a:rPr lang="ko-KR" altLang="en-US" dirty="0">
                <a:solidFill>
                  <a:srgbClr val="000000"/>
                </a:solidFill>
              </a:rPr>
              <a:t>늪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직선 거리</a:t>
            </a:r>
            <a:r>
              <a:rPr lang="en-US" altLang="ko-KR" dirty="0">
                <a:solidFill>
                  <a:srgbClr val="000000"/>
                </a:solidFill>
              </a:rPr>
              <a:t>[10T] 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41" name="꺾인 양쪽 화살표 연결선 18">
            <a:extLst>
              <a:ext uri="{FF2B5EF4-FFF2-40B4-BE49-F238E27FC236}">
                <a16:creationId xmlns:a16="http://schemas.microsoft.com/office/drawing/2014/main" id="{ADAD90DE-F6E9-A2FB-0C2C-B653BCD7729D}"/>
              </a:ext>
            </a:extLst>
          </p:cNvPr>
          <p:cNvCxnSpPr>
            <a:cxnSpLocks/>
            <a:stCxn id="129" idx="3"/>
            <a:endCxn id="33" idx="1"/>
          </p:cNvCxnSpPr>
          <p:nvPr/>
        </p:nvCxnSpPr>
        <p:spPr>
          <a:xfrm>
            <a:off x="2219172" y="3659817"/>
            <a:ext cx="457657" cy="654938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C84C43D-6067-0DF0-B9A6-B76471F4F9D7}"/>
              </a:ext>
            </a:extLst>
          </p:cNvPr>
          <p:cNvSpPr/>
          <p:nvPr/>
        </p:nvSpPr>
        <p:spPr>
          <a:xfrm>
            <a:off x="9368013" y="5795886"/>
            <a:ext cx="1316825" cy="651370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주거지</a:t>
            </a:r>
            <a:r>
              <a:rPr lang="en-US" altLang="ko-KR" dirty="0">
                <a:solidFill>
                  <a:srgbClr val="000000"/>
                </a:solidFill>
              </a:rPr>
              <a:t>3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도착</a:t>
            </a:r>
          </a:p>
        </p:txBody>
      </p:sp>
      <p:cxnSp>
        <p:nvCxnSpPr>
          <p:cNvPr id="52" name="꺾인 양쪽 화살표 연결선 18">
            <a:extLst>
              <a:ext uri="{FF2B5EF4-FFF2-40B4-BE49-F238E27FC236}">
                <a16:creationId xmlns:a16="http://schemas.microsoft.com/office/drawing/2014/main" id="{D7DA4324-C9E0-8070-3D26-EBAE550692AB}"/>
              </a:ext>
            </a:extLst>
          </p:cNvPr>
          <p:cNvCxnSpPr>
            <a:cxnSpLocks/>
            <a:stCxn id="35" idx="3"/>
            <a:endCxn id="48" idx="1"/>
          </p:cNvCxnSpPr>
          <p:nvPr/>
        </p:nvCxnSpPr>
        <p:spPr>
          <a:xfrm>
            <a:off x="8461658" y="1730632"/>
            <a:ext cx="906355" cy="4390939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꺾인 양쪽 화살표 연결선 18">
            <a:extLst>
              <a:ext uri="{FF2B5EF4-FFF2-40B4-BE49-F238E27FC236}">
                <a16:creationId xmlns:a16="http://schemas.microsoft.com/office/drawing/2014/main" id="{AA4BF786-2129-746A-9AA3-9A21F4DA95DC}"/>
              </a:ext>
            </a:extLst>
          </p:cNvPr>
          <p:cNvCxnSpPr>
            <a:cxnSpLocks/>
            <a:stCxn id="33" idx="3"/>
            <a:endCxn id="48" idx="1"/>
          </p:cNvCxnSpPr>
          <p:nvPr/>
        </p:nvCxnSpPr>
        <p:spPr>
          <a:xfrm>
            <a:off x="4618936" y="4314755"/>
            <a:ext cx="4749077" cy="1806816"/>
          </a:xfrm>
          <a:prstGeom prst="bentConnector3">
            <a:avLst>
              <a:gd name="adj1" fmla="val 16038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양쪽 화살표 연결선 18">
            <a:extLst>
              <a:ext uri="{FF2B5EF4-FFF2-40B4-BE49-F238E27FC236}">
                <a16:creationId xmlns:a16="http://schemas.microsoft.com/office/drawing/2014/main" id="{33A2FA1F-665E-2689-2ACB-CEAC982402CF}"/>
              </a:ext>
            </a:extLst>
          </p:cNvPr>
          <p:cNvCxnSpPr>
            <a:cxnSpLocks/>
            <a:stCxn id="29" idx="3"/>
            <a:endCxn id="37" idx="1"/>
          </p:cNvCxnSpPr>
          <p:nvPr/>
        </p:nvCxnSpPr>
        <p:spPr>
          <a:xfrm>
            <a:off x="4618937" y="2994316"/>
            <a:ext cx="1942106" cy="1153861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양쪽 화살표 연결선 18">
            <a:extLst>
              <a:ext uri="{FF2B5EF4-FFF2-40B4-BE49-F238E27FC236}">
                <a16:creationId xmlns:a16="http://schemas.microsoft.com/office/drawing/2014/main" id="{3D03D58E-FB20-BB79-DE7C-06A42C45BB70}"/>
              </a:ext>
            </a:extLst>
          </p:cNvPr>
          <p:cNvCxnSpPr>
            <a:cxnSpLocks/>
            <a:stCxn id="29" idx="3"/>
            <a:endCxn id="35" idx="1"/>
          </p:cNvCxnSpPr>
          <p:nvPr/>
        </p:nvCxnSpPr>
        <p:spPr>
          <a:xfrm flipV="1">
            <a:off x="4618937" y="1730632"/>
            <a:ext cx="1895014" cy="1263684"/>
          </a:xfrm>
          <a:prstGeom prst="bentConnector3">
            <a:avLst>
              <a:gd name="adj1" fmla="val 50000"/>
            </a:avLst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다이아몬드 90">
            <a:extLst>
              <a:ext uri="{FF2B5EF4-FFF2-40B4-BE49-F238E27FC236}">
                <a16:creationId xmlns:a16="http://schemas.microsoft.com/office/drawing/2014/main" id="{74CC2370-1DBC-167A-14C8-CAF8233671AE}"/>
              </a:ext>
            </a:extLst>
          </p:cNvPr>
          <p:cNvSpPr/>
          <p:nvPr/>
        </p:nvSpPr>
        <p:spPr>
          <a:xfrm>
            <a:off x="2448748" y="4656985"/>
            <a:ext cx="2390498" cy="1693186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모래 지형</a:t>
            </a:r>
            <a:r>
              <a:rPr lang="en-US" altLang="ko-KR" dirty="0">
                <a:solidFill>
                  <a:sysClr val="windowText" lastClr="000000"/>
                </a:solidFill>
              </a:rPr>
              <a:t>,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플레이어</a:t>
            </a:r>
            <a:r>
              <a:rPr lang="en-US" altLang="ko-KR" dirty="0">
                <a:solidFill>
                  <a:sysClr val="windowText" lastClr="000000"/>
                </a:solidFill>
              </a:rPr>
              <a:t> </a:t>
            </a:r>
            <a:r>
              <a:rPr lang="ko-KR" altLang="en-US" dirty="0">
                <a:solidFill>
                  <a:sysClr val="windowText" lastClr="000000"/>
                </a:solidFill>
              </a:rPr>
              <a:t>이동속도 </a:t>
            </a:r>
            <a:r>
              <a:rPr lang="en-US" altLang="ko-KR" dirty="0">
                <a:solidFill>
                  <a:sysClr val="windowText" lastClr="000000"/>
                </a:solidFill>
              </a:rPr>
              <a:t>1/3</a:t>
            </a:r>
            <a:r>
              <a:rPr lang="ko-KR" altLang="en-US" dirty="0">
                <a:solidFill>
                  <a:sysClr val="windowText" lastClr="000000"/>
                </a:solidFill>
              </a:rPr>
              <a:t>감소</a:t>
            </a:r>
          </a:p>
        </p:txBody>
      </p:sp>
      <p:sp>
        <p:nvSpPr>
          <p:cNvPr id="94" name="다이아몬드 93">
            <a:extLst>
              <a:ext uri="{FF2B5EF4-FFF2-40B4-BE49-F238E27FC236}">
                <a16:creationId xmlns:a16="http://schemas.microsoft.com/office/drawing/2014/main" id="{7A49AC89-C484-B2DE-89BB-FD81F1C06155}"/>
              </a:ext>
            </a:extLst>
          </p:cNvPr>
          <p:cNvSpPr/>
          <p:nvPr/>
        </p:nvSpPr>
        <p:spPr>
          <a:xfrm>
            <a:off x="6340736" y="4473562"/>
            <a:ext cx="2390498" cy="1222580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늪 지형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이동속도 </a:t>
            </a:r>
            <a:r>
              <a:rPr lang="en-US" altLang="ko-KR" dirty="0">
                <a:solidFill>
                  <a:sysClr val="windowText" lastClr="000000"/>
                </a:solidFill>
              </a:rPr>
              <a:t>1/2</a:t>
            </a:r>
            <a:r>
              <a:rPr lang="ko-KR" altLang="en-US" dirty="0">
                <a:solidFill>
                  <a:sysClr val="windowText" lastClr="000000"/>
                </a:solidFill>
              </a:rPr>
              <a:t>감소</a:t>
            </a:r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A8042C3D-45F7-D27A-3EBC-34591A33679D}"/>
              </a:ext>
            </a:extLst>
          </p:cNvPr>
          <p:cNvSpPr/>
          <p:nvPr/>
        </p:nvSpPr>
        <p:spPr>
          <a:xfrm>
            <a:off x="8467256" y="901440"/>
            <a:ext cx="3601601" cy="16779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생물</a:t>
            </a:r>
            <a:r>
              <a:rPr lang="en-US" altLang="ko-KR" dirty="0">
                <a:solidFill>
                  <a:sysClr val="windowText" lastClr="000000"/>
                </a:solidFill>
              </a:rPr>
              <a:t>_</a:t>
            </a:r>
            <a:r>
              <a:rPr lang="ko-KR" altLang="en-US" dirty="0">
                <a:solidFill>
                  <a:sysClr val="windowText" lastClr="000000"/>
                </a:solidFill>
              </a:rPr>
              <a:t>벌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en-US" altLang="ko-KR" dirty="0">
                <a:solidFill>
                  <a:sysClr val="windowText" lastClr="000000"/>
                </a:solidFill>
              </a:rPr>
              <a:t>: </a:t>
            </a:r>
            <a:r>
              <a:rPr lang="ko-KR" altLang="en-US" dirty="0">
                <a:solidFill>
                  <a:sysClr val="windowText" lastClr="000000"/>
                </a:solidFill>
              </a:rPr>
              <a:t>플레이어 방해</a:t>
            </a:r>
            <a:r>
              <a:rPr lang="en-US" altLang="ko-KR" dirty="0">
                <a:solidFill>
                  <a:sysClr val="windowText" lastClr="000000"/>
                </a:solidFill>
              </a:rPr>
              <a:t>,</a:t>
            </a:r>
            <a:br>
              <a:rPr lang="en-US" altLang="ko-KR" dirty="0">
                <a:solidFill>
                  <a:sysClr val="windowText" lastClr="000000"/>
                </a:solidFill>
              </a:rPr>
            </a:br>
            <a:r>
              <a:rPr lang="ko-KR" altLang="en-US" dirty="0">
                <a:solidFill>
                  <a:sysClr val="windowText" lastClr="000000"/>
                </a:solidFill>
              </a:rPr>
              <a:t>플레이어 이동속도 </a:t>
            </a:r>
            <a:r>
              <a:rPr lang="en-US" altLang="ko-KR" dirty="0">
                <a:solidFill>
                  <a:sysClr val="windowText" lastClr="000000"/>
                </a:solidFill>
              </a:rPr>
              <a:t>6/5</a:t>
            </a:r>
            <a:r>
              <a:rPr lang="ko-KR" altLang="en-US" dirty="0">
                <a:solidFill>
                  <a:sysClr val="windowText" lastClr="000000"/>
                </a:solidFill>
              </a:rPr>
              <a:t>증가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방향회전율 </a:t>
            </a:r>
            <a:r>
              <a:rPr lang="en-US" altLang="ko-KR" dirty="0">
                <a:solidFill>
                  <a:sysClr val="windowText" lastClr="000000"/>
                </a:solidFill>
              </a:rPr>
              <a:t>3/2</a:t>
            </a:r>
            <a:r>
              <a:rPr lang="ko-KR" altLang="en-US" dirty="0">
                <a:solidFill>
                  <a:sysClr val="windowText" lastClr="000000"/>
                </a:solidFill>
              </a:rPr>
              <a:t>증가</a:t>
            </a:r>
            <a:r>
              <a:rPr lang="en-US" altLang="ko-KR" dirty="0">
                <a:solidFill>
                  <a:sysClr val="windowText" lastClr="000000"/>
                </a:solidFill>
              </a:rPr>
              <a:t>, </a:t>
            </a:r>
            <a:r>
              <a:rPr lang="ko-KR" altLang="en-US" dirty="0">
                <a:solidFill>
                  <a:sysClr val="windowText" lastClr="000000"/>
                </a:solidFill>
              </a:rPr>
              <a:t>최대 </a:t>
            </a:r>
            <a:r>
              <a:rPr lang="en-US" altLang="ko-KR" dirty="0">
                <a:solidFill>
                  <a:sysClr val="windowText" lastClr="000000"/>
                </a:solidFill>
              </a:rPr>
              <a:t>[15T] </a:t>
            </a:r>
            <a:r>
              <a:rPr lang="ko-KR" altLang="en-US" dirty="0">
                <a:solidFill>
                  <a:sysClr val="windowText" lastClr="000000"/>
                </a:solidFill>
              </a:rPr>
              <a:t>지속</a:t>
            </a:r>
            <a:endParaRPr lang="en-US" altLang="ko-KR" dirty="0">
              <a:solidFill>
                <a:sysClr val="windowText" lastClr="000000"/>
              </a:solidFill>
            </a:endParaRPr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1601F852-A91A-A0DF-CC44-F42BB55A71EC}"/>
              </a:ext>
            </a:extLst>
          </p:cNvPr>
          <p:cNvGrpSpPr/>
          <p:nvPr/>
        </p:nvGrpSpPr>
        <p:grpSpPr>
          <a:xfrm>
            <a:off x="123143" y="802178"/>
            <a:ext cx="4046434" cy="1477328"/>
            <a:chOff x="9079016" y="0"/>
            <a:chExt cx="4046434" cy="1477328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CC55629-E4F3-57CF-CC18-E93B5BE95B2E}"/>
                </a:ext>
              </a:extLst>
            </p:cNvPr>
            <p:cNvSpPr txBox="1"/>
            <p:nvPr/>
          </p:nvSpPr>
          <p:spPr>
            <a:xfrm>
              <a:off x="9079016" y="0"/>
              <a:ext cx="4046434" cy="147732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제한시간 </a:t>
              </a:r>
              <a:r>
                <a:rPr lang="en-US" altLang="ko-KR" dirty="0"/>
                <a:t>= 100T (T</a:t>
              </a:r>
              <a:r>
                <a:rPr lang="ko-KR" altLang="en-US" dirty="0"/>
                <a:t>는 임의의 수</a:t>
              </a:r>
              <a:r>
                <a:rPr lang="en-US" altLang="ko-KR" dirty="0"/>
                <a:t>)</a:t>
              </a:r>
              <a:br>
                <a:rPr lang="en-US" altLang="ko-KR" dirty="0"/>
              </a:br>
              <a:r>
                <a:rPr lang="en-US" altLang="ko-KR" dirty="0"/>
                <a:t>[</a:t>
              </a:r>
              <a:r>
                <a:rPr lang="en-US" altLang="ko-KR" dirty="0" err="1"/>
                <a:t>nT</a:t>
              </a:r>
              <a:r>
                <a:rPr lang="en-US" altLang="ko-KR" dirty="0"/>
                <a:t>] : </a:t>
              </a:r>
              <a:r>
                <a:rPr lang="ko-KR" altLang="en-US" dirty="0"/>
                <a:t>직선 거리기반 예측 시간</a:t>
              </a:r>
              <a:endParaRPr lang="en-US" altLang="ko-KR" dirty="0"/>
            </a:p>
            <a:p>
              <a:r>
                <a:rPr lang="en-US" altLang="ko-KR" dirty="0"/>
                <a:t>     : 1</a:t>
              </a:r>
              <a:r>
                <a:rPr lang="ko-KR" altLang="en-US" dirty="0"/>
                <a:t>차 요소</a:t>
              </a:r>
              <a:r>
                <a:rPr lang="en-US" altLang="ko-KR" dirty="0"/>
                <a:t>(</a:t>
              </a:r>
              <a:r>
                <a:rPr lang="ko-KR" altLang="en-US" dirty="0"/>
                <a:t>거리 기반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: 2</a:t>
              </a:r>
              <a:r>
                <a:rPr lang="ko-KR" altLang="en-US" dirty="0"/>
                <a:t>차 요소</a:t>
              </a:r>
              <a:r>
                <a:rPr lang="en-US" altLang="ko-KR" dirty="0"/>
                <a:t>(</a:t>
              </a:r>
              <a:r>
                <a:rPr lang="ko-KR" altLang="en-US" dirty="0"/>
                <a:t>지형 기반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: 3</a:t>
              </a:r>
              <a:r>
                <a:rPr lang="ko-KR" altLang="en-US" dirty="0"/>
                <a:t>차 요소</a:t>
              </a:r>
              <a:r>
                <a:rPr lang="en-US" altLang="ko-KR" dirty="0"/>
                <a:t>(</a:t>
              </a:r>
              <a:r>
                <a:rPr lang="ko-KR" altLang="en-US" dirty="0"/>
                <a:t>생물 기반</a:t>
              </a:r>
              <a:r>
                <a:rPr lang="en-US" altLang="ko-KR" dirty="0"/>
                <a:t>)</a:t>
              </a:r>
            </a:p>
          </p:txBody>
        </p:sp>
        <p:sp>
          <p:nvSpPr>
            <p:cNvPr id="97" name="다이아몬드 96">
              <a:extLst>
                <a:ext uri="{FF2B5EF4-FFF2-40B4-BE49-F238E27FC236}">
                  <a16:creationId xmlns:a16="http://schemas.microsoft.com/office/drawing/2014/main" id="{5611A8C6-9AFC-15AE-4E74-434A6FECAF3A}"/>
                </a:ext>
              </a:extLst>
            </p:cNvPr>
            <p:cNvSpPr/>
            <p:nvPr/>
          </p:nvSpPr>
          <p:spPr>
            <a:xfrm>
              <a:off x="9120807" y="904332"/>
              <a:ext cx="398820" cy="271347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32C9CC5E-83D7-4903-86B4-80FF36DDA064}"/>
                </a:ext>
              </a:extLst>
            </p:cNvPr>
            <p:cNvSpPr/>
            <p:nvPr/>
          </p:nvSpPr>
          <p:spPr>
            <a:xfrm>
              <a:off x="9137515" y="652463"/>
              <a:ext cx="365403" cy="224700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71225554-CD4A-1C98-996D-29327B292E34}"/>
                </a:ext>
              </a:extLst>
            </p:cNvPr>
            <p:cNvSpPr/>
            <p:nvPr/>
          </p:nvSpPr>
          <p:spPr>
            <a:xfrm>
              <a:off x="9137515" y="1203406"/>
              <a:ext cx="339383" cy="2208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F28FC141-8401-ECBB-69D9-2C923EE18BCD}"/>
              </a:ext>
            </a:extLst>
          </p:cNvPr>
          <p:cNvSpPr/>
          <p:nvPr/>
        </p:nvSpPr>
        <p:spPr>
          <a:xfrm>
            <a:off x="351333" y="3260695"/>
            <a:ext cx="1867839" cy="798243"/>
          </a:xfrm>
          <a:prstGeom prst="round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배달품</a:t>
            </a:r>
            <a:r>
              <a:rPr lang="en-US" altLang="ko-KR">
                <a:solidFill>
                  <a:srgbClr val="000000"/>
                </a:solidFill>
              </a:rPr>
              <a:t>_</a:t>
            </a:r>
            <a:r>
              <a:rPr lang="ko-KR" altLang="en-US">
                <a:solidFill>
                  <a:srgbClr val="000000"/>
                </a:solidFill>
              </a:rPr>
              <a:t>꿀</a:t>
            </a:r>
            <a:br>
              <a:rPr lang="en-US" altLang="ko-KR">
                <a:solidFill>
                  <a:srgbClr val="000000"/>
                </a:solidFill>
              </a:rPr>
            </a:br>
            <a:r>
              <a:rPr lang="ko-KR" altLang="en-US">
                <a:solidFill>
                  <a:srgbClr val="000000"/>
                </a:solidFill>
              </a:rPr>
              <a:t>배송지</a:t>
            </a:r>
            <a:r>
              <a:rPr lang="en-US" altLang="ko-KR">
                <a:solidFill>
                  <a:srgbClr val="000000"/>
                </a:solidFill>
              </a:rPr>
              <a:t>_</a:t>
            </a:r>
            <a:r>
              <a:rPr lang="ko-KR" altLang="en-US">
                <a:solidFill>
                  <a:srgbClr val="000000"/>
                </a:solidFill>
              </a:rPr>
              <a:t>주거지</a:t>
            </a:r>
            <a:r>
              <a:rPr lang="en-US" altLang="ko-KR">
                <a:solidFill>
                  <a:srgbClr val="000000"/>
                </a:solidFill>
              </a:rPr>
              <a:t>3</a:t>
            </a:r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65613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B06394E-FBD1-88EC-C748-61486B9B0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C48EEFC-D0E8-6F3B-E73E-D7EB99B58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F58A6C-6834-A11D-D20C-98B18CBEDD1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3C9947D-7B6B-15C5-6DAF-05C5DA6D34AB}"/>
              </a:ext>
            </a:extLst>
          </p:cNvPr>
          <p:cNvSpPr/>
          <p:nvPr/>
        </p:nvSpPr>
        <p:spPr>
          <a:xfrm rot="20292011">
            <a:off x="2244725" y="4510279"/>
            <a:ext cx="288007" cy="18861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4BD287AA-CA3F-AE90-D812-A36C5F78267A}"/>
              </a:ext>
            </a:extLst>
          </p:cNvPr>
          <p:cNvSpPr/>
          <p:nvPr/>
        </p:nvSpPr>
        <p:spPr>
          <a:xfrm>
            <a:off x="2133595" y="4362418"/>
            <a:ext cx="552450" cy="557453"/>
          </a:xfrm>
          <a:custGeom>
            <a:avLst/>
            <a:gdLst>
              <a:gd name="csX0" fmla="*/ 261937 w 552450"/>
              <a:gd name="csY0" fmla="*/ 32 h 557453"/>
              <a:gd name="csX1" fmla="*/ 233362 w 552450"/>
              <a:gd name="csY1" fmla="*/ 19082 h 557453"/>
              <a:gd name="csX2" fmla="*/ 190500 w 552450"/>
              <a:gd name="csY2" fmla="*/ 38132 h 557453"/>
              <a:gd name="csX3" fmla="*/ 104775 w 552450"/>
              <a:gd name="csY3" fmla="*/ 90520 h 557453"/>
              <a:gd name="csX4" fmla="*/ 85725 w 552450"/>
              <a:gd name="csY4" fmla="*/ 119095 h 557453"/>
              <a:gd name="csX5" fmla="*/ 42862 w 552450"/>
              <a:gd name="csY5" fmla="*/ 171482 h 557453"/>
              <a:gd name="csX6" fmla="*/ 19050 w 552450"/>
              <a:gd name="csY6" fmla="*/ 228632 h 557453"/>
              <a:gd name="csX7" fmla="*/ 14287 w 552450"/>
              <a:gd name="csY7" fmla="*/ 247682 h 557453"/>
              <a:gd name="csX8" fmla="*/ 0 w 552450"/>
              <a:gd name="csY8" fmla="*/ 295307 h 557453"/>
              <a:gd name="csX9" fmla="*/ 19050 w 552450"/>
              <a:gd name="csY9" fmla="*/ 376270 h 557453"/>
              <a:gd name="csX10" fmla="*/ 47625 w 552450"/>
              <a:gd name="csY10" fmla="*/ 400082 h 557453"/>
              <a:gd name="csX11" fmla="*/ 104775 w 552450"/>
              <a:gd name="csY11" fmla="*/ 447707 h 557453"/>
              <a:gd name="csX12" fmla="*/ 133350 w 552450"/>
              <a:gd name="csY12" fmla="*/ 452470 h 557453"/>
              <a:gd name="csX13" fmla="*/ 242887 w 552450"/>
              <a:gd name="csY13" fmla="*/ 509620 h 557453"/>
              <a:gd name="csX14" fmla="*/ 266700 w 552450"/>
              <a:gd name="csY14" fmla="*/ 519145 h 557453"/>
              <a:gd name="csX15" fmla="*/ 295275 w 552450"/>
              <a:gd name="csY15" fmla="*/ 523907 h 557453"/>
              <a:gd name="csX16" fmla="*/ 352425 w 552450"/>
              <a:gd name="csY16" fmla="*/ 557245 h 557453"/>
              <a:gd name="csX17" fmla="*/ 400050 w 552450"/>
              <a:gd name="csY17" fmla="*/ 528670 h 557453"/>
              <a:gd name="csX18" fmla="*/ 481012 w 552450"/>
              <a:gd name="csY18" fmla="*/ 395320 h 557453"/>
              <a:gd name="csX19" fmla="*/ 500062 w 552450"/>
              <a:gd name="csY19" fmla="*/ 381032 h 557453"/>
              <a:gd name="csX20" fmla="*/ 519112 w 552450"/>
              <a:gd name="csY20" fmla="*/ 333407 h 557453"/>
              <a:gd name="csX21" fmla="*/ 523875 w 552450"/>
              <a:gd name="csY21" fmla="*/ 309595 h 557453"/>
              <a:gd name="csX22" fmla="*/ 552450 w 552450"/>
              <a:gd name="csY22" fmla="*/ 200057 h 557453"/>
              <a:gd name="csX23" fmla="*/ 528637 w 552450"/>
              <a:gd name="csY23" fmla="*/ 100045 h 557453"/>
              <a:gd name="csX24" fmla="*/ 457200 w 552450"/>
              <a:gd name="csY24" fmla="*/ 95282 h 557453"/>
              <a:gd name="csX25" fmla="*/ 414337 w 552450"/>
              <a:gd name="csY25" fmla="*/ 80995 h 557453"/>
              <a:gd name="csX26" fmla="*/ 395287 w 552450"/>
              <a:gd name="csY26" fmla="*/ 71470 h 557453"/>
              <a:gd name="csX27" fmla="*/ 352425 w 552450"/>
              <a:gd name="csY27" fmla="*/ 66707 h 557453"/>
              <a:gd name="csX28" fmla="*/ 347662 w 552450"/>
              <a:gd name="csY28" fmla="*/ 52420 h 557453"/>
              <a:gd name="csX29" fmla="*/ 300037 w 552450"/>
              <a:gd name="csY29" fmla="*/ 28607 h 557453"/>
              <a:gd name="csX30" fmla="*/ 276225 w 552450"/>
              <a:gd name="csY30" fmla="*/ 14320 h 557453"/>
              <a:gd name="csX31" fmla="*/ 261937 w 552450"/>
              <a:gd name="csY31" fmla="*/ 32 h 5574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552450" h="557453">
                <a:moveTo>
                  <a:pt x="261937" y="32"/>
                </a:moveTo>
                <a:cubicBezTo>
                  <a:pt x="254793" y="826"/>
                  <a:pt x="243463" y="13695"/>
                  <a:pt x="233362" y="19082"/>
                </a:cubicBezTo>
                <a:cubicBezTo>
                  <a:pt x="219567" y="26440"/>
                  <a:pt x="203960" y="30178"/>
                  <a:pt x="190500" y="38132"/>
                </a:cubicBezTo>
                <a:cubicBezTo>
                  <a:pt x="84941" y="100508"/>
                  <a:pt x="164364" y="66684"/>
                  <a:pt x="104775" y="90520"/>
                </a:cubicBezTo>
                <a:cubicBezTo>
                  <a:pt x="98425" y="100045"/>
                  <a:pt x="93175" y="110403"/>
                  <a:pt x="85725" y="119095"/>
                </a:cubicBezTo>
                <a:cubicBezTo>
                  <a:pt x="51984" y="158459"/>
                  <a:pt x="65932" y="140723"/>
                  <a:pt x="42862" y="171482"/>
                </a:cubicBezTo>
                <a:cubicBezTo>
                  <a:pt x="19007" y="254977"/>
                  <a:pt x="48724" y="161867"/>
                  <a:pt x="19050" y="228632"/>
                </a:cubicBezTo>
                <a:cubicBezTo>
                  <a:pt x="16392" y="234613"/>
                  <a:pt x="16168" y="241413"/>
                  <a:pt x="14287" y="247682"/>
                </a:cubicBezTo>
                <a:cubicBezTo>
                  <a:pt x="-3099" y="305632"/>
                  <a:pt x="10972" y="251415"/>
                  <a:pt x="0" y="295307"/>
                </a:cubicBezTo>
                <a:cubicBezTo>
                  <a:pt x="6350" y="322295"/>
                  <a:pt x="7577" y="351030"/>
                  <a:pt x="19050" y="376270"/>
                </a:cubicBezTo>
                <a:cubicBezTo>
                  <a:pt x="24181" y="387557"/>
                  <a:pt x="38358" y="391845"/>
                  <a:pt x="47625" y="400082"/>
                </a:cubicBezTo>
                <a:cubicBezTo>
                  <a:pt x="63711" y="414381"/>
                  <a:pt x="86156" y="444604"/>
                  <a:pt x="104775" y="447707"/>
                </a:cubicBezTo>
                <a:lnTo>
                  <a:pt x="133350" y="452470"/>
                </a:lnTo>
                <a:cubicBezTo>
                  <a:pt x="193418" y="488511"/>
                  <a:pt x="172818" y="478478"/>
                  <a:pt x="242887" y="509620"/>
                </a:cubicBezTo>
                <a:cubicBezTo>
                  <a:pt x="250699" y="513092"/>
                  <a:pt x="258452" y="516896"/>
                  <a:pt x="266700" y="519145"/>
                </a:cubicBezTo>
                <a:cubicBezTo>
                  <a:pt x="276016" y="521686"/>
                  <a:pt x="285750" y="522320"/>
                  <a:pt x="295275" y="523907"/>
                </a:cubicBezTo>
                <a:cubicBezTo>
                  <a:pt x="306294" y="532722"/>
                  <a:pt x="336190" y="560110"/>
                  <a:pt x="352425" y="557245"/>
                </a:cubicBezTo>
                <a:cubicBezTo>
                  <a:pt x="370657" y="554028"/>
                  <a:pt x="384175" y="538195"/>
                  <a:pt x="400050" y="528670"/>
                </a:cubicBezTo>
                <a:cubicBezTo>
                  <a:pt x="405720" y="518876"/>
                  <a:pt x="460359" y="420104"/>
                  <a:pt x="481012" y="395320"/>
                </a:cubicBezTo>
                <a:cubicBezTo>
                  <a:pt x="486094" y="389222"/>
                  <a:pt x="493712" y="385795"/>
                  <a:pt x="500062" y="381032"/>
                </a:cubicBezTo>
                <a:cubicBezTo>
                  <a:pt x="513758" y="326255"/>
                  <a:pt x="491567" y="409154"/>
                  <a:pt x="519112" y="333407"/>
                </a:cubicBezTo>
                <a:cubicBezTo>
                  <a:pt x="521878" y="325800"/>
                  <a:pt x="522119" y="317497"/>
                  <a:pt x="523875" y="309595"/>
                </a:cubicBezTo>
                <a:cubicBezTo>
                  <a:pt x="539318" y="240100"/>
                  <a:pt x="534087" y="261265"/>
                  <a:pt x="552450" y="200057"/>
                </a:cubicBezTo>
                <a:cubicBezTo>
                  <a:pt x="544512" y="166720"/>
                  <a:pt x="551689" y="125402"/>
                  <a:pt x="528637" y="100045"/>
                </a:cubicBezTo>
                <a:cubicBezTo>
                  <a:pt x="512584" y="82386"/>
                  <a:pt x="480740" y="99205"/>
                  <a:pt x="457200" y="95282"/>
                </a:cubicBezTo>
                <a:cubicBezTo>
                  <a:pt x="442344" y="92806"/>
                  <a:pt x="428394" y="86401"/>
                  <a:pt x="414337" y="80995"/>
                </a:cubicBezTo>
                <a:cubicBezTo>
                  <a:pt x="407711" y="78446"/>
                  <a:pt x="402205" y="73066"/>
                  <a:pt x="395287" y="71470"/>
                </a:cubicBezTo>
                <a:cubicBezTo>
                  <a:pt x="381280" y="68237"/>
                  <a:pt x="366712" y="68295"/>
                  <a:pt x="352425" y="66707"/>
                </a:cubicBezTo>
                <a:cubicBezTo>
                  <a:pt x="350837" y="61945"/>
                  <a:pt x="351722" y="55373"/>
                  <a:pt x="347662" y="52420"/>
                </a:cubicBezTo>
                <a:cubicBezTo>
                  <a:pt x="333308" y="41981"/>
                  <a:pt x="315257" y="37739"/>
                  <a:pt x="300037" y="28607"/>
                </a:cubicBezTo>
                <a:cubicBezTo>
                  <a:pt x="292100" y="23845"/>
                  <a:pt x="284733" y="17966"/>
                  <a:pt x="276225" y="14320"/>
                </a:cubicBezTo>
                <a:cubicBezTo>
                  <a:pt x="273307" y="13069"/>
                  <a:pt x="269081" y="-762"/>
                  <a:pt x="261937" y="32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14DD3935-5F3D-803F-BCAE-F7745B85FF85}"/>
              </a:ext>
            </a:extLst>
          </p:cNvPr>
          <p:cNvSpPr/>
          <p:nvPr/>
        </p:nvSpPr>
        <p:spPr>
          <a:xfrm>
            <a:off x="1913224" y="4281488"/>
            <a:ext cx="1066772" cy="780555"/>
          </a:xfrm>
          <a:custGeom>
            <a:avLst/>
            <a:gdLst>
              <a:gd name="csX0" fmla="*/ 77496 w 1066772"/>
              <a:gd name="csY0" fmla="*/ 128587 h 780555"/>
              <a:gd name="csX1" fmla="*/ 120358 w 1066772"/>
              <a:gd name="csY1" fmla="*/ 114300 h 780555"/>
              <a:gd name="csX2" fmla="*/ 267996 w 1066772"/>
              <a:gd name="csY2" fmla="*/ 52387 h 780555"/>
              <a:gd name="csX3" fmla="*/ 377533 w 1066772"/>
              <a:gd name="csY3" fmla="*/ 19050 h 780555"/>
              <a:gd name="csX4" fmla="*/ 439446 w 1066772"/>
              <a:gd name="csY4" fmla="*/ 0 h 780555"/>
              <a:gd name="csX5" fmla="*/ 710908 w 1066772"/>
              <a:gd name="csY5" fmla="*/ 9525 h 780555"/>
              <a:gd name="csX6" fmla="*/ 801396 w 1066772"/>
              <a:gd name="csY6" fmla="*/ 38100 h 780555"/>
              <a:gd name="csX7" fmla="*/ 849021 w 1066772"/>
              <a:gd name="csY7" fmla="*/ 71437 h 780555"/>
              <a:gd name="csX8" fmla="*/ 953796 w 1066772"/>
              <a:gd name="csY8" fmla="*/ 161925 h 780555"/>
              <a:gd name="csX9" fmla="*/ 987133 w 1066772"/>
              <a:gd name="csY9" fmla="*/ 200025 h 780555"/>
              <a:gd name="csX10" fmla="*/ 1053808 w 1066772"/>
              <a:gd name="csY10" fmla="*/ 309562 h 780555"/>
              <a:gd name="csX11" fmla="*/ 1039521 w 1066772"/>
              <a:gd name="csY11" fmla="*/ 523875 h 780555"/>
              <a:gd name="csX12" fmla="*/ 944271 w 1066772"/>
              <a:gd name="csY12" fmla="*/ 628650 h 780555"/>
              <a:gd name="csX13" fmla="*/ 853783 w 1066772"/>
              <a:gd name="csY13" fmla="*/ 666750 h 780555"/>
              <a:gd name="csX14" fmla="*/ 829971 w 1066772"/>
              <a:gd name="csY14" fmla="*/ 681037 h 780555"/>
              <a:gd name="csX15" fmla="*/ 787108 w 1066772"/>
              <a:gd name="csY15" fmla="*/ 695325 h 780555"/>
              <a:gd name="csX16" fmla="*/ 749008 w 1066772"/>
              <a:gd name="csY16" fmla="*/ 709612 h 780555"/>
              <a:gd name="csX17" fmla="*/ 706146 w 1066772"/>
              <a:gd name="csY17" fmla="*/ 728662 h 780555"/>
              <a:gd name="csX18" fmla="*/ 658521 w 1066772"/>
              <a:gd name="csY18" fmla="*/ 757237 h 780555"/>
              <a:gd name="csX19" fmla="*/ 620421 w 1066772"/>
              <a:gd name="csY19" fmla="*/ 762000 h 780555"/>
              <a:gd name="csX20" fmla="*/ 348958 w 1066772"/>
              <a:gd name="csY20" fmla="*/ 757237 h 780555"/>
              <a:gd name="csX21" fmla="*/ 291808 w 1066772"/>
              <a:gd name="csY21" fmla="*/ 733425 h 780555"/>
              <a:gd name="csX22" fmla="*/ 172746 w 1066772"/>
              <a:gd name="csY22" fmla="*/ 609600 h 780555"/>
              <a:gd name="csX23" fmla="*/ 120358 w 1066772"/>
              <a:gd name="csY23" fmla="*/ 547687 h 780555"/>
              <a:gd name="csX24" fmla="*/ 96546 w 1066772"/>
              <a:gd name="csY24" fmla="*/ 504825 h 780555"/>
              <a:gd name="csX25" fmla="*/ 58446 w 1066772"/>
              <a:gd name="csY25" fmla="*/ 414337 h 780555"/>
              <a:gd name="csX26" fmla="*/ 44158 w 1066772"/>
              <a:gd name="csY26" fmla="*/ 395287 h 780555"/>
              <a:gd name="csX27" fmla="*/ 25108 w 1066772"/>
              <a:gd name="csY27" fmla="*/ 357187 h 780555"/>
              <a:gd name="csX28" fmla="*/ 6058 w 1066772"/>
              <a:gd name="csY28" fmla="*/ 323850 h 780555"/>
              <a:gd name="csX29" fmla="*/ 6058 w 1066772"/>
              <a:gd name="csY29" fmla="*/ 209550 h 780555"/>
              <a:gd name="csX30" fmla="*/ 20346 w 1066772"/>
              <a:gd name="csY30" fmla="*/ 190500 h 780555"/>
              <a:gd name="csX31" fmla="*/ 72733 w 1066772"/>
              <a:gd name="csY31" fmla="*/ 171450 h 780555"/>
              <a:gd name="csX32" fmla="*/ 87021 w 1066772"/>
              <a:gd name="csY32" fmla="*/ 161925 h 780555"/>
              <a:gd name="csX33" fmla="*/ 77496 w 1066772"/>
              <a:gd name="csY33" fmla="*/ 128587 h 7805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1066772" h="780555">
                <a:moveTo>
                  <a:pt x="77496" y="128587"/>
                </a:moveTo>
                <a:cubicBezTo>
                  <a:pt x="83052" y="120649"/>
                  <a:pt x="106375" y="119893"/>
                  <a:pt x="120358" y="114300"/>
                </a:cubicBezTo>
                <a:cubicBezTo>
                  <a:pt x="169906" y="94481"/>
                  <a:pt x="217953" y="70921"/>
                  <a:pt x="267996" y="52387"/>
                </a:cubicBezTo>
                <a:cubicBezTo>
                  <a:pt x="303786" y="39131"/>
                  <a:pt x="341326" y="31119"/>
                  <a:pt x="377533" y="19050"/>
                </a:cubicBezTo>
                <a:cubicBezTo>
                  <a:pt x="443868" y="-3062"/>
                  <a:pt x="379679" y="9960"/>
                  <a:pt x="439446" y="0"/>
                </a:cubicBezTo>
                <a:cubicBezTo>
                  <a:pt x="529933" y="3175"/>
                  <a:pt x="620602" y="2981"/>
                  <a:pt x="710908" y="9525"/>
                </a:cubicBezTo>
                <a:cubicBezTo>
                  <a:pt x="730245" y="10926"/>
                  <a:pt x="780513" y="25816"/>
                  <a:pt x="801396" y="38100"/>
                </a:cubicBezTo>
                <a:cubicBezTo>
                  <a:pt x="818098" y="47925"/>
                  <a:pt x="833784" y="59465"/>
                  <a:pt x="849021" y="71437"/>
                </a:cubicBezTo>
                <a:cubicBezTo>
                  <a:pt x="871232" y="88889"/>
                  <a:pt x="925444" y="130995"/>
                  <a:pt x="953796" y="161925"/>
                </a:cubicBezTo>
                <a:cubicBezTo>
                  <a:pt x="965199" y="174365"/>
                  <a:pt x="977379" y="186254"/>
                  <a:pt x="987133" y="200025"/>
                </a:cubicBezTo>
                <a:cubicBezTo>
                  <a:pt x="1011260" y="234087"/>
                  <a:pt x="1032836" y="272862"/>
                  <a:pt x="1053808" y="309562"/>
                </a:cubicBezTo>
                <a:cubicBezTo>
                  <a:pt x="1069350" y="395043"/>
                  <a:pt x="1077418" y="407656"/>
                  <a:pt x="1039521" y="523875"/>
                </a:cubicBezTo>
                <a:cubicBezTo>
                  <a:pt x="1035998" y="534678"/>
                  <a:pt x="956490" y="621066"/>
                  <a:pt x="944271" y="628650"/>
                </a:cubicBezTo>
                <a:cubicBezTo>
                  <a:pt x="916465" y="645909"/>
                  <a:pt x="881847" y="649912"/>
                  <a:pt x="853783" y="666750"/>
                </a:cubicBezTo>
                <a:cubicBezTo>
                  <a:pt x="845846" y="671512"/>
                  <a:pt x="838479" y="677391"/>
                  <a:pt x="829971" y="681037"/>
                </a:cubicBezTo>
                <a:cubicBezTo>
                  <a:pt x="816128" y="686970"/>
                  <a:pt x="801310" y="690313"/>
                  <a:pt x="787108" y="695325"/>
                </a:cubicBezTo>
                <a:cubicBezTo>
                  <a:pt x="774318" y="699839"/>
                  <a:pt x="761550" y="704448"/>
                  <a:pt x="749008" y="709612"/>
                </a:cubicBezTo>
                <a:cubicBezTo>
                  <a:pt x="734551" y="715565"/>
                  <a:pt x="719982" y="721380"/>
                  <a:pt x="706146" y="728662"/>
                </a:cubicBezTo>
                <a:cubicBezTo>
                  <a:pt x="689763" y="737285"/>
                  <a:pt x="675775" y="750527"/>
                  <a:pt x="658521" y="757237"/>
                </a:cubicBezTo>
                <a:cubicBezTo>
                  <a:pt x="646592" y="761876"/>
                  <a:pt x="633121" y="760412"/>
                  <a:pt x="620421" y="762000"/>
                </a:cubicBezTo>
                <a:cubicBezTo>
                  <a:pt x="527161" y="793082"/>
                  <a:pt x="569959" y="780676"/>
                  <a:pt x="348958" y="757237"/>
                </a:cubicBezTo>
                <a:cubicBezTo>
                  <a:pt x="328436" y="755060"/>
                  <a:pt x="310858" y="741362"/>
                  <a:pt x="291808" y="733425"/>
                </a:cubicBezTo>
                <a:cubicBezTo>
                  <a:pt x="252121" y="692150"/>
                  <a:pt x="209733" y="653311"/>
                  <a:pt x="172746" y="609600"/>
                </a:cubicBezTo>
                <a:cubicBezTo>
                  <a:pt x="155283" y="588962"/>
                  <a:pt x="133487" y="571319"/>
                  <a:pt x="120358" y="547687"/>
                </a:cubicBezTo>
                <a:cubicBezTo>
                  <a:pt x="112421" y="533400"/>
                  <a:pt x="103429" y="519649"/>
                  <a:pt x="96546" y="504825"/>
                </a:cubicBezTo>
                <a:cubicBezTo>
                  <a:pt x="82764" y="475141"/>
                  <a:pt x="78083" y="440519"/>
                  <a:pt x="58446" y="414337"/>
                </a:cubicBezTo>
                <a:cubicBezTo>
                  <a:pt x="53683" y="407987"/>
                  <a:pt x="48158" y="402143"/>
                  <a:pt x="44158" y="395287"/>
                </a:cubicBezTo>
                <a:cubicBezTo>
                  <a:pt x="37003" y="383022"/>
                  <a:pt x="31790" y="369716"/>
                  <a:pt x="25108" y="357187"/>
                </a:cubicBezTo>
                <a:cubicBezTo>
                  <a:pt x="19085" y="345894"/>
                  <a:pt x="12408" y="334962"/>
                  <a:pt x="6058" y="323850"/>
                </a:cubicBezTo>
                <a:cubicBezTo>
                  <a:pt x="506" y="279430"/>
                  <a:pt x="-4208" y="260878"/>
                  <a:pt x="6058" y="209550"/>
                </a:cubicBezTo>
                <a:cubicBezTo>
                  <a:pt x="7615" y="201767"/>
                  <a:pt x="13996" y="195263"/>
                  <a:pt x="20346" y="190500"/>
                </a:cubicBezTo>
                <a:cubicBezTo>
                  <a:pt x="26886" y="185595"/>
                  <a:pt x="67282" y="173873"/>
                  <a:pt x="72733" y="171450"/>
                </a:cubicBezTo>
                <a:cubicBezTo>
                  <a:pt x="77964" y="169125"/>
                  <a:pt x="81901" y="164485"/>
                  <a:pt x="87021" y="161925"/>
                </a:cubicBezTo>
                <a:cubicBezTo>
                  <a:pt x="97835" y="156518"/>
                  <a:pt x="71940" y="136525"/>
                  <a:pt x="77496" y="128587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3D770341-1118-F06C-F6CA-AFA96BF83803}"/>
              </a:ext>
            </a:extLst>
          </p:cNvPr>
          <p:cNvSpPr/>
          <p:nvPr/>
        </p:nvSpPr>
        <p:spPr>
          <a:xfrm>
            <a:off x="3100796" y="4962328"/>
            <a:ext cx="342486" cy="329007"/>
          </a:xfrm>
          <a:custGeom>
            <a:avLst/>
            <a:gdLst>
              <a:gd name="csX0" fmla="*/ 4349 w 342486"/>
              <a:gd name="csY0" fmla="*/ 81160 h 329007"/>
              <a:gd name="csX1" fmla="*/ 90074 w 342486"/>
              <a:gd name="csY1" fmla="*/ 157360 h 329007"/>
              <a:gd name="csX2" fmla="*/ 132936 w 342486"/>
              <a:gd name="csY2" fmla="*/ 209747 h 329007"/>
              <a:gd name="csX3" fmla="*/ 161511 w 342486"/>
              <a:gd name="csY3" fmla="*/ 252610 h 329007"/>
              <a:gd name="csX4" fmla="*/ 213899 w 342486"/>
              <a:gd name="csY4" fmla="*/ 304997 h 329007"/>
              <a:gd name="csX5" fmla="*/ 228186 w 342486"/>
              <a:gd name="csY5" fmla="*/ 319285 h 329007"/>
              <a:gd name="csX6" fmla="*/ 271049 w 342486"/>
              <a:gd name="csY6" fmla="*/ 324047 h 329007"/>
              <a:gd name="csX7" fmla="*/ 290099 w 342486"/>
              <a:gd name="csY7" fmla="*/ 328810 h 329007"/>
              <a:gd name="csX8" fmla="*/ 323436 w 342486"/>
              <a:gd name="csY8" fmla="*/ 314522 h 329007"/>
              <a:gd name="csX9" fmla="*/ 342486 w 342486"/>
              <a:gd name="csY9" fmla="*/ 243085 h 329007"/>
              <a:gd name="csX10" fmla="*/ 275811 w 342486"/>
              <a:gd name="csY10" fmla="*/ 176410 h 329007"/>
              <a:gd name="csX11" fmla="*/ 256761 w 342486"/>
              <a:gd name="csY11" fmla="*/ 157360 h 329007"/>
              <a:gd name="csX12" fmla="*/ 232949 w 342486"/>
              <a:gd name="csY12" fmla="*/ 124022 h 329007"/>
              <a:gd name="csX13" fmla="*/ 223424 w 342486"/>
              <a:gd name="csY13" fmla="*/ 104972 h 329007"/>
              <a:gd name="csX14" fmla="*/ 199611 w 342486"/>
              <a:gd name="csY14" fmla="*/ 85922 h 329007"/>
              <a:gd name="csX15" fmla="*/ 190086 w 342486"/>
              <a:gd name="csY15" fmla="*/ 71635 h 329007"/>
              <a:gd name="csX16" fmla="*/ 104361 w 342486"/>
              <a:gd name="csY16" fmla="*/ 9722 h 329007"/>
              <a:gd name="csX17" fmla="*/ 66261 w 342486"/>
              <a:gd name="csY17" fmla="*/ 4960 h 329007"/>
              <a:gd name="csX18" fmla="*/ 47211 w 342486"/>
              <a:gd name="csY18" fmla="*/ 197 h 329007"/>
              <a:gd name="csX19" fmla="*/ 4349 w 342486"/>
              <a:gd name="csY19" fmla="*/ 81160 h 3290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342486" h="329007">
                <a:moveTo>
                  <a:pt x="4349" y="81160"/>
                </a:moveTo>
                <a:cubicBezTo>
                  <a:pt x="11493" y="107354"/>
                  <a:pt x="31262" y="111617"/>
                  <a:pt x="90074" y="157360"/>
                </a:cubicBezTo>
                <a:cubicBezTo>
                  <a:pt x="111826" y="200864"/>
                  <a:pt x="83071" y="148374"/>
                  <a:pt x="132936" y="209747"/>
                </a:cubicBezTo>
                <a:cubicBezTo>
                  <a:pt x="143764" y="223074"/>
                  <a:pt x="151208" y="238873"/>
                  <a:pt x="161511" y="252610"/>
                </a:cubicBezTo>
                <a:cubicBezTo>
                  <a:pt x="192210" y="293542"/>
                  <a:pt x="181777" y="276890"/>
                  <a:pt x="213899" y="304997"/>
                </a:cubicBezTo>
                <a:cubicBezTo>
                  <a:pt x="218968" y="309432"/>
                  <a:pt x="221796" y="317155"/>
                  <a:pt x="228186" y="319285"/>
                </a:cubicBezTo>
                <a:cubicBezTo>
                  <a:pt x="241824" y="323831"/>
                  <a:pt x="256761" y="322460"/>
                  <a:pt x="271049" y="324047"/>
                </a:cubicBezTo>
                <a:cubicBezTo>
                  <a:pt x="277399" y="325635"/>
                  <a:pt x="283659" y="329981"/>
                  <a:pt x="290099" y="328810"/>
                </a:cubicBezTo>
                <a:cubicBezTo>
                  <a:pt x="301994" y="326647"/>
                  <a:pt x="316065" y="324105"/>
                  <a:pt x="323436" y="314522"/>
                </a:cubicBezTo>
                <a:cubicBezTo>
                  <a:pt x="330921" y="304791"/>
                  <a:pt x="338932" y="260856"/>
                  <a:pt x="342486" y="243085"/>
                </a:cubicBezTo>
                <a:lnTo>
                  <a:pt x="275811" y="176410"/>
                </a:lnTo>
                <a:cubicBezTo>
                  <a:pt x="269461" y="170060"/>
                  <a:pt x="262149" y="164544"/>
                  <a:pt x="256761" y="157360"/>
                </a:cubicBezTo>
                <a:cubicBezTo>
                  <a:pt x="250627" y="149181"/>
                  <a:pt x="238521" y="133772"/>
                  <a:pt x="232949" y="124022"/>
                </a:cubicBezTo>
                <a:cubicBezTo>
                  <a:pt x="229427" y="117858"/>
                  <a:pt x="228099" y="110315"/>
                  <a:pt x="223424" y="104972"/>
                </a:cubicBezTo>
                <a:cubicBezTo>
                  <a:pt x="216730" y="97322"/>
                  <a:pt x="206799" y="93110"/>
                  <a:pt x="199611" y="85922"/>
                </a:cubicBezTo>
                <a:cubicBezTo>
                  <a:pt x="195564" y="81875"/>
                  <a:pt x="193889" y="75913"/>
                  <a:pt x="190086" y="71635"/>
                </a:cubicBezTo>
                <a:cubicBezTo>
                  <a:pt x="170694" y="49819"/>
                  <a:pt x="132580" y="13249"/>
                  <a:pt x="104361" y="9722"/>
                </a:cubicBezTo>
                <a:lnTo>
                  <a:pt x="66261" y="4960"/>
                </a:lnTo>
                <a:cubicBezTo>
                  <a:pt x="59911" y="3372"/>
                  <a:pt x="53651" y="-974"/>
                  <a:pt x="47211" y="197"/>
                </a:cubicBezTo>
                <a:cubicBezTo>
                  <a:pt x="-8013" y="10238"/>
                  <a:pt x="-2795" y="54966"/>
                  <a:pt x="4349" y="81160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A56A5FE9-367B-0C1D-7952-46FA99C8927C}"/>
              </a:ext>
            </a:extLst>
          </p:cNvPr>
          <p:cNvSpPr/>
          <p:nvPr/>
        </p:nvSpPr>
        <p:spPr>
          <a:xfrm>
            <a:off x="2988443" y="4838700"/>
            <a:ext cx="731093" cy="595313"/>
          </a:xfrm>
          <a:custGeom>
            <a:avLst/>
            <a:gdLst>
              <a:gd name="csX0" fmla="*/ 235764 w 731093"/>
              <a:gd name="csY0" fmla="*/ 9525 h 595313"/>
              <a:gd name="csX1" fmla="*/ 269102 w 731093"/>
              <a:gd name="csY1" fmla="*/ 28575 h 595313"/>
              <a:gd name="csX2" fmla="*/ 383402 w 731093"/>
              <a:gd name="csY2" fmla="*/ 85725 h 595313"/>
              <a:gd name="csX3" fmla="*/ 454839 w 731093"/>
              <a:gd name="csY3" fmla="*/ 123825 h 595313"/>
              <a:gd name="csX4" fmla="*/ 526277 w 731093"/>
              <a:gd name="csY4" fmla="*/ 209550 h 595313"/>
              <a:gd name="csX5" fmla="*/ 531039 w 731093"/>
              <a:gd name="csY5" fmla="*/ 242888 h 595313"/>
              <a:gd name="csX6" fmla="*/ 569139 w 731093"/>
              <a:gd name="csY6" fmla="*/ 300038 h 595313"/>
              <a:gd name="csX7" fmla="*/ 645339 w 731093"/>
              <a:gd name="csY7" fmla="*/ 347663 h 595313"/>
              <a:gd name="csX8" fmla="*/ 664389 w 731093"/>
              <a:gd name="csY8" fmla="*/ 361950 h 595313"/>
              <a:gd name="csX9" fmla="*/ 669152 w 731093"/>
              <a:gd name="csY9" fmla="*/ 381000 h 595313"/>
              <a:gd name="csX10" fmla="*/ 683439 w 731093"/>
              <a:gd name="csY10" fmla="*/ 400050 h 595313"/>
              <a:gd name="csX11" fmla="*/ 712014 w 731093"/>
              <a:gd name="csY11" fmla="*/ 433388 h 595313"/>
              <a:gd name="csX12" fmla="*/ 731064 w 731093"/>
              <a:gd name="csY12" fmla="*/ 504825 h 595313"/>
              <a:gd name="csX13" fmla="*/ 683439 w 731093"/>
              <a:gd name="csY13" fmla="*/ 590550 h 595313"/>
              <a:gd name="csX14" fmla="*/ 664389 w 731093"/>
              <a:gd name="csY14" fmla="*/ 595313 h 595313"/>
              <a:gd name="csX15" fmla="*/ 583427 w 731093"/>
              <a:gd name="csY15" fmla="*/ 590550 h 595313"/>
              <a:gd name="csX16" fmla="*/ 526277 w 731093"/>
              <a:gd name="csY16" fmla="*/ 576263 h 595313"/>
              <a:gd name="csX17" fmla="*/ 497702 w 731093"/>
              <a:gd name="csY17" fmla="*/ 571500 h 595313"/>
              <a:gd name="csX18" fmla="*/ 402452 w 731093"/>
              <a:gd name="csY18" fmla="*/ 533400 h 595313"/>
              <a:gd name="csX19" fmla="*/ 383402 w 731093"/>
              <a:gd name="csY19" fmla="*/ 519113 h 595313"/>
              <a:gd name="csX20" fmla="*/ 331014 w 731093"/>
              <a:gd name="csY20" fmla="*/ 495300 h 595313"/>
              <a:gd name="csX21" fmla="*/ 278627 w 731093"/>
              <a:gd name="csY21" fmla="*/ 461963 h 595313"/>
              <a:gd name="csX22" fmla="*/ 173852 w 731093"/>
              <a:gd name="csY22" fmla="*/ 409575 h 595313"/>
              <a:gd name="csX23" fmla="*/ 145277 w 731093"/>
              <a:gd name="csY23" fmla="*/ 376238 h 595313"/>
              <a:gd name="csX24" fmla="*/ 107177 w 731093"/>
              <a:gd name="csY24" fmla="*/ 304800 h 595313"/>
              <a:gd name="csX25" fmla="*/ 92889 w 731093"/>
              <a:gd name="csY25" fmla="*/ 276225 h 595313"/>
              <a:gd name="csX26" fmla="*/ 88127 w 731093"/>
              <a:gd name="csY26" fmla="*/ 261938 h 595313"/>
              <a:gd name="csX27" fmla="*/ 64314 w 731093"/>
              <a:gd name="csY27" fmla="*/ 238125 h 595313"/>
              <a:gd name="csX28" fmla="*/ 50027 w 731093"/>
              <a:gd name="csY28" fmla="*/ 200025 h 595313"/>
              <a:gd name="csX29" fmla="*/ 30977 w 731093"/>
              <a:gd name="csY29" fmla="*/ 176213 h 595313"/>
              <a:gd name="csX30" fmla="*/ 7164 w 731093"/>
              <a:gd name="csY30" fmla="*/ 138113 h 595313"/>
              <a:gd name="csX31" fmla="*/ 16689 w 731093"/>
              <a:gd name="csY31" fmla="*/ 33338 h 595313"/>
              <a:gd name="csX32" fmla="*/ 30977 w 731093"/>
              <a:gd name="csY32" fmla="*/ 19050 h 595313"/>
              <a:gd name="csX33" fmla="*/ 50027 w 731093"/>
              <a:gd name="csY33" fmla="*/ 4763 h 595313"/>
              <a:gd name="csX34" fmla="*/ 83364 w 731093"/>
              <a:gd name="csY34" fmla="*/ 0 h 595313"/>
              <a:gd name="csX35" fmla="*/ 188139 w 731093"/>
              <a:gd name="csY35" fmla="*/ 4763 h 595313"/>
              <a:gd name="csX36" fmla="*/ 202427 w 731093"/>
              <a:gd name="csY36" fmla="*/ 14288 h 595313"/>
              <a:gd name="csX37" fmla="*/ 235764 w 731093"/>
              <a:gd name="csY37" fmla="*/ 9525 h 5953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731093" h="595313">
                <a:moveTo>
                  <a:pt x="235764" y="9525"/>
                </a:moveTo>
                <a:cubicBezTo>
                  <a:pt x="246877" y="11906"/>
                  <a:pt x="257729" y="22705"/>
                  <a:pt x="269102" y="28575"/>
                </a:cubicBezTo>
                <a:cubicBezTo>
                  <a:pt x="306955" y="48112"/>
                  <a:pt x="346418" y="64591"/>
                  <a:pt x="383402" y="85725"/>
                </a:cubicBezTo>
                <a:cubicBezTo>
                  <a:pt x="429067" y="111820"/>
                  <a:pt x="405292" y="99051"/>
                  <a:pt x="454839" y="123825"/>
                </a:cubicBezTo>
                <a:cubicBezTo>
                  <a:pt x="517155" y="196527"/>
                  <a:pt x="494425" y="167083"/>
                  <a:pt x="526277" y="209550"/>
                </a:cubicBezTo>
                <a:cubicBezTo>
                  <a:pt x="527864" y="220663"/>
                  <a:pt x="527264" y="232316"/>
                  <a:pt x="531039" y="242888"/>
                </a:cubicBezTo>
                <a:cubicBezTo>
                  <a:pt x="535613" y="255697"/>
                  <a:pt x="557596" y="289545"/>
                  <a:pt x="569139" y="300038"/>
                </a:cubicBezTo>
                <a:cubicBezTo>
                  <a:pt x="594165" y="322789"/>
                  <a:pt x="616406" y="329858"/>
                  <a:pt x="645339" y="347663"/>
                </a:cubicBezTo>
                <a:cubicBezTo>
                  <a:pt x="652099" y="351823"/>
                  <a:pt x="658039" y="357188"/>
                  <a:pt x="664389" y="361950"/>
                </a:cubicBezTo>
                <a:cubicBezTo>
                  <a:pt x="665977" y="368300"/>
                  <a:pt x="666225" y="375146"/>
                  <a:pt x="669152" y="381000"/>
                </a:cubicBezTo>
                <a:cubicBezTo>
                  <a:pt x="672702" y="388099"/>
                  <a:pt x="678413" y="393907"/>
                  <a:pt x="683439" y="400050"/>
                </a:cubicBezTo>
                <a:cubicBezTo>
                  <a:pt x="692707" y="411378"/>
                  <a:pt x="702489" y="422275"/>
                  <a:pt x="712014" y="433388"/>
                </a:cubicBezTo>
                <a:cubicBezTo>
                  <a:pt x="717615" y="450192"/>
                  <a:pt x="731827" y="489560"/>
                  <a:pt x="731064" y="504825"/>
                </a:cubicBezTo>
                <a:cubicBezTo>
                  <a:pt x="729895" y="528210"/>
                  <a:pt x="714597" y="582760"/>
                  <a:pt x="683439" y="590550"/>
                </a:cubicBezTo>
                <a:lnTo>
                  <a:pt x="664389" y="595313"/>
                </a:lnTo>
                <a:cubicBezTo>
                  <a:pt x="637402" y="593725"/>
                  <a:pt x="610207" y="594244"/>
                  <a:pt x="583427" y="590550"/>
                </a:cubicBezTo>
                <a:cubicBezTo>
                  <a:pt x="563975" y="587867"/>
                  <a:pt x="545446" y="580523"/>
                  <a:pt x="526277" y="576263"/>
                </a:cubicBezTo>
                <a:cubicBezTo>
                  <a:pt x="516851" y="574168"/>
                  <a:pt x="507227" y="573088"/>
                  <a:pt x="497702" y="571500"/>
                </a:cubicBezTo>
                <a:cubicBezTo>
                  <a:pt x="465952" y="558800"/>
                  <a:pt x="429809" y="553917"/>
                  <a:pt x="402452" y="533400"/>
                </a:cubicBezTo>
                <a:cubicBezTo>
                  <a:pt x="396102" y="528638"/>
                  <a:pt x="390133" y="523320"/>
                  <a:pt x="383402" y="519113"/>
                </a:cubicBezTo>
                <a:cubicBezTo>
                  <a:pt x="366950" y="508830"/>
                  <a:pt x="348038" y="504467"/>
                  <a:pt x="331014" y="495300"/>
                </a:cubicBezTo>
                <a:cubicBezTo>
                  <a:pt x="281952" y="468882"/>
                  <a:pt x="322593" y="483946"/>
                  <a:pt x="278627" y="461963"/>
                </a:cubicBezTo>
                <a:cubicBezTo>
                  <a:pt x="220720" y="433010"/>
                  <a:pt x="239973" y="450901"/>
                  <a:pt x="173852" y="409575"/>
                </a:cubicBezTo>
                <a:cubicBezTo>
                  <a:pt x="164484" y="403720"/>
                  <a:pt x="151192" y="384125"/>
                  <a:pt x="145277" y="376238"/>
                </a:cubicBezTo>
                <a:cubicBezTo>
                  <a:pt x="133797" y="307367"/>
                  <a:pt x="153454" y="397351"/>
                  <a:pt x="107177" y="304800"/>
                </a:cubicBezTo>
                <a:cubicBezTo>
                  <a:pt x="102414" y="295275"/>
                  <a:pt x="97214" y="285956"/>
                  <a:pt x="92889" y="276225"/>
                </a:cubicBezTo>
                <a:cubicBezTo>
                  <a:pt x="90850" y="271638"/>
                  <a:pt x="91139" y="265954"/>
                  <a:pt x="88127" y="261938"/>
                </a:cubicBezTo>
                <a:cubicBezTo>
                  <a:pt x="81392" y="252958"/>
                  <a:pt x="72252" y="246063"/>
                  <a:pt x="64314" y="238125"/>
                </a:cubicBezTo>
                <a:cubicBezTo>
                  <a:pt x="59552" y="225425"/>
                  <a:pt x="56457" y="211967"/>
                  <a:pt x="50027" y="200025"/>
                </a:cubicBezTo>
                <a:cubicBezTo>
                  <a:pt x="45208" y="191075"/>
                  <a:pt x="37076" y="184345"/>
                  <a:pt x="30977" y="176213"/>
                </a:cubicBezTo>
                <a:cubicBezTo>
                  <a:pt x="23652" y="166446"/>
                  <a:pt x="12537" y="147067"/>
                  <a:pt x="7164" y="138113"/>
                </a:cubicBezTo>
                <a:cubicBezTo>
                  <a:pt x="-3466" y="95587"/>
                  <a:pt x="-3795" y="105033"/>
                  <a:pt x="16689" y="33338"/>
                </a:cubicBezTo>
                <a:cubicBezTo>
                  <a:pt x="18539" y="26862"/>
                  <a:pt x="25863" y="23433"/>
                  <a:pt x="30977" y="19050"/>
                </a:cubicBezTo>
                <a:cubicBezTo>
                  <a:pt x="37004" y="13884"/>
                  <a:pt x="42567" y="7476"/>
                  <a:pt x="50027" y="4763"/>
                </a:cubicBezTo>
                <a:cubicBezTo>
                  <a:pt x="60576" y="927"/>
                  <a:pt x="72252" y="1588"/>
                  <a:pt x="83364" y="0"/>
                </a:cubicBezTo>
                <a:cubicBezTo>
                  <a:pt x="118289" y="1588"/>
                  <a:pt x="153427" y="597"/>
                  <a:pt x="188139" y="4763"/>
                </a:cubicBezTo>
                <a:cubicBezTo>
                  <a:pt x="193822" y="5445"/>
                  <a:pt x="197166" y="12033"/>
                  <a:pt x="202427" y="14288"/>
                </a:cubicBezTo>
                <a:cubicBezTo>
                  <a:pt x="208443" y="16866"/>
                  <a:pt x="224651" y="7144"/>
                  <a:pt x="235764" y="9525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1410E483-BF39-5265-187C-1934F34611AC}"/>
              </a:ext>
            </a:extLst>
          </p:cNvPr>
          <p:cNvSpPr/>
          <p:nvPr/>
        </p:nvSpPr>
        <p:spPr>
          <a:xfrm>
            <a:off x="3957441" y="5553075"/>
            <a:ext cx="119413" cy="100040"/>
          </a:xfrm>
          <a:custGeom>
            <a:avLst/>
            <a:gdLst>
              <a:gd name="csX0" fmla="*/ 19241 w 119413"/>
              <a:gd name="csY0" fmla="*/ 71438 h 100040"/>
              <a:gd name="csX1" fmla="*/ 4954 w 119413"/>
              <a:gd name="csY1" fmla="*/ 42863 h 100040"/>
              <a:gd name="csX2" fmla="*/ 191 w 119413"/>
              <a:gd name="csY2" fmla="*/ 28575 h 100040"/>
              <a:gd name="csX3" fmla="*/ 14479 w 119413"/>
              <a:gd name="csY3" fmla="*/ 0 h 100040"/>
              <a:gd name="csX4" fmla="*/ 66866 w 119413"/>
              <a:gd name="csY4" fmla="*/ 14288 h 100040"/>
              <a:gd name="csX5" fmla="*/ 90679 w 119413"/>
              <a:gd name="csY5" fmla="*/ 28575 h 100040"/>
              <a:gd name="csX6" fmla="*/ 109729 w 119413"/>
              <a:gd name="csY6" fmla="*/ 38100 h 100040"/>
              <a:gd name="csX7" fmla="*/ 119254 w 119413"/>
              <a:gd name="csY7" fmla="*/ 90488 h 100040"/>
              <a:gd name="csX8" fmla="*/ 104966 w 119413"/>
              <a:gd name="csY8" fmla="*/ 100013 h 100040"/>
              <a:gd name="csX9" fmla="*/ 33529 w 119413"/>
              <a:gd name="csY9" fmla="*/ 76200 h 100040"/>
              <a:gd name="csX10" fmla="*/ 19241 w 119413"/>
              <a:gd name="csY10" fmla="*/ 71438 h 1000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19413" h="100040">
                <a:moveTo>
                  <a:pt x="19241" y="71438"/>
                </a:moveTo>
                <a:cubicBezTo>
                  <a:pt x="14479" y="65882"/>
                  <a:pt x="9279" y="52594"/>
                  <a:pt x="4954" y="42863"/>
                </a:cubicBezTo>
                <a:cubicBezTo>
                  <a:pt x="2915" y="38275"/>
                  <a:pt x="-898" y="33476"/>
                  <a:pt x="191" y="28575"/>
                </a:cubicBezTo>
                <a:cubicBezTo>
                  <a:pt x="2501" y="18179"/>
                  <a:pt x="9716" y="9525"/>
                  <a:pt x="14479" y="0"/>
                </a:cubicBezTo>
                <a:cubicBezTo>
                  <a:pt x="31941" y="4763"/>
                  <a:pt x="49918" y="7933"/>
                  <a:pt x="66866" y="14288"/>
                </a:cubicBezTo>
                <a:cubicBezTo>
                  <a:pt x="75533" y="17538"/>
                  <a:pt x="82587" y="24080"/>
                  <a:pt x="90679" y="28575"/>
                </a:cubicBezTo>
                <a:cubicBezTo>
                  <a:pt x="96885" y="32023"/>
                  <a:pt x="103379" y="34925"/>
                  <a:pt x="109729" y="38100"/>
                </a:cubicBezTo>
                <a:cubicBezTo>
                  <a:pt x="112904" y="55563"/>
                  <a:pt x="120615" y="72791"/>
                  <a:pt x="119254" y="90488"/>
                </a:cubicBezTo>
                <a:cubicBezTo>
                  <a:pt x="118815" y="96195"/>
                  <a:pt x="110675" y="100421"/>
                  <a:pt x="104966" y="100013"/>
                </a:cubicBezTo>
                <a:cubicBezTo>
                  <a:pt x="85284" y="98607"/>
                  <a:pt x="53254" y="88034"/>
                  <a:pt x="33529" y="76200"/>
                </a:cubicBezTo>
                <a:cubicBezTo>
                  <a:pt x="31604" y="75045"/>
                  <a:pt x="24003" y="76994"/>
                  <a:pt x="19241" y="71438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E309FAD8-4B1E-7D5F-A28B-0A530777A5FA}"/>
              </a:ext>
            </a:extLst>
          </p:cNvPr>
          <p:cNvSpPr/>
          <p:nvPr/>
        </p:nvSpPr>
        <p:spPr>
          <a:xfrm>
            <a:off x="2871782" y="4700288"/>
            <a:ext cx="1390727" cy="1100437"/>
          </a:xfrm>
          <a:custGeom>
            <a:avLst/>
            <a:gdLst>
              <a:gd name="csX0" fmla="*/ 619125 w 1390727"/>
              <a:gd name="csY0" fmla="*/ 176512 h 1100437"/>
              <a:gd name="csX1" fmla="*/ 733425 w 1390727"/>
              <a:gd name="csY1" fmla="*/ 267000 h 1100437"/>
              <a:gd name="csX2" fmla="*/ 766763 w 1390727"/>
              <a:gd name="csY2" fmla="*/ 300337 h 1100437"/>
              <a:gd name="csX3" fmla="*/ 804863 w 1390727"/>
              <a:gd name="csY3" fmla="*/ 352725 h 1100437"/>
              <a:gd name="csX4" fmla="*/ 866775 w 1390727"/>
              <a:gd name="csY4" fmla="*/ 419400 h 1100437"/>
              <a:gd name="csX5" fmla="*/ 890588 w 1390727"/>
              <a:gd name="csY5" fmla="*/ 452737 h 1100437"/>
              <a:gd name="csX6" fmla="*/ 914400 w 1390727"/>
              <a:gd name="csY6" fmla="*/ 471787 h 1100437"/>
              <a:gd name="csX7" fmla="*/ 957263 w 1390727"/>
              <a:gd name="csY7" fmla="*/ 524175 h 1100437"/>
              <a:gd name="csX8" fmla="*/ 1009650 w 1390727"/>
              <a:gd name="csY8" fmla="*/ 609900 h 1100437"/>
              <a:gd name="csX9" fmla="*/ 1028700 w 1390727"/>
              <a:gd name="csY9" fmla="*/ 638475 h 1100437"/>
              <a:gd name="csX10" fmla="*/ 1133475 w 1390727"/>
              <a:gd name="csY10" fmla="*/ 700387 h 1100437"/>
              <a:gd name="csX11" fmla="*/ 1185863 w 1390727"/>
              <a:gd name="csY11" fmla="*/ 719437 h 1100437"/>
              <a:gd name="csX12" fmla="*/ 1219200 w 1390727"/>
              <a:gd name="csY12" fmla="*/ 738487 h 1100437"/>
              <a:gd name="csX13" fmla="*/ 1295400 w 1390727"/>
              <a:gd name="csY13" fmla="*/ 786112 h 1100437"/>
              <a:gd name="csX14" fmla="*/ 1333500 w 1390727"/>
              <a:gd name="csY14" fmla="*/ 833737 h 1100437"/>
              <a:gd name="csX15" fmla="*/ 1376363 w 1390727"/>
              <a:gd name="csY15" fmla="*/ 900412 h 1100437"/>
              <a:gd name="csX16" fmla="*/ 1381125 w 1390727"/>
              <a:gd name="csY16" fmla="*/ 957562 h 1100437"/>
              <a:gd name="csX17" fmla="*/ 1381125 w 1390727"/>
              <a:gd name="csY17" fmla="*/ 1071862 h 1100437"/>
              <a:gd name="csX18" fmla="*/ 1362075 w 1390727"/>
              <a:gd name="csY18" fmla="*/ 1086150 h 1100437"/>
              <a:gd name="csX19" fmla="*/ 1309688 w 1390727"/>
              <a:gd name="csY19" fmla="*/ 1100437 h 1100437"/>
              <a:gd name="csX20" fmla="*/ 1243013 w 1390727"/>
              <a:gd name="csY20" fmla="*/ 1081387 h 1100437"/>
              <a:gd name="csX21" fmla="*/ 1209675 w 1390727"/>
              <a:gd name="csY21" fmla="*/ 1067100 h 1100437"/>
              <a:gd name="csX22" fmla="*/ 1095375 w 1390727"/>
              <a:gd name="csY22" fmla="*/ 1033762 h 1100437"/>
              <a:gd name="csX23" fmla="*/ 1076325 w 1390727"/>
              <a:gd name="csY23" fmla="*/ 1024237 h 1100437"/>
              <a:gd name="csX24" fmla="*/ 995363 w 1390727"/>
              <a:gd name="csY24" fmla="*/ 952800 h 1100437"/>
              <a:gd name="csX25" fmla="*/ 981075 w 1390727"/>
              <a:gd name="csY25" fmla="*/ 933750 h 1100437"/>
              <a:gd name="csX26" fmla="*/ 947738 w 1390727"/>
              <a:gd name="csY26" fmla="*/ 900412 h 1100437"/>
              <a:gd name="csX27" fmla="*/ 900113 w 1390727"/>
              <a:gd name="csY27" fmla="*/ 843262 h 1100437"/>
              <a:gd name="csX28" fmla="*/ 885825 w 1390727"/>
              <a:gd name="csY28" fmla="*/ 824212 h 1100437"/>
              <a:gd name="csX29" fmla="*/ 790575 w 1390727"/>
              <a:gd name="csY29" fmla="*/ 805162 h 1100437"/>
              <a:gd name="csX30" fmla="*/ 757238 w 1390727"/>
              <a:gd name="csY30" fmla="*/ 795637 h 1100437"/>
              <a:gd name="csX31" fmla="*/ 652463 w 1390727"/>
              <a:gd name="csY31" fmla="*/ 786112 h 1100437"/>
              <a:gd name="csX32" fmla="*/ 633413 w 1390727"/>
              <a:gd name="csY32" fmla="*/ 776587 h 1100437"/>
              <a:gd name="csX33" fmla="*/ 604838 w 1390727"/>
              <a:gd name="csY33" fmla="*/ 771825 h 1100437"/>
              <a:gd name="csX34" fmla="*/ 585788 w 1390727"/>
              <a:gd name="csY34" fmla="*/ 757537 h 1100437"/>
              <a:gd name="csX35" fmla="*/ 504825 w 1390727"/>
              <a:gd name="csY35" fmla="*/ 724200 h 1100437"/>
              <a:gd name="csX36" fmla="*/ 457200 w 1390727"/>
              <a:gd name="csY36" fmla="*/ 690862 h 1100437"/>
              <a:gd name="csX37" fmla="*/ 371475 w 1390727"/>
              <a:gd name="csY37" fmla="*/ 652762 h 1100437"/>
              <a:gd name="csX38" fmla="*/ 280988 w 1390727"/>
              <a:gd name="csY38" fmla="*/ 595612 h 1100437"/>
              <a:gd name="csX39" fmla="*/ 209550 w 1390727"/>
              <a:gd name="csY39" fmla="*/ 557512 h 1100437"/>
              <a:gd name="csX40" fmla="*/ 195263 w 1390727"/>
              <a:gd name="csY40" fmla="*/ 543225 h 1100437"/>
              <a:gd name="csX41" fmla="*/ 147638 w 1390727"/>
              <a:gd name="csY41" fmla="*/ 514650 h 1100437"/>
              <a:gd name="csX42" fmla="*/ 109538 w 1390727"/>
              <a:gd name="csY42" fmla="*/ 471787 h 1100437"/>
              <a:gd name="csX43" fmla="*/ 66675 w 1390727"/>
              <a:gd name="csY43" fmla="*/ 414637 h 1100437"/>
              <a:gd name="csX44" fmla="*/ 52388 w 1390727"/>
              <a:gd name="csY44" fmla="*/ 390825 h 1100437"/>
              <a:gd name="csX45" fmla="*/ 42863 w 1390727"/>
              <a:gd name="csY45" fmla="*/ 357487 h 1100437"/>
              <a:gd name="csX46" fmla="*/ 23813 w 1390727"/>
              <a:gd name="csY46" fmla="*/ 324150 h 1100437"/>
              <a:gd name="csX47" fmla="*/ 14288 w 1390727"/>
              <a:gd name="csY47" fmla="*/ 290812 h 1100437"/>
              <a:gd name="csX48" fmla="*/ 0 w 1390727"/>
              <a:gd name="csY48" fmla="*/ 247950 h 1100437"/>
              <a:gd name="csX49" fmla="*/ 14288 w 1390727"/>
              <a:gd name="csY49" fmla="*/ 166987 h 1100437"/>
              <a:gd name="csX50" fmla="*/ 28575 w 1390727"/>
              <a:gd name="csY50" fmla="*/ 162225 h 1100437"/>
              <a:gd name="csX51" fmla="*/ 80963 w 1390727"/>
              <a:gd name="csY51" fmla="*/ 95550 h 1100437"/>
              <a:gd name="csX52" fmla="*/ 85725 w 1390727"/>
              <a:gd name="csY52" fmla="*/ 81262 h 1100437"/>
              <a:gd name="csX53" fmla="*/ 133350 w 1390727"/>
              <a:gd name="csY53" fmla="*/ 24112 h 1100437"/>
              <a:gd name="csX54" fmla="*/ 152400 w 1390727"/>
              <a:gd name="csY54" fmla="*/ 300 h 1100437"/>
              <a:gd name="csX55" fmla="*/ 285750 w 1390727"/>
              <a:gd name="csY55" fmla="*/ 43162 h 1100437"/>
              <a:gd name="csX56" fmla="*/ 319088 w 1390727"/>
              <a:gd name="csY56" fmla="*/ 57450 h 1100437"/>
              <a:gd name="csX57" fmla="*/ 442913 w 1390727"/>
              <a:gd name="csY57" fmla="*/ 71737 h 1100437"/>
              <a:gd name="csX58" fmla="*/ 466725 w 1390727"/>
              <a:gd name="csY58" fmla="*/ 76500 h 1100437"/>
              <a:gd name="csX59" fmla="*/ 495300 w 1390727"/>
              <a:gd name="csY59" fmla="*/ 81262 h 1100437"/>
              <a:gd name="csX60" fmla="*/ 519113 w 1390727"/>
              <a:gd name="csY60" fmla="*/ 95550 h 1100437"/>
              <a:gd name="csX61" fmla="*/ 552450 w 1390727"/>
              <a:gd name="csY61" fmla="*/ 109837 h 1100437"/>
              <a:gd name="csX62" fmla="*/ 628650 w 1390727"/>
              <a:gd name="csY62" fmla="*/ 162225 h 1100437"/>
              <a:gd name="csX63" fmla="*/ 619125 w 1390727"/>
              <a:gd name="csY63" fmla="*/ 176512 h 11004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</a:cxnLst>
            <a:rect l="l" t="t" r="r" b="b"/>
            <a:pathLst>
              <a:path w="1390727" h="1100437">
                <a:moveTo>
                  <a:pt x="619125" y="176512"/>
                </a:moveTo>
                <a:cubicBezTo>
                  <a:pt x="657225" y="206675"/>
                  <a:pt x="699063" y="232639"/>
                  <a:pt x="733425" y="267000"/>
                </a:cubicBezTo>
                <a:cubicBezTo>
                  <a:pt x="744538" y="278112"/>
                  <a:pt x="756612" y="288340"/>
                  <a:pt x="766763" y="300337"/>
                </a:cubicBezTo>
                <a:cubicBezTo>
                  <a:pt x="833383" y="379069"/>
                  <a:pt x="741428" y="282946"/>
                  <a:pt x="804863" y="352725"/>
                </a:cubicBezTo>
                <a:cubicBezTo>
                  <a:pt x="848320" y="400528"/>
                  <a:pt x="820873" y="362023"/>
                  <a:pt x="866775" y="419400"/>
                </a:cubicBezTo>
                <a:cubicBezTo>
                  <a:pt x="875306" y="430064"/>
                  <a:pt x="881402" y="442632"/>
                  <a:pt x="890588" y="452737"/>
                </a:cubicBezTo>
                <a:cubicBezTo>
                  <a:pt x="897426" y="460258"/>
                  <a:pt x="907464" y="464356"/>
                  <a:pt x="914400" y="471787"/>
                </a:cubicBezTo>
                <a:cubicBezTo>
                  <a:pt x="929795" y="488282"/>
                  <a:pt x="957263" y="524175"/>
                  <a:pt x="957263" y="524175"/>
                </a:cubicBezTo>
                <a:cubicBezTo>
                  <a:pt x="976556" y="591700"/>
                  <a:pt x="952501" y="524176"/>
                  <a:pt x="1009650" y="609900"/>
                </a:cubicBezTo>
                <a:cubicBezTo>
                  <a:pt x="1016000" y="619425"/>
                  <a:pt x="1020144" y="630870"/>
                  <a:pt x="1028700" y="638475"/>
                </a:cubicBezTo>
                <a:cubicBezTo>
                  <a:pt x="1098654" y="700656"/>
                  <a:pt x="1073654" y="673197"/>
                  <a:pt x="1133475" y="700387"/>
                </a:cubicBezTo>
                <a:cubicBezTo>
                  <a:pt x="1184769" y="723702"/>
                  <a:pt x="1082487" y="693593"/>
                  <a:pt x="1185863" y="719437"/>
                </a:cubicBezTo>
                <a:cubicBezTo>
                  <a:pt x="1196975" y="725787"/>
                  <a:pt x="1208347" y="731704"/>
                  <a:pt x="1219200" y="738487"/>
                </a:cubicBezTo>
                <a:cubicBezTo>
                  <a:pt x="1314332" y="797944"/>
                  <a:pt x="1216133" y="740816"/>
                  <a:pt x="1295400" y="786112"/>
                </a:cubicBezTo>
                <a:cubicBezTo>
                  <a:pt x="1308100" y="801987"/>
                  <a:pt x="1321440" y="817370"/>
                  <a:pt x="1333500" y="833737"/>
                </a:cubicBezTo>
                <a:cubicBezTo>
                  <a:pt x="1351645" y="858363"/>
                  <a:pt x="1361630" y="875859"/>
                  <a:pt x="1376363" y="900412"/>
                </a:cubicBezTo>
                <a:cubicBezTo>
                  <a:pt x="1377950" y="919462"/>
                  <a:pt x="1378934" y="938572"/>
                  <a:pt x="1381125" y="957562"/>
                </a:cubicBezTo>
                <a:cubicBezTo>
                  <a:pt x="1386070" y="1000423"/>
                  <a:pt x="1400006" y="1030952"/>
                  <a:pt x="1381125" y="1071862"/>
                </a:cubicBezTo>
                <a:cubicBezTo>
                  <a:pt x="1377799" y="1079069"/>
                  <a:pt x="1369301" y="1082865"/>
                  <a:pt x="1362075" y="1086150"/>
                </a:cubicBezTo>
                <a:cubicBezTo>
                  <a:pt x="1355151" y="1089297"/>
                  <a:pt x="1321427" y="1097503"/>
                  <a:pt x="1309688" y="1100437"/>
                </a:cubicBezTo>
                <a:cubicBezTo>
                  <a:pt x="1287463" y="1094087"/>
                  <a:pt x="1264941" y="1088696"/>
                  <a:pt x="1243013" y="1081387"/>
                </a:cubicBezTo>
                <a:cubicBezTo>
                  <a:pt x="1231543" y="1077564"/>
                  <a:pt x="1221274" y="1070511"/>
                  <a:pt x="1209675" y="1067100"/>
                </a:cubicBezTo>
                <a:cubicBezTo>
                  <a:pt x="1087467" y="1031157"/>
                  <a:pt x="1252284" y="1094783"/>
                  <a:pt x="1095375" y="1033762"/>
                </a:cubicBezTo>
                <a:cubicBezTo>
                  <a:pt x="1088758" y="1031189"/>
                  <a:pt x="1081843" y="1028704"/>
                  <a:pt x="1076325" y="1024237"/>
                </a:cubicBezTo>
                <a:cubicBezTo>
                  <a:pt x="1048351" y="1001592"/>
                  <a:pt x="1016958" y="981592"/>
                  <a:pt x="995363" y="952800"/>
                </a:cubicBezTo>
                <a:cubicBezTo>
                  <a:pt x="990600" y="946450"/>
                  <a:pt x="986414" y="939623"/>
                  <a:pt x="981075" y="933750"/>
                </a:cubicBezTo>
                <a:cubicBezTo>
                  <a:pt x="970504" y="922121"/>
                  <a:pt x="957447" y="912769"/>
                  <a:pt x="947738" y="900412"/>
                </a:cubicBezTo>
                <a:cubicBezTo>
                  <a:pt x="854215" y="781381"/>
                  <a:pt x="1004707" y="947856"/>
                  <a:pt x="900113" y="843262"/>
                </a:cubicBezTo>
                <a:cubicBezTo>
                  <a:pt x="894500" y="837649"/>
                  <a:pt x="893018" y="827569"/>
                  <a:pt x="885825" y="824212"/>
                </a:cubicBezTo>
                <a:cubicBezTo>
                  <a:pt x="860376" y="812336"/>
                  <a:pt x="819403" y="808766"/>
                  <a:pt x="790575" y="805162"/>
                </a:cubicBezTo>
                <a:cubicBezTo>
                  <a:pt x="779463" y="801987"/>
                  <a:pt x="768706" y="797070"/>
                  <a:pt x="757238" y="795637"/>
                </a:cubicBezTo>
                <a:cubicBezTo>
                  <a:pt x="589655" y="774690"/>
                  <a:pt x="726300" y="800881"/>
                  <a:pt x="652463" y="786112"/>
                </a:cubicBezTo>
                <a:cubicBezTo>
                  <a:pt x="646113" y="782937"/>
                  <a:pt x="640213" y="778627"/>
                  <a:pt x="633413" y="776587"/>
                </a:cubicBezTo>
                <a:cubicBezTo>
                  <a:pt x="624164" y="773812"/>
                  <a:pt x="613804" y="775411"/>
                  <a:pt x="604838" y="771825"/>
                </a:cubicBezTo>
                <a:cubicBezTo>
                  <a:pt x="597468" y="768877"/>
                  <a:pt x="592644" y="761537"/>
                  <a:pt x="585788" y="757537"/>
                </a:cubicBezTo>
                <a:cubicBezTo>
                  <a:pt x="551408" y="737482"/>
                  <a:pt x="542925" y="736899"/>
                  <a:pt x="504825" y="724200"/>
                </a:cubicBezTo>
                <a:cubicBezTo>
                  <a:pt x="488950" y="713087"/>
                  <a:pt x="474366" y="699854"/>
                  <a:pt x="457200" y="690862"/>
                </a:cubicBezTo>
                <a:cubicBezTo>
                  <a:pt x="353134" y="636350"/>
                  <a:pt x="448258" y="702444"/>
                  <a:pt x="371475" y="652762"/>
                </a:cubicBezTo>
                <a:cubicBezTo>
                  <a:pt x="298763" y="605714"/>
                  <a:pt x="350655" y="632495"/>
                  <a:pt x="280988" y="595612"/>
                </a:cubicBezTo>
                <a:cubicBezTo>
                  <a:pt x="261081" y="585073"/>
                  <a:pt x="228498" y="570775"/>
                  <a:pt x="209550" y="557512"/>
                </a:cubicBezTo>
                <a:cubicBezTo>
                  <a:pt x="204032" y="553650"/>
                  <a:pt x="200579" y="547360"/>
                  <a:pt x="195263" y="543225"/>
                </a:cubicBezTo>
                <a:cubicBezTo>
                  <a:pt x="174574" y="527133"/>
                  <a:pt x="168373" y="525018"/>
                  <a:pt x="147638" y="514650"/>
                </a:cubicBezTo>
                <a:cubicBezTo>
                  <a:pt x="124482" y="479915"/>
                  <a:pt x="156655" y="526152"/>
                  <a:pt x="109538" y="471787"/>
                </a:cubicBezTo>
                <a:cubicBezTo>
                  <a:pt x="97438" y="457826"/>
                  <a:pt x="78412" y="433417"/>
                  <a:pt x="66675" y="414637"/>
                </a:cubicBezTo>
                <a:cubicBezTo>
                  <a:pt x="61769" y="406788"/>
                  <a:pt x="57150" y="398762"/>
                  <a:pt x="52388" y="390825"/>
                </a:cubicBezTo>
                <a:cubicBezTo>
                  <a:pt x="49213" y="379712"/>
                  <a:pt x="46813" y="368349"/>
                  <a:pt x="42863" y="357487"/>
                </a:cubicBezTo>
                <a:cubicBezTo>
                  <a:pt x="38029" y="344193"/>
                  <a:pt x="31431" y="335576"/>
                  <a:pt x="23813" y="324150"/>
                </a:cubicBezTo>
                <a:cubicBezTo>
                  <a:pt x="20638" y="313037"/>
                  <a:pt x="18238" y="301674"/>
                  <a:pt x="14288" y="290812"/>
                </a:cubicBezTo>
                <a:cubicBezTo>
                  <a:pt x="-3240" y="242609"/>
                  <a:pt x="11153" y="303708"/>
                  <a:pt x="0" y="247950"/>
                </a:cubicBezTo>
                <a:cubicBezTo>
                  <a:pt x="4763" y="220962"/>
                  <a:pt x="5622" y="192985"/>
                  <a:pt x="14288" y="166987"/>
                </a:cubicBezTo>
                <a:cubicBezTo>
                  <a:pt x="15875" y="162225"/>
                  <a:pt x="24797" y="165531"/>
                  <a:pt x="28575" y="162225"/>
                </a:cubicBezTo>
                <a:cubicBezTo>
                  <a:pt x="38461" y="153575"/>
                  <a:pt x="75793" y="102443"/>
                  <a:pt x="80963" y="95550"/>
                </a:cubicBezTo>
                <a:cubicBezTo>
                  <a:pt x="82550" y="90787"/>
                  <a:pt x="82756" y="85310"/>
                  <a:pt x="85725" y="81262"/>
                </a:cubicBezTo>
                <a:cubicBezTo>
                  <a:pt x="100389" y="61265"/>
                  <a:pt x="133350" y="24112"/>
                  <a:pt x="133350" y="24112"/>
                </a:cubicBezTo>
                <a:cubicBezTo>
                  <a:pt x="135442" y="17836"/>
                  <a:pt x="139045" y="-2716"/>
                  <a:pt x="152400" y="300"/>
                </a:cubicBezTo>
                <a:cubicBezTo>
                  <a:pt x="197943" y="10584"/>
                  <a:pt x="242836" y="24770"/>
                  <a:pt x="285750" y="43162"/>
                </a:cubicBezTo>
                <a:cubicBezTo>
                  <a:pt x="296863" y="47925"/>
                  <a:pt x="307193" y="55287"/>
                  <a:pt x="319088" y="57450"/>
                </a:cubicBezTo>
                <a:cubicBezTo>
                  <a:pt x="359967" y="64882"/>
                  <a:pt x="401706" y="66420"/>
                  <a:pt x="442913" y="71737"/>
                </a:cubicBezTo>
                <a:cubicBezTo>
                  <a:pt x="450941" y="72773"/>
                  <a:pt x="458761" y="75052"/>
                  <a:pt x="466725" y="76500"/>
                </a:cubicBezTo>
                <a:cubicBezTo>
                  <a:pt x="476226" y="78227"/>
                  <a:pt x="485775" y="79675"/>
                  <a:pt x="495300" y="81262"/>
                </a:cubicBezTo>
                <a:cubicBezTo>
                  <a:pt x="503238" y="86025"/>
                  <a:pt x="510833" y="91410"/>
                  <a:pt x="519113" y="95550"/>
                </a:cubicBezTo>
                <a:cubicBezTo>
                  <a:pt x="529926" y="100957"/>
                  <a:pt x="542123" y="103551"/>
                  <a:pt x="552450" y="109837"/>
                </a:cubicBezTo>
                <a:cubicBezTo>
                  <a:pt x="578780" y="125864"/>
                  <a:pt x="628650" y="162225"/>
                  <a:pt x="628650" y="162225"/>
                </a:cubicBezTo>
                <a:lnTo>
                  <a:pt x="619125" y="176512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0E3D2D36-1489-F68F-A3F1-28392939E1C2}"/>
              </a:ext>
            </a:extLst>
          </p:cNvPr>
          <p:cNvSpPr/>
          <p:nvPr/>
        </p:nvSpPr>
        <p:spPr>
          <a:xfrm>
            <a:off x="2971795" y="4572000"/>
            <a:ext cx="1638302" cy="1238250"/>
          </a:xfrm>
          <a:custGeom>
            <a:avLst/>
            <a:gdLst>
              <a:gd name="csX0" fmla="*/ 0 w 1638302"/>
              <a:gd name="csY0" fmla="*/ 0 h 1238250"/>
              <a:gd name="csX1" fmla="*/ 185737 w 1638302"/>
              <a:gd name="csY1" fmla="*/ 14288 h 1238250"/>
              <a:gd name="csX2" fmla="*/ 238125 w 1638302"/>
              <a:gd name="csY2" fmla="*/ 42863 h 1238250"/>
              <a:gd name="csX3" fmla="*/ 276225 w 1638302"/>
              <a:gd name="csY3" fmla="*/ 57150 h 1238250"/>
              <a:gd name="csX4" fmla="*/ 295275 w 1638302"/>
              <a:gd name="csY4" fmla="*/ 66675 h 1238250"/>
              <a:gd name="csX5" fmla="*/ 381000 w 1638302"/>
              <a:gd name="csY5" fmla="*/ 95250 h 1238250"/>
              <a:gd name="csX6" fmla="*/ 461962 w 1638302"/>
              <a:gd name="csY6" fmla="*/ 100013 h 1238250"/>
              <a:gd name="csX7" fmla="*/ 647700 w 1638302"/>
              <a:gd name="csY7" fmla="*/ 114300 h 1238250"/>
              <a:gd name="csX8" fmla="*/ 700087 w 1638302"/>
              <a:gd name="csY8" fmla="*/ 123825 h 1238250"/>
              <a:gd name="csX9" fmla="*/ 747712 w 1638302"/>
              <a:gd name="csY9" fmla="*/ 128588 h 1238250"/>
              <a:gd name="csX10" fmla="*/ 900112 w 1638302"/>
              <a:gd name="csY10" fmla="*/ 180975 h 1238250"/>
              <a:gd name="csX11" fmla="*/ 1114425 w 1638302"/>
              <a:gd name="csY11" fmla="*/ 319088 h 1238250"/>
              <a:gd name="csX12" fmla="*/ 1157287 w 1638302"/>
              <a:gd name="csY12" fmla="*/ 342900 h 1238250"/>
              <a:gd name="csX13" fmla="*/ 1238250 w 1638302"/>
              <a:gd name="csY13" fmla="*/ 428625 h 1238250"/>
              <a:gd name="csX14" fmla="*/ 1257300 w 1638302"/>
              <a:gd name="csY14" fmla="*/ 490538 h 1238250"/>
              <a:gd name="csX15" fmla="*/ 1262062 w 1638302"/>
              <a:gd name="csY15" fmla="*/ 509588 h 1238250"/>
              <a:gd name="csX16" fmla="*/ 1362075 w 1638302"/>
              <a:gd name="csY16" fmla="*/ 619125 h 1238250"/>
              <a:gd name="csX17" fmla="*/ 1433512 w 1638302"/>
              <a:gd name="csY17" fmla="*/ 714375 h 1238250"/>
              <a:gd name="csX18" fmla="*/ 1471612 w 1638302"/>
              <a:gd name="csY18" fmla="*/ 752475 h 1238250"/>
              <a:gd name="csX19" fmla="*/ 1519237 w 1638302"/>
              <a:gd name="csY19" fmla="*/ 804863 h 1238250"/>
              <a:gd name="csX20" fmla="*/ 1557337 w 1638302"/>
              <a:gd name="csY20" fmla="*/ 871538 h 1238250"/>
              <a:gd name="csX21" fmla="*/ 1585912 w 1638302"/>
              <a:gd name="csY21" fmla="*/ 923925 h 1238250"/>
              <a:gd name="csX22" fmla="*/ 1600200 w 1638302"/>
              <a:gd name="csY22" fmla="*/ 962025 h 1238250"/>
              <a:gd name="csX23" fmla="*/ 1619250 w 1638302"/>
              <a:gd name="csY23" fmla="*/ 1190625 h 1238250"/>
              <a:gd name="csX24" fmla="*/ 1638300 w 1638302"/>
              <a:gd name="csY24" fmla="*/ 1238250 h 12382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1638302" h="1238250">
                <a:moveTo>
                  <a:pt x="0" y="0"/>
                </a:moveTo>
                <a:cubicBezTo>
                  <a:pt x="61912" y="4763"/>
                  <a:pt x="124163" y="6257"/>
                  <a:pt x="185737" y="14288"/>
                </a:cubicBezTo>
                <a:cubicBezTo>
                  <a:pt x="223190" y="19173"/>
                  <a:pt x="211491" y="29546"/>
                  <a:pt x="238125" y="42863"/>
                </a:cubicBezTo>
                <a:cubicBezTo>
                  <a:pt x="250257" y="48929"/>
                  <a:pt x="263705" y="51933"/>
                  <a:pt x="276225" y="57150"/>
                </a:cubicBezTo>
                <a:cubicBezTo>
                  <a:pt x="282778" y="59881"/>
                  <a:pt x="288722" y="63944"/>
                  <a:pt x="295275" y="66675"/>
                </a:cubicBezTo>
                <a:cubicBezTo>
                  <a:pt x="312524" y="73862"/>
                  <a:pt x="364825" y="92854"/>
                  <a:pt x="381000" y="95250"/>
                </a:cubicBezTo>
                <a:cubicBezTo>
                  <a:pt x="407742" y="99212"/>
                  <a:pt x="434975" y="98425"/>
                  <a:pt x="461962" y="100013"/>
                </a:cubicBezTo>
                <a:cubicBezTo>
                  <a:pt x="651793" y="125324"/>
                  <a:pt x="381468" y="91481"/>
                  <a:pt x="647700" y="114300"/>
                </a:cubicBezTo>
                <a:cubicBezTo>
                  <a:pt x="665384" y="115816"/>
                  <a:pt x="682517" y="121315"/>
                  <a:pt x="700087" y="123825"/>
                </a:cubicBezTo>
                <a:cubicBezTo>
                  <a:pt x="715881" y="126081"/>
                  <a:pt x="731837" y="127000"/>
                  <a:pt x="747712" y="128588"/>
                </a:cubicBezTo>
                <a:cubicBezTo>
                  <a:pt x="809322" y="142805"/>
                  <a:pt x="839848" y="146135"/>
                  <a:pt x="900112" y="180975"/>
                </a:cubicBezTo>
                <a:cubicBezTo>
                  <a:pt x="973688" y="223511"/>
                  <a:pt x="1040133" y="277815"/>
                  <a:pt x="1114425" y="319088"/>
                </a:cubicBezTo>
                <a:cubicBezTo>
                  <a:pt x="1128712" y="327025"/>
                  <a:pt x="1144524" y="332690"/>
                  <a:pt x="1157287" y="342900"/>
                </a:cubicBezTo>
                <a:cubicBezTo>
                  <a:pt x="1185802" y="365712"/>
                  <a:pt x="1213884" y="400199"/>
                  <a:pt x="1238250" y="428625"/>
                </a:cubicBezTo>
                <a:cubicBezTo>
                  <a:pt x="1249034" y="471765"/>
                  <a:pt x="1235490" y="419656"/>
                  <a:pt x="1257300" y="490538"/>
                </a:cubicBezTo>
                <a:cubicBezTo>
                  <a:pt x="1259225" y="496794"/>
                  <a:pt x="1257927" y="504514"/>
                  <a:pt x="1262062" y="509588"/>
                </a:cubicBezTo>
                <a:cubicBezTo>
                  <a:pt x="1293293" y="547917"/>
                  <a:pt x="1332410" y="579571"/>
                  <a:pt x="1362075" y="619125"/>
                </a:cubicBezTo>
                <a:cubicBezTo>
                  <a:pt x="1385887" y="650875"/>
                  <a:pt x="1405449" y="686312"/>
                  <a:pt x="1433512" y="714375"/>
                </a:cubicBezTo>
                <a:cubicBezTo>
                  <a:pt x="1446212" y="727075"/>
                  <a:pt x="1459923" y="738838"/>
                  <a:pt x="1471612" y="752475"/>
                </a:cubicBezTo>
                <a:cubicBezTo>
                  <a:pt x="1523469" y="812974"/>
                  <a:pt x="1453784" y="750318"/>
                  <a:pt x="1519237" y="804863"/>
                </a:cubicBezTo>
                <a:cubicBezTo>
                  <a:pt x="1531937" y="827088"/>
                  <a:pt x="1544511" y="849385"/>
                  <a:pt x="1557337" y="871538"/>
                </a:cubicBezTo>
                <a:cubicBezTo>
                  <a:pt x="1570276" y="893887"/>
                  <a:pt x="1575341" y="899259"/>
                  <a:pt x="1585912" y="923925"/>
                </a:cubicBezTo>
                <a:cubicBezTo>
                  <a:pt x="1591255" y="936392"/>
                  <a:pt x="1595437" y="949325"/>
                  <a:pt x="1600200" y="962025"/>
                </a:cubicBezTo>
                <a:cubicBezTo>
                  <a:pt x="1603658" y="1010447"/>
                  <a:pt x="1615561" y="1182324"/>
                  <a:pt x="1619250" y="1190625"/>
                </a:cubicBezTo>
                <a:cubicBezTo>
                  <a:pt x="1638945" y="1234939"/>
                  <a:pt x="1638300" y="1217853"/>
                  <a:pt x="1638300" y="123825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0725C691-545A-65AB-D83E-83006CF5B2F1}"/>
              </a:ext>
            </a:extLst>
          </p:cNvPr>
          <p:cNvSpPr/>
          <p:nvPr/>
        </p:nvSpPr>
        <p:spPr>
          <a:xfrm>
            <a:off x="2666995" y="5019675"/>
            <a:ext cx="1155680" cy="824634"/>
          </a:xfrm>
          <a:custGeom>
            <a:avLst/>
            <a:gdLst>
              <a:gd name="csX0" fmla="*/ 0 w 1155680"/>
              <a:gd name="csY0" fmla="*/ 0 h 824634"/>
              <a:gd name="csX1" fmla="*/ 57150 w 1155680"/>
              <a:gd name="csY1" fmla="*/ 176213 h 824634"/>
              <a:gd name="csX2" fmla="*/ 90487 w 1155680"/>
              <a:gd name="csY2" fmla="*/ 242888 h 824634"/>
              <a:gd name="csX3" fmla="*/ 109537 w 1155680"/>
              <a:gd name="csY3" fmla="*/ 266700 h 824634"/>
              <a:gd name="csX4" fmla="*/ 123825 w 1155680"/>
              <a:gd name="csY4" fmla="*/ 300038 h 824634"/>
              <a:gd name="csX5" fmla="*/ 142875 w 1155680"/>
              <a:gd name="csY5" fmla="*/ 314325 h 824634"/>
              <a:gd name="csX6" fmla="*/ 204787 w 1155680"/>
              <a:gd name="csY6" fmla="*/ 357188 h 824634"/>
              <a:gd name="csX7" fmla="*/ 276225 w 1155680"/>
              <a:gd name="csY7" fmla="*/ 404813 h 824634"/>
              <a:gd name="csX8" fmla="*/ 319087 w 1155680"/>
              <a:gd name="csY8" fmla="*/ 442913 h 824634"/>
              <a:gd name="csX9" fmla="*/ 352425 w 1155680"/>
              <a:gd name="csY9" fmla="*/ 476250 h 824634"/>
              <a:gd name="csX10" fmla="*/ 385762 w 1155680"/>
              <a:gd name="csY10" fmla="*/ 495300 h 824634"/>
              <a:gd name="csX11" fmla="*/ 404812 w 1155680"/>
              <a:gd name="csY11" fmla="*/ 514350 h 824634"/>
              <a:gd name="csX12" fmla="*/ 442912 w 1155680"/>
              <a:gd name="csY12" fmla="*/ 533400 h 824634"/>
              <a:gd name="csX13" fmla="*/ 533400 w 1155680"/>
              <a:gd name="csY13" fmla="*/ 581025 h 824634"/>
              <a:gd name="csX14" fmla="*/ 609600 w 1155680"/>
              <a:gd name="csY14" fmla="*/ 600075 h 824634"/>
              <a:gd name="csX15" fmla="*/ 819150 w 1155680"/>
              <a:gd name="csY15" fmla="*/ 595313 h 824634"/>
              <a:gd name="csX16" fmla="*/ 895350 w 1155680"/>
              <a:gd name="csY16" fmla="*/ 619125 h 824634"/>
              <a:gd name="csX17" fmla="*/ 928687 w 1155680"/>
              <a:gd name="csY17" fmla="*/ 633413 h 824634"/>
              <a:gd name="csX18" fmla="*/ 957262 w 1155680"/>
              <a:gd name="csY18" fmla="*/ 638175 h 824634"/>
              <a:gd name="csX19" fmla="*/ 1009650 w 1155680"/>
              <a:gd name="csY19" fmla="*/ 676275 h 824634"/>
              <a:gd name="csX20" fmla="*/ 1028700 w 1155680"/>
              <a:gd name="csY20" fmla="*/ 690563 h 824634"/>
              <a:gd name="csX21" fmla="*/ 1081087 w 1155680"/>
              <a:gd name="csY21" fmla="*/ 733425 h 824634"/>
              <a:gd name="csX22" fmla="*/ 1090612 w 1155680"/>
              <a:gd name="csY22" fmla="*/ 747713 h 824634"/>
              <a:gd name="csX23" fmla="*/ 1100137 w 1155680"/>
              <a:gd name="csY23" fmla="*/ 766763 h 824634"/>
              <a:gd name="csX24" fmla="*/ 1123950 w 1155680"/>
              <a:gd name="csY24" fmla="*/ 790575 h 824634"/>
              <a:gd name="csX25" fmla="*/ 1152525 w 1155680"/>
              <a:gd name="csY25" fmla="*/ 823913 h 824634"/>
              <a:gd name="csX26" fmla="*/ 1152525 w 1155680"/>
              <a:gd name="csY26" fmla="*/ 800100 h 8246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1155680" h="824634">
                <a:moveTo>
                  <a:pt x="0" y="0"/>
                </a:moveTo>
                <a:cubicBezTo>
                  <a:pt x="15404" y="57764"/>
                  <a:pt x="30565" y="123042"/>
                  <a:pt x="57150" y="176213"/>
                </a:cubicBezTo>
                <a:cubicBezTo>
                  <a:pt x="68262" y="198438"/>
                  <a:pt x="74964" y="223485"/>
                  <a:pt x="90487" y="242888"/>
                </a:cubicBezTo>
                <a:cubicBezTo>
                  <a:pt x="96837" y="250825"/>
                  <a:pt x="104415" y="257920"/>
                  <a:pt x="109537" y="266700"/>
                </a:cubicBezTo>
                <a:cubicBezTo>
                  <a:pt x="115629" y="277143"/>
                  <a:pt x="116892" y="290133"/>
                  <a:pt x="123825" y="300038"/>
                </a:cubicBezTo>
                <a:cubicBezTo>
                  <a:pt x="128377" y="306541"/>
                  <a:pt x="136390" y="309748"/>
                  <a:pt x="142875" y="314325"/>
                </a:cubicBezTo>
                <a:cubicBezTo>
                  <a:pt x="163381" y="328800"/>
                  <a:pt x="184071" y="343014"/>
                  <a:pt x="204787" y="357188"/>
                </a:cubicBezTo>
                <a:cubicBezTo>
                  <a:pt x="213165" y="362920"/>
                  <a:pt x="275564" y="404152"/>
                  <a:pt x="276225" y="404813"/>
                </a:cubicBezTo>
                <a:cubicBezTo>
                  <a:pt x="374996" y="503584"/>
                  <a:pt x="242020" y="372853"/>
                  <a:pt x="319087" y="442913"/>
                </a:cubicBezTo>
                <a:cubicBezTo>
                  <a:pt x="330716" y="453484"/>
                  <a:pt x="340068" y="466541"/>
                  <a:pt x="352425" y="476250"/>
                </a:cubicBezTo>
                <a:cubicBezTo>
                  <a:pt x="362489" y="484157"/>
                  <a:pt x="375411" y="487772"/>
                  <a:pt x="385762" y="495300"/>
                </a:cubicBezTo>
                <a:cubicBezTo>
                  <a:pt x="393025" y="500582"/>
                  <a:pt x="397340" y="509369"/>
                  <a:pt x="404812" y="514350"/>
                </a:cubicBezTo>
                <a:cubicBezTo>
                  <a:pt x="416626" y="522226"/>
                  <a:pt x="430796" y="525996"/>
                  <a:pt x="442912" y="533400"/>
                </a:cubicBezTo>
                <a:cubicBezTo>
                  <a:pt x="506282" y="572127"/>
                  <a:pt x="469505" y="563135"/>
                  <a:pt x="533400" y="581025"/>
                </a:cubicBezTo>
                <a:cubicBezTo>
                  <a:pt x="558612" y="588084"/>
                  <a:pt x="609600" y="600075"/>
                  <a:pt x="609600" y="600075"/>
                </a:cubicBezTo>
                <a:cubicBezTo>
                  <a:pt x="732849" y="585854"/>
                  <a:pt x="712292" y="578873"/>
                  <a:pt x="819150" y="595313"/>
                </a:cubicBezTo>
                <a:cubicBezTo>
                  <a:pt x="845447" y="599359"/>
                  <a:pt x="870856" y="609327"/>
                  <a:pt x="895350" y="619125"/>
                </a:cubicBezTo>
                <a:cubicBezTo>
                  <a:pt x="906575" y="623615"/>
                  <a:pt x="917132" y="629857"/>
                  <a:pt x="928687" y="633413"/>
                </a:cubicBezTo>
                <a:cubicBezTo>
                  <a:pt x="937916" y="636253"/>
                  <a:pt x="947737" y="636588"/>
                  <a:pt x="957262" y="638175"/>
                </a:cubicBezTo>
                <a:lnTo>
                  <a:pt x="1009650" y="676275"/>
                </a:lnTo>
                <a:cubicBezTo>
                  <a:pt x="1016051" y="680969"/>
                  <a:pt x="1022673" y="685397"/>
                  <a:pt x="1028700" y="690563"/>
                </a:cubicBezTo>
                <a:cubicBezTo>
                  <a:pt x="1068063" y="724304"/>
                  <a:pt x="1050328" y="710357"/>
                  <a:pt x="1081087" y="733425"/>
                </a:cubicBezTo>
                <a:cubicBezTo>
                  <a:pt x="1084262" y="738188"/>
                  <a:pt x="1087772" y="742743"/>
                  <a:pt x="1090612" y="747713"/>
                </a:cubicBezTo>
                <a:cubicBezTo>
                  <a:pt x="1094134" y="753877"/>
                  <a:pt x="1095778" y="761159"/>
                  <a:pt x="1100137" y="766763"/>
                </a:cubicBezTo>
                <a:cubicBezTo>
                  <a:pt x="1107029" y="775624"/>
                  <a:pt x="1116012" y="782638"/>
                  <a:pt x="1123950" y="790575"/>
                </a:cubicBezTo>
                <a:cubicBezTo>
                  <a:pt x="1125965" y="794606"/>
                  <a:pt x="1140160" y="830095"/>
                  <a:pt x="1152525" y="823913"/>
                </a:cubicBezTo>
                <a:cubicBezTo>
                  <a:pt x="1159625" y="820363"/>
                  <a:pt x="1152525" y="808038"/>
                  <a:pt x="1152525" y="8001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4C39BFFB-1241-2C76-AB47-1B9AE05BAA58}"/>
              </a:ext>
            </a:extLst>
          </p:cNvPr>
          <p:cNvSpPr/>
          <p:nvPr/>
        </p:nvSpPr>
        <p:spPr>
          <a:xfrm>
            <a:off x="2857495" y="4367213"/>
            <a:ext cx="1885950" cy="1485980"/>
          </a:xfrm>
          <a:custGeom>
            <a:avLst/>
            <a:gdLst>
              <a:gd name="csX0" fmla="*/ 0 w 1885950"/>
              <a:gd name="csY0" fmla="*/ 57150 h 1485980"/>
              <a:gd name="csX1" fmla="*/ 114300 w 1885950"/>
              <a:gd name="csY1" fmla="*/ 28575 h 1485980"/>
              <a:gd name="csX2" fmla="*/ 214312 w 1885950"/>
              <a:gd name="csY2" fmla="*/ 4762 h 1485980"/>
              <a:gd name="csX3" fmla="*/ 280987 w 1885950"/>
              <a:gd name="csY3" fmla="*/ 0 h 1485980"/>
              <a:gd name="csX4" fmla="*/ 442912 w 1885950"/>
              <a:gd name="csY4" fmla="*/ 4762 h 1485980"/>
              <a:gd name="csX5" fmla="*/ 514350 w 1885950"/>
              <a:gd name="csY5" fmla="*/ 47625 h 1485980"/>
              <a:gd name="csX6" fmla="*/ 547687 w 1885950"/>
              <a:gd name="csY6" fmla="*/ 66675 h 1485980"/>
              <a:gd name="csX7" fmla="*/ 638175 w 1885950"/>
              <a:gd name="csY7" fmla="*/ 123825 h 1485980"/>
              <a:gd name="csX8" fmla="*/ 728662 w 1885950"/>
              <a:gd name="csY8" fmla="*/ 157162 h 1485980"/>
              <a:gd name="csX9" fmla="*/ 766762 w 1885950"/>
              <a:gd name="csY9" fmla="*/ 161925 h 1485980"/>
              <a:gd name="csX10" fmla="*/ 862012 w 1885950"/>
              <a:gd name="csY10" fmla="*/ 180975 h 1485980"/>
              <a:gd name="csX11" fmla="*/ 995362 w 1885950"/>
              <a:gd name="csY11" fmla="*/ 195262 h 1485980"/>
              <a:gd name="csX12" fmla="*/ 1028700 w 1885950"/>
              <a:gd name="csY12" fmla="*/ 209550 h 1485980"/>
              <a:gd name="csX13" fmla="*/ 1071562 w 1885950"/>
              <a:gd name="csY13" fmla="*/ 223837 h 1485980"/>
              <a:gd name="csX14" fmla="*/ 1138237 w 1885950"/>
              <a:gd name="csY14" fmla="*/ 276225 h 1485980"/>
              <a:gd name="csX15" fmla="*/ 1181100 w 1885950"/>
              <a:gd name="csY15" fmla="*/ 328612 h 1485980"/>
              <a:gd name="csX16" fmla="*/ 1252537 w 1885950"/>
              <a:gd name="csY16" fmla="*/ 395287 h 1485980"/>
              <a:gd name="csX17" fmla="*/ 1271587 w 1885950"/>
              <a:gd name="csY17" fmla="*/ 423862 h 1485980"/>
              <a:gd name="csX18" fmla="*/ 1314450 w 1885950"/>
              <a:gd name="csY18" fmla="*/ 466725 h 1485980"/>
              <a:gd name="csX19" fmla="*/ 1343025 w 1885950"/>
              <a:gd name="csY19" fmla="*/ 495300 h 1485980"/>
              <a:gd name="csX20" fmla="*/ 1390650 w 1885950"/>
              <a:gd name="csY20" fmla="*/ 566737 h 1485980"/>
              <a:gd name="csX21" fmla="*/ 1409700 w 1885950"/>
              <a:gd name="csY21" fmla="*/ 600075 h 1485980"/>
              <a:gd name="csX22" fmla="*/ 1447800 w 1885950"/>
              <a:gd name="csY22" fmla="*/ 652462 h 1485980"/>
              <a:gd name="csX23" fmla="*/ 1504950 w 1885950"/>
              <a:gd name="csY23" fmla="*/ 742950 h 1485980"/>
              <a:gd name="csX24" fmla="*/ 1538287 w 1885950"/>
              <a:gd name="csY24" fmla="*/ 800100 h 1485980"/>
              <a:gd name="csX25" fmla="*/ 1566862 w 1885950"/>
              <a:gd name="csY25" fmla="*/ 838200 h 1485980"/>
              <a:gd name="csX26" fmla="*/ 1600200 w 1885950"/>
              <a:gd name="csY26" fmla="*/ 904875 h 1485980"/>
              <a:gd name="csX27" fmla="*/ 1633537 w 1885950"/>
              <a:gd name="csY27" fmla="*/ 938212 h 1485980"/>
              <a:gd name="csX28" fmla="*/ 1652587 w 1885950"/>
              <a:gd name="csY28" fmla="*/ 957262 h 1485980"/>
              <a:gd name="csX29" fmla="*/ 1690687 w 1885950"/>
              <a:gd name="csY29" fmla="*/ 1023937 h 1485980"/>
              <a:gd name="csX30" fmla="*/ 1719262 w 1885950"/>
              <a:gd name="csY30" fmla="*/ 1062037 h 1485980"/>
              <a:gd name="csX31" fmla="*/ 1738312 w 1885950"/>
              <a:gd name="csY31" fmla="*/ 1100137 h 1485980"/>
              <a:gd name="csX32" fmla="*/ 1743075 w 1885950"/>
              <a:gd name="csY32" fmla="*/ 1119187 h 1485980"/>
              <a:gd name="csX33" fmla="*/ 1771650 w 1885950"/>
              <a:gd name="csY33" fmla="*/ 1143000 h 1485980"/>
              <a:gd name="csX34" fmla="*/ 1790700 w 1885950"/>
              <a:gd name="csY34" fmla="*/ 1200150 h 1485980"/>
              <a:gd name="csX35" fmla="*/ 1828800 w 1885950"/>
              <a:gd name="csY35" fmla="*/ 1290637 h 1485980"/>
              <a:gd name="csX36" fmla="*/ 1847850 w 1885950"/>
              <a:gd name="csY36" fmla="*/ 1428750 h 1485980"/>
              <a:gd name="csX37" fmla="*/ 1862137 w 1885950"/>
              <a:gd name="csY37" fmla="*/ 1438275 h 1485980"/>
              <a:gd name="csX38" fmla="*/ 1866900 w 1885950"/>
              <a:gd name="csY38" fmla="*/ 1481137 h 1485980"/>
              <a:gd name="csX39" fmla="*/ 1885950 w 1885950"/>
              <a:gd name="csY39" fmla="*/ 1485900 h 1485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1885950" h="1485980">
                <a:moveTo>
                  <a:pt x="0" y="57150"/>
                </a:moveTo>
                <a:cubicBezTo>
                  <a:pt x="97405" y="35504"/>
                  <a:pt x="-22612" y="62803"/>
                  <a:pt x="114300" y="28575"/>
                </a:cubicBezTo>
                <a:cubicBezTo>
                  <a:pt x="147546" y="20263"/>
                  <a:pt x="180535" y="10552"/>
                  <a:pt x="214312" y="4762"/>
                </a:cubicBezTo>
                <a:cubicBezTo>
                  <a:pt x="236273" y="997"/>
                  <a:pt x="258762" y="1587"/>
                  <a:pt x="280987" y="0"/>
                </a:cubicBezTo>
                <a:lnTo>
                  <a:pt x="442912" y="4762"/>
                </a:lnTo>
                <a:cubicBezTo>
                  <a:pt x="456048" y="6595"/>
                  <a:pt x="500005" y="38797"/>
                  <a:pt x="514350" y="47625"/>
                </a:cubicBezTo>
                <a:cubicBezTo>
                  <a:pt x="525250" y="54333"/>
                  <a:pt x="536787" y="59967"/>
                  <a:pt x="547687" y="66675"/>
                </a:cubicBezTo>
                <a:cubicBezTo>
                  <a:pt x="578070" y="85372"/>
                  <a:pt x="605052" y="110576"/>
                  <a:pt x="638175" y="123825"/>
                </a:cubicBezTo>
                <a:cubicBezTo>
                  <a:pt x="659860" y="132499"/>
                  <a:pt x="704745" y="151534"/>
                  <a:pt x="728662" y="157162"/>
                </a:cubicBezTo>
                <a:cubicBezTo>
                  <a:pt x="741121" y="160093"/>
                  <a:pt x="754062" y="160337"/>
                  <a:pt x="766762" y="161925"/>
                </a:cubicBezTo>
                <a:cubicBezTo>
                  <a:pt x="826474" y="184316"/>
                  <a:pt x="786112" y="173123"/>
                  <a:pt x="862012" y="180975"/>
                </a:cubicBezTo>
                <a:cubicBezTo>
                  <a:pt x="1071650" y="202662"/>
                  <a:pt x="844120" y="181514"/>
                  <a:pt x="995362" y="195262"/>
                </a:cubicBezTo>
                <a:cubicBezTo>
                  <a:pt x="1006475" y="200025"/>
                  <a:pt x="1017380" y="205305"/>
                  <a:pt x="1028700" y="209550"/>
                </a:cubicBezTo>
                <a:cubicBezTo>
                  <a:pt x="1042801" y="214838"/>
                  <a:pt x="1057915" y="217468"/>
                  <a:pt x="1071562" y="223837"/>
                </a:cubicBezTo>
                <a:cubicBezTo>
                  <a:pt x="1089948" y="232417"/>
                  <a:pt x="1127241" y="264582"/>
                  <a:pt x="1138237" y="276225"/>
                </a:cubicBezTo>
                <a:cubicBezTo>
                  <a:pt x="1153729" y="292628"/>
                  <a:pt x="1165475" y="312336"/>
                  <a:pt x="1181100" y="328612"/>
                </a:cubicBezTo>
                <a:cubicBezTo>
                  <a:pt x="1203658" y="352109"/>
                  <a:pt x="1230103" y="371672"/>
                  <a:pt x="1252537" y="395287"/>
                </a:cubicBezTo>
                <a:cubicBezTo>
                  <a:pt x="1260422" y="403587"/>
                  <a:pt x="1264090" y="415211"/>
                  <a:pt x="1271587" y="423862"/>
                </a:cubicBezTo>
                <a:cubicBezTo>
                  <a:pt x="1284820" y="439131"/>
                  <a:pt x="1300162" y="452437"/>
                  <a:pt x="1314450" y="466725"/>
                </a:cubicBezTo>
                <a:cubicBezTo>
                  <a:pt x="1323975" y="476250"/>
                  <a:pt x="1337001" y="483252"/>
                  <a:pt x="1343025" y="495300"/>
                </a:cubicBezTo>
                <a:cubicBezTo>
                  <a:pt x="1382889" y="575027"/>
                  <a:pt x="1338127" y="493205"/>
                  <a:pt x="1390650" y="566737"/>
                </a:cubicBezTo>
                <a:cubicBezTo>
                  <a:pt x="1398089" y="577152"/>
                  <a:pt x="1402600" y="589426"/>
                  <a:pt x="1409700" y="600075"/>
                </a:cubicBezTo>
                <a:cubicBezTo>
                  <a:pt x="1421677" y="618041"/>
                  <a:pt x="1438144" y="633149"/>
                  <a:pt x="1447800" y="652462"/>
                </a:cubicBezTo>
                <a:cubicBezTo>
                  <a:pt x="1492915" y="742695"/>
                  <a:pt x="1409821" y="579869"/>
                  <a:pt x="1504950" y="742950"/>
                </a:cubicBezTo>
                <a:cubicBezTo>
                  <a:pt x="1516062" y="762000"/>
                  <a:pt x="1526268" y="781609"/>
                  <a:pt x="1538287" y="800100"/>
                </a:cubicBezTo>
                <a:cubicBezTo>
                  <a:pt x="1546939" y="813410"/>
                  <a:pt x="1558813" y="824517"/>
                  <a:pt x="1566862" y="838200"/>
                </a:cubicBezTo>
                <a:cubicBezTo>
                  <a:pt x="1579558" y="859784"/>
                  <a:pt x="1583855" y="885262"/>
                  <a:pt x="1600200" y="904875"/>
                </a:cubicBezTo>
                <a:cubicBezTo>
                  <a:pt x="1610261" y="916948"/>
                  <a:pt x="1622425" y="927100"/>
                  <a:pt x="1633537" y="938212"/>
                </a:cubicBezTo>
                <a:cubicBezTo>
                  <a:pt x="1639887" y="944562"/>
                  <a:pt x="1648132" y="949465"/>
                  <a:pt x="1652587" y="957262"/>
                </a:cubicBezTo>
                <a:cubicBezTo>
                  <a:pt x="1665287" y="979487"/>
                  <a:pt x="1675328" y="1003459"/>
                  <a:pt x="1690687" y="1023937"/>
                </a:cubicBezTo>
                <a:cubicBezTo>
                  <a:pt x="1700212" y="1036637"/>
                  <a:pt x="1710848" y="1048575"/>
                  <a:pt x="1719262" y="1062037"/>
                </a:cubicBezTo>
                <a:cubicBezTo>
                  <a:pt x="1726787" y="1074078"/>
                  <a:pt x="1732851" y="1087030"/>
                  <a:pt x="1738312" y="1100137"/>
                </a:cubicBezTo>
                <a:cubicBezTo>
                  <a:pt x="1740830" y="1106179"/>
                  <a:pt x="1739056" y="1114020"/>
                  <a:pt x="1743075" y="1119187"/>
                </a:cubicBezTo>
                <a:cubicBezTo>
                  <a:pt x="1750687" y="1128974"/>
                  <a:pt x="1762125" y="1135062"/>
                  <a:pt x="1771650" y="1143000"/>
                </a:cubicBezTo>
                <a:cubicBezTo>
                  <a:pt x="1778000" y="1162050"/>
                  <a:pt x="1783097" y="1181565"/>
                  <a:pt x="1790700" y="1200150"/>
                </a:cubicBezTo>
                <a:cubicBezTo>
                  <a:pt x="1845691" y="1334575"/>
                  <a:pt x="1788158" y="1168715"/>
                  <a:pt x="1828800" y="1290637"/>
                </a:cubicBezTo>
                <a:cubicBezTo>
                  <a:pt x="1831015" y="1334943"/>
                  <a:pt x="1825072" y="1386990"/>
                  <a:pt x="1847850" y="1428750"/>
                </a:cubicBezTo>
                <a:cubicBezTo>
                  <a:pt x="1850591" y="1433775"/>
                  <a:pt x="1857375" y="1435100"/>
                  <a:pt x="1862137" y="1438275"/>
                </a:cubicBezTo>
                <a:cubicBezTo>
                  <a:pt x="1863725" y="1452562"/>
                  <a:pt x="1860471" y="1468279"/>
                  <a:pt x="1866900" y="1481137"/>
                </a:cubicBezTo>
                <a:cubicBezTo>
                  <a:pt x="1869827" y="1486991"/>
                  <a:pt x="1885950" y="1485900"/>
                  <a:pt x="1885950" y="14859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4469743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_수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기본_수정" id="{CBA6B7FE-B6CA-4F39-BB51-F79B6C8A8A52}" vid="{D2CEE810-8952-4285-9131-7485780386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기본_수정</Template>
  <TotalTime>4608</TotalTime>
  <Words>1465</Words>
  <Application>Microsoft Office PowerPoint</Application>
  <PresentationFormat>와이드스크린</PresentationFormat>
  <Paragraphs>356</Paragraphs>
  <Slides>30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맑은 고딕</vt:lpstr>
      <vt:lpstr>Arial</vt:lpstr>
      <vt:lpstr>Wingdings</vt:lpstr>
      <vt:lpstr>기본_수정</vt:lpstr>
      <vt:lpstr>디자인 사용자 지정</vt:lpstr>
      <vt:lpstr>배트와 달트 프로토타입_벌꿀 배달</vt:lpstr>
      <vt:lpstr>플로우</vt:lpstr>
      <vt:lpstr>게임 전체 플로우</vt:lpstr>
      <vt:lpstr>프로토타입 플로우</vt:lpstr>
      <vt:lpstr>컨텐츠</vt:lpstr>
      <vt:lpstr>게임 내 모든 객체</vt:lpstr>
      <vt:lpstr>배달품_벌꿀</vt:lpstr>
      <vt:lpstr>맵</vt:lpstr>
      <vt:lpstr>맵_지형</vt:lpstr>
      <vt:lpstr>데이터 테이블_맵</vt:lpstr>
      <vt:lpstr>플레이어블 캐릭터</vt:lpstr>
      <vt:lpstr>NPC_주민</vt:lpstr>
      <vt:lpstr>NPC_생물_벌</vt:lpstr>
      <vt:lpstr>상호작용_생물_벌</vt:lpstr>
      <vt:lpstr>NPC_생물_벌 행동트리</vt:lpstr>
      <vt:lpstr>경로 예측</vt:lpstr>
      <vt:lpstr>상호작용_배달품</vt:lpstr>
      <vt:lpstr>도우미 AI 구현 계획</vt:lpstr>
      <vt:lpstr>시스템</vt:lpstr>
      <vt:lpstr>컨트롤</vt:lpstr>
      <vt:lpstr>UI_플로우</vt:lpstr>
      <vt:lpstr>UI_세부_플레이화면 참고</vt:lpstr>
      <vt:lpstr>UI_세부_플레이화면</vt:lpstr>
      <vt:lpstr>UI_세부_사격</vt:lpstr>
      <vt:lpstr>UI_세부_배달품 전달 대화</vt:lpstr>
      <vt:lpstr>UI_세부_경로 안내 UI</vt:lpstr>
      <vt:lpstr>데이터 테이블_NPC,플레이어</vt:lpstr>
      <vt:lpstr>부록</vt:lpstr>
      <vt:lpstr>상호작용_배달품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권현아(2023184004)</dc:creator>
  <cp:lastModifiedBy>권현아(2023184004)</cp:lastModifiedBy>
  <cp:revision>187</cp:revision>
  <dcterms:created xsi:type="dcterms:W3CDTF">2026-09-16T19:24:55Z</dcterms:created>
  <dcterms:modified xsi:type="dcterms:W3CDTF">2026-09-27T12:58:29Z</dcterms:modified>
</cp:coreProperties>
</file>