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7"/>
  </p:notesMasterIdLst>
  <p:sldIdLst>
    <p:sldId id="256" r:id="rId3"/>
    <p:sldId id="281" r:id="rId4"/>
    <p:sldId id="257" r:id="rId5"/>
    <p:sldId id="258" r:id="rId6"/>
    <p:sldId id="315" r:id="rId7"/>
    <p:sldId id="292" r:id="rId8"/>
    <p:sldId id="259" r:id="rId9"/>
    <p:sldId id="261" r:id="rId10"/>
    <p:sldId id="317" r:id="rId11"/>
    <p:sldId id="314" r:id="rId12"/>
    <p:sldId id="265" r:id="rId13"/>
    <p:sldId id="260" r:id="rId14"/>
    <p:sldId id="271" r:id="rId15"/>
    <p:sldId id="268" r:id="rId16"/>
    <p:sldId id="272" r:id="rId17"/>
    <p:sldId id="273" r:id="rId18"/>
    <p:sldId id="278" r:id="rId19"/>
    <p:sldId id="296" r:id="rId20"/>
    <p:sldId id="286" r:id="rId21"/>
    <p:sldId id="277" r:id="rId22"/>
    <p:sldId id="297" r:id="rId23"/>
    <p:sldId id="279" r:id="rId24"/>
    <p:sldId id="262" r:id="rId25"/>
    <p:sldId id="318" r:id="rId26"/>
    <p:sldId id="321" r:id="rId27"/>
    <p:sldId id="323" r:id="rId28"/>
    <p:sldId id="322" r:id="rId29"/>
    <p:sldId id="319" r:id="rId30"/>
    <p:sldId id="320" r:id="rId31"/>
    <p:sldId id="324" r:id="rId32"/>
    <p:sldId id="269" r:id="rId33"/>
    <p:sldId id="274" r:id="rId34"/>
    <p:sldId id="289" r:id="rId35"/>
    <p:sldId id="294" r:id="rId36"/>
    <p:sldId id="291" r:id="rId37"/>
    <p:sldId id="288" r:id="rId38"/>
    <p:sldId id="290" r:id="rId39"/>
    <p:sldId id="276" r:id="rId40"/>
    <p:sldId id="263" r:id="rId41"/>
    <p:sldId id="270" r:id="rId42"/>
    <p:sldId id="316" r:id="rId43"/>
    <p:sldId id="285" r:id="rId44"/>
    <p:sldId id="295" r:id="rId45"/>
    <p:sldId id="287" r:id="rId46"/>
    <p:sldId id="275" r:id="rId47"/>
    <p:sldId id="282" r:id="rId48"/>
    <p:sldId id="283" r:id="rId49"/>
    <p:sldId id="311" r:id="rId50"/>
    <p:sldId id="307" r:id="rId51"/>
    <p:sldId id="310" r:id="rId52"/>
    <p:sldId id="306" r:id="rId53"/>
    <p:sldId id="303" r:id="rId54"/>
    <p:sldId id="312" r:id="rId55"/>
    <p:sldId id="313" r:id="rId5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jp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4F17953-3B5F-EE84-21E0-A1BD420E31CA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 : </a:t>
            </a:r>
            <a:r>
              <a:rPr lang="ko-KR" altLang="en-US" sz="2400" dirty="0"/>
              <a:t>경로를 보여주고 배달 예상 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배달길에는 여러 방해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지형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몬스터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배달품에 영향을 받은 생물들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r>
              <a:rPr lang="ko-KR" altLang="en-US" dirty="0">
                <a:solidFill>
                  <a:srgbClr val="000000"/>
                </a:solidFill>
              </a:rPr>
              <a:t>가 존재하므로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그것을 피해가거나 처치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혹은 저지하며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4807253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전략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예상 시간 정보를 </a:t>
            </a:r>
            <a:br>
              <a:rPr lang="en-US" altLang="ko-KR" dirty="0"/>
            </a:br>
            <a:r>
              <a:rPr lang="ko-KR" altLang="ko-KR" dirty="0"/>
              <a:t>바탕으로 플레이어의 </a:t>
            </a:r>
            <a:br>
              <a:rPr lang="en-US" altLang="ko-KR" dirty="0"/>
            </a:br>
            <a:r>
              <a:rPr lang="ko-KR" altLang="ko-KR" dirty="0"/>
              <a:t>판단과 행동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37768-AF92-E2A7-9D07-CF107A8164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랜덤 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02006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4244975" y="152683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554341" y="1526836"/>
            <a:ext cx="519083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>
            <a:off x="1968490" y="1522203"/>
            <a:ext cx="404932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38215" y="102212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위험한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래픽 10" descr="벌 단색으로 채워진">
            <a:extLst>
              <a:ext uri="{FF2B5EF4-FFF2-40B4-BE49-F238E27FC236}">
                <a16:creationId xmlns:a16="http://schemas.microsoft.com/office/drawing/2014/main" id="{091B47AF-8DED-47F7-F4A1-C869777386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1294" y="2711860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5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  <a:p>
            <a:r>
              <a:rPr lang="ko-KR" altLang="en-US" dirty="0"/>
              <a:t>모래언덕 </a:t>
            </a:r>
            <a:r>
              <a:rPr lang="en-US" altLang="ko-KR" dirty="0"/>
              <a:t>: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FD4BBD75-2B8D-74B6-0760-FBAFE3B1ECBC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1940E3A-D8DE-E36B-97DE-6FE30F83BF1D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7951EF7C-3C48-9993-9CDD-19B5DC78E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9F4B4B7F-FF74-02E1-546C-1BC095504E7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404409D-3593-14FF-675B-3547AD02CF0D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0" name="이등변 삼각형 9">
            <a:extLst>
              <a:ext uri="{FF2B5EF4-FFF2-40B4-BE49-F238E27FC236}">
                <a16:creationId xmlns:a16="http://schemas.microsoft.com/office/drawing/2014/main" id="{B4E544C8-4057-07D1-E838-13A4AB1D9D2A}"/>
              </a:ext>
            </a:extLst>
          </p:cNvPr>
          <p:cNvSpPr/>
          <p:nvPr/>
        </p:nvSpPr>
        <p:spPr>
          <a:xfrm>
            <a:off x="2369148" y="512084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F19C43B-156B-5ABB-70BB-24435DBAA064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C716C187-640D-B845-14F1-B0F13C15A2B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376F5C1-2343-8F66-59EB-5413FFDF94C8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04EE8F-242D-3709-8119-AE338461B4A6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D0DEA144-A865-888F-27FC-8349039C9BAC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709775" y="148497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445901" y="1353494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239510" y="2208522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561956" y="3288012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412243" y="2981251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94116" y="2981250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340630" y="3288012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94112" y="2981252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206325" y="2314949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706543" y="2815167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92236" y="2230706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416733" y="2208518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136948" y="1090748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319062" y="2585966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670495" y="2703788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75356" y="4150377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262573" y="4150377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90291" y="3497889"/>
            <a:ext cx="72733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83899" y="3381922"/>
            <a:ext cx="72733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254907" y="510329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333722" y="5103300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415831" y="5103299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220243" y="4302435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761297" y="3989614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80837" y="3763027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646453"/>
              </p:ext>
            </p:extLst>
          </p:nvPr>
        </p:nvGraphicFramePr>
        <p:xfrm>
          <a:off x="6592010" y="889039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  <p:sp>
        <p:nvSpPr>
          <p:cNvPr id="24" name="직사각형 23">
            <a:extLst>
              <a:ext uri="{FF2B5EF4-FFF2-40B4-BE49-F238E27FC236}">
                <a16:creationId xmlns:a16="http://schemas.microsoft.com/office/drawing/2014/main" id="{D921FA45-D350-8C66-04FF-9B7B6854E782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3EDEC5-D570-4E93-3BC9-92E1D34FBC60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F7D7EE-3DE5-1BD9-35E5-37F9E1FF2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이후 사용 가능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7DD9361-CC15-4C39-F844-0B591E49D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b="1" dirty="0"/>
              <a:t>**</a:t>
            </a:r>
            <a:r>
              <a:rPr lang="ko-KR" altLang="en-US" b="1" dirty="0"/>
              <a:t>화면에 필요한 것</a:t>
            </a:r>
            <a:br>
              <a:rPr lang="en-US" altLang="ko-KR" b="1" dirty="0"/>
            </a:br>
            <a:r>
              <a:rPr lang="ko-KR" altLang="en-US" b="1" dirty="0"/>
              <a:t>어디 경로 선택지 표시</a:t>
            </a:r>
            <a:r>
              <a:rPr lang="en-US" altLang="ko-KR" b="1" dirty="0"/>
              <a:t>, </a:t>
            </a:r>
            <a:r>
              <a:rPr lang="ko-KR" altLang="en-US" b="1" dirty="0"/>
              <a:t>경로 선택 후 경로를 안내하는 화살표</a:t>
            </a:r>
            <a:endParaRPr lang="en-US" altLang="ko-KR" b="1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D26FB4-7390-2550-A4C9-670005419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215FE-1961-73FF-95E9-3D78003F1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A0D3D40-2BD2-2885-B7A9-E532CC149B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택배 상태</a:t>
            </a:r>
          </a:p>
        </p:txBody>
      </p:sp>
      <p:pic>
        <p:nvPicPr>
          <p:cNvPr id="15" name="그래픽 14" descr="청각 장애인 단색으로 채워진">
            <a:extLst>
              <a:ext uri="{FF2B5EF4-FFF2-40B4-BE49-F238E27FC236}">
                <a16:creationId xmlns:a16="http://schemas.microsoft.com/office/drawing/2014/main" id="{FD64F41E-05E6-1601-577E-8956F652A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89992" y="4105763"/>
            <a:ext cx="914400" cy="914400"/>
          </a:xfrm>
          <a:prstGeom prst="rect">
            <a:avLst/>
          </a:prstGeom>
        </p:spPr>
      </p:pic>
      <p:pic>
        <p:nvPicPr>
          <p:cNvPr id="17" name="그래픽 16" descr="폭발 단색으로 채워진">
            <a:extLst>
              <a:ext uri="{FF2B5EF4-FFF2-40B4-BE49-F238E27FC236}">
                <a16:creationId xmlns:a16="http://schemas.microsoft.com/office/drawing/2014/main" id="{14D3EE94-1ED3-E171-7945-1C1392F110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06786" y="4056527"/>
            <a:ext cx="914400" cy="914400"/>
          </a:xfrm>
          <a:prstGeom prst="rect">
            <a:avLst/>
          </a:prstGeom>
        </p:spPr>
      </p:pic>
      <p:pic>
        <p:nvPicPr>
          <p:cNvPr id="19" name="그래픽 18" descr="가연성 단색으로 채워진">
            <a:extLst>
              <a:ext uri="{FF2B5EF4-FFF2-40B4-BE49-F238E27FC236}">
                <a16:creationId xmlns:a16="http://schemas.microsoft.com/office/drawing/2014/main" id="{B1DBA925-63AD-7FD2-9A28-1987D39BC7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55773" y="4056527"/>
            <a:ext cx="914400" cy="914400"/>
          </a:xfrm>
          <a:prstGeom prst="rect">
            <a:avLst/>
          </a:prstGeom>
        </p:spPr>
      </p:pic>
      <p:pic>
        <p:nvPicPr>
          <p:cNvPr id="21" name="그래픽 20" descr="고전압 단색으로 채워진">
            <a:extLst>
              <a:ext uri="{FF2B5EF4-FFF2-40B4-BE49-F238E27FC236}">
                <a16:creationId xmlns:a16="http://schemas.microsoft.com/office/drawing/2014/main" id="{5D1196DC-A71A-F175-C042-5E7D627819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59732" y="4056527"/>
            <a:ext cx="914400" cy="914400"/>
          </a:xfrm>
          <a:prstGeom prst="rect">
            <a:avLst/>
          </a:prstGeom>
        </p:spPr>
      </p:pic>
      <p:pic>
        <p:nvPicPr>
          <p:cNvPr id="8" name="그래픽 7" descr="지속적인 개선 단색으로 채워진">
            <a:extLst>
              <a:ext uri="{FF2B5EF4-FFF2-40B4-BE49-F238E27FC236}">
                <a16:creationId xmlns:a16="http://schemas.microsoft.com/office/drawing/2014/main" id="{0D0E0612-78ED-BF89-4FAD-ED1F159471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0814" y="1735771"/>
            <a:ext cx="914400" cy="914400"/>
          </a:xfrm>
          <a:prstGeom prst="rect">
            <a:avLst/>
          </a:prstGeom>
        </p:spPr>
      </p:pic>
      <p:pic>
        <p:nvPicPr>
          <p:cNvPr id="10" name="그래픽 9" descr="지속적인 개선 윤곽선">
            <a:extLst>
              <a:ext uri="{FF2B5EF4-FFF2-40B4-BE49-F238E27FC236}">
                <a16:creationId xmlns:a16="http://schemas.microsoft.com/office/drawing/2014/main" id="{178B322E-84E1-38DE-6ABE-A6F9F929FB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67000" y="1890819"/>
            <a:ext cx="914400" cy="914400"/>
          </a:xfrm>
          <a:prstGeom prst="rect">
            <a:avLst/>
          </a:prstGeom>
        </p:spPr>
      </p:pic>
      <p:pic>
        <p:nvPicPr>
          <p:cNvPr id="12" name="그래픽 11" descr="하비 공 65% 단색으로 채워진">
            <a:extLst>
              <a:ext uri="{FF2B5EF4-FFF2-40B4-BE49-F238E27FC236}">
                <a16:creationId xmlns:a16="http://schemas.microsoft.com/office/drawing/2014/main" id="{BEC253AC-A8B5-43B5-33A3-D60E273979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5400" y="2344273"/>
            <a:ext cx="914400" cy="9144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E25721-75DD-A818-1577-BD7F5AA4DB91}"/>
              </a:ext>
            </a:extLst>
          </p:cNvPr>
          <p:cNvGrpSpPr/>
          <p:nvPr/>
        </p:nvGrpSpPr>
        <p:grpSpPr>
          <a:xfrm>
            <a:off x="4943969" y="2797892"/>
            <a:ext cx="272824" cy="325698"/>
            <a:chOff x="4943969" y="2797892"/>
            <a:chExt cx="272824" cy="325698"/>
          </a:xfrm>
        </p:grpSpPr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4EA4EFC-B3DA-A1A0-6037-816F577E7241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A83F4BE3-02DD-7710-1820-3CCCE3B09F79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B469D8E0-7094-8CEB-0C16-1AF87B1D7277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BA16980F-5E58-138A-2B7B-D8120F2D87A9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2223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10/12/2026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2665</TotalTime>
  <Words>3480</Words>
  <Application>Microsoft Office PowerPoint</Application>
  <PresentationFormat>와이드스크린</PresentationFormat>
  <Paragraphs>685</Paragraphs>
  <Slides>54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54</vt:i4>
      </vt:variant>
    </vt:vector>
  </HeadingPairs>
  <TitlesOfParts>
    <vt:vector size="59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도우미 AI 참고 프리뷰</vt:lpstr>
      <vt:lpstr>게임 정보</vt:lpstr>
      <vt:lpstr>기획 목표</vt:lpstr>
      <vt:lpstr>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이후 사용 가능</vt:lpstr>
      <vt:lpstr>UI_세부_시간예측분석UI_후보1</vt:lpstr>
      <vt:lpstr>UI_세부_시간예측분석UI_후보2</vt:lpstr>
      <vt:lpstr>UI_세부_시간예측분석UI_후보3</vt:lpstr>
      <vt:lpstr>프로토타입 플로우</vt:lpstr>
      <vt:lpstr>데이터 테이블_맵</vt:lpstr>
      <vt:lpstr>NPC_생물_벌 행동트리</vt:lpstr>
      <vt:lpstr>경로 예측</vt:lpstr>
      <vt:lpstr>도우미 AI 구현 계획</vt:lpstr>
      <vt:lpstr>데이터 테이블_NPC,플레이어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172</cp:revision>
  <dcterms:created xsi:type="dcterms:W3CDTF">2026-09-16T19:24:55Z</dcterms:created>
  <dcterms:modified xsi:type="dcterms:W3CDTF">2026-10-12T10:40:23Z</dcterms:modified>
</cp:coreProperties>
</file>