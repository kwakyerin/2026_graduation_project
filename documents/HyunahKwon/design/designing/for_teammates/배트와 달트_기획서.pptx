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6" r:id="rId16"/>
    <p:sldId id="280" r:id="rId17"/>
    <p:sldId id="277" r:id="rId18"/>
    <p:sldId id="279" r:id="rId19"/>
    <p:sldId id="262" r:id="rId20"/>
    <p:sldId id="269" r:id="rId21"/>
    <p:sldId id="274" r:id="rId22"/>
    <p:sldId id="289" r:id="rId23"/>
    <p:sldId id="294" r:id="rId24"/>
    <p:sldId id="291" r:id="rId25"/>
    <p:sldId id="288" r:id="rId26"/>
    <p:sldId id="290" r:id="rId27"/>
    <p:sldId id="276" r:id="rId28"/>
    <p:sldId id="263" r:id="rId29"/>
    <p:sldId id="270" r:id="rId30"/>
    <p:sldId id="285" r:id="rId31"/>
    <p:sldId id="295" r:id="rId32"/>
    <p:sldId id="284" r:id="rId33"/>
    <p:sldId id="287" r:id="rId34"/>
    <p:sldId id="275" r:id="rId35"/>
    <p:sldId id="282" r:id="rId36"/>
    <p:sldId id="283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  <a:endParaRPr lang="ko-KR" altLang="en-US" sz="24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1785</TotalTime>
  <Words>1770</Words>
  <Application>Microsoft Office PowerPoint</Application>
  <PresentationFormat>와이드스크린</PresentationFormat>
  <Paragraphs>285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배달품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부록</vt:lpstr>
      <vt:lpstr>PowerPoint 프레젠테이션</vt:lpstr>
      <vt:lpstr>*********</vt:lpstr>
      <vt:lpstr>이후 사용 가능</vt:lpstr>
      <vt:lpstr>UI_세부_시간예측분석UI_후보1</vt:lpstr>
      <vt:lpstr>UI_세부_시간예측분석UI_후보2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119</cp:revision>
  <dcterms:created xsi:type="dcterms:W3CDTF">2026-09-16T19:24:55Z</dcterms:created>
  <dcterms:modified xsi:type="dcterms:W3CDTF">2026-09-22T08:03:00Z</dcterms:modified>
</cp:coreProperties>
</file>