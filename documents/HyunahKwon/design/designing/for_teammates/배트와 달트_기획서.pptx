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  <p:sldMasterId id="2147483666" r:id="rId2"/>
  </p:sldMasterIdLst>
  <p:notesMasterIdLst>
    <p:notesMasterId r:id="rId56"/>
  </p:notesMasterIdLst>
  <p:sldIdLst>
    <p:sldId id="256" r:id="rId3"/>
    <p:sldId id="281" r:id="rId4"/>
    <p:sldId id="257" r:id="rId5"/>
    <p:sldId id="258" r:id="rId6"/>
    <p:sldId id="315" r:id="rId7"/>
    <p:sldId id="292" r:id="rId8"/>
    <p:sldId id="259" r:id="rId9"/>
    <p:sldId id="261" r:id="rId10"/>
    <p:sldId id="317" r:id="rId11"/>
    <p:sldId id="314" r:id="rId12"/>
    <p:sldId id="265" r:id="rId13"/>
    <p:sldId id="260" r:id="rId14"/>
    <p:sldId id="271" r:id="rId15"/>
    <p:sldId id="268" r:id="rId16"/>
    <p:sldId id="272" r:id="rId17"/>
    <p:sldId id="273" r:id="rId18"/>
    <p:sldId id="278" r:id="rId19"/>
    <p:sldId id="296" r:id="rId20"/>
    <p:sldId id="286" r:id="rId21"/>
    <p:sldId id="277" r:id="rId22"/>
    <p:sldId id="297" r:id="rId23"/>
    <p:sldId id="279" r:id="rId24"/>
    <p:sldId id="262" r:id="rId25"/>
    <p:sldId id="318" r:id="rId26"/>
    <p:sldId id="321" r:id="rId27"/>
    <p:sldId id="323" r:id="rId28"/>
    <p:sldId id="322" r:id="rId29"/>
    <p:sldId id="319" r:id="rId30"/>
    <p:sldId id="320" r:id="rId31"/>
    <p:sldId id="269" r:id="rId32"/>
    <p:sldId id="274" r:id="rId33"/>
    <p:sldId id="289" r:id="rId34"/>
    <p:sldId id="294" r:id="rId35"/>
    <p:sldId id="291" r:id="rId36"/>
    <p:sldId id="288" r:id="rId37"/>
    <p:sldId id="290" r:id="rId38"/>
    <p:sldId id="276" r:id="rId39"/>
    <p:sldId id="263" r:id="rId40"/>
    <p:sldId id="270" r:id="rId41"/>
    <p:sldId id="316" r:id="rId42"/>
    <p:sldId id="285" r:id="rId43"/>
    <p:sldId id="295" r:id="rId44"/>
    <p:sldId id="287" r:id="rId45"/>
    <p:sldId id="275" r:id="rId46"/>
    <p:sldId id="282" r:id="rId47"/>
    <p:sldId id="283" r:id="rId48"/>
    <p:sldId id="311" r:id="rId49"/>
    <p:sldId id="307" r:id="rId50"/>
    <p:sldId id="310" r:id="rId51"/>
    <p:sldId id="306" r:id="rId52"/>
    <p:sldId id="303" r:id="rId53"/>
    <p:sldId id="312" r:id="rId54"/>
    <p:sldId id="313" r:id="rId55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F2DE63D5-997A-4646-A377-4702673A728D}" styleName="밝은 스타일 2 - 강조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0505E3EF-67EA-436B-97B2-0124C06EBD24}" styleName="보통 스타일 4 - 강조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3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3">
              <a:tint val="20000"/>
            </a:schemeClr>
          </a:solidFill>
        </a:fill>
      </a:tcStyle>
    </a:firstRow>
  </a:tblStyle>
  <a:tblStyle styleId="{F5AB1C69-6EDB-4FF4-983F-18BD219EF322}" styleName="보통 스타일 2 - 강조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006" autoAdjust="0"/>
    <p:restoredTop sz="94660"/>
  </p:normalViewPr>
  <p:slideViewPr>
    <p:cSldViewPr snapToGrid="0">
      <p:cViewPr varScale="1">
        <p:scale>
          <a:sx n="83" d="100"/>
          <a:sy n="83" d="100"/>
        </p:scale>
        <p:origin x="390" y="5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9" Type="http://schemas.openxmlformats.org/officeDocument/2006/relationships/slide" Target="slides/slide37.xml"/><Relationship Id="rId21" Type="http://schemas.openxmlformats.org/officeDocument/2006/relationships/slide" Target="slides/slide19.xml"/><Relationship Id="rId34" Type="http://schemas.openxmlformats.org/officeDocument/2006/relationships/slide" Target="slides/slide32.xml"/><Relationship Id="rId42" Type="http://schemas.openxmlformats.org/officeDocument/2006/relationships/slide" Target="slides/slide40.xml"/><Relationship Id="rId47" Type="http://schemas.openxmlformats.org/officeDocument/2006/relationships/slide" Target="slides/slide45.xml"/><Relationship Id="rId50" Type="http://schemas.openxmlformats.org/officeDocument/2006/relationships/slide" Target="slides/slide48.xml"/><Relationship Id="rId55" Type="http://schemas.openxmlformats.org/officeDocument/2006/relationships/slide" Target="slides/slide53.xml"/><Relationship Id="rId7" Type="http://schemas.openxmlformats.org/officeDocument/2006/relationships/slide" Target="slides/slide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9" Type="http://schemas.openxmlformats.org/officeDocument/2006/relationships/slide" Target="slides/slide27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slide" Target="slides/slide30.xml"/><Relationship Id="rId37" Type="http://schemas.openxmlformats.org/officeDocument/2006/relationships/slide" Target="slides/slide35.xml"/><Relationship Id="rId40" Type="http://schemas.openxmlformats.org/officeDocument/2006/relationships/slide" Target="slides/slide38.xml"/><Relationship Id="rId45" Type="http://schemas.openxmlformats.org/officeDocument/2006/relationships/slide" Target="slides/slide43.xml"/><Relationship Id="rId53" Type="http://schemas.openxmlformats.org/officeDocument/2006/relationships/slide" Target="slides/slide51.xml"/><Relationship Id="rId58" Type="http://schemas.openxmlformats.org/officeDocument/2006/relationships/viewProps" Target="viewProps.xml"/><Relationship Id="rId5" Type="http://schemas.openxmlformats.org/officeDocument/2006/relationships/slide" Target="slides/slide3.xml"/><Relationship Id="rId19" Type="http://schemas.openxmlformats.org/officeDocument/2006/relationships/slide" Target="slides/slide17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43" Type="http://schemas.openxmlformats.org/officeDocument/2006/relationships/slide" Target="slides/slide41.xml"/><Relationship Id="rId48" Type="http://schemas.openxmlformats.org/officeDocument/2006/relationships/slide" Target="slides/slide46.xml"/><Relationship Id="rId56" Type="http://schemas.openxmlformats.org/officeDocument/2006/relationships/notesMaster" Target="notesMasters/notesMaster1.xml"/><Relationship Id="rId8" Type="http://schemas.openxmlformats.org/officeDocument/2006/relationships/slide" Target="slides/slide6.xml"/><Relationship Id="rId51" Type="http://schemas.openxmlformats.org/officeDocument/2006/relationships/slide" Target="slides/slide49.xml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slide" Target="slides/slide36.xml"/><Relationship Id="rId46" Type="http://schemas.openxmlformats.org/officeDocument/2006/relationships/slide" Target="slides/slide44.xml"/><Relationship Id="rId59" Type="http://schemas.openxmlformats.org/officeDocument/2006/relationships/theme" Target="theme/theme1.xml"/><Relationship Id="rId20" Type="http://schemas.openxmlformats.org/officeDocument/2006/relationships/slide" Target="slides/slide18.xml"/><Relationship Id="rId41" Type="http://schemas.openxmlformats.org/officeDocument/2006/relationships/slide" Target="slides/slide39.xml"/><Relationship Id="rId54" Type="http://schemas.openxmlformats.org/officeDocument/2006/relationships/slide" Target="slides/slide52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slide" Target="slides/slide34.xml"/><Relationship Id="rId49" Type="http://schemas.openxmlformats.org/officeDocument/2006/relationships/slide" Target="slides/slide47.xml"/><Relationship Id="rId57" Type="http://schemas.openxmlformats.org/officeDocument/2006/relationships/presProps" Target="presProps.xml"/><Relationship Id="rId10" Type="http://schemas.openxmlformats.org/officeDocument/2006/relationships/slide" Target="slides/slide8.xml"/><Relationship Id="rId31" Type="http://schemas.openxmlformats.org/officeDocument/2006/relationships/slide" Target="slides/slide29.xml"/><Relationship Id="rId44" Type="http://schemas.openxmlformats.org/officeDocument/2006/relationships/slide" Target="slides/slide42.xml"/><Relationship Id="rId52" Type="http://schemas.openxmlformats.org/officeDocument/2006/relationships/slide" Target="slides/slide50.xml"/><Relationship Id="rId6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695D5BE-4056-4DAA-BE66-7F263EA8172D}" type="datetimeFigureOut">
              <a:rPr lang="ko-KR" altLang="en-US" smtClean="0"/>
              <a:t>2026-10-11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9770652-F611-44D5-8ECC-2E3540F7651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148993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ko-KR" dirty="0" err="1">
                <a:solidFill>
                  <a:sysClr val="windowText" lastClr="000000"/>
                </a:solidFill>
              </a:rPr>
              <a:t>T초</a:t>
            </a:r>
            <a:r>
              <a:rPr lang="ko-KR" altLang="ko-KR" dirty="0">
                <a:solidFill>
                  <a:sysClr val="windowText" lastClr="000000"/>
                </a:solidFill>
              </a:rPr>
              <a:t> 후 위험 밀도 예측</a:t>
            </a:r>
            <a:r>
              <a:rPr lang="en-US" altLang="ko-KR" dirty="0">
                <a:solidFill>
                  <a:sysClr val="windowText" lastClr="000000"/>
                </a:solidFill>
              </a:rPr>
              <a:t> : </a:t>
            </a:r>
            <a:r>
              <a:rPr lang="ko-KR" altLang="ko-KR" dirty="0"/>
              <a:t>격자 기반 </a:t>
            </a:r>
            <a:r>
              <a:rPr lang="ko-KR" altLang="ko-KR" dirty="0" err="1"/>
              <a:t>인플루언스</a:t>
            </a:r>
            <a:r>
              <a:rPr lang="ko-KR" altLang="ko-KR" dirty="0"/>
              <a:t> </a:t>
            </a:r>
            <a:r>
              <a:rPr lang="ko-KR" altLang="ko-KR" dirty="0" err="1"/>
              <a:t>맵으로</a:t>
            </a:r>
            <a:r>
              <a:rPr lang="ko-KR" altLang="ko-KR" dirty="0"/>
              <a:t> </a:t>
            </a:r>
            <a:r>
              <a:rPr lang="ko-KR" altLang="ko-KR" dirty="0" err="1"/>
              <a:t>T초</a:t>
            </a:r>
            <a:r>
              <a:rPr lang="ko-KR" altLang="ko-KR" dirty="0"/>
              <a:t> 후 위험 밀도 예측</a:t>
            </a:r>
            <a:r>
              <a:rPr lang="en-US" altLang="ko-KR" dirty="0"/>
              <a:t>. (</a:t>
            </a:r>
            <a:r>
              <a:rPr lang="ko-KR" altLang="en-US" dirty="0">
                <a:solidFill>
                  <a:sysClr val="windowText" lastClr="000000"/>
                </a:solidFill>
              </a:rPr>
              <a:t>개별 위치로 시뮬레이션</a:t>
            </a:r>
            <a:r>
              <a:rPr lang="en-US" altLang="ko-KR" dirty="0">
                <a:solidFill>
                  <a:sysClr val="windowText" lastClr="000000"/>
                </a:solidFill>
              </a:rPr>
              <a:t>X, </a:t>
            </a:r>
            <a:r>
              <a:rPr lang="ko-KR" altLang="en-US" dirty="0">
                <a:solidFill>
                  <a:sysClr val="windowText" lastClr="000000"/>
                </a:solidFill>
              </a:rPr>
              <a:t>격자</a:t>
            </a:r>
            <a:r>
              <a:rPr lang="en-US" altLang="ko-KR" dirty="0">
                <a:solidFill>
                  <a:sysClr val="windowText" lastClr="000000"/>
                </a:solidFill>
              </a:rPr>
              <a:t> </a:t>
            </a:r>
            <a:r>
              <a:rPr lang="ko-KR" altLang="en-US" dirty="0">
                <a:solidFill>
                  <a:sysClr val="windowText" lastClr="000000"/>
                </a:solidFill>
              </a:rPr>
              <a:t>단위 </a:t>
            </a:r>
            <a:r>
              <a:rPr lang="ko-KR" altLang="en-US" dirty="0" err="1">
                <a:solidFill>
                  <a:sysClr val="windowText" lastClr="000000"/>
                </a:solidFill>
              </a:rPr>
              <a:t>인플루언스</a:t>
            </a:r>
            <a:r>
              <a:rPr lang="ko-KR" altLang="en-US" dirty="0">
                <a:solidFill>
                  <a:sysClr val="windowText" lastClr="000000"/>
                </a:solidFill>
              </a:rPr>
              <a:t> </a:t>
            </a:r>
            <a:r>
              <a:rPr lang="ko-KR" altLang="en-US" dirty="0" err="1">
                <a:solidFill>
                  <a:sysClr val="windowText" lastClr="000000"/>
                </a:solidFill>
              </a:rPr>
              <a:t>맵으로</a:t>
            </a:r>
            <a:r>
              <a:rPr lang="ko-KR" altLang="en-US" dirty="0">
                <a:solidFill>
                  <a:sysClr val="windowText" lastClr="000000"/>
                </a:solidFill>
              </a:rPr>
              <a:t> 위험 밀도를 누적</a:t>
            </a:r>
            <a:r>
              <a:rPr lang="en-US" altLang="ko-KR" dirty="0">
                <a:solidFill>
                  <a:sysClr val="windowText" lastClr="000000"/>
                </a:solidFill>
              </a:rPr>
              <a:t>)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C52CA9A-BF5F-43D5-A722-B8AEA70DD60D}" type="slidenum">
              <a:rPr lang="ko-KR" altLang="en-US" smtClean="0"/>
              <a:t>51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3878847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4094D01-0EC0-583E-AF02-DDCDEA8D0BF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7FA9843C-2E0B-D9E6-B5D7-6909186C5A9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34646B0-B772-A89B-6DD6-32E649924A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FD5073-3D75-4506-8C91-5119827B979E}" type="datetimeFigureOut">
              <a:rPr lang="ko-KR" altLang="en-US" smtClean="0"/>
              <a:t>2026-10-11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7AAF6E5-FE5A-F08E-367B-7F725EE787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8BBBE15-E2E0-4779-6B21-BFB77CB3F5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B13B47-A27B-4FAB-9280-DA2653FDD10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900250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0ABB8CD-C4A3-1802-10F5-5B4400809B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80F547B4-8C2F-A47C-8938-C10B3A083DE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33EAB59-3152-0BB2-0ABA-7639B18A54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FD5073-3D75-4506-8C91-5119827B979E}" type="datetimeFigureOut">
              <a:rPr lang="ko-KR" altLang="en-US" smtClean="0"/>
              <a:t>2026-10-11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75E4868-DDBD-A97E-E556-D8686D6E62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3ED85D4-B83D-258D-AD10-D91FEA0252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B13B47-A27B-4FAB-9280-DA2653FDD10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8879689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17C4AC8-AB3F-5038-2C5D-ECFD0DFE55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A24F8DD8-EBF7-C7CA-A7B3-4DE84D44940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4BAD840D-91BA-8969-733C-760C0CC25F7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2AE8C701-6832-9922-1B55-3528A9A78DA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4BF3C741-5C5C-4E0D-9516-F82616A88F1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11E3BD39-8A43-2222-3ED7-DB6770ABA6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FD5073-3D75-4506-8C91-5119827B979E}" type="datetimeFigureOut">
              <a:rPr lang="ko-KR" altLang="en-US" smtClean="0"/>
              <a:t>2026-10-11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605E65C6-0631-C506-DCD0-0A1E06164F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2926683C-E239-4914-EF7F-7026E33331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B13B47-A27B-4FAB-9280-DA2653FDD10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5352418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7BCB2BC-D0E5-D763-5DAF-13D16567FF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ctr"/>
          <a:lstStyle>
            <a:lvl1pPr algn="ctr"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D581A45-90C6-16CA-2AF2-8E5ED7FC9A2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866040AB-764F-3822-9F18-4DF9939C28A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173BF953-F401-6B6F-B1F2-05302E425B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FD5073-3D75-4506-8C91-5119827B979E}" type="datetimeFigureOut">
              <a:rPr lang="ko-KR" altLang="en-US" smtClean="0"/>
              <a:t>2026-10-11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E89149C9-6AFC-7EEA-5BCD-1477D94C22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ADDAE919-E01F-1035-FAA8-43BFDBE52C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B13B47-A27B-4FAB-9280-DA2653FDD10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8989799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44AB656-48C0-0972-7E76-32CE1D6DE6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ctr"/>
          <a:lstStyle>
            <a:lvl1pPr algn="ctr"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51A4A784-0DEB-4142-8F8E-8EC7A5B21B1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/>
              <a:t>그림을 추가하려면 아이콘을 클릭하십시오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F3B73C37-B926-C476-D4EA-AB10FA416AC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7833CFE-BA4B-AFFC-8407-2909DE3103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FD5073-3D75-4506-8C91-5119827B979E}" type="datetimeFigureOut">
              <a:rPr lang="ko-KR" altLang="en-US" smtClean="0"/>
              <a:t>2026-10-11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C9CD7999-E7B8-52AC-818C-67668266AE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DC46B130-BCE7-300C-3277-EE150134F5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B13B47-A27B-4FAB-9280-DA2653FDD10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471061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CA09296-21E3-A9FC-A4DB-7B03A6CA75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3506C92-FCD2-1EE5-65CA-960BAD86DB2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A85C27E-9FD6-CB00-CDB5-49439619FD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C850D4-9086-4998-AA40-EC3A5E96598E}" type="datetime1">
              <a:rPr lang="en-US" altLang="ko-KR" smtClean="0"/>
              <a:t>10/11/2026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8FAF181-B144-901E-B753-06600F2EB6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D23318B-EB45-18D5-4A5B-0DCED4DA2D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10" name="내용 개체 틀 9">
            <a:extLst>
              <a:ext uri="{FF2B5EF4-FFF2-40B4-BE49-F238E27FC236}">
                <a16:creationId xmlns:a16="http://schemas.microsoft.com/office/drawing/2014/main" id="{B8A04A8B-D800-31FA-0770-95221831ABE6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116286" y="0"/>
            <a:ext cx="7075714" cy="662782"/>
          </a:xfrm>
        </p:spPr>
        <p:txBody>
          <a:bodyPr anchor="ctr"/>
          <a:lstStyle>
            <a:lvl1pPr marL="0" indent="0" algn="r">
              <a:lnSpc>
                <a:spcPct val="100000"/>
              </a:lnSpc>
              <a:buNone/>
              <a:defRPr/>
            </a:lvl1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</p:spTree>
    <p:extLst>
      <p:ext uri="{BB962C8B-B14F-4D97-AF65-F5344CB8AC3E}">
        <p14:creationId xmlns:p14="http://schemas.microsoft.com/office/powerpoint/2010/main" val="9426433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93F307C-4412-EB5A-8D2D-EA89E00F06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D292B6C-4F9A-BA5C-6E3C-F6E047CAC88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E1D6D48A-7F6B-8326-0930-0DE24BF81C6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CE17B666-EF3E-7582-FF42-000C51D116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10/11/2026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ED96DC83-9D08-7CE4-6BCC-51434ACF31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24DCDA60-E2AC-817E-7561-D9E1121AB1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8" name="내용 개체 틀 9">
            <a:extLst>
              <a:ext uri="{FF2B5EF4-FFF2-40B4-BE49-F238E27FC236}">
                <a16:creationId xmlns:a16="http://schemas.microsoft.com/office/drawing/2014/main" id="{D8193305-12D2-4DF2-56CE-EB42263E5366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116286" y="0"/>
            <a:ext cx="7075714" cy="662782"/>
          </a:xfrm>
        </p:spPr>
        <p:txBody>
          <a:bodyPr anchor="ctr"/>
          <a:lstStyle>
            <a:lvl1pPr marL="0" indent="0" algn="r">
              <a:lnSpc>
                <a:spcPct val="100000"/>
              </a:lnSpc>
              <a:buNone/>
              <a:defRPr/>
            </a:lvl1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</p:spTree>
    <p:extLst>
      <p:ext uri="{BB962C8B-B14F-4D97-AF65-F5344CB8AC3E}">
        <p14:creationId xmlns:p14="http://schemas.microsoft.com/office/powerpoint/2010/main" val="369919872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434CFDA-2672-2E64-250A-F85C4C1EBA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A8F9F220-64B1-A520-D359-97A2A45A8A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7680CB-DB40-47CE-A8D2-A12CB1478785}" type="datetime1">
              <a:rPr lang="en-US" altLang="ko-KR" smtClean="0"/>
              <a:t>10/11/2026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F3239E46-EEFA-DE87-E99F-562046BD81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D5BF63DD-7AC8-650C-4263-EE4C217D39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6" name="내용 개체 틀 9">
            <a:extLst>
              <a:ext uri="{FF2B5EF4-FFF2-40B4-BE49-F238E27FC236}">
                <a16:creationId xmlns:a16="http://schemas.microsoft.com/office/drawing/2014/main" id="{4CF38ABA-E54E-6711-1E63-96557E15BFC2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116286" y="0"/>
            <a:ext cx="7075714" cy="662782"/>
          </a:xfrm>
        </p:spPr>
        <p:txBody>
          <a:bodyPr anchor="ctr"/>
          <a:lstStyle>
            <a:lvl1pPr marL="0" indent="0" algn="r">
              <a:lnSpc>
                <a:spcPct val="100000"/>
              </a:lnSpc>
              <a:buNone/>
              <a:defRPr/>
            </a:lvl1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</p:spTree>
    <p:extLst>
      <p:ext uri="{BB962C8B-B14F-4D97-AF65-F5344CB8AC3E}">
        <p14:creationId xmlns:p14="http://schemas.microsoft.com/office/powerpoint/2010/main" val="231887060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0ABB8CD-C4A3-1802-10F5-5B4400809B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80F547B4-8C2F-A47C-8938-C10B3A083DE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33EAB59-3152-0BB2-0ABA-7639B18A54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FD5073-3D75-4506-8C91-5119827B979E}" type="datetimeFigureOut">
              <a:rPr lang="ko-KR" altLang="en-US" smtClean="0"/>
              <a:t>2026-10-11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75E4868-DDBD-A97E-E556-D8686D6E62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3ED85D4-B83D-258D-AD10-D91FEA0252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B13B47-A27B-4FAB-9280-DA2653FDD10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9605656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8.xml"/><Relationship Id="rId2" Type="http://schemas.openxmlformats.org/officeDocument/2006/relationships/slideLayout" Target="../slideLayouts/slideLayout7.xml"/><Relationship Id="rId1" Type="http://schemas.openxmlformats.org/officeDocument/2006/relationships/slideLayout" Target="../slideLayouts/slideLayout6.xml"/><Relationship Id="rId5" Type="http://schemas.openxmlformats.org/officeDocument/2006/relationships/theme" Target="../theme/theme2.xml"/><Relationship Id="rId4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29B2A50D-47D3-E02F-D339-3BB790B0B7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890D3744-B54A-DCB5-B319-D1D7784B5F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49EF6D5-B8B1-F18C-1A8C-E7CE5CC4D34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FD5073-3D75-4506-8C91-5119827B979E}" type="datetimeFigureOut">
              <a:rPr lang="ko-KR" altLang="en-US" smtClean="0"/>
              <a:t>2026-10-11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F36C4B4-7272-9E1C-45ED-CBAA88D0137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BE65CEA-97AE-D52F-4F97-A5C1CFD89FE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1B13B47-A27B-4FAB-9280-DA2653FDD10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2568422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 algn="l" defTabSz="914400" rtl="0" eaLnBrk="1" latinLnBrk="1" hangingPunct="1">
        <a:lnSpc>
          <a:spcPct val="10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10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D3650182-8DBB-2193-E636-2E6C9CD02E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5116286" cy="66278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B2F94A67-557E-E664-B632-8621D9595C3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B830F72-E992-E233-953E-48FDE883BB0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6CA07D7-17C4-4932-A5CB-22BA65F5FC8D}" type="datetime1">
              <a:rPr lang="en-US" altLang="ko-KR" smtClean="0"/>
              <a:t>10/11/2026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BCA9C8A-AB1D-DC51-B767-4B47C5CB484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68B049B-DBEB-F397-5C41-CA1F52FC9ED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419BE51-E1DC-4D7D-A982-2D579B035180}" type="slidenum">
              <a:rPr lang="ko-KR" altLang="en-US" smtClean="0"/>
              <a:t>‹#›</a:t>
            </a:fld>
            <a:endParaRPr lang="ko-KR" altLang="en-US"/>
          </a:p>
        </p:txBody>
      </p: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23B8842A-CF3B-4DC9-FF99-31C497E908FF}"/>
              </a:ext>
            </a:extLst>
          </p:cNvPr>
          <p:cNvCxnSpPr/>
          <p:nvPr/>
        </p:nvCxnSpPr>
        <p:spPr>
          <a:xfrm>
            <a:off x="0" y="662782"/>
            <a:ext cx="121920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7883088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7" r:id="rId1"/>
    <p:sldLayoutId id="2147483668" r:id="rId2"/>
    <p:sldLayoutId id="2147483669" r:id="rId3"/>
    <p:sldLayoutId id="2147483670" r:id="rId4"/>
  </p:sldLayoutIdLst>
  <p:hf hdr="0" ftr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3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10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sv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sv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2.pn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sv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jpg"/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svg"/><Relationship Id="rId2" Type="http://schemas.openxmlformats.org/officeDocument/2006/relationships/image" Target="../media/image16.svg"/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sv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svg"/><Relationship Id="rId2" Type="http://schemas.openxmlformats.org/officeDocument/2006/relationships/image" Target="../media/image16.svg"/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8" Type="http://schemas.openxmlformats.org/officeDocument/2006/relationships/hyperlink" Target="https://kor.pngtree.com/so/%EB%A7%88%EC%9A%B0%EC%8A%A4" TargetMode="External"/><Relationship Id="rId3" Type="http://schemas.openxmlformats.org/officeDocument/2006/relationships/hyperlink" Target="https://www.reddit.com/r/PartyAnimalsGame/comments/1b0dmqw/how_to_get_a_new_exclusive_tiagra_skin/" TargetMode="External"/><Relationship Id="rId7" Type="http://schemas.openxmlformats.org/officeDocument/2006/relationships/hyperlink" Target="https://creatorjoseph.com/268#google_vignette" TargetMode="External"/><Relationship Id="rId2" Type="http://schemas.openxmlformats.org/officeDocument/2006/relationships/hyperlink" Target="https://namu.wiki/w/%EB%8F%99%EB%AC%BC%EC%9D%98%20%EC%88%B2%20%EC%8B%9C%EB%A6%AC%EC%A6%88/%EC%9D%BC%EB%B0%98%20%EC%A3%BC%EB%AF%BC/%EA%B3%B0" TargetMode="External"/><Relationship Id="rId1" Type="http://schemas.openxmlformats.org/officeDocument/2006/relationships/slideLayout" Target="../slideLayouts/slideLayout6.xml"/><Relationship Id="rId6" Type="http://schemas.openxmlformats.org/officeDocument/2006/relationships/hyperlink" Target="https://velog.io/@dev_sensational/Unity-3%EC%9D%B8%EC%B9%AD-Back-view-%EC%8A%88%ED%8C%85%EA%B2%8C%EC%9E%84TPS-%ED%94%84%EB%A1%9C%EC%A0%9D%ED%8A%B8-%EC%8B%9C%EC%9E%91" TargetMode="External"/><Relationship Id="rId5" Type="http://schemas.openxmlformats.org/officeDocument/2006/relationships/hyperlink" Target="https://www.youtube.com/watch?v=eNRvtvpl1Io&amp;t=872s" TargetMode="External"/><Relationship Id="rId4" Type="http://schemas.openxmlformats.org/officeDocument/2006/relationships/hyperlink" Target="https://page.onstove.com/indie/global/view/9597749" TargetMode="Externa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svg"/><Relationship Id="rId3" Type="http://schemas.openxmlformats.org/officeDocument/2006/relationships/image" Target="../media/image24.svg"/><Relationship Id="rId7" Type="http://schemas.openxmlformats.org/officeDocument/2006/relationships/image" Target="../media/image28.svg"/><Relationship Id="rId2" Type="http://schemas.openxmlformats.org/officeDocument/2006/relationships/image" Target="../media/image23.sv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7.svg"/><Relationship Id="rId5" Type="http://schemas.openxmlformats.org/officeDocument/2006/relationships/image" Target="../media/image26.svg"/><Relationship Id="rId4" Type="http://schemas.openxmlformats.org/officeDocument/2006/relationships/image" Target="../media/image25.sv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hyperlink" Target="https://arca.live/b/fallout76/19323367" TargetMode="External"/><Relationship Id="rId1" Type="http://schemas.openxmlformats.org/officeDocument/2006/relationships/slideLayout" Target="../slideLayouts/slideLayout7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jpg"/><Relationship Id="rId2" Type="http://schemas.openxmlformats.org/officeDocument/2006/relationships/hyperlink" Target="https://gameuidatabase.com/index.php?&amp;scrn=71&amp;set=1&amp;plat=1&amp;tag=131&amp;series=106&amp;sort=2&amp;r=4" TargetMode="Externa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2.jpg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hyperlink" Target="https://constante.tistory.com/entry/%EA%B7%B8%EB%A6%B0-%ED%97%ACGreen-Hell-%EC%B4%88%EB%B3%B4%EA%B0%80%EC%9D%B4%EB%93%9C-%ED%8A%9C%ED%86%A0%EB%A6%AC%EC%96%BC-%ED%95%B4%EC%95%BC-%ED%95%98%EB%8A%94-%EC%9D%B4%EC%9C%A0" TargetMode="Externa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4.png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6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39611B6-C59D-7CE5-FEE2-1D6ED048E7B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 altLang="en-US" dirty="0"/>
              <a:t>배트와 </a:t>
            </a:r>
            <a:r>
              <a:rPr lang="ko-KR" altLang="en-US" dirty="0" err="1"/>
              <a:t>달트</a:t>
            </a:r>
            <a:br>
              <a:rPr lang="en-US" altLang="ko-KR" dirty="0"/>
            </a:br>
            <a:r>
              <a:rPr lang="ko-KR" altLang="en-US" sz="4800" dirty="0"/>
              <a:t>기획서</a:t>
            </a:r>
            <a:endParaRPr lang="ko-KR" altLang="en-US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F2A18EEF-9CC0-5ACA-83D1-C1A0C24EEFB8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 altLang="en-US" dirty="0" err="1"/>
              <a:t>곽예린</a:t>
            </a:r>
            <a:r>
              <a:rPr lang="ko-KR" altLang="en-US" dirty="0"/>
              <a:t> 권현아 김진아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74F17953-3B5F-EE84-21E0-A1BD420E31CA}"/>
              </a:ext>
            </a:extLst>
          </p:cNvPr>
          <p:cNvSpPr/>
          <p:nvPr/>
        </p:nvSpPr>
        <p:spPr>
          <a:xfrm>
            <a:off x="4833667" y="0"/>
            <a:ext cx="2524665" cy="839638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페이지 내용 수정됨</a:t>
            </a:r>
          </a:p>
        </p:txBody>
      </p:sp>
    </p:spTree>
    <p:extLst>
      <p:ext uri="{BB962C8B-B14F-4D97-AF65-F5344CB8AC3E}">
        <p14:creationId xmlns:p14="http://schemas.microsoft.com/office/powerpoint/2010/main" val="363351845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EAD08547-37A1-E3B2-6FAD-B80A292323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용어 정리</a:t>
            </a:r>
          </a:p>
        </p:txBody>
      </p:sp>
      <p:sp>
        <p:nvSpPr>
          <p:cNvPr id="5" name="내용 개체 틀 4">
            <a:extLst>
              <a:ext uri="{FF2B5EF4-FFF2-40B4-BE49-F238E27FC236}">
                <a16:creationId xmlns:a16="http://schemas.microsoft.com/office/drawing/2014/main" id="{B84E81B8-0B77-EDAD-6246-69BCE7BA24B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65250"/>
            <a:ext cx="10515600" cy="4811713"/>
          </a:xfrm>
        </p:spPr>
        <p:txBody>
          <a:bodyPr>
            <a:normAutofit/>
          </a:bodyPr>
          <a:lstStyle/>
          <a:p>
            <a:r>
              <a:rPr lang="ko-KR" altLang="en-US" sz="2400" dirty="0" err="1"/>
              <a:t>배송품</a:t>
            </a:r>
            <a:r>
              <a:rPr lang="en-US" altLang="ko-KR" sz="2400" dirty="0"/>
              <a:t>, </a:t>
            </a:r>
            <a:r>
              <a:rPr lang="ko-KR" altLang="en-US" sz="2400" dirty="0" err="1"/>
              <a:t>배달품</a:t>
            </a:r>
            <a:r>
              <a:rPr lang="en-US" altLang="ko-KR" sz="2400" dirty="0"/>
              <a:t>, </a:t>
            </a:r>
            <a:r>
              <a:rPr lang="ko-KR" altLang="en-US" sz="2400" dirty="0"/>
              <a:t>화물 </a:t>
            </a:r>
            <a:r>
              <a:rPr lang="en-US" altLang="ko-KR" sz="2400" dirty="0"/>
              <a:t>: </a:t>
            </a:r>
            <a:r>
              <a:rPr lang="ko-KR" altLang="en-US" sz="2400" dirty="0"/>
              <a:t>모두 동일한 의미로 사용됨</a:t>
            </a:r>
            <a:r>
              <a:rPr lang="en-US" altLang="ko-KR" sz="2400" dirty="0"/>
              <a:t>, </a:t>
            </a:r>
            <a:r>
              <a:rPr lang="ko-KR" altLang="en-US" sz="2400" dirty="0"/>
              <a:t>플레이어가 배달을 </a:t>
            </a:r>
            <a:br>
              <a:rPr lang="en-US" altLang="ko-KR" sz="2400" dirty="0"/>
            </a:br>
            <a:r>
              <a:rPr lang="ko-KR" altLang="en-US" sz="2400" dirty="0"/>
              <a:t>진행해야 하는 아이템</a:t>
            </a:r>
            <a:endParaRPr lang="en-US" altLang="ko-KR" sz="2400" dirty="0"/>
          </a:p>
          <a:p>
            <a:r>
              <a:rPr lang="ko-KR" altLang="en-US" sz="2400" dirty="0"/>
              <a:t>방향전환율</a:t>
            </a:r>
            <a:r>
              <a:rPr lang="en-US" altLang="ko-KR" sz="2400" dirty="0"/>
              <a:t>, </a:t>
            </a:r>
            <a:r>
              <a:rPr lang="ko-KR" altLang="en-US" sz="2400" dirty="0"/>
              <a:t>방향회전율 </a:t>
            </a:r>
            <a:r>
              <a:rPr lang="en-US" altLang="ko-KR" sz="2400" dirty="0"/>
              <a:t>: </a:t>
            </a:r>
            <a:r>
              <a:rPr lang="ko-KR" altLang="en-US" sz="2400" dirty="0"/>
              <a:t>모두 동일한 의미로 사용됨</a:t>
            </a:r>
            <a:r>
              <a:rPr lang="en-US" altLang="ko-KR" sz="2400" dirty="0"/>
              <a:t>, </a:t>
            </a:r>
            <a:r>
              <a:rPr lang="ko-KR" altLang="en-US" sz="2400" dirty="0"/>
              <a:t>플레이어가 </a:t>
            </a:r>
            <a:br>
              <a:rPr lang="en-US" altLang="ko-KR" sz="2400" dirty="0"/>
            </a:br>
            <a:r>
              <a:rPr lang="ko-KR" altLang="en-US" sz="2400" dirty="0"/>
              <a:t>회전하는 정도</a:t>
            </a:r>
            <a:endParaRPr lang="en-US" altLang="ko-KR" sz="2400" dirty="0"/>
          </a:p>
          <a:p>
            <a:r>
              <a:rPr lang="ko-KR" altLang="en-US" sz="2400" dirty="0"/>
              <a:t>도우미 </a:t>
            </a:r>
            <a:r>
              <a:rPr lang="en-US" altLang="ko-KR" sz="2400" dirty="0"/>
              <a:t>AI : </a:t>
            </a:r>
            <a:r>
              <a:rPr lang="ko-KR" altLang="en-US" sz="2400" dirty="0"/>
              <a:t>경로를 보여주고 배달 예상 시간을 예측해 알려주는 </a:t>
            </a:r>
            <a:r>
              <a:rPr lang="en-US" altLang="ko-KR" sz="2400" dirty="0"/>
              <a:t>AI</a:t>
            </a:r>
          </a:p>
          <a:p>
            <a:r>
              <a:rPr lang="ko-KR" altLang="en-US" sz="2400" dirty="0"/>
              <a:t>배송지</a:t>
            </a:r>
            <a:r>
              <a:rPr lang="en-US" altLang="ko-KR" sz="2400" dirty="0"/>
              <a:t>, </a:t>
            </a:r>
            <a:r>
              <a:rPr lang="ko-KR" altLang="en-US" sz="2400" dirty="0"/>
              <a:t>주거지</a:t>
            </a:r>
            <a:r>
              <a:rPr lang="en-US" altLang="ko-KR" sz="2400" dirty="0"/>
              <a:t>, </a:t>
            </a:r>
            <a:r>
              <a:rPr lang="ko-KR" altLang="en-US" sz="2400" dirty="0"/>
              <a:t>목적지 </a:t>
            </a:r>
            <a:r>
              <a:rPr lang="en-US" altLang="ko-KR" sz="2400" dirty="0"/>
              <a:t>: </a:t>
            </a:r>
            <a:r>
              <a:rPr lang="ko-KR" altLang="en-US" sz="2400" dirty="0"/>
              <a:t>배송품을 전달해야 하는 최종 장소</a:t>
            </a:r>
            <a:endParaRPr lang="en-US" altLang="ko-KR" sz="2400" dirty="0"/>
          </a:p>
          <a:p>
            <a:r>
              <a:rPr lang="ko-KR" altLang="en-US" sz="2400" dirty="0" err="1"/>
              <a:t>운반자</a:t>
            </a:r>
            <a:r>
              <a:rPr lang="ko-KR" altLang="en-US" sz="2400" dirty="0"/>
              <a:t> </a:t>
            </a:r>
            <a:r>
              <a:rPr lang="en-US" altLang="ko-KR" sz="2400" dirty="0"/>
              <a:t>: </a:t>
            </a:r>
            <a:r>
              <a:rPr lang="ko-KR" altLang="en-US" sz="2400" dirty="0"/>
              <a:t>현재 화물을 소지하여 들고 있는 플레이어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F77E5AFA-7451-4018-1D9E-19765E5907E9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해당 문서에서 자주 사용되는 단어들</a:t>
            </a:r>
          </a:p>
        </p:txBody>
      </p:sp>
    </p:spTree>
    <p:extLst>
      <p:ext uri="{BB962C8B-B14F-4D97-AF65-F5344CB8AC3E}">
        <p14:creationId xmlns:p14="http://schemas.microsoft.com/office/powerpoint/2010/main" val="244943312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43BA673A-9754-955E-E2BE-50FEE62229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9" y="457200"/>
            <a:ext cx="2144712" cy="1600200"/>
          </a:xfrm>
        </p:spPr>
        <p:txBody>
          <a:bodyPr/>
          <a:lstStyle/>
          <a:p>
            <a:r>
              <a:rPr lang="ko-KR" altLang="en-US" dirty="0"/>
              <a:t>목차</a:t>
            </a:r>
          </a:p>
        </p:txBody>
      </p:sp>
      <p:sp>
        <p:nvSpPr>
          <p:cNvPr id="5" name="내용 개체 틀 4">
            <a:extLst>
              <a:ext uri="{FF2B5EF4-FFF2-40B4-BE49-F238E27FC236}">
                <a16:creationId xmlns:a16="http://schemas.microsoft.com/office/drawing/2014/main" id="{1CA3521E-F03E-CCD2-5860-75445C0588F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378201" y="987425"/>
            <a:ext cx="7977188" cy="4873625"/>
          </a:xfrm>
        </p:spPr>
        <p:txBody>
          <a:bodyPr numCol="2" anchor="ctr">
            <a:normAutofit fontScale="92500" lnSpcReduction="10000"/>
          </a:bodyPr>
          <a:lstStyle/>
          <a:p>
            <a:pPr marL="514350" indent="-514350">
              <a:lnSpc>
                <a:spcPct val="110000"/>
              </a:lnSpc>
              <a:buFont typeface="+mj-lt"/>
              <a:buAutoNum type="arabicPeriod"/>
            </a:pPr>
            <a:r>
              <a:rPr lang="ko-KR" altLang="en-US" sz="2400" b="1" dirty="0"/>
              <a:t>게임 소개</a:t>
            </a:r>
            <a:br>
              <a:rPr lang="en-US" altLang="ko-KR" sz="2400" b="1" dirty="0"/>
            </a:br>
            <a:r>
              <a:rPr lang="en-US" altLang="ko-KR" sz="2400" dirty="0"/>
              <a:t>&gt; </a:t>
            </a:r>
            <a:r>
              <a:rPr lang="ko-KR" altLang="en-US" sz="2400" dirty="0"/>
              <a:t>게임 개요</a:t>
            </a:r>
            <a:br>
              <a:rPr lang="en-US" altLang="ko-KR" sz="2400" dirty="0"/>
            </a:br>
            <a:r>
              <a:rPr lang="en-US" altLang="ko-KR" sz="2400" dirty="0"/>
              <a:t>&gt; </a:t>
            </a:r>
            <a:r>
              <a:rPr lang="ko-KR" altLang="en-US" sz="2400" dirty="0"/>
              <a:t>게임 정보</a:t>
            </a:r>
            <a:br>
              <a:rPr lang="en-US" altLang="ko-KR" sz="2400" dirty="0"/>
            </a:br>
            <a:r>
              <a:rPr lang="en-US" altLang="ko-KR" sz="2400" dirty="0"/>
              <a:t>&gt; </a:t>
            </a:r>
            <a:r>
              <a:rPr lang="ko-KR" altLang="en-US" sz="2400" dirty="0"/>
              <a:t>기획 목표</a:t>
            </a:r>
            <a:br>
              <a:rPr lang="en-US" altLang="ko-KR" sz="2400" dirty="0"/>
            </a:br>
            <a:r>
              <a:rPr lang="en-US" altLang="ko-KR" sz="2400" dirty="0"/>
              <a:t>&gt; </a:t>
            </a:r>
            <a:r>
              <a:rPr lang="ko-KR" altLang="en-US" sz="2400" dirty="0"/>
              <a:t>게임 플로우</a:t>
            </a:r>
            <a:br>
              <a:rPr lang="en-US" altLang="ko-KR" sz="2400" dirty="0"/>
            </a:br>
            <a:r>
              <a:rPr lang="en-US" altLang="ko-KR" sz="2400" dirty="0"/>
              <a:t>	- </a:t>
            </a:r>
            <a:r>
              <a:rPr lang="ko-KR" altLang="en-US" sz="2400" dirty="0"/>
              <a:t>전체</a:t>
            </a:r>
            <a:br>
              <a:rPr lang="en-US" altLang="ko-KR" sz="2400" dirty="0"/>
            </a:br>
            <a:r>
              <a:rPr lang="en-US" altLang="ko-KR" sz="2400" dirty="0"/>
              <a:t>	-</a:t>
            </a:r>
            <a:r>
              <a:rPr lang="ko-KR" altLang="en-US" sz="2400" dirty="0"/>
              <a:t> 세부</a:t>
            </a:r>
            <a:endParaRPr lang="en-US" altLang="ko-KR" sz="2400" dirty="0"/>
          </a:p>
          <a:p>
            <a:pPr marL="514350" indent="-514350">
              <a:lnSpc>
                <a:spcPct val="110000"/>
              </a:lnSpc>
              <a:buFont typeface="+mj-lt"/>
              <a:buAutoNum type="arabicPeriod"/>
            </a:pPr>
            <a:r>
              <a:rPr lang="ko-KR" altLang="en-US" sz="2400" b="1" dirty="0"/>
              <a:t>컨텐츠</a:t>
            </a:r>
            <a:br>
              <a:rPr lang="en-US" altLang="ko-KR" sz="2400" dirty="0"/>
            </a:br>
            <a:r>
              <a:rPr lang="en-US" altLang="ko-KR" sz="2400" dirty="0"/>
              <a:t>&gt; </a:t>
            </a:r>
            <a:r>
              <a:rPr lang="ko-KR" altLang="en-US" sz="2400" dirty="0"/>
              <a:t>스토리</a:t>
            </a:r>
            <a:br>
              <a:rPr lang="en-US" altLang="ko-KR" sz="2400" dirty="0"/>
            </a:br>
            <a:r>
              <a:rPr lang="en-US" altLang="ko-KR" sz="2400" dirty="0"/>
              <a:t>&gt; </a:t>
            </a:r>
            <a:r>
              <a:rPr lang="ko-KR" altLang="en-US" sz="2400" dirty="0" err="1"/>
              <a:t>플레이어블</a:t>
            </a:r>
            <a:r>
              <a:rPr lang="ko-KR" altLang="en-US" sz="2400" dirty="0"/>
              <a:t> 캐릭터</a:t>
            </a:r>
            <a:br>
              <a:rPr lang="en-US" altLang="ko-KR" sz="2400" dirty="0"/>
            </a:br>
            <a:r>
              <a:rPr lang="en-US" altLang="ko-KR" sz="2400" dirty="0"/>
              <a:t>&gt; NPC</a:t>
            </a:r>
            <a:br>
              <a:rPr lang="en-US" altLang="ko-KR" sz="2400" dirty="0"/>
            </a:br>
            <a:r>
              <a:rPr lang="en-US" altLang="ko-KR" sz="2400" dirty="0"/>
              <a:t>	- </a:t>
            </a:r>
            <a:r>
              <a:rPr lang="ko-KR" altLang="en-US" sz="2400" dirty="0"/>
              <a:t>반응 생물</a:t>
            </a:r>
            <a:br>
              <a:rPr lang="en-US" altLang="ko-KR" sz="2400" dirty="0"/>
            </a:br>
            <a:r>
              <a:rPr lang="en-US" altLang="ko-KR" sz="2400" dirty="0"/>
              <a:t>	- </a:t>
            </a:r>
            <a:r>
              <a:rPr lang="ko-KR" altLang="en-US" sz="2400" dirty="0"/>
              <a:t>주민</a:t>
            </a:r>
            <a:br>
              <a:rPr lang="en-US" altLang="ko-KR" sz="2400" dirty="0"/>
            </a:br>
            <a:r>
              <a:rPr lang="en-US" altLang="ko-KR" sz="2400" dirty="0"/>
              <a:t>&gt; </a:t>
            </a:r>
            <a:r>
              <a:rPr lang="ko-KR" altLang="en-US" sz="2400" dirty="0"/>
              <a:t>맵</a:t>
            </a:r>
            <a:br>
              <a:rPr lang="en-US" altLang="ko-KR" sz="2400" dirty="0"/>
            </a:br>
            <a:r>
              <a:rPr lang="en-US" altLang="ko-KR" sz="2400" dirty="0"/>
              <a:t>&gt; </a:t>
            </a:r>
            <a:r>
              <a:rPr lang="ko-KR" altLang="en-US" sz="2400" dirty="0"/>
              <a:t>상호작용</a:t>
            </a:r>
            <a:br>
              <a:rPr lang="en-US" altLang="ko-KR" sz="2400" dirty="0"/>
            </a:br>
            <a:r>
              <a:rPr lang="en-US" altLang="ko-KR" sz="2400" dirty="0"/>
              <a:t>	- </a:t>
            </a:r>
            <a:r>
              <a:rPr lang="ko-KR" altLang="en-US" sz="2400" dirty="0"/>
              <a:t>지형</a:t>
            </a:r>
            <a:br>
              <a:rPr lang="en-US" altLang="ko-KR" sz="2400" dirty="0"/>
            </a:br>
            <a:r>
              <a:rPr lang="en-US" altLang="ko-KR" sz="2400" dirty="0"/>
              <a:t>	- </a:t>
            </a:r>
            <a:r>
              <a:rPr lang="ko-KR" altLang="en-US" sz="2400" dirty="0" err="1"/>
              <a:t>배달품</a:t>
            </a:r>
            <a:br>
              <a:rPr lang="en-US" altLang="ko-KR" sz="2400" dirty="0"/>
            </a:br>
            <a:r>
              <a:rPr lang="en-US" altLang="ko-KR" sz="2400" dirty="0"/>
              <a:t>	- </a:t>
            </a:r>
            <a:r>
              <a:rPr lang="ko-KR" altLang="en-US" sz="2400" dirty="0"/>
              <a:t>생물</a:t>
            </a:r>
            <a:endParaRPr lang="en-US" altLang="ko-KR" sz="2400" dirty="0"/>
          </a:p>
          <a:p>
            <a:pPr marL="514350" indent="-514350">
              <a:lnSpc>
                <a:spcPct val="110000"/>
              </a:lnSpc>
              <a:buFont typeface="+mj-lt"/>
              <a:buAutoNum type="arabicPeriod"/>
            </a:pPr>
            <a:r>
              <a:rPr lang="ko-KR" altLang="en-US" sz="2400" b="1" dirty="0"/>
              <a:t>시스템</a:t>
            </a:r>
            <a:br>
              <a:rPr lang="en-US" altLang="ko-KR" sz="2400" dirty="0"/>
            </a:br>
            <a:r>
              <a:rPr lang="en-US" altLang="ko-KR" sz="2400" dirty="0"/>
              <a:t>&gt; UI</a:t>
            </a:r>
            <a:br>
              <a:rPr lang="en-US" altLang="ko-KR" sz="2400" dirty="0"/>
            </a:br>
            <a:r>
              <a:rPr lang="en-US" altLang="ko-KR" sz="2400" dirty="0"/>
              <a:t>	- </a:t>
            </a:r>
            <a:r>
              <a:rPr lang="ko-KR" altLang="en-US" sz="2400" dirty="0"/>
              <a:t>플로우</a:t>
            </a:r>
            <a:br>
              <a:rPr lang="en-US" altLang="ko-KR" sz="2400" dirty="0"/>
            </a:br>
            <a:r>
              <a:rPr lang="en-US" altLang="ko-KR" sz="2400" dirty="0"/>
              <a:t>	- </a:t>
            </a:r>
            <a:r>
              <a:rPr lang="ko-KR" altLang="en-US" sz="2400" dirty="0"/>
              <a:t>세부</a:t>
            </a:r>
            <a:br>
              <a:rPr lang="en-US" altLang="ko-KR" sz="2400" dirty="0"/>
            </a:br>
            <a:r>
              <a:rPr lang="en-US" altLang="ko-KR" sz="2400" dirty="0"/>
              <a:t>&gt; </a:t>
            </a:r>
            <a:r>
              <a:rPr lang="ko-KR" altLang="en-US" sz="2400" dirty="0"/>
              <a:t>컨트롤</a:t>
            </a:r>
            <a:endParaRPr lang="en-US" altLang="ko-KR" sz="2400" dirty="0"/>
          </a:p>
          <a:p>
            <a:pPr marL="514350" indent="-514350">
              <a:lnSpc>
                <a:spcPct val="110000"/>
              </a:lnSpc>
              <a:buFont typeface="+mj-lt"/>
              <a:buAutoNum type="arabicPeriod"/>
            </a:pPr>
            <a:r>
              <a:rPr lang="ko-KR" altLang="en-US" sz="2400" b="1" dirty="0"/>
              <a:t>참고문헌 및 출처</a:t>
            </a:r>
            <a:endParaRPr lang="en-US" altLang="ko-KR" sz="2400" b="1" dirty="0"/>
          </a:p>
          <a:p>
            <a:pPr marL="514350" indent="-514350">
              <a:lnSpc>
                <a:spcPct val="110000"/>
              </a:lnSpc>
              <a:buFont typeface="+mj-lt"/>
              <a:buAutoNum type="arabicPeriod"/>
            </a:pPr>
            <a:r>
              <a:rPr lang="ko-KR" altLang="en-US" sz="2400" b="1" dirty="0"/>
              <a:t>부록</a:t>
            </a:r>
          </a:p>
        </p:txBody>
      </p:sp>
    </p:spTree>
    <p:extLst>
      <p:ext uri="{BB962C8B-B14F-4D97-AF65-F5344CB8AC3E}">
        <p14:creationId xmlns:p14="http://schemas.microsoft.com/office/powerpoint/2010/main" val="145431902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제목 4">
            <a:extLst>
              <a:ext uri="{FF2B5EF4-FFF2-40B4-BE49-F238E27FC236}">
                <a16:creationId xmlns:a16="http://schemas.microsoft.com/office/drawing/2014/main" id="{5650F7EC-D74B-E9B7-50BF-6581D24544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게임 소개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EC69F915-976F-6F2C-D6C5-17B19A21EDF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0164702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AD84C53-07B8-6679-DC10-6C00A55226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게임 개요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B9B0374B-6FAE-FA61-D8E3-AC2B7B24D01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199" y="1225176"/>
            <a:ext cx="5392271" cy="4951787"/>
          </a:xfrm>
        </p:spPr>
        <p:txBody>
          <a:bodyPr anchor="ctr">
            <a:normAutofit/>
          </a:bodyPr>
          <a:lstStyle/>
          <a:p>
            <a:pPr>
              <a:spcBef>
                <a:spcPts val="0"/>
              </a:spcBef>
              <a:defRPr/>
            </a:pPr>
            <a:r>
              <a:rPr lang="en-US" altLang="ko-KR" dirty="0">
                <a:solidFill>
                  <a:srgbClr val="000000"/>
                </a:solidFill>
              </a:rPr>
              <a:t>2</a:t>
            </a:r>
            <a:r>
              <a:rPr lang="ko-KR" altLang="en-US" dirty="0">
                <a:solidFill>
                  <a:srgbClr val="000000"/>
                </a:solidFill>
              </a:rPr>
              <a:t>인의 플레이어가 협동하여 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한 명은 배달품을</a:t>
            </a:r>
            <a:r>
              <a:rPr lang="en-US" altLang="ko-KR" dirty="0">
                <a:solidFill>
                  <a:srgbClr val="000000"/>
                </a:solidFill>
              </a:rPr>
              <a:t>, </a:t>
            </a:r>
            <a:r>
              <a:rPr lang="ko-KR" altLang="en-US" dirty="0">
                <a:solidFill>
                  <a:srgbClr val="000000"/>
                </a:solidFill>
              </a:rPr>
              <a:t>다른 한 명은 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총으로 방해를 헤쳐 나가며 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제한 시간 안에 배달을 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완료하는 것이 목표</a:t>
            </a:r>
            <a:endParaRPr lang="en-US" altLang="ko-KR" dirty="0">
              <a:solidFill>
                <a:srgbClr val="000000"/>
              </a:solidFill>
            </a:endParaRPr>
          </a:p>
          <a:p>
            <a:pPr>
              <a:spcBef>
                <a:spcPts val="0"/>
              </a:spcBef>
              <a:defRPr/>
            </a:pPr>
            <a:endParaRPr lang="en-US" altLang="ko-KR" dirty="0">
              <a:solidFill>
                <a:srgbClr val="000000"/>
              </a:solidFill>
            </a:endParaRPr>
          </a:p>
          <a:p>
            <a:pPr>
              <a:spcBef>
                <a:spcPts val="0"/>
              </a:spcBef>
              <a:defRPr/>
            </a:pPr>
            <a:r>
              <a:rPr lang="ko-KR" altLang="en-US" dirty="0">
                <a:solidFill>
                  <a:srgbClr val="000000"/>
                </a:solidFill>
              </a:rPr>
              <a:t>배달길에는 여러 방해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en-US" altLang="ko-KR" dirty="0">
                <a:solidFill>
                  <a:srgbClr val="000000"/>
                </a:solidFill>
              </a:rPr>
              <a:t>(</a:t>
            </a:r>
            <a:r>
              <a:rPr lang="ko-KR" altLang="en-US" dirty="0">
                <a:solidFill>
                  <a:srgbClr val="000000"/>
                </a:solidFill>
              </a:rPr>
              <a:t>지형</a:t>
            </a:r>
            <a:r>
              <a:rPr lang="en-US" altLang="ko-KR" dirty="0">
                <a:solidFill>
                  <a:srgbClr val="000000"/>
                </a:solidFill>
              </a:rPr>
              <a:t>, </a:t>
            </a:r>
            <a:r>
              <a:rPr lang="ko-KR" altLang="en-US" dirty="0">
                <a:solidFill>
                  <a:srgbClr val="000000"/>
                </a:solidFill>
              </a:rPr>
              <a:t>몬스터</a:t>
            </a:r>
            <a:r>
              <a:rPr lang="en-US" altLang="ko-KR" dirty="0">
                <a:solidFill>
                  <a:srgbClr val="000000"/>
                </a:solidFill>
              </a:rPr>
              <a:t>, </a:t>
            </a:r>
            <a:r>
              <a:rPr lang="ko-KR" altLang="en-US" dirty="0">
                <a:solidFill>
                  <a:srgbClr val="000000"/>
                </a:solidFill>
              </a:rPr>
              <a:t>배달품에 영향을 받은 생물들</a:t>
            </a:r>
            <a:r>
              <a:rPr lang="en-US" altLang="ko-KR" dirty="0">
                <a:solidFill>
                  <a:srgbClr val="000000"/>
                </a:solidFill>
              </a:rPr>
              <a:t>)</a:t>
            </a:r>
            <a:r>
              <a:rPr lang="ko-KR" altLang="en-US" dirty="0">
                <a:solidFill>
                  <a:srgbClr val="000000"/>
                </a:solidFill>
              </a:rPr>
              <a:t>가 존재하므로 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그것을 피해가거나 처치 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혹은 저지하며 진행</a:t>
            </a:r>
            <a:endParaRPr lang="en-US" altLang="ko-KR" dirty="0">
              <a:solidFill>
                <a:srgbClr val="000000"/>
              </a:solidFill>
            </a:endParaRPr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F0B756CC-EB09-0D4A-FA36-39C407DF4967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게임 소개</a:t>
            </a:r>
          </a:p>
        </p:txBody>
      </p:sp>
      <p:pic>
        <p:nvPicPr>
          <p:cNvPr id="10" name="내용 개체 틀 9">
            <a:extLst>
              <a:ext uri="{FF2B5EF4-FFF2-40B4-BE49-F238E27FC236}">
                <a16:creationId xmlns:a16="http://schemas.microsoft.com/office/drawing/2014/main" id="{0C2B9DFD-FB46-8300-B9CD-36A580B70E07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968" r="9371"/>
          <a:stretch>
            <a:fillRect/>
          </a:stretch>
        </p:blipFill>
        <p:spPr>
          <a:xfrm>
            <a:off x="838200" y="3381190"/>
            <a:ext cx="5179418" cy="2927350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12F2AD41-60DE-C637-9129-BFD46C7F858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922" r="8922"/>
          <a:stretch>
            <a:fillRect/>
          </a:stretch>
        </p:blipFill>
        <p:spPr>
          <a:xfrm>
            <a:off x="838200" y="936295"/>
            <a:ext cx="5179418" cy="2909679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638AC2F7-4018-2606-08C5-967D7C750E5D}"/>
              </a:ext>
            </a:extLst>
          </p:cNvPr>
          <p:cNvSpPr txBox="1"/>
          <p:nvPr/>
        </p:nvSpPr>
        <p:spPr>
          <a:xfrm>
            <a:off x="838200" y="6308540"/>
            <a:ext cx="578970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/>
              <a:t>[</a:t>
            </a:r>
            <a:r>
              <a:rPr lang="ko-KR" altLang="en-US" sz="1400" dirty="0"/>
              <a:t>자료</a:t>
            </a:r>
            <a:r>
              <a:rPr lang="en-US" altLang="ko-KR" sz="1400" dirty="0"/>
              <a:t>2] Totally Reliable Delivery Service </a:t>
            </a:r>
            <a:r>
              <a:rPr lang="ko-KR" altLang="en-US" sz="1400" dirty="0"/>
              <a:t>플레이 화면</a:t>
            </a:r>
          </a:p>
        </p:txBody>
      </p:sp>
    </p:spTree>
    <p:extLst>
      <p:ext uri="{BB962C8B-B14F-4D97-AF65-F5344CB8AC3E}">
        <p14:creationId xmlns:p14="http://schemas.microsoft.com/office/powerpoint/2010/main" val="230475143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112A0AE-013B-0040-AB6F-5E35632314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도우미 </a:t>
            </a:r>
            <a:r>
              <a:rPr lang="en-US" altLang="ko-KR" dirty="0"/>
              <a:t>AI </a:t>
            </a:r>
            <a:r>
              <a:rPr lang="ko-KR" altLang="en-US" dirty="0"/>
              <a:t>참고 프리뷰</a:t>
            </a:r>
          </a:p>
        </p:txBody>
      </p:sp>
      <p:pic>
        <p:nvPicPr>
          <p:cNvPr id="9" name="내용 개체 틀 8">
            <a:extLst>
              <a:ext uri="{FF2B5EF4-FFF2-40B4-BE49-F238E27FC236}">
                <a16:creationId xmlns:a16="http://schemas.microsoft.com/office/drawing/2014/main" id="{FB161191-5F06-C036-63E5-746F9D21D888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428" r="20559"/>
          <a:stretch>
            <a:fillRect/>
          </a:stretch>
        </p:blipFill>
        <p:spPr>
          <a:xfrm>
            <a:off x="838200" y="2183471"/>
            <a:ext cx="5020395" cy="3457711"/>
          </a:xfrm>
          <a:prstGeom prst="rect">
            <a:avLst/>
          </a:prstGeom>
        </p:spPr>
      </p:pic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848F167D-D570-0907-EB2A-FB6FDCC98DA5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ko-KR" altLang="en-US" dirty="0"/>
              <a:t>경로를 알려주고</a:t>
            </a:r>
            <a:r>
              <a:rPr lang="en-US" altLang="ko-KR" dirty="0"/>
              <a:t> </a:t>
            </a:r>
            <a:r>
              <a:rPr lang="ko-KR" altLang="en-US" dirty="0"/>
              <a:t>배달시간</a:t>
            </a:r>
            <a:r>
              <a:rPr lang="en-US" altLang="ko-KR" dirty="0"/>
              <a:t>,</a:t>
            </a:r>
            <a:br>
              <a:rPr lang="en-US" altLang="ko-KR" dirty="0"/>
            </a:br>
            <a:r>
              <a:rPr lang="ko-KR" altLang="en-US" dirty="0"/>
              <a:t>배달 예상 시간을 실시간으로 알려주는 도우미 </a:t>
            </a:r>
            <a:r>
              <a:rPr lang="en-US" altLang="ko-KR" dirty="0"/>
              <a:t>AI</a:t>
            </a:r>
            <a:r>
              <a:rPr lang="ko-KR" altLang="en-US" dirty="0"/>
              <a:t>가 </a:t>
            </a:r>
            <a:br>
              <a:rPr lang="en-US" altLang="ko-KR" dirty="0"/>
            </a:br>
            <a:r>
              <a:rPr lang="ko-KR" altLang="en-US" dirty="0"/>
              <a:t>플레이어의 화면 가시화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도우미 </a:t>
            </a:r>
            <a:r>
              <a:rPr lang="en-US" altLang="ko-KR" dirty="0"/>
              <a:t>AI</a:t>
            </a:r>
            <a:r>
              <a:rPr lang="ko-KR" altLang="en-US" dirty="0"/>
              <a:t>의 안내를 보고</a:t>
            </a:r>
            <a:br>
              <a:rPr lang="en-US" altLang="ko-KR" dirty="0"/>
            </a:br>
            <a:r>
              <a:rPr lang="en-US" altLang="ko-KR" dirty="0"/>
              <a:t>2</a:t>
            </a:r>
            <a:r>
              <a:rPr lang="ko-KR" altLang="en-US" dirty="0"/>
              <a:t>명의 플레이어는 서로 </a:t>
            </a:r>
            <a:br>
              <a:rPr lang="en-US" altLang="ko-KR" dirty="0"/>
            </a:br>
            <a:r>
              <a:rPr lang="ko-KR" altLang="en-US" dirty="0"/>
              <a:t>상의하고 경로를 정해 </a:t>
            </a:r>
            <a:br>
              <a:rPr lang="en-US" altLang="ko-KR" dirty="0"/>
            </a:br>
            <a:r>
              <a:rPr lang="ko-KR" altLang="en-US" dirty="0"/>
              <a:t>협동하며 목적지까지 도달</a:t>
            </a:r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950CBACE-30A8-6D5D-580E-0382A48C8459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게임 소개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BE6E359D-1041-3523-CFE9-5E70C9B34F58}"/>
              </a:ext>
            </a:extLst>
          </p:cNvPr>
          <p:cNvSpPr/>
          <p:nvPr/>
        </p:nvSpPr>
        <p:spPr>
          <a:xfrm>
            <a:off x="3418541" y="2183471"/>
            <a:ext cx="1428377" cy="3457711"/>
          </a:xfrm>
          <a:prstGeom prst="rect">
            <a:avLst/>
          </a:prstGeom>
          <a:solidFill>
            <a:srgbClr val="FF0000">
              <a:alpha val="10000"/>
            </a:srgbClr>
          </a:solidFill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497508F-E614-5548-0145-F60F900ABB64}"/>
              </a:ext>
            </a:extLst>
          </p:cNvPr>
          <p:cNvSpPr txBox="1"/>
          <p:nvPr/>
        </p:nvSpPr>
        <p:spPr>
          <a:xfrm>
            <a:off x="838200" y="5694971"/>
            <a:ext cx="578970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/>
              <a:t>[</a:t>
            </a:r>
            <a:r>
              <a:rPr lang="ko-KR" altLang="en-US" sz="1400" dirty="0"/>
              <a:t>자료</a:t>
            </a:r>
            <a:r>
              <a:rPr lang="en-US" altLang="ko-KR" sz="1400" dirty="0"/>
              <a:t>3] Death Stranding </a:t>
            </a:r>
            <a:r>
              <a:rPr lang="ko-KR" altLang="en-US" sz="1400" dirty="0"/>
              <a:t>플레이 화면 중 일부</a:t>
            </a:r>
          </a:p>
        </p:txBody>
      </p:sp>
    </p:spTree>
    <p:extLst>
      <p:ext uri="{BB962C8B-B14F-4D97-AF65-F5344CB8AC3E}">
        <p14:creationId xmlns:p14="http://schemas.microsoft.com/office/powerpoint/2010/main" val="165935302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A03E1773-B3C9-B24D-04A3-63300D2885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게임 정보</a:t>
            </a:r>
          </a:p>
        </p:txBody>
      </p:sp>
      <p:graphicFrame>
        <p:nvGraphicFramePr>
          <p:cNvPr id="7" name="내용 개체 틀 6">
            <a:extLst>
              <a:ext uri="{FF2B5EF4-FFF2-40B4-BE49-F238E27FC236}">
                <a16:creationId xmlns:a16="http://schemas.microsoft.com/office/drawing/2014/main" id="{E8E3620E-D6D8-CBB7-2945-88565D463096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424807253"/>
              </p:ext>
            </p:extLst>
          </p:nvPr>
        </p:nvGraphicFramePr>
        <p:xfrm>
          <a:off x="1025824" y="963547"/>
          <a:ext cx="10140351" cy="5034686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504768">
                  <a:extLst>
                    <a:ext uri="{9D8B030D-6E8A-4147-A177-3AD203B41FA5}">
                      <a16:colId xmlns:a16="http://schemas.microsoft.com/office/drawing/2014/main" val="1481076814"/>
                    </a:ext>
                  </a:extLst>
                </a:gridCol>
                <a:gridCol w="7635583">
                  <a:extLst>
                    <a:ext uri="{9D8B030D-6E8A-4147-A177-3AD203B41FA5}">
                      <a16:colId xmlns:a16="http://schemas.microsoft.com/office/drawing/2014/main" val="2932042606"/>
                    </a:ext>
                  </a:extLst>
                </a:gridCol>
              </a:tblGrid>
              <a:tr h="64157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장르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800" dirty="0">
                          <a:solidFill>
                            <a:srgbClr val="000000"/>
                          </a:solidFill>
                        </a:rPr>
                        <a:t>3</a:t>
                      </a:r>
                      <a:r>
                        <a:rPr lang="ko-KR" altLang="en-US" sz="1800" dirty="0">
                          <a:solidFill>
                            <a:srgbClr val="000000"/>
                          </a:solidFill>
                        </a:rPr>
                        <a:t>인칭 2인 협동 FPS 배달 전략 게임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70308725"/>
                  </a:ext>
                </a:extLst>
              </a:tr>
              <a:tr h="116293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컨셉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800" strike="noStrike" dirty="0"/>
                        <a:t>경로를 보여주고 배달 예상 시간을 예측해 알려주는 도우미 </a:t>
                      </a:r>
                      <a:r>
                        <a:rPr lang="en-US" altLang="ko-KR" sz="1800" strike="noStrike" dirty="0"/>
                        <a:t>ai</a:t>
                      </a:r>
                      <a:r>
                        <a:rPr lang="ko-KR" altLang="en-US" sz="1800" strike="noStrike" dirty="0"/>
                        <a:t>의</a:t>
                      </a:r>
                      <a:br>
                        <a:rPr lang="en-US" altLang="ko-KR" sz="1800" strike="noStrike" dirty="0"/>
                      </a:br>
                      <a:r>
                        <a:rPr lang="ko-KR" altLang="en-US" sz="1800" strike="noStrike" dirty="0"/>
                        <a:t>안내에 따라 판단하고</a:t>
                      </a:r>
                      <a:r>
                        <a:rPr lang="en-US" altLang="ko-KR" sz="1800" strike="noStrike" dirty="0"/>
                        <a:t>,</a:t>
                      </a:r>
                      <a:r>
                        <a:rPr lang="ko-KR" altLang="en-US" sz="1800" strike="noStrike" dirty="0"/>
                        <a:t> 주위의 적들과 배달품에 따라 변하는</a:t>
                      </a:r>
                      <a:br>
                        <a:rPr lang="en-US" altLang="ko-KR" sz="1800" strike="noStrike" dirty="0"/>
                      </a:br>
                      <a:r>
                        <a:rPr lang="ko-KR" altLang="en-US" sz="1800" strike="noStrike" dirty="0"/>
                        <a:t>생태계를 견제하며</a:t>
                      </a:r>
                      <a:r>
                        <a:rPr lang="en-US" altLang="ko-KR" sz="1800" strike="noStrike" dirty="0"/>
                        <a:t>,</a:t>
                      </a:r>
                      <a:r>
                        <a:rPr lang="ko-KR" altLang="en-US" sz="1800" strike="noStrike" dirty="0"/>
                        <a:t> 제한 시간 안에 배달을 완료하는 게임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64467976"/>
                  </a:ext>
                </a:extLst>
              </a:tr>
              <a:tr h="734771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클리어 목표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800" dirty="0">
                          <a:solidFill>
                            <a:srgbClr val="000000"/>
                          </a:solidFill>
                        </a:rPr>
                        <a:t>시간 안에 배달을 성공적으로 완료하고 보수를 충분히 받아 떠나는 것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40212067"/>
                  </a:ext>
                </a:extLst>
              </a:tr>
              <a:tr h="93321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타겟 유저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800" dirty="0">
                          <a:solidFill>
                            <a:srgbClr val="000000"/>
                          </a:solidFill>
                        </a:rPr>
                        <a:t>귀여운 분위기와 돌발상황을 친구와 함께 재밌게 </a:t>
                      </a:r>
                      <a:br>
                        <a:rPr lang="en-US" altLang="ko-KR" sz="1800" dirty="0">
                          <a:solidFill>
                            <a:srgbClr val="000000"/>
                          </a:solidFill>
                        </a:rPr>
                      </a:br>
                      <a:r>
                        <a:rPr lang="ko-KR" altLang="en-US" sz="1800" dirty="0">
                          <a:solidFill>
                            <a:srgbClr val="000000"/>
                          </a:solidFill>
                        </a:rPr>
                        <a:t>헤쳐 나가며 가볍게 플레이하려는 사람들 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98323811"/>
                  </a:ext>
                </a:extLst>
              </a:tr>
              <a:tr h="78110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플랫폼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1800" dirty="0">
                        <a:solidFill>
                          <a:srgbClr val="000000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14602749"/>
                  </a:ext>
                </a:extLst>
              </a:tr>
              <a:tr h="78110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예상 플레이 타임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800" dirty="0">
                          <a:solidFill>
                            <a:srgbClr val="000000"/>
                          </a:solidFill>
                        </a:rPr>
                        <a:t>약 </a:t>
                      </a:r>
                      <a:r>
                        <a:rPr lang="en-US" altLang="ko-KR" sz="1800" dirty="0">
                          <a:solidFill>
                            <a:srgbClr val="000000"/>
                          </a:solidFill>
                        </a:rPr>
                        <a:t>1 ~ 2</a:t>
                      </a:r>
                      <a:r>
                        <a:rPr lang="ko-KR" altLang="en-US" sz="1800" dirty="0">
                          <a:solidFill>
                            <a:srgbClr val="000000"/>
                          </a:solidFill>
                        </a:rPr>
                        <a:t>시간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74045334"/>
                  </a:ext>
                </a:extLst>
              </a:tr>
            </a:tbl>
          </a:graphicData>
        </a:graphic>
      </p:graphicFrame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2D1BF454-365A-4CEC-2BD8-96FB70A429D6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게임 소개</a:t>
            </a: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9D83C2AE-4044-24E4-A611-13AC54DFA2D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25273" y="4649799"/>
            <a:ext cx="1670449" cy="3475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8680325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296757B4-D983-2D61-C39C-50D61C95F7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ko-KR" altLang="en-US" dirty="0"/>
              <a:t>기획 목표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F68C2045-45F9-E24E-D52C-0E759A404052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게임 소개</a:t>
            </a:r>
          </a:p>
        </p:txBody>
      </p:sp>
      <p:sp>
        <p:nvSpPr>
          <p:cNvPr id="10" name="설명선: 아래쪽 화살표 9">
            <a:extLst>
              <a:ext uri="{FF2B5EF4-FFF2-40B4-BE49-F238E27FC236}">
                <a16:creationId xmlns:a16="http://schemas.microsoft.com/office/drawing/2014/main" id="{A4C07938-75C4-DE26-9294-60E25770CCFC}"/>
              </a:ext>
            </a:extLst>
          </p:cNvPr>
          <p:cNvSpPr/>
          <p:nvPr/>
        </p:nvSpPr>
        <p:spPr>
          <a:xfrm>
            <a:off x="5167222" y="1680712"/>
            <a:ext cx="1857555" cy="1748287"/>
          </a:xfrm>
          <a:prstGeom prst="downArrowCallou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ko-KR">
                <a:solidFill>
                  <a:sysClr val="windowText" lastClr="000000"/>
                </a:solidFill>
              </a:rPr>
              <a:t>배달과 FPS의</a:t>
            </a:r>
            <a:br>
              <a:rPr lang="en-US" altLang="ko-KR">
                <a:solidFill>
                  <a:sysClr val="windowText" lastClr="000000"/>
                </a:solidFill>
              </a:rPr>
            </a:br>
            <a:r>
              <a:rPr lang="ko-KR" altLang="ko-KR">
                <a:solidFill>
                  <a:sysClr val="windowText" lastClr="000000"/>
                </a:solidFill>
              </a:rPr>
              <a:t>결합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12" name="설명선: 아래쪽 화살표 11">
            <a:extLst>
              <a:ext uri="{FF2B5EF4-FFF2-40B4-BE49-F238E27FC236}">
                <a16:creationId xmlns:a16="http://schemas.microsoft.com/office/drawing/2014/main" id="{B5EC5924-72B1-84C9-1D16-C4C50C418DF0}"/>
              </a:ext>
            </a:extLst>
          </p:cNvPr>
          <p:cNvSpPr/>
          <p:nvPr/>
        </p:nvSpPr>
        <p:spPr>
          <a:xfrm>
            <a:off x="1629365" y="1680711"/>
            <a:ext cx="1857555" cy="1748287"/>
          </a:xfrm>
          <a:prstGeom prst="downArrowCallou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ko-KR" dirty="0">
                <a:solidFill>
                  <a:sysClr val="windowText" lastClr="000000"/>
                </a:solidFill>
              </a:rPr>
              <a:t>귀여움과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ko-KR" dirty="0">
                <a:solidFill>
                  <a:sysClr val="windowText" lastClr="000000"/>
                </a:solidFill>
              </a:rPr>
              <a:t>유쾌함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14" name="설명선: 아래쪽 화살표 13">
            <a:extLst>
              <a:ext uri="{FF2B5EF4-FFF2-40B4-BE49-F238E27FC236}">
                <a16:creationId xmlns:a16="http://schemas.microsoft.com/office/drawing/2014/main" id="{97DD45C7-29FA-5479-D86C-595907BB3A60}"/>
              </a:ext>
            </a:extLst>
          </p:cNvPr>
          <p:cNvSpPr/>
          <p:nvPr/>
        </p:nvSpPr>
        <p:spPr>
          <a:xfrm>
            <a:off x="8705079" y="1680710"/>
            <a:ext cx="1857555" cy="1748287"/>
          </a:xfrm>
          <a:prstGeom prst="downArrowCallou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ko-KR" dirty="0">
                <a:solidFill>
                  <a:sysClr val="windowText" lastClr="000000"/>
                </a:solidFill>
              </a:rPr>
              <a:t>긴장감과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ko-KR" dirty="0">
                <a:solidFill>
                  <a:sysClr val="windowText" lastClr="000000"/>
                </a:solidFill>
              </a:rPr>
              <a:t>자율성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EE6C605-483C-5B04-7AB1-4462287A507F}"/>
              </a:ext>
            </a:extLst>
          </p:cNvPr>
          <p:cNvSpPr txBox="1"/>
          <p:nvPr/>
        </p:nvSpPr>
        <p:spPr>
          <a:xfrm>
            <a:off x="1146289" y="3428997"/>
            <a:ext cx="2823713" cy="120032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ko-KR" altLang="ko-KR" dirty="0"/>
              <a:t>돌발 상황과</a:t>
            </a:r>
            <a:endParaRPr lang="en-US" altLang="ko-KR" dirty="0"/>
          </a:p>
          <a:p>
            <a:pPr algn="ctr"/>
            <a:r>
              <a:rPr lang="ko-KR" altLang="ko-KR" dirty="0"/>
              <a:t>귀여운 캐릭터를 통해</a:t>
            </a:r>
            <a:br>
              <a:rPr lang="en-US" altLang="ko-KR" dirty="0"/>
            </a:br>
            <a:r>
              <a:rPr lang="ko-KR" altLang="en-US" dirty="0"/>
              <a:t>유쾌하고 </a:t>
            </a:r>
            <a:r>
              <a:rPr lang="ko-KR" altLang="ko-KR" dirty="0"/>
              <a:t>즐거운 플레이 경험 제공</a:t>
            </a:r>
            <a:endParaRPr lang="en-US" altLang="ko-KR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95CC909-81B5-6FE4-D3FE-574030106179}"/>
              </a:ext>
            </a:extLst>
          </p:cNvPr>
          <p:cNvSpPr txBox="1"/>
          <p:nvPr/>
        </p:nvSpPr>
        <p:spPr>
          <a:xfrm>
            <a:off x="8221999" y="3496892"/>
            <a:ext cx="2823713" cy="120032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ko-KR" altLang="ko-KR" dirty="0"/>
              <a:t>실시간 변화와 </a:t>
            </a:r>
            <a:br>
              <a:rPr lang="en-US" altLang="ko-KR" dirty="0"/>
            </a:br>
            <a:r>
              <a:rPr lang="ko-KR" altLang="ko-KR" dirty="0"/>
              <a:t>예상 시간 정보를 </a:t>
            </a:r>
            <a:br>
              <a:rPr lang="en-US" altLang="ko-KR" dirty="0"/>
            </a:br>
            <a:r>
              <a:rPr lang="ko-KR" altLang="ko-KR" dirty="0"/>
              <a:t>바탕으로 플레이어의 </a:t>
            </a:r>
            <a:br>
              <a:rPr lang="en-US" altLang="ko-KR" dirty="0"/>
            </a:br>
            <a:r>
              <a:rPr lang="ko-KR" altLang="ko-KR" dirty="0"/>
              <a:t>판단과 행동 유도</a:t>
            </a:r>
            <a:endParaRPr lang="ko-KR" altLang="en-US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E1EAE55-8E3C-2011-4161-75B651D4D74C}"/>
              </a:ext>
            </a:extLst>
          </p:cNvPr>
          <p:cNvSpPr txBox="1"/>
          <p:nvPr/>
        </p:nvSpPr>
        <p:spPr>
          <a:xfrm>
            <a:off x="4607944" y="3549126"/>
            <a:ext cx="2976113" cy="92333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ko-KR" altLang="ko-KR" dirty="0"/>
              <a:t>배달 목표에</a:t>
            </a:r>
            <a:br>
              <a:rPr lang="en-US" altLang="ko-KR" dirty="0"/>
            </a:br>
            <a:r>
              <a:rPr lang="ko-KR" altLang="ko-KR" dirty="0"/>
              <a:t>전투와 경로 전략을 결합한</a:t>
            </a:r>
            <a:br>
              <a:rPr lang="en-US" altLang="ko-KR" dirty="0"/>
            </a:br>
            <a:r>
              <a:rPr lang="ko-KR" altLang="ko-KR" dirty="0"/>
              <a:t>새로운 협동 경험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30891795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E444667-96F1-86C8-94EF-4A8B74ECF7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기획 목표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A737768-AF92-E2A7-9D07-CF107A816469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ko-KR" altLang="en-US" dirty="0"/>
              <a:t>어째서 </a:t>
            </a:r>
            <a:r>
              <a:rPr lang="en-US" altLang="ko-KR" dirty="0"/>
              <a:t>2</a:t>
            </a:r>
            <a:r>
              <a:rPr lang="ko-KR" altLang="en-US" dirty="0"/>
              <a:t>인인가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C5BFCA02-08FD-457E-299A-2D12BB6FA16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031358" y="842169"/>
            <a:ext cx="10322442" cy="5334794"/>
          </a:xfrm>
        </p:spPr>
        <p:txBody>
          <a:bodyPr anchor="ctr">
            <a:normAutofit fontScale="47500" lnSpcReduction="20000"/>
          </a:bodyPr>
          <a:lstStyle/>
          <a:p>
            <a:pPr>
              <a:lnSpc>
                <a:spcPct val="120000"/>
              </a:lnSpc>
            </a:pPr>
            <a:r>
              <a:rPr lang="ko-KR" altLang="en-US" dirty="0"/>
              <a:t>두 플레이어의 특성이나 성격에 따라</a:t>
            </a:r>
            <a:r>
              <a:rPr lang="en-US" altLang="ko-KR" dirty="0"/>
              <a:t>, </a:t>
            </a:r>
            <a:r>
              <a:rPr lang="ko-KR" altLang="en-US" dirty="0"/>
              <a:t>경로 안내</a:t>
            </a:r>
            <a:r>
              <a:rPr lang="en-US" altLang="ko-KR" dirty="0"/>
              <a:t>AI</a:t>
            </a:r>
            <a:r>
              <a:rPr lang="ko-KR" altLang="en-US" dirty="0"/>
              <a:t>의 결과를 보고 서로 다른 의견을 낼 수 있는데</a:t>
            </a:r>
            <a:r>
              <a:rPr lang="en-US" altLang="ko-KR" dirty="0"/>
              <a:t>, </a:t>
            </a:r>
            <a:r>
              <a:rPr lang="ko-KR" altLang="en-US" dirty="0"/>
              <a:t>그 둘이 다른 의견으로 토의 시간이 길어지면 배달 시간이 점점 줄어든다</a:t>
            </a:r>
            <a:r>
              <a:rPr lang="en-US" altLang="ko-KR" dirty="0"/>
              <a:t>. </a:t>
            </a:r>
            <a:r>
              <a:rPr lang="ko-KR" altLang="en-US" dirty="0"/>
              <a:t>그렇게 줄어든 시간을 보며 결국 플레이어는 급하게 선택을 내릴 수 밖에 없는데</a:t>
            </a:r>
            <a:r>
              <a:rPr lang="en-US" altLang="ko-KR" dirty="0"/>
              <a:t>, </a:t>
            </a:r>
            <a:r>
              <a:rPr lang="ko-KR" altLang="en-US" dirty="0"/>
              <a:t>그렇게 함으로써 마찰이 생김</a:t>
            </a:r>
            <a:endParaRPr lang="en-US" altLang="ko-KR" dirty="0"/>
          </a:p>
          <a:p>
            <a:pPr>
              <a:lnSpc>
                <a:spcPct val="120000"/>
              </a:lnSpc>
            </a:pPr>
            <a:endParaRPr lang="en-US" altLang="ko-KR" dirty="0"/>
          </a:p>
          <a:p>
            <a:pPr>
              <a:lnSpc>
                <a:spcPct val="120000"/>
              </a:lnSpc>
            </a:pPr>
            <a:r>
              <a:rPr lang="ko-KR" altLang="en-US" dirty="0"/>
              <a:t>두 플레이어가 토의하면 혼자서 결정하는 것보다 결정의 시간이 </a:t>
            </a:r>
            <a:r>
              <a:rPr lang="ko-KR" altLang="en-US" dirty="0" err="1"/>
              <a:t>증가하게되는데</a:t>
            </a:r>
            <a:r>
              <a:rPr lang="en-US" altLang="ko-KR" dirty="0"/>
              <a:t>, </a:t>
            </a:r>
            <a:r>
              <a:rPr lang="ko-KR" altLang="en-US" dirty="0"/>
              <a:t>그렇게 하면 경로 시간이 계속 </a:t>
            </a:r>
            <a:r>
              <a:rPr lang="ko-KR" altLang="en-US" dirty="0" err="1"/>
              <a:t>확인할때마다</a:t>
            </a:r>
            <a:r>
              <a:rPr lang="ko-KR" altLang="en-US" dirty="0"/>
              <a:t> 변경되는 것을 보여주고자 한다</a:t>
            </a:r>
            <a:endParaRPr lang="en-US" altLang="ko-KR" dirty="0"/>
          </a:p>
          <a:p>
            <a:pPr>
              <a:lnSpc>
                <a:spcPct val="120000"/>
              </a:lnSpc>
            </a:pPr>
            <a:endParaRPr lang="en-US" altLang="ko-KR" dirty="0"/>
          </a:p>
          <a:p>
            <a:pPr>
              <a:lnSpc>
                <a:spcPct val="120000"/>
              </a:lnSpc>
            </a:pPr>
            <a:r>
              <a:rPr lang="ko-KR" altLang="en-US" dirty="0" err="1"/>
              <a:t>배달품</a:t>
            </a:r>
            <a:r>
              <a:rPr lang="ko-KR" altLang="en-US" dirty="0"/>
              <a:t> 최초 지급</a:t>
            </a:r>
            <a:r>
              <a:rPr lang="en-US" altLang="ko-KR" dirty="0"/>
              <a:t>, </a:t>
            </a:r>
            <a:r>
              <a:rPr lang="ko-KR" altLang="en-US" dirty="0" err="1"/>
              <a:t>배달품</a:t>
            </a:r>
            <a:r>
              <a:rPr lang="ko-KR" altLang="en-US" dirty="0"/>
              <a:t> </a:t>
            </a:r>
            <a:r>
              <a:rPr lang="ko-KR" altLang="en-US" dirty="0" err="1"/>
              <a:t>전달시</a:t>
            </a:r>
            <a:r>
              <a:rPr lang="ko-KR" altLang="en-US" dirty="0"/>
              <a:t> 인증절차를 </a:t>
            </a:r>
            <a:r>
              <a:rPr lang="ko-KR" altLang="en-US" dirty="0" err="1"/>
              <a:t>진행할때</a:t>
            </a:r>
            <a:r>
              <a:rPr lang="ko-KR" altLang="en-US" dirty="0"/>
              <a:t> </a:t>
            </a:r>
            <a:r>
              <a:rPr lang="en-US" altLang="ko-KR" dirty="0"/>
              <a:t>2</a:t>
            </a:r>
            <a:r>
              <a:rPr lang="ko-KR" altLang="en-US" dirty="0"/>
              <a:t>인플레이어가 반드시 필요하게 만들어 두 플레이어가 서로 의견차이가 있더라도 서로 떨어지지 </a:t>
            </a:r>
            <a:r>
              <a:rPr lang="ko-KR" altLang="en-US" dirty="0" err="1"/>
              <a:t>않도록함</a:t>
            </a:r>
            <a:endParaRPr lang="en-US" altLang="ko-KR" dirty="0"/>
          </a:p>
          <a:p>
            <a:pPr>
              <a:lnSpc>
                <a:spcPct val="120000"/>
              </a:lnSpc>
            </a:pPr>
            <a:endParaRPr lang="en-US" altLang="ko-KR" dirty="0"/>
          </a:p>
          <a:p>
            <a:pPr>
              <a:lnSpc>
                <a:spcPct val="120000"/>
              </a:lnSpc>
            </a:pPr>
            <a:r>
              <a:rPr lang="en-US" altLang="ko-KR" dirty="0"/>
              <a:t>2</a:t>
            </a:r>
            <a:r>
              <a:rPr lang="ko-KR" altLang="en-US" dirty="0"/>
              <a:t>인의 플레이어고 </a:t>
            </a:r>
            <a:r>
              <a:rPr lang="ko-KR" altLang="en-US" dirty="0" err="1"/>
              <a:t>사람에따라</a:t>
            </a:r>
            <a:r>
              <a:rPr lang="ko-KR" altLang="en-US" dirty="0"/>
              <a:t> 변수를 많이 만들고 싶음</a:t>
            </a:r>
            <a:br>
              <a:rPr lang="en-US" altLang="ko-KR" dirty="0"/>
            </a:br>
            <a:r>
              <a:rPr lang="ko-KR" altLang="en-US" dirty="0"/>
              <a:t>예를 들어 두 플레이어가 길을 갈라서서 둘이 완전히 다른 길을 간다면</a:t>
            </a:r>
            <a:r>
              <a:rPr lang="en-US" altLang="ko-KR" dirty="0"/>
              <a:t>??</a:t>
            </a:r>
          </a:p>
          <a:p>
            <a:pPr>
              <a:lnSpc>
                <a:spcPct val="120000"/>
              </a:lnSpc>
            </a:pPr>
            <a:r>
              <a:rPr lang="ko-KR" altLang="en-US" dirty="0"/>
              <a:t>왜냐하면 변수를 많이 만드는 것이 정답지와 공략이 있는 배달 루트보다 다양한 플레이경험을 제공할 수 있기 때문에</a:t>
            </a:r>
            <a:r>
              <a:rPr lang="en-US" altLang="ko-KR" dirty="0"/>
              <a:t>.</a:t>
            </a:r>
          </a:p>
          <a:p>
            <a:pPr>
              <a:lnSpc>
                <a:spcPct val="120000"/>
              </a:lnSpc>
            </a:pPr>
            <a:endParaRPr lang="en-US" altLang="ko-KR" dirty="0"/>
          </a:p>
          <a:p>
            <a:pPr>
              <a:lnSpc>
                <a:spcPct val="120000"/>
              </a:lnSpc>
            </a:pPr>
            <a:r>
              <a:rPr lang="ko-KR" altLang="en-US" dirty="0"/>
              <a:t>그러면 왜 </a:t>
            </a:r>
            <a:r>
              <a:rPr lang="en-US" altLang="ko-KR" dirty="0"/>
              <a:t>2</a:t>
            </a:r>
            <a:r>
              <a:rPr lang="ko-KR" altLang="en-US" dirty="0"/>
              <a:t>인이고 </a:t>
            </a:r>
            <a:r>
              <a:rPr lang="en-US" altLang="ko-KR" dirty="0"/>
              <a:t>3</a:t>
            </a:r>
            <a:r>
              <a:rPr lang="ko-KR" altLang="en-US" dirty="0"/>
              <a:t>인이나</a:t>
            </a:r>
            <a:r>
              <a:rPr lang="en-US" altLang="ko-KR" dirty="0"/>
              <a:t>4</a:t>
            </a:r>
            <a:r>
              <a:rPr lang="ko-KR" altLang="en-US" dirty="0"/>
              <a:t>인이 아닌가</a:t>
            </a:r>
            <a:r>
              <a:rPr lang="en-US" altLang="ko-KR" dirty="0"/>
              <a:t>-&gt; </a:t>
            </a:r>
            <a:r>
              <a:rPr lang="ko-KR" altLang="en-US" dirty="0"/>
              <a:t>비용이 많이 듦</a:t>
            </a:r>
            <a:r>
              <a:rPr lang="en-US" altLang="ko-KR" dirty="0"/>
              <a:t>. </a:t>
            </a:r>
            <a:r>
              <a:rPr lang="ko-KR" altLang="en-US" dirty="0"/>
              <a:t>또한 역할의 분담에는 </a:t>
            </a:r>
            <a:r>
              <a:rPr lang="en-US" altLang="ko-KR" dirty="0"/>
              <a:t>2</a:t>
            </a:r>
            <a:r>
              <a:rPr lang="ko-KR" altLang="en-US" dirty="0"/>
              <a:t>인이 적절하다고 판단함</a:t>
            </a:r>
            <a:r>
              <a:rPr lang="en-US" altLang="ko-KR" dirty="0"/>
              <a:t>. </a:t>
            </a:r>
            <a:r>
              <a:rPr lang="ko-KR" altLang="en-US" dirty="0"/>
              <a:t>한명은 </a:t>
            </a:r>
            <a:r>
              <a:rPr lang="ko-KR" altLang="en-US" dirty="0" err="1"/>
              <a:t>배달품들기</a:t>
            </a:r>
            <a:r>
              <a:rPr lang="en-US" altLang="ko-KR" dirty="0"/>
              <a:t>, </a:t>
            </a:r>
            <a:r>
              <a:rPr lang="ko-KR" altLang="en-US" dirty="0" err="1"/>
              <a:t>다른한명은</a:t>
            </a:r>
            <a:r>
              <a:rPr lang="ko-KR" altLang="en-US" dirty="0"/>
              <a:t> 무기로 </a:t>
            </a:r>
            <a:r>
              <a:rPr lang="ko-KR" altLang="en-US" dirty="0" err="1"/>
              <a:t>엄호를하고</a:t>
            </a:r>
            <a:r>
              <a:rPr lang="en-US" altLang="ko-KR" dirty="0"/>
              <a:t>. 3</a:t>
            </a:r>
            <a:r>
              <a:rPr lang="ko-KR" altLang="en-US" dirty="0"/>
              <a:t>인이상이 되는 순간부터는</a:t>
            </a:r>
            <a:r>
              <a:rPr lang="en-US" altLang="ko-KR" dirty="0"/>
              <a:t>, 1</a:t>
            </a:r>
            <a:r>
              <a:rPr lang="ko-KR" altLang="en-US" dirty="0"/>
              <a:t>명이 화물</a:t>
            </a:r>
            <a:r>
              <a:rPr lang="en-US" altLang="ko-KR" dirty="0"/>
              <a:t>, 2</a:t>
            </a:r>
            <a:r>
              <a:rPr lang="ko-KR" altLang="en-US" dirty="0"/>
              <a:t>인이 무기를 들면 너무  엄호가 쉬워지고</a:t>
            </a:r>
            <a:r>
              <a:rPr lang="en-US" altLang="ko-KR" dirty="0"/>
              <a:t>.</a:t>
            </a:r>
          </a:p>
          <a:p>
            <a:pPr>
              <a:lnSpc>
                <a:spcPct val="120000"/>
              </a:lnSpc>
            </a:pPr>
            <a:endParaRPr lang="en-US" altLang="ko-KR" dirty="0"/>
          </a:p>
          <a:p>
            <a:pPr>
              <a:lnSpc>
                <a:spcPct val="120000"/>
              </a:lnSpc>
            </a:pPr>
            <a:r>
              <a:rPr lang="ko-KR" altLang="en-US" dirty="0" err="1"/>
              <a:t>아맞다</a:t>
            </a:r>
            <a:r>
              <a:rPr lang="ko-KR" altLang="en-US" dirty="0"/>
              <a:t> 플레이예상 시간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BC1CFA96-B6C1-0AB0-5757-0C46C68FEC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10/11/2026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D3F41E6-2AA1-320D-D25D-103529784F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9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FE666827-FC81-6B0C-A9C0-3513E980150A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게임 소개</a:t>
            </a:r>
          </a:p>
        </p:txBody>
      </p:sp>
    </p:spTree>
    <p:extLst>
      <p:ext uri="{BB962C8B-B14F-4D97-AF65-F5344CB8AC3E}">
        <p14:creationId xmlns:p14="http://schemas.microsoft.com/office/powerpoint/2010/main" val="362814184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50B5A58-80AC-EBD3-5146-FDD0892D82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게임 전체 플로우 </a:t>
            </a:r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016193F1-225B-BAD9-4EB2-890F2E4D1175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게임 소개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B157448D-1D5B-0C23-260A-4A04A30B9298}"/>
              </a:ext>
            </a:extLst>
          </p:cNvPr>
          <p:cNvSpPr/>
          <p:nvPr/>
        </p:nvSpPr>
        <p:spPr>
          <a:xfrm>
            <a:off x="1646627" y="2929218"/>
            <a:ext cx="1404937" cy="738187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배달 물품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랜덤 결정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FFF27F4A-9397-901D-2B91-7F25403DD471}"/>
              </a:ext>
            </a:extLst>
          </p:cNvPr>
          <p:cNvSpPr/>
          <p:nvPr/>
        </p:nvSpPr>
        <p:spPr>
          <a:xfrm>
            <a:off x="6573964" y="2779298"/>
            <a:ext cx="1687574" cy="1038028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모든 </a:t>
            </a:r>
            <a:r>
              <a:rPr lang="ko-KR" altLang="en-US" dirty="0" err="1">
                <a:solidFill>
                  <a:srgbClr val="000000"/>
                </a:solidFill>
              </a:rPr>
              <a:t>배송품</a:t>
            </a:r>
            <a:r>
              <a:rPr lang="ko-KR" altLang="en-US" dirty="0">
                <a:solidFill>
                  <a:srgbClr val="000000"/>
                </a:solidFill>
              </a:rPr>
              <a:t> 배달 완료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F67872B9-EEB5-1C8D-1C3A-F90EA193C91B}"/>
              </a:ext>
            </a:extLst>
          </p:cNvPr>
          <p:cNvSpPr/>
          <p:nvPr/>
        </p:nvSpPr>
        <p:spPr>
          <a:xfrm>
            <a:off x="8939589" y="2869551"/>
            <a:ext cx="1210826" cy="857522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엔딩</a:t>
            </a:r>
          </a:p>
        </p:txBody>
      </p:sp>
      <p:cxnSp>
        <p:nvCxnSpPr>
          <p:cNvPr id="15" name="화살표 12">
            <a:extLst>
              <a:ext uri="{FF2B5EF4-FFF2-40B4-BE49-F238E27FC236}">
                <a16:creationId xmlns:a16="http://schemas.microsoft.com/office/drawing/2014/main" id="{890C9CF8-0659-D5E1-6821-36DC4D0623DE}"/>
              </a:ext>
            </a:extLst>
          </p:cNvPr>
          <p:cNvCxnSpPr>
            <a:cxnSpLocks/>
            <a:stCxn id="8" idx="3"/>
            <a:endCxn id="21" idx="1"/>
          </p:cNvCxnSpPr>
          <p:nvPr/>
        </p:nvCxnSpPr>
        <p:spPr>
          <a:xfrm>
            <a:off x="3051564" y="3298312"/>
            <a:ext cx="542864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84405D8F-5CEF-A44B-0B94-1DE69364EA2A}"/>
              </a:ext>
            </a:extLst>
          </p:cNvPr>
          <p:cNvSpPr/>
          <p:nvPr/>
        </p:nvSpPr>
        <p:spPr>
          <a:xfrm>
            <a:off x="3594428" y="2752968"/>
            <a:ext cx="2300289" cy="1090688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도우미 </a:t>
            </a:r>
            <a:r>
              <a:rPr lang="en-US" altLang="ko-KR" dirty="0">
                <a:solidFill>
                  <a:srgbClr val="000000"/>
                </a:solidFill>
              </a:rPr>
              <a:t>AI</a:t>
            </a:r>
            <a:r>
              <a:rPr lang="ko-KR" altLang="en-US" dirty="0">
                <a:solidFill>
                  <a:srgbClr val="000000"/>
                </a:solidFill>
              </a:rPr>
              <a:t>의 안내에 따라 배송 진행</a:t>
            </a:r>
          </a:p>
        </p:txBody>
      </p:sp>
      <p:cxnSp>
        <p:nvCxnSpPr>
          <p:cNvPr id="93" name="화살표 12">
            <a:extLst>
              <a:ext uri="{FF2B5EF4-FFF2-40B4-BE49-F238E27FC236}">
                <a16:creationId xmlns:a16="http://schemas.microsoft.com/office/drawing/2014/main" id="{1B1E467F-8A29-E2A2-A3EC-33D2FCCB3D8C}"/>
              </a:ext>
            </a:extLst>
          </p:cNvPr>
          <p:cNvCxnSpPr>
            <a:cxnSpLocks/>
            <a:stCxn id="21" idx="3"/>
            <a:endCxn id="11" idx="1"/>
          </p:cNvCxnSpPr>
          <p:nvPr/>
        </p:nvCxnSpPr>
        <p:spPr>
          <a:xfrm>
            <a:off x="5894717" y="3298312"/>
            <a:ext cx="679247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화살표 12">
            <a:extLst>
              <a:ext uri="{FF2B5EF4-FFF2-40B4-BE49-F238E27FC236}">
                <a16:creationId xmlns:a16="http://schemas.microsoft.com/office/drawing/2014/main" id="{39790F2B-B39F-2523-29CE-1FC8D908B6EB}"/>
              </a:ext>
            </a:extLst>
          </p:cNvPr>
          <p:cNvCxnSpPr>
            <a:cxnSpLocks/>
            <a:stCxn id="11" idx="3"/>
            <a:endCxn id="12" idx="1"/>
          </p:cNvCxnSpPr>
          <p:nvPr/>
        </p:nvCxnSpPr>
        <p:spPr>
          <a:xfrm>
            <a:off x="8261538" y="3298312"/>
            <a:ext cx="678051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9115561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9DDED9C-A03C-CDA7-4415-B1144A65CC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게임 플로우 세부</a:t>
            </a:r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1C997EA9-4378-21C7-ADBE-D0A611CC26F1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게임 소개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37C45B6D-63B9-873F-DBE3-6DC7DABF0988}"/>
              </a:ext>
            </a:extLst>
          </p:cNvPr>
          <p:cNvSpPr/>
          <p:nvPr/>
        </p:nvSpPr>
        <p:spPr>
          <a:xfrm>
            <a:off x="2373422" y="1020060"/>
            <a:ext cx="1871553" cy="1015477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본거지에서 랜덤 배달 물품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결정되어 조달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9DCC1CAF-576E-1488-11D4-30F676842111}"/>
              </a:ext>
            </a:extLst>
          </p:cNvPr>
          <p:cNvSpPr/>
          <p:nvPr/>
        </p:nvSpPr>
        <p:spPr>
          <a:xfrm>
            <a:off x="4431785" y="1022125"/>
            <a:ext cx="1818245" cy="1009422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두 플레이어 중 누가 </a:t>
            </a:r>
            <a:r>
              <a:rPr lang="ko-KR" altLang="en-US" dirty="0">
                <a:solidFill>
                  <a:srgbClr val="000000"/>
                </a:solidFill>
              </a:rPr>
              <a:t>배달품을 </a:t>
            </a:r>
            <a:r>
              <a:rPr lang="ko-KR" altLang="en-US">
                <a:solidFill>
                  <a:srgbClr val="000000"/>
                </a:solidFill>
              </a:rPr>
              <a:t>운반할지 결정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0A9FF80D-A8A7-69B1-1782-63B801C66AC9}"/>
              </a:ext>
            </a:extLst>
          </p:cNvPr>
          <p:cNvSpPr/>
          <p:nvPr/>
        </p:nvSpPr>
        <p:spPr>
          <a:xfrm>
            <a:off x="6768033" y="1066651"/>
            <a:ext cx="1786308" cy="920369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배달품의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배송지와 경로 파악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DBE7DC57-BC47-6584-EE22-F10C5A51640D}"/>
              </a:ext>
            </a:extLst>
          </p:cNvPr>
          <p:cNvSpPr/>
          <p:nvPr/>
        </p:nvSpPr>
        <p:spPr>
          <a:xfrm>
            <a:off x="1400683" y="2535546"/>
            <a:ext cx="1687574" cy="875190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협동하며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경로와 안내를 따라 진행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38CB9408-71A5-5E20-7103-632695B94B6B}"/>
              </a:ext>
            </a:extLst>
          </p:cNvPr>
          <p:cNvSpPr/>
          <p:nvPr/>
        </p:nvSpPr>
        <p:spPr>
          <a:xfrm>
            <a:off x="3753168" y="2326045"/>
            <a:ext cx="2074261" cy="857522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시간 안에 배달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성공 시 보수 지급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FF46F548-1FCF-F79F-7E48-1C06AE818767}"/>
              </a:ext>
            </a:extLst>
          </p:cNvPr>
          <p:cNvSpPr/>
          <p:nvPr/>
        </p:nvSpPr>
        <p:spPr>
          <a:xfrm>
            <a:off x="3753168" y="3428667"/>
            <a:ext cx="2074261" cy="738187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배달 시간 초과 시 </a:t>
            </a:r>
            <a:r>
              <a:rPr lang="ko-KR" altLang="en-US">
                <a:solidFill>
                  <a:srgbClr val="000000"/>
                </a:solidFill>
              </a:rPr>
              <a:t>보수 미지급</a:t>
            </a:r>
            <a:endParaRPr lang="en-US" altLang="ko-KR" dirty="0">
              <a:solidFill>
                <a:srgbClr val="000000"/>
              </a:solidFill>
            </a:endParaRP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4BD95DDE-1CB1-AA6F-72CB-36E1348A8E42}"/>
              </a:ext>
            </a:extLst>
          </p:cNvPr>
          <p:cNvSpPr/>
          <p:nvPr/>
        </p:nvSpPr>
        <p:spPr>
          <a:xfrm>
            <a:off x="5503543" y="5571286"/>
            <a:ext cx="1460848" cy="1017739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충분한 보수 보유</a:t>
            </a:r>
          </a:p>
        </p:txBody>
      </p:sp>
      <p:cxnSp>
        <p:nvCxnSpPr>
          <p:cNvPr id="17" name="화살표 12">
            <a:extLst>
              <a:ext uri="{FF2B5EF4-FFF2-40B4-BE49-F238E27FC236}">
                <a16:creationId xmlns:a16="http://schemas.microsoft.com/office/drawing/2014/main" id="{946DD478-AFD6-6E16-7F4B-2B9634DE5BFA}"/>
              </a:ext>
            </a:extLst>
          </p:cNvPr>
          <p:cNvCxnSpPr>
            <a:cxnSpLocks/>
            <a:stCxn id="9" idx="3"/>
            <a:endCxn id="10" idx="1"/>
          </p:cNvCxnSpPr>
          <p:nvPr/>
        </p:nvCxnSpPr>
        <p:spPr>
          <a:xfrm flipV="1">
            <a:off x="4244975" y="1526836"/>
            <a:ext cx="186810" cy="963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화살표 13">
            <a:extLst>
              <a:ext uri="{FF2B5EF4-FFF2-40B4-BE49-F238E27FC236}">
                <a16:creationId xmlns:a16="http://schemas.microsoft.com/office/drawing/2014/main" id="{7565030A-3172-2EDE-FAF6-A040EA22A7D4}"/>
              </a:ext>
            </a:extLst>
          </p:cNvPr>
          <p:cNvCxnSpPr>
            <a:cxnSpLocks/>
            <a:stCxn id="11" idx="3"/>
            <a:endCxn id="49" idx="1"/>
          </p:cNvCxnSpPr>
          <p:nvPr/>
        </p:nvCxnSpPr>
        <p:spPr>
          <a:xfrm>
            <a:off x="8554341" y="1526836"/>
            <a:ext cx="519083" cy="4115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화살표 14">
            <a:extLst>
              <a:ext uri="{FF2B5EF4-FFF2-40B4-BE49-F238E27FC236}">
                <a16:creationId xmlns:a16="http://schemas.microsoft.com/office/drawing/2014/main" id="{D96781D8-0E33-6D94-0150-DFDF34A99B49}"/>
              </a:ext>
            </a:extLst>
          </p:cNvPr>
          <p:cNvCxnSpPr>
            <a:cxnSpLocks/>
            <a:stCxn id="10" idx="3"/>
            <a:endCxn id="11" idx="1"/>
          </p:cNvCxnSpPr>
          <p:nvPr/>
        </p:nvCxnSpPr>
        <p:spPr>
          <a:xfrm>
            <a:off x="6250030" y="1526836"/>
            <a:ext cx="518003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꺾인 양쪽 화살표 연결선 18">
            <a:extLst>
              <a:ext uri="{FF2B5EF4-FFF2-40B4-BE49-F238E27FC236}">
                <a16:creationId xmlns:a16="http://schemas.microsoft.com/office/drawing/2014/main" id="{E2B73A7F-A7CE-2433-6311-93E4F09C1B61}"/>
              </a:ext>
            </a:extLst>
          </p:cNvPr>
          <p:cNvCxnSpPr>
            <a:cxnSpLocks/>
            <a:stCxn id="13" idx="3"/>
            <a:endCxn id="231" idx="1"/>
          </p:cNvCxnSpPr>
          <p:nvPr/>
        </p:nvCxnSpPr>
        <p:spPr>
          <a:xfrm>
            <a:off x="5827429" y="2754806"/>
            <a:ext cx="777462" cy="322428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꺾인 양쪽 화살표 연결선 20">
            <a:extLst>
              <a:ext uri="{FF2B5EF4-FFF2-40B4-BE49-F238E27FC236}">
                <a16:creationId xmlns:a16="http://schemas.microsoft.com/office/drawing/2014/main" id="{3A2FF051-9A15-87BC-BE39-D8338AC29156}"/>
              </a:ext>
            </a:extLst>
          </p:cNvPr>
          <p:cNvCxnSpPr>
            <a:cxnSpLocks/>
            <a:stCxn id="14" idx="3"/>
            <a:endCxn id="231" idx="1"/>
          </p:cNvCxnSpPr>
          <p:nvPr/>
        </p:nvCxnSpPr>
        <p:spPr>
          <a:xfrm flipV="1">
            <a:off x="5827429" y="3077234"/>
            <a:ext cx="777462" cy="720527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83696255-9AC7-7098-E14E-B059CC6EB4FD}"/>
              </a:ext>
            </a:extLst>
          </p:cNvPr>
          <p:cNvSpPr/>
          <p:nvPr/>
        </p:nvSpPr>
        <p:spPr>
          <a:xfrm>
            <a:off x="5503543" y="4498615"/>
            <a:ext cx="1460849" cy="1017739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충분한 보수 </a:t>
            </a:r>
            <a:r>
              <a:rPr lang="ko-KR" altLang="en-US" dirty="0" err="1">
                <a:solidFill>
                  <a:srgbClr val="000000"/>
                </a:solidFill>
              </a:rPr>
              <a:t>미보유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49" name="직사각형 48">
            <a:extLst>
              <a:ext uri="{FF2B5EF4-FFF2-40B4-BE49-F238E27FC236}">
                <a16:creationId xmlns:a16="http://schemas.microsoft.com/office/drawing/2014/main" id="{AAC0BD66-F6A8-D200-8A64-573B6FF1E851}"/>
              </a:ext>
            </a:extLst>
          </p:cNvPr>
          <p:cNvSpPr/>
          <p:nvPr/>
        </p:nvSpPr>
        <p:spPr>
          <a:xfrm>
            <a:off x="9073424" y="1070766"/>
            <a:ext cx="2091248" cy="920369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en-US" altLang="ko-KR" dirty="0">
                <a:solidFill>
                  <a:srgbClr val="000000"/>
                </a:solidFill>
              </a:rPr>
              <a:t>AI</a:t>
            </a:r>
            <a:r>
              <a:rPr lang="ko-KR" altLang="en-US" dirty="0">
                <a:solidFill>
                  <a:srgbClr val="000000"/>
                </a:solidFill>
              </a:rPr>
              <a:t>가 배송지까지의 경로별 예측 시간 계산</a:t>
            </a:r>
          </a:p>
        </p:txBody>
      </p:sp>
      <p:cxnSp>
        <p:nvCxnSpPr>
          <p:cNvPr id="52" name="화살표 12">
            <a:extLst>
              <a:ext uri="{FF2B5EF4-FFF2-40B4-BE49-F238E27FC236}">
                <a16:creationId xmlns:a16="http://schemas.microsoft.com/office/drawing/2014/main" id="{0C443044-ADF4-1AD6-57BB-DB3D06E23E23}"/>
              </a:ext>
            </a:extLst>
          </p:cNvPr>
          <p:cNvCxnSpPr>
            <a:cxnSpLocks/>
            <a:stCxn id="185" idx="3"/>
            <a:endCxn id="9" idx="1"/>
          </p:cNvCxnSpPr>
          <p:nvPr/>
        </p:nvCxnSpPr>
        <p:spPr>
          <a:xfrm>
            <a:off x="1968490" y="1522203"/>
            <a:ext cx="404932" cy="5596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꺾인 양쪽 화살표 연결선 20">
            <a:extLst>
              <a:ext uri="{FF2B5EF4-FFF2-40B4-BE49-F238E27FC236}">
                <a16:creationId xmlns:a16="http://schemas.microsoft.com/office/drawing/2014/main" id="{5050FD88-7B39-90B7-1FCA-E14B9FC079A0}"/>
              </a:ext>
            </a:extLst>
          </p:cNvPr>
          <p:cNvCxnSpPr>
            <a:cxnSpLocks/>
            <a:stCxn id="49" idx="3"/>
            <a:endCxn id="12" idx="1"/>
          </p:cNvCxnSpPr>
          <p:nvPr/>
        </p:nvCxnSpPr>
        <p:spPr>
          <a:xfrm flipH="1">
            <a:off x="1400683" y="1530951"/>
            <a:ext cx="9763989" cy="1442190"/>
          </a:xfrm>
          <a:prstGeom prst="bentConnector5">
            <a:avLst>
              <a:gd name="adj1" fmla="val -2341"/>
              <a:gd name="adj2" fmla="val 50783"/>
              <a:gd name="adj3" fmla="val 102341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" name="꺾인 양쪽 화살표 연결선 18">
            <a:extLst>
              <a:ext uri="{FF2B5EF4-FFF2-40B4-BE49-F238E27FC236}">
                <a16:creationId xmlns:a16="http://schemas.microsoft.com/office/drawing/2014/main" id="{E527CE0B-EFFE-FD35-729A-032C4A73E926}"/>
              </a:ext>
            </a:extLst>
          </p:cNvPr>
          <p:cNvCxnSpPr>
            <a:cxnSpLocks/>
            <a:stCxn id="12" idx="3"/>
            <a:endCxn id="13" idx="1"/>
          </p:cNvCxnSpPr>
          <p:nvPr/>
        </p:nvCxnSpPr>
        <p:spPr>
          <a:xfrm flipV="1">
            <a:off x="3088257" y="2754806"/>
            <a:ext cx="664911" cy="218335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" name="꺾인 양쪽 화살표 연결선 18">
            <a:extLst>
              <a:ext uri="{FF2B5EF4-FFF2-40B4-BE49-F238E27FC236}">
                <a16:creationId xmlns:a16="http://schemas.microsoft.com/office/drawing/2014/main" id="{B6D72026-6FB4-1B73-F158-711B6BFF2CBC}"/>
              </a:ext>
            </a:extLst>
          </p:cNvPr>
          <p:cNvCxnSpPr>
            <a:cxnSpLocks/>
            <a:stCxn id="12" idx="3"/>
            <a:endCxn id="14" idx="1"/>
          </p:cNvCxnSpPr>
          <p:nvPr/>
        </p:nvCxnSpPr>
        <p:spPr>
          <a:xfrm>
            <a:off x="3088257" y="2973141"/>
            <a:ext cx="664911" cy="824620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2" name="꺾인 양쪽 화살표 연결선 20">
            <a:extLst>
              <a:ext uri="{FF2B5EF4-FFF2-40B4-BE49-F238E27FC236}">
                <a16:creationId xmlns:a16="http://schemas.microsoft.com/office/drawing/2014/main" id="{A8F461C8-7C7F-1922-87C5-FDE6AADA274B}"/>
              </a:ext>
            </a:extLst>
          </p:cNvPr>
          <p:cNvCxnSpPr>
            <a:cxnSpLocks/>
            <a:stCxn id="218" idx="3"/>
            <a:endCxn id="25" idx="1"/>
          </p:cNvCxnSpPr>
          <p:nvPr/>
        </p:nvCxnSpPr>
        <p:spPr>
          <a:xfrm flipV="1">
            <a:off x="5258942" y="5007485"/>
            <a:ext cx="244601" cy="479227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5" name="꺾인 양쪽 화살표 연결선 20">
            <a:extLst>
              <a:ext uri="{FF2B5EF4-FFF2-40B4-BE49-F238E27FC236}">
                <a16:creationId xmlns:a16="http://schemas.microsoft.com/office/drawing/2014/main" id="{717B3273-3A06-5D28-939E-C1E05316F045}"/>
              </a:ext>
            </a:extLst>
          </p:cNvPr>
          <p:cNvCxnSpPr>
            <a:cxnSpLocks/>
            <a:stCxn id="218" idx="3"/>
            <a:endCxn id="16" idx="1"/>
          </p:cNvCxnSpPr>
          <p:nvPr/>
        </p:nvCxnSpPr>
        <p:spPr>
          <a:xfrm>
            <a:off x="5258942" y="5486712"/>
            <a:ext cx="244601" cy="593444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6" name="꺾인 양쪽 화살표 연결선 20">
            <a:extLst>
              <a:ext uri="{FF2B5EF4-FFF2-40B4-BE49-F238E27FC236}">
                <a16:creationId xmlns:a16="http://schemas.microsoft.com/office/drawing/2014/main" id="{1A4AA5AA-9DC4-0634-4FF2-F18D2DE18CD2}"/>
              </a:ext>
            </a:extLst>
          </p:cNvPr>
          <p:cNvCxnSpPr>
            <a:cxnSpLocks/>
            <a:stCxn id="231" idx="3"/>
            <a:endCxn id="218" idx="1"/>
          </p:cNvCxnSpPr>
          <p:nvPr/>
        </p:nvCxnSpPr>
        <p:spPr>
          <a:xfrm flipH="1">
            <a:off x="3154788" y="3077234"/>
            <a:ext cx="5399553" cy="2409478"/>
          </a:xfrm>
          <a:prstGeom prst="bentConnector5">
            <a:avLst>
              <a:gd name="adj1" fmla="val -4234"/>
              <a:gd name="adj2" fmla="val 52266"/>
              <a:gd name="adj3" fmla="val 104234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7" name="화살표 14">
            <a:extLst>
              <a:ext uri="{FF2B5EF4-FFF2-40B4-BE49-F238E27FC236}">
                <a16:creationId xmlns:a16="http://schemas.microsoft.com/office/drawing/2014/main" id="{EA7D0152-A2F7-948A-192D-6E87224D83E0}"/>
              </a:ext>
            </a:extLst>
          </p:cNvPr>
          <p:cNvCxnSpPr>
            <a:cxnSpLocks/>
            <a:stCxn id="25" idx="3"/>
            <a:endCxn id="207" idx="1"/>
          </p:cNvCxnSpPr>
          <p:nvPr/>
        </p:nvCxnSpPr>
        <p:spPr>
          <a:xfrm flipV="1">
            <a:off x="6964392" y="5007484"/>
            <a:ext cx="547805" cy="1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0" name="화살표 14">
            <a:extLst>
              <a:ext uri="{FF2B5EF4-FFF2-40B4-BE49-F238E27FC236}">
                <a16:creationId xmlns:a16="http://schemas.microsoft.com/office/drawing/2014/main" id="{608F9B70-EB20-B4DA-62CF-55A033638183}"/>
              </a:ext>
            </a:extLst>
          </p:cNvPr>
          <p:cNvCxnSpPr>
            <a:cxnSpLocks/>
            <a:stCxn id="16" idx="3"/>
            <a:endCxn id="212" idx="1"/>
          </p:cNvCxnSpPr>
          <p:nvPr/>
        </p:nvCxnSpPr>
        <p:spPr>
          <a:xfrm flipV="1">
            <a:off x="6964391" y="6080155"/>
            <a:ext cx="547806" cy="1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5" name="사각형: 둥근 모서리 184">
            <a:extLst>
              <a:ext uri="{FF2B5EF4-FFF2-40B4-BE49-F238E27FC236}">
                <a16:creationId xmlns:a16="http://schemas.microsoft.com/office/drawing/2014/main" id="{8C36E804-7C2C-F33A-08DD-E2370734D9B0}"/>
              </a:ext>
            </a:extLst>
          </p:cNvPr>
          <p:cNvSpPr/>
          <p:nvPr/>
        </p:nvSpPr>
        <p:spPr>
          <a:xfrm>
            <a:off x="438215" y="1022125"/>
            <a:ext cx="1530275" cy="1000155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플레이어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en-US" altLang="ko-KR" dirty="0">
                <a:solidFill>
                  <a:srgbClr val="000000"/>
                </a:solidFill>
              </a:rPr>
              <a:t>2</a:t>
            </a:r>
            <a:r>
              <a:rPr lang="ko-KR" altLang="en-US" dirty="0">
                <a:solidFill>
                  <a:srgbClr val="000000"/>
                </a:solidFill>
              </a:rPr>
              <a:t>인 접속</a:t>
            </a:r>
            <a:r>
              <a:rPr lang="en-US" altLang="ko-KR" dirty="0">
                <a:solidFill>
                  <a:srgbClr val="000000"/>
                </a:solidFill>
              </a:rPr>
              <a:t>,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캐릭터 선택</a:t>
            </a:r>
          </a:p>
        </p:txBody>
      </p:sp>
      <p:sp>
        <p:nvSpPr>
          <p:cNvPr id="207" name="사각형: 둥근 모서리 206">
            <a:extLst>
              <a:ext uri="{FF2B5EF4-FFF2-40B4-BE49-F238E27FC236}">
                <a16:creationId xmlns:a16="http://schemas.microsoft.com/office/drawing/2014/main" id="{4A94AE49-04F1-8AA2-6634-923DED43A1EE}"/>
              </a:ext>
            </a:extLst>
          </p:cNvPr>
          <p:cNvSpPr/>
          <p:nvPr/>
        </p:nvSpPr>
        <p:spPr>
          <a:xfrm>
            <a:off x="7512197" y="4624518"/>
            <a:ext cx="1501630" cy="765932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생태계 파괴 엔딩</a:t>
            </a:r>
          </a:p>
        </p:txBody>
      </p:sp>
      <p:sp>
        <p:nvSpPr>
          <p:cNvPr id="212" name="사각형: 둥근 모서리 211">
            <a:extLst>
              <a:ext uri="{FF2B5EF4-FFF2-40B4-BE49-F238E27FC236}">
                <a16:creationId xmlns:a16="http://schemas.microsoft.com/office/drawing/2014/main" id="{67890A33-FA56-B7B1-F425-056DB749BC06}"/>
              </a:ext>
            </a:extLst>
          </p:cNvPr>
          <p:cNvSpPr/>
          <p:nvPr/>
        </p:nvSpPr>
        <p:spPr>
          <a:xfrm>
            <a:off x="7512197" y="5697189"/>
            <a:ext cx="1501630" cy="765932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생태계 복구 엔딩</a:t>
            </a:r>
          </a:p>
        </p:txBody>
      </p:sp>
      <p:sp>
        <p:nvSpPr>
          <p:cNvPr id="218" name="사각형: 둥근 모서리 217">
            <a:extLst>
              <a:ext uri="{FF2B5EF4-FFF2-40B4-BE49-F238E27FC236}">
                <a16:creationId xmlns:a16="http://schemas.microsoft.com/office/drawing/2014/main" id="{34B48A11-9583-38BC-9FC2-C3562B4A0A4D}"/>
              </a:ext>
            </a:extLst>
          </p:cNvPr>
          <p:cNvSpPr/>
          <p:nvPr/>
        </p:nvSpPr>
        <p:spPr>
          <a:xfrm>
            <a:off x="3154788" y="5103746"/>
            <a:ext cx="2104154" cy="765932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지정된 모든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 err="1">
                <a:solidFill>
                  <a:srgbClr val="000000"/>
                </a:solidFill>
              </a:rPr>
              <a:t>배달품</a:t>
            </a:r>
            <a:r>
              <a:rPr lang="ko-KR" altLang="en-US" dirty="0">
                <a:solidFill>
                  <a:srgbClr val="000000"/>
                </a:solidFill>
              </a:rPr>
              <a:t> 배달 완료</a:t>
            </a:r>
          </a:p>
        </p:txBody>
      </p:sp>
      <p:sp>
        <p:nvSpPr>
          <p:cNvPr id="231" name="순서도: 천공 테이프 230">
            <a:extLst>
              <a:ext uri="{FF2B5EF4-FFF2-40B4-BE49-F238E27FC236}">
                <a16:creationId xmlns:a16="http://schemas.microsoft.com/office/drawing/2014/main" id="{EC25D784-F19A-1ED0-EC94-F1376817D020}"/>
              </a:ext>
            </a:extLst>
          </p:cNvPr>
          <p:cNvSpPr/>
          <p:nvPr/>
        </p:nvSpPr>
        <p:spPr>
          <a:xfrm>
            <a:off x="6604891" y="2585083"/>
            <a:ext cx="1949450" cy="984302"/>
          </a:xfrm>
          <a:prstGeom prst="flowChartPunchedTap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다른 배달품들도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동일하게 진행</a:t>
            </a:r>
          </a:p>
        </p:txBody>
      </p:sp>
      <p:sp>
        <p:nvSpPr>
          <p:cNvPr id="239" name="사각형: 둥근 모서리 238">
            <a:extLst>
              <a:ext uri="{FF2B5EF4-FFF2-40B4-BE49-F238E27FC236}">
                <a16:creationId xmlns:a16="http://schemas.microsoft.com/office/drawing/2014/main" id="{FFD3E3DD-10B3-9E30-A0FC-53457BA7D122}"/>
              </a:ext>
            </a:extLst>
          </p:cNvPr>
          <p:cNvSpPr/>
          <p:nvPr/>
        </p:nvSpPr>
        <p:spPr>
          <a:xfrm>
            <a:off x="10119048" y="4311423"/>
            <a:ext cx="1714353" cy="765932"/>
          </a:xfrm>
          <a:prstGeom prst="roundRect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특정 플로우의 </a:t>
            </a:r>
            <a:r>
              <a:rPr lang="ko-KR" altLang="en-US">
                <a:solidFill>
                  <a:srgbClr val="000000"/>
                </a:solidFill>
              </a:rPr>
              <a:t>시작</a:t>
            </a:r>
            <a:r>
              <a:rPr lang="en-US" altLang="ko-KR" dirty="0">
                <a:solidFill>
                  <a:srgbClr val="000000"/>
                </a:solidFill>
              </a:rPr>
              <a:t>/</a:t>
            </a:r>
            <a:r>
              <a:rPr lang="ko-KR" altLang="en-US" dirty="0">
                <a:solidFill>
                  <a:srgbClr val="000000"/>
                </a:solidFill>
              </a:rPr>
              <a:t>끝</a:t>
            </a:r>
          </a:p>
        </p:txBody>
      </p:sp>
      <p:sp>
        <p:nvSpPr>
          <p:cNvPr id="241" name="순서도: 천공 테이프 240">
            <a:extLst>
              <a:ext uri="{FF2B5EF4-FFF2-40B4-BE49-F238E27FC236}">
                <a16:creationId xmlns:a16="http://schemas.microsoft.com/office/drawing/2014/main" id="{5DF6D138-F63A-80A7-A5E5-C3F4B88289F5}"/>
              </a:ext>
            </a:extLst>
          </p:cNvPr>
          <p:cNvSpPr/>
          <p:nvPr/>
        </p:nvSpPr>
        <p:spPr>
          <a:xfrm>
            <a:off x="10119048" y="5145718"/>
            <a:ext cx="1764061" cy="868959"/>
          </a:xfrm>
          <a:prstGeom prst="flowChartPunchedTape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플로우 진행 중</a:t>
            </a:r>
          </a:p>
        </p:txBody>
      </p:sp>
    </p:spTree>
    <p:extLst>
      <p:ext uri="{BB962C8B-B14F-4D97-AF65-F5344CB8AC3E}">
        <p14:creationId xmlns:p14="http://schemas.microsoft.com/office/powerpoint/2010/main" val="422344932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40A9B4F-A65A-750D-C0EB-430131037C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0B119408-1360-0951-37B4-FE64C5EBC17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6059564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E8F810B-8A0E-AB8E-012B-5A3B3929B5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스토리</a:t>
            </a:r>
          </a:p>
        </p:txBody>
      </p:sp>
      <p:pic>
        <p:nvPicPr>
          <p:cNvPr id="9" name="내용 개체 틀 8">
            <a:extLst>
              <a:ext uri="{FF2B5EF4-FFF2-40B4-BE49-F238E27FC236}">
                <a16:creationId xmlns:a16="http://schemas.microsoft.com/office/drawing/2014/main" id="{F5A7B401-3726-3058-8321-23D9614CDA69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838200" y="1982488"/>
            <a:ext cx="5181600" cy="3370502"/>
          </a:xfrm>
          <a:prstGeom prst="rect">
            <a:avLst/>
          </a:prstGeom>
        </p:spPr>
      </p:pic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E2458BC6-D69C-A1A2-A6B1-13DF8BEF776A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fontScale="85000" lnSpcReduction="10000"/>
          </a:bodyPr>
          <a:lstStyle/>
          <a:p>
            <a:pPr marL="0" indent="0">
              <a:lnSpc>
                <a:spcPct val="110000"/>
              </a:lnSpc>
              <a:buNone/>
            </a:pPr>
            <a:r>
              <a:rPr lang="ko-KR" altLang="en-US" dirty="0"/>
              <a:t> 당신들은 자부심 넘치는 </a:t>
            </a:r>
            <a:br>
              <a:rPr lang="en-US" altLang="ko-KR" dirty="0"/>
            </a:br>
            <a:r>
              <a:rPr lang="ko-KR" altLang="en-US" dirty="0"/>
              <a:t>우주배달부입니다</a:t>
            </a:r>
            <a:r>
              <a:rPr lang="en-US" altLang="ko-KR" dirty="0"/>
              <a:t>!</a:t>
            </a:r>
            <a:r>
              <a:rPr lang="ko-KR" altLang="en-US" dirty="0"/>
              <a:t> </a:t>
            </a:r>
            <a:br>
              <a:rPr lang="en-US" altLang="ko-KR" dirty="0"/>
            </a:br>
            <a:r>
              <a:rPr lang="ko-KR" altLang="en-US" dirty="0"/>
              <a:t>오늘은 이 행성에 배달을 왔군요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ko-KR" altLang="en-US" dirty="0"/>
              <a:t>그런데 이런</a:t>
            </a:r>
            <a:r>
              <a:rPr lang="en-US" altLang="ko-KR" dirty="0"/>
              <a:t>!</a:t>
            </a:r>
            <a:r>
              <a:rPr lang="ko-KR" altLang="en-US" dirty="0"/>
              <a:t> </a:t>
            </a:r>
            <a:br>
              <a:rPr lang="en-US" altLang="ko-KR" dirty="0"/>
            </a:br>
            <a:r>
              <a:rPr lang="ko-KR" altLang="en-US" dirty="0"/>
              <a:t>여러분의 배달 품목에는 조금</a:t>
            </a:r>
            <a:br>
              <a:rPr lang="en-US" altLang="ko-KR" dirty="0"/>
            </a:br>
            <a:r>
              <a:rPr lang="en-US" altLang="ko-KR" dirty="0"/>
              <a:t>“</a:t>
            </a:r>
            <a:r>
              <a:rPr lang="ko-KR" altLang="en-US" dirty="0"/>
              <a:t>위험한</a:t>
            </a:r>
            <a:r>
              <a:rPr lang="en-US" altLang="ko-KR" dirty="0"/>
              <a:t>”</a:t>
            </a:r>
            <a:r>
              <a:rPr lang="ko-KR" altLang="en-US" dirty="0"/>
              <a:t>것들이 있네요</a:t>
            </a:r>
            <a:r>
              <a:rPr lang="en-US" altLang="ko-KR" dirty="0"/>
              <a:t>…</a:t>
            </a:r>
            <a:r>
              <a:rPr lang="ko-KR" altLang="en-US" dirty="0"/>
              <a:t> </a:t>
            </a:r>
            <a:br>
              <a:rPr lang="en-US" altLang="ko-KR" dirty="0"/>
            </a:br>
            <a:r>
              <a:rPr lang="ko-KR" altLang="en-US" dirty="0"/>
              <a:t>하지만 걱정할 것 없죠</a:t>
            </a:r>
            <a:r>
              <a:rPr lang="en-US" altLang="ko-KR" dirty="0"/>
              <a:t>!</a:t>
            </a:r>
            <a:br>
              <a:rPr lang="en-US" altLang="ko-KR" dirty="0"/>
            </a:br>
            <a:r>
              <a:rPr lang="ko-KR" altLang="en-US" dirty="0"/>
              <a:t>여러분은 전문 </a:t>
            </a:r>
            <a:r>
              <a:rPr lang="ko-KR" altLang="en-US" dirty="0" err="1"/>
              <a:t>배달부니까요</a:t>
            </a:r>
            <a:r>
              <a:rPr lang="en-US" altLang="ko-KR" dirty="0"/>
              <a:t>!</a:t>
            </a:r>
            <a:br>
              <a:rPr lang="en-US" altLang="ko-KR" dirty="0"/>
            </a:br>
            <a:br>
              <a:rPr lang="en-US" altLang="ko-KR" dirty="0"/>
            </a:br>
            <a:r>
              <a:rPr lang="ko-KR" altLang="en-US" dirty="0"/>
              <a:t> 과연 오늘도 제한 시간 안에 모든 배달을 마치고 귀환할 수 있을까요</a:t>
            </a:r>
            <a:r>
              <a:rPr lang="en-US" altLang="ko-KR" dirty="0"/>
              <a:t>?</a:t>
            </a:r>
          </a:p>
          <a:p>
            <a:pPr marL="0" indent="0">
              <a:lnSpc>
                <a:spcPct val="110000"/>
              </a:lnSpc>
              <a:buNone/>
            </a:pPr>
            <a:endParaRPr lang="ko-KR" altLang="en-US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F348225F-E085-E798-1354-AE4ED83503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10/11/2026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CBC67C09-42E5-89D8-6707-AA2602E110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13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3AEE668E-625C-3F6B-736B-BACF027D5AAA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8ACDC9D-F3E2-685F-9CA3-3259AAF33DA1}"/>
              </a:ext>
            </a:extLst>
          </p:cNvPr>
          <p:cNvSpPr txBox="1"/>
          <p:nvPr/>
        </p:nvSpPr>
        <p:spPr>
          <a:xfrm>
            <a:off x="838199" y="5352990"/>
            <a:ext cx="297467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/>
              <a:t>[</a:t>
            </a:r>
            <a:r>
              <a:rPr lang="ko-KR" altLang="en-US" sz="1200" dirty="0"/>
              <a:t>자료</a:t>
            </a:r>
            <a:r>
              <a:rPr lang="en-US" altLang="ko-KR" sz="1200" dirty="0"/>
              <a:t>1]</a:t>
            </a:r>
            <a:r>
              <a:rPr lang="ko-KR" altLang="en-US" sz="1200" dirty="0"/>
              <a:t>게임</a:t>
            </a:r>
            <a:r>
              <a:rPr lang="en-US" altLang="ko-KR" sz="1200" dirty="0"/>
              <a:t>”run pizza run”</a:t>
            </a:r>
            <a:r>
              <a:rPr lang="ko-KR" altLang="en-US" sz="1200" dirty="0"/>
              <a:t> 플레이화면</a:t>
            </a:r>
          </a:p>
        </p:txBody>
      </p:sp>
    </p:spTree>
    <p:extLst>
      <p:ext uri="{BB962C8B-B14F-4D97-AF65-F5344CB8AC3E}">
        <p14:creationId xmlns:p14="http://schemas.microsoft.com/office/powerpoint/2010/main" val="90164380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685C9215-8215-D4B2-FF11-B22CEE311F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플레이어블</a:t>
            </a:r>
            <a:r>
              <a:rPr lang="ko-KR" altLang="en-US" dirty="0"/>
              <a:t> 캐릭터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5DD2AE0A-0A6D-FA31-4890-32CBA0C9D04A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r>
              <a:rPr lang="ko-KR" altLang="en-US" sz="2400" dirty="0"/>
              <a:t>디자인 컨셉 </a:t>
            </a:r>
            <a:r>
              <a:rPr lang="en-US" altLang="ko-KR" sz="2400" dirty="0"/>
              <a:t>: </a:t>
            </a:r>
            <a:r>
              <a:rPr lang="ko-KR" altLang="en-US" sz="2400" dirty="0"/>
              <a:t>자료 이미지처럼 </a:t>
            </a:r>
            <a:br>
              <a:rPr lang="en-US" altLang="ko-KR" sz="2400" dirty="0"/>
            </a:br>
            <a:r>
              <a:rPr lang="ko-KR" altLang="en-US" sz="2400" dirty="0"/>
              <a:t>동글동글한 이족보행 동물 캐릭터</a:t>
            </a:r>
            <a:endParaRPr lang="en-US" altLang="ko-KR" sz="2400" dirty="0"/>
          </a:p>
          <a:p>
            <a:endParaRPr lang="en-US" altLang="ko-KR" sz="2400" dirty="0"/>
          </a:p>
          <a:p>
            <a:r>
              <a:rPr lang="ko-KR" altLang="en-US" sz="2400" dirty="0"/>
              <a:t>가능한 동작 </a:t>
            </a:r>
            <a:r>
              <a:rPr lang="en-US" altLang="ko-KR" sz="2400" dirty="0"/>
              <a:t>:</a:t>
            </a:r>
            <a:br>
              <a:rPr lang="en-US" altLang="ko-KR" sz="2400" dirty="0"/>
            </a:br>
            <a:r>
              <a:rPr lang="ko-KR" altLang="en-US" sz="2400" dirty="0"/>
              <a:t>걷기</a:t>
            </a:r>
            <a:r>
              <a:rPr lang="en-US" altLang="ko-KR" sz="2400" dirty="0"/>
              <a:t>, </a:t>
            </a:r>
            <a:r>
              <a:rPr lang="ko-KR" altLang="en-US" sz="2400" dirty="0"/>
              <a:t>달리기</a:t>
            </a:r>
            <a:r>
              <a:rPr lang="en-US" altLang="ko-KR" sz="2400" dirty="0"/>
              <a:t>, </a:t>
            </a:r>
            <a:r>
              <a:rPr lang="ko-KR" altLang="en-US" sz="2400" dirty="0"/>
              <a:t>상호작용</a:t>
            </a:r>
            <a:r>
              <a:rPr lang="en-US" altLang="ko-KR" sz="2400" dirty="0"/>
              <a:t>(</a:t>
            </a:r>
            <a:r>
              <a:rPr lang="ko-KR" altLang="en-US" sz="2400" dirty="0"/>
              <a:t>물품 들기</a:t>
            </a:r>
            <a:r>
              <a:rPr lang="en-US" altLang="ko-KR" sz="2400" dirty="0"/>
              <a:t>), </a:t>
            </a:r>
            <a:r>
              <a:rPr lang="ko-KR" altLang="en-US" sz="2400" dirty="0"/>
              <a:t>총 조준</a:t>
            </a:r>
            <a:r>
              <a:rPr lang="en-US" altLang="ko-KR" sz="2400" dirty="0"/>
              <a:t>, </a:t>
            </a:r>
            <a:r>
              <a:rPr lang="ko-KR" altLang="en-US" sz="2400" dirty="0"/>
              <a:t>총 발사</a:t>
            </a:r>
            <a:r>
              <a:rPr lang="en-US" altLang="ko-KR" sz="2400" dirty="0"/>
              <a:t>, </a:t>
            </a:r>
            <a:r>
              <a:rPr lang="ko-KR" altLang="en-US" sz="2400" dirty="0"/>
              <a:t>점프 등 기본적인 동작들</a:t>
            </a:r>
            <a:endParaRPr lang="en-US" altLang="ko-KR" sz="2400" dirty="0"/>
          </a:p>
          <a:p>
            <a:endParaRPr lang="en-US" altLang="ko-KR" sz="2400" dirty="0"/>
          </a:p>
          <a:p>
            <a:r>
              <a:rPr lang="en-US" altLang="ko-KR" sz="2400" dirty="0"/>
              <a:t>HP</a:t>
            </a:r>
            <a:r>
              <a:rPr lang="ko-KR" altLang="en-US" sz="2400" dirty="0"/>
              <a:t>가 </a:t>
            </a:r>
            <a:r>
              <a:rPr lang="en-US" altLang="ko-KR" sz="2400" dirty="0"/>
              <a:t>0</a:t>
            </a:r>
            <a:r>
              <a:rPr lang="ko-KR" altLang="en-US" sz="2400" dirty="0"/>
              <a:t>이 되어 사망 시 </a:t>
            </a:r>
            <a:r>
              <a:rPr lang="en-US" altLang="ko-KR" sz="2400" dirty="0"/>
              <a:t>: </a:t>
            </a:r>
            <a:br>
              <a:rPr lang="en-US" altLang="ko-KR" sz="2400" dirty="0"/>
            </a:br>
            <a:r>
              <a:rPr lang="ko-KR" altLang="en-US" sz="2400" dirty="0"/>
              <a:t>사망한 위치에서 </a:t>
            </a:r>
            <a:r>
              <a:rPr lang="en-US" altLang="ko-KR" sz="2400" dirty="0"/>
              <a:t>10</a:t>
            </a:r>
            <a:r>
              <a:rPr lang="ko-KR" altLang="en-US" sz="2400" dirty="0"/>
              <a:t>초 후 부활</a:t>
            </a:r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0BB22C15-86A3-F2D5-9514-7E238DE9E2FC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B13F6286-6394-F0E6-3780-8AA2C10C900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264" y="1825625"/>
            <a:ext cx="1809575" cy="2575165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C2FF547D-36F8-6D92-DD89-2ABCCA505F4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82629" y="1660362"/>
            <a:ext cx="2324463" cy="2892828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BBA06497-C397-ADAA-3DA5-1A99263FA041}"/>
              </a:ext>
            </a:extLst>
          </p:cNvPr>
          <p:cNvSpPr txBox="1"/>
          <p:nvPr/>
        </p:nvSpPr>
        <p:spPr>
          <a:xfrm>
            <a:off x="3365020" y="4584972"/>
            <a:ext cx="25821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/>
              <a:t>[</a:t>
            </a:r>
            <a:r>
              <a:rPr lang="ko-KR" altLang="en-US" sz="1200" dirty="0"/>
              <a:t>자료</a:t>
            </a:r>
            <a:r>
              <a:rPr lang="en-US" altLang="ko-KR" sz="1200" dirty="0"/>
              <a:t>3] </a:t>
            </a:r>
            <a:r>
              <a:rPr lang="ko-KR" altLang="en-US" sz="1200" dirty="0"/>
              <a:t>게임</a:t>
            </a:r>
            <a:r>
              <a:rPr lang="en-US" altLang="ko-KR" sz="1200" dirty="0"/>
              <a:t>”</a:t>
            </a:r>
            <a:r>
              <a:rPr lang="ko-KR" altLang="en-US" sz="1200" dirty="0" err="1"/>
              <a:t>파티애니멀즈</a:t>
            </a:r>
            <a:r>
              <a:rPr lang="en-US" altLang="ko-KR" sz="1200" dirty="0"/>
              <a:t>”</a:t>
            </a:r>
            <a:r>
              <a:rPr lang="ko-KR" altLang="en-US" sz="1200" dirty="0"/>
              <a:t> 캐릭터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DDBF9A6-4880-3185-2CC3-6B9E831CD0CB}"/>
              </a:ext>
            </a:extLst>
          </p:cNvPr>
          <p:cNvSpPr txBox="1"/>
          <p:nvPr/>
        </p:nvSpPr>
        <p:spPr>
          <a:xfrm>
            <a:off x="1000664" y="4553190"/>
            <a:ext cx="25821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/>
              <a:t>[</a:t>
            </a:r>
            <a:r>
              <a:rPr lang="ko-KR" altLang="en-US" sz="1200" dirty="0"/>
              <a:t>자료</a:t>
            </a:r>
            <a:r>
              <a:rPr lang="en-US" altLang="ko-KR" sz="1200" dirty="0"/>
              <a:t>2] </a:t>
            </a:r>
            <a:r>
              <a:rPr lang="ko-KR" altLang="en-US" sz="1200" dirty="0"/>
              <a:t>게임</a:t>
            </a:r>
            <a:r>
              <a:rPr lang="en-US" altLang="ko-KR" sz="1200" dirty="0"/>
              <a:t>”</a:t>
            </a:r>
            <a:r>
              <a:rPr lang="ko-KR" altLang="en-US" sz="1200" dirty="0"/>
              <a:t>동물의 숲</a:t>
            </a:r>
            <a:r>
              <a:rPr lang="en-US" altLang="ko-KR" sz="1200" dirty="0"/>
              <a:t>”</a:t>
            </a:r>
            <a:r>
              <a:rPr lang="ko-KR" altLang="en-US" sz="1200" dirty="0"/>
              <a:t> 캐릭터</a:t>
            </a:r>
          </a:p>
        </p:txBody>
      </p:sp>
    </p:spTree>
    <p:extLst>
      <p:ext uri="{BB962C8B-B14F-4D97-AF65-F5344CB8AC3E}">
        <p14:creationId xmlns:p14="http://schemas.microsoft.com/office/powerpoint/2010/main" val="78522613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721B812-CDBB-9D5A-A6C7-F92F8C0FA2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NPC_</a:t>
            </a:r>
            <a:r>
              <a:rPr lang="ko-KR" altLang="en-US" dirty="0"/>
              <a:t>반응 생물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CF01151-47B6-C912-B338-FDB800779E67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A26A9D90-F02E-F595-E620-71D0297E2E85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r>
              <a:rPr lang="ko-KR" altLang="en-US" sz="2400" dirty="0"/>
              <a:t>설명 </a:t>
            </a:r>
            <a:r>
              <a:rPr lang="en-US" altLang="ko-KR" sz="2400" dirty="0"/>
              <a:t>: </a:t>
            </a:r>
            <a:r>
              <a:rPr lang="ko-KR" altLang="en-US" sz="2400" dirty="0"/>
              <a:t>배송품에 반응하거나</a:t>
            </a:r>
            <a:r>
              <a:rPr lang="en-US" altLang="ko-KR" sz="2400" dirty="0"/>
              <a:t>, </a:t>
            </a:r>
            <a:br>
              <a:rPr lang="en-US" altLang="ko-KR" sz="2400" dirty="0"/>
            </a:br>
            <a:r>
              <a:rPr lang="ko-KR" altLang="en-US" sz="2400" dirty="0"/>
              <a:t>다른 생물에 반응하거나</a:t>
            </a:r>
            <a:r>
              <a:rPr lang="en-US" altLang="ko-KR" sz="2400" dirty="0"/>
              <a:t>, </a:t>
            </a:r>
            <a:br>
              <a:rPr lang="en-US" altLang="ko-KR" sz="2400" dirty="0"/>
            </a:br>
            <a:r>
              <a:rPr lang="ko-KR" altLang="en-US" sz="2400" dirty="0"/>
              <a:t>플레이어의 행동에 반응해 </a:t>
            </a:r>
            <a:br>
              <a:rPr lang="en-US" altLang="ko-KR" sz="2400" dirty="0"/>
            </a:br>
            <a:r>
              <a:rPr lang="ko-KR" altLang="en-US" sz="2400" dirty="0"/>
              <a:t>배송 시간에 영향을 주는 모든 </a:t>
            </a:r>
            <a:br>
              <a:rPr lang="en-US" altLang="ko-KR" sz="2400" dirty="0"/>
            </a:br>
            <a:r>
              <a:rPr lang="ko-KR" altLang="en-US" sz="2400" dirty="0"/>
              <a:t>생물들</a:t>
            </a:r>
            <a:endParaRPr lang="en-US" altLang="ko-KR" sz="2400" dirty="0"/>
          </a:p>
          <a:p>
            <a:endParaRPr lang="en-US" altLang="ko-KR" sz="2400" dirty="0"/>
          </a:p>
          <a:p>
            <a:r>
              <a:rPr lang="ko-KR" altLang="en-US" sz="2400" dirty="0"/>
              <a:t>특이사항 </a:t>
            </a:r>
            <a:r>
              <a:rPr lang="en-US" altLang="ko-KR" sz="2400" dirty="0"/>
              <a:t>: </a:t>
            </a:r>
            <a:r>
              <a:rPr lang="ko-KR" altLang="en-US" sz="2400" dirty="0"/>
              <a:t>상황에 따라</a:t>
            </a:r>
            <a:r>
              <a:rPr lang="en-US" altLang="ko-KR" sz="2400" dirty="0"/>
              <a:t> </a:t>
            </a:r>
            <a:r>
              <a:rPr lang="ko-KR" altLang="en-US" sz="2400" dirty="0"/>
              <a:t>행동반경이</a:t>
            </a:r>
            <a:br>
              <a:rPr lang="en-US" altLang="ko-KR" sz="2400" dirty="0"/>
            </a:br>
            <a:r>
              <a:rPr lang="ko-KR" altLang="en-US" sz="2400" dirty="0"/>
              <a:t>서식지에서 크게 벗어날 수 있음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D45260F7-3325-2433-9A2E-9ADBDA8658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10/11/2026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F11B074-D4F3-9E87-21AC-400E1D7EA0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15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3019D52D-25D6-D3FB-B5F8-0C1637DFE925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  <p:pic>
        <p:nvPicPr>
          <p:cNvPr id="11" name="그래픽 10" descr="벌 단색으로 채워진">
            <a:extLst>
              <a:ext uri="{FF2B5EF4-FFF2-40B4-BE49-F238E27FC236}">
                <a16:creationId xmlns:a16="http://schemas.microsoft.com/office/drawing/2014/main" id="{091B47AF-8DED-47F7-F4A1-C8697773861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631294" y="2711860"/>
            <a:ext cx="1595412" cy="15954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436560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694EEE1-7513-70FD-A7D8-685ADD62BF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NPC_</a:t>
            </a:r>
            <a:r>
              <a:rPr lang="ko-KR" altLang="en-US" dirty="0"/>
              <a:t>주민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844275D-3DDE-E1B9-C73E-BF0F2457C4FA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1AD5E10D-98DC-8DAC-4F62-6C32F0F5A6CF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r>
              <a:rPr lang="ko-KR" altLang="en-US" sz="2400" dirty="0"/>
              <a:t>설명 </a:t>
            </a:r>
            <a:r>
              <a:rPr lang="en-US" altLang="ko-KR" sz="2400" dirty="0"/>
              <a:t>: </a:t>
            </a:r>
            <a:r>
              <a:rPr lang="ko-KR" altLang="en-US" sz="2400" dirty="0"/>
              <a:t>배달품을 주문해 전달받는 행성 주민</a:t>
            </a:r>
            <a:br>
              <a:rPr lang="en-US" altLang="ko-KR" sz="2400" dirty="0"/>
            </a:br>
            <a:endParaRPr lang="en-US" altLang="ko-KR" sz="2400" dirty="0"/>
          </a:p>
          <a:p>
            <a:r>
              <a:rPr lang="ko-KR" altLang="en-US" sz="2400" dirty="0"/>
              <a:t>특징 </a:t>
            </a:r>
            <a:r>
              <a:rPr lang="en-US" altLang="ko-KR" sz="2400" dirty="0"/>
              <a:t>: </a:t>
            </a:r>
            <a:r>
              <a:rPr lang="ko-KR" altLang="en-US" sz="2400" dirty="0"/>
              <a:t>반응 생물들과는 달리 직접 플레이어가 방문하지</a:t>
            </a:r>
            <a:r>
              <a:rPr lang="en-US" altLang="ko-KR" sz="2400" dirty="0"/>
              <a:t> </a:t>
            </a:r>
            <a:r>
              <a:rPr lang="ko-KR" altLang="en-US" sz="2400" dirty="0"/>
              <a:t>않는 이상 </a:t>
            </a:r>
            <a:br>
              <a:rPr lang="en-US" altLang="ko-KR" sz="2400" dirty="0"/>
            </a:br>
            <a:r>
              <a:rPr lang="ko-KR" altLang="en-US" sz="2400" dirty="0"/>
              <a:t>주거지에서 나오지 않음 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590A206D-048B-30A6-A29E-89FB4AC2C7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10/11/2026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DECEE5D-A882-C018-91BC-370AA20C26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16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17E42B92-E8FB-2528-B25F-EE8DC6E90A99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  <p:pic>
        <p:nvPicPr>
          <p:cNvPr id="9" name="그래픽 8" descr="댄스 단색으로 채워진">
            <a:extLst>
              <a:ext uri="{FF2B5EF4-FFF2-40B4-BE49-F238E27FC236}">
                <a16:creationId xmlns:a16="http://schemas.microsoft.com/office/drawing/2014/main" id="{E6D7FDC7-8F4F-4266-4224-EE5B89982FD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378013" y="2713059"/>
            <a:ext cx="2009957" cy="20099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8560083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E6D9241-79B3-37D9-7734-9FF6357F2E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맵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308174C-9B5D-792B-E720-012AFFC73302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B84E6293-565F-03C4-5B79-01CA873D73BD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ko-KR" altLang="en-US" dirty="0"/>
              <a:t>주거지 </a:t>
            </a:r>
            <a:r>
              <a:rPr lang="en-US" altLang="ko-KR" dirty="0"/>
              <a:t>: 5 </a:t>
            </a:r>
            <a:r>
              <a:rPr lang="ko-KR" altLang="en-US" dirty="0"/>
              <a:t>개</a:t>
            </a:r>
            <a:endParaRPr lang="en-US" altLang="ko-KR" dirty="0"/>
          </a:p>
          <a:p>
            <a:r>
              <a:rPr lang="ko-KR" altLang="en-US" dirty="0"/>
              <a:t>지형 </a:t>
            </a:r>
            <a:r>
              <a:rPr lang="en-US" altLang="ko-KR" dirty="0"/>
              <a:t>: </a:t>
            </a:r>
            <a:r>
              <a:rPr lang="ko-KR" altLang="en-US" dirty="0"/>
              <a:t>숲</a:t>
            </a:r>
            <a:r>
              <a:rPr lang="en-US" altLang="ko-KR" dirty="0"/>
              <a:t>, </a:t>
            </a:r>
            <a:r>
              <a:rPr lang="ko-KR" altLang="en-US" dirty="0"/>
              <a:t>산</a:t>
            </a:r>
            <a:r>
              <a:rPr lang="en-US" altLang="ko-KR" dirty="0"/>
              <a:t>, </a:t>
            </a:r>
            <a:r>
              <a:rPr lang="ko-KR" altLang="en-US" dirty="0"/>
              <a:t>강</a:t>
            </a:r>
            <a:r>
              <a:rPr lang="en-US" altLang="ko-KR" dirty="0"/>
              <a:t>, </a:t>
            </a:r>
            <a:r>
              <a:rPr lang="ko-KR" altLang="en-US" dirty="0"/>
              <a:t>모래언덕</a:t>
            </a:r>
            <a:r>
              <a:rPr lang="en-US" altLang="ko-KR" dirty="0"/>
              <a:t>, </a:t>
            </a:r>
            <a:r>
              <a:rPr lang="ko-KR" altLang="en-US" dirty="0"/>
              <a:t>늪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산 </a:t>
            </a:r>
            <a:r>
              <a:rPr lang="en-US" altLang="ko-KR" dirty="0"/>
              <a:t>: </a:t>
            </a:r>
            <a:r>
              <a:rPr lang="ko-KR" altLang="en-US" dirty="0"/>
              <a:t>일반적으로 지나갈 수 </a:t>
            </a:r>
            <a:br>
              <a:rPr lang="en-US" altLang="ko-KR" dirty="0"/>
            </a:br>
            <a:r>
              <a:rPr lang="ko-KR" altLang="en-US" dirty="0"/>
              <a:t>없을 정도로 강한 존재가 있음</a:t>
            </a:r>
            <a:endParaRPr lang="en-US" altLang="ko-KR" dirty="0"/>
          </a:p>
          <a:p>
            <a:r>
              <a:rPr lang="ko-KR" altLang="en-US" dirty="0"/>
              <a:t>모래언덕 </a:t>
            </a:r>
            <a:r>
              <a:rPr lang="en-US" altLang="ko-KR" dirty="0"/>
              <a:t>: </a:t>
            </a:r>
            <a:r>
              <a:rPr lang="ko-KR" altLang="en-US" dirty="0"/>
              <a:t>몬스터 없음</a:t>
            </a:r>
            <a:endParaRPr lang="en-US" altLang="ko-KR" dirty="0"/>
          </a:p>
          <a:p>
            <a:endParaRPr lang="ko-KR" altLang="en-US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1E2B0FA1-82F3-0039-88C7-7C3C72B33C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10/11/2026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4CEE71C-B75F-0B4E-BD40-2F4B46188F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17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4AD10239-9783-2237-1C6F-0FCA432FF612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CD55EAE8-F2CB-F60A-1A7E-90197FD4BE3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2992" y="1529202"/>
            <a:ext cx="4320000" cy="4320000"/>
          </a:xfrm>
          <a:prstGeom prst="rect">
            <a:avLst/>
          </a:prstGeom>
        </p:spPr>
      </p:pic>
      <p:sp>
        <p:nvSpPr>
          <p:cNvPr id="11" name="십자형 10">
            <a:extLst>
              <a:ext uri="{FF2B5EF4-FFF2-40B4-BE49-F238E27FC236}">
                <a16:creationId xmlns:a16="http://schemas.microsoft.com/office/drawing/2014/main" id="{2143DAD2-0FD5-D243-4583-4A8602DFAAC2}"/>
              </a:ext>
            </a:extLst>
          </p:cNvPr>
          <p:cNvSpPr/>
          <p:nvPr/>
        </p:nvSpPr>
        <p:spPr>
          <a:xfrm>
            <a:off x="1285875" y="5216099"/>
            <a:ext cx="923925" cy="590550"/>
          </a:xfrm>
          <a:prstGeom prst="plus">
            <a:avLst/>
          </a:prstGeom>
          <a:solidFill>
            <a:srgbClr val="FFFF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>
                <a:solidFill>
                  <a:sysClr val="windowText" lastClr="000000"/>
                </a:solidFill>
              </a:rPr>
              <a:t>본거지</a:t>
            </a:r>
            <a:br>
              <a:rPr lang="en-US" altLang="ko-KR" sz="1400" dirty="0">
                <a:solidFill>
                  <a:sysClr val="windowText" lastClr="000000"/>
                </a:solidFill>
              </a:rPr>
            </a:br>
            <a:r>
              <a:rPr lang="en-US" altLang="ko-KR" sz="1400" dirty="0">
                <a:solidFill>
                  <a:sysClr val="windowText" lastClr="000000"/>
                </a:solidFill>
              </a:rPr>
              <a:t>(</a:t>
            </a:r>
            <a:r>
              <a:rPr lang="ko-KR" altLang="en-US" sz="1400" dirty="0">
                <a:solidFill>
                  <a:sysClr val="windowText" lastClr="000000"/>
                </a:solidFill>
              </a:rPr>
              <a:t>시작점</a:t>
            </a:r>
            <a:r>
              <a:rPr lang="en-US" altLang="ko-KR" sz="1400" dirty="0">
                <a:solidFill>
                  <a:sysClr val="windowText" lastClr="000000"/>
                </a:solidFill>
              </a:rPr>
              <a:t>)</a:t>
            </a:r>
            <a:endParaRPr lang="ko-KR" altLang="en-US" sz="1400" dirty="0">
              <a:solidFill>
                <a:sysClr val="windowText" lastClr="000000"/>
              </a:solidFill>
            </a:endParaRPr>
          </a:p>
        </p:txBody>
      </p:sp>
      <p:sp>
        <p:nvSpPr>
          <p:cNvPr id="15" name="사각형: 잘린 대각선 방향 모서리 14">
            <a:extLst>
              <a:ext uri="{FF2B5EF4-FFF2-40B4-BE49-F238E27FC236}">
                <a16:creationId xmlns:a16="http://schemas.microsoft.com/office/drawing/2014/main" id="{FD4BBD75-2B8D-74B6-0760-FBAFE3B1ECBC}"/>
              </a:ext>
            </a:extLst>
          </p:cNvPr>
          <p:cNvSpPr/>
          <p:nvPr/>
        </p:nvSpPr>
        <p:spPr>
          <a:xfrm>
            <a:off x="1242991" y="1529203"/>
            <a:ext cx="1781197" cy="1194948"/>
          </a:xfrm>
          <a:prstGeom prst="snip2DiagRect">
            <a:avLst>
              <a:gd name="adj1" fmla="val 0"/>
              <a:gd name="adj2" fmla="val 50000"/>
            </a:avLst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모래언덕</a:t>
            </a:r>
          </a:p>
        </p:txBody>
      </p:sp>
      <p:sp>
        <p:nvSpPr>
          <p:cNvPr id="17" name="사각형: 둥근 모서리 16">
            <a:extLst>
              <a:ext uri="{FF2B5EF4-FFF2-40B4-BE49-F238E27FC236}">
                <a16:creationId xmlns:a16="http://schemas.microsoft.com/office/drawing/2014/main" id="{F1940E3A-D8DE-E36B-97DE-6FE30F83BF1D}"/>
              </a:ext>
            </a:extLst>
          </p:cNvPr>
          <p:cNvSpPr/>
          <p:nvPr/>
        </p:nvSpPr>
        <p:spPr>
          <a:xfrm>
            <a:off x="2900363" y="2418165"/>
            <a:ext cx="1524390" cy="1010835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숲</a:t>
            </a:r>
            <a:r>
              <a:rPr lang="en-US" altLang="ko-KR" dirty="0">
                <a:solidFill>
                  <a:sysClr val="windowText" lastClr="000000"/>
                </a:solidFill>
              </a:rPr>
              <a:t>2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pic>
        <p:nvPicPr>
          <p:cNvPr id="19" name="그림 18">
            <a:extLst>
              <a:ext uri="{FF2B5EF4-FFF2-40B4-BE49-F238E27FC236}">
                <a16:creationId xmlns:a16="http://schemas.microsoft.com/office/drawing/2014/main" id="{7951EF7C-3C48-9993-9CDD-19B5DC78E59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38333" y="4479534"/>
            <a:ext cx="2434865" cy="1363734"/>
          </a:xfrm>
          <a:prstGeom prst="rect">
            <a:avLst/>
          </a:prstGeom>
        </p:spPr>
      </p:pic>
      <p:sp>
        <p:nvSpPr>
          <p:cNvPr id="21" name="자유형: 도형 20">
            <a:extLst>
              <a:ext uri="{FF2B5EF4-FFF2-40B4-BE49-F238E27FC236}">
                <a16:creationId xmlns:a16="http://schemas.microsoft.com/office/drawing/2014/main" id="{3624343D-F233-F33D-BECD-1B56C0A27FE7}"/>
              </a:ext>
            </a:extLst>
          </p:cNvPr>
          <p:cNvSpPr/>
          <p:nvPr/>
        </p:nvSpPr>
        <p:spPr>
          <a:xfrm>
            <a:off x="4368614" y="1533525"/>
            <a:ext cx="1164454" cy="4320000"/>
          </a:xfrm>
          <a:custGeom>
            <a:avLst/>
            <a:gdLst>
              <a:gd name="csX0" fmla="*/ 1160649 w 1164454"/>
              <a:gd name="csY0" fmla="*/ 0 h 4424944"/>
              <a:gd name="csX1" fmla="*/ 1046349 w 1164454"/>
              <a:gd name="csY1" fmla="*/ 1457325 h 4424944"/>
              <a:gd name="csX2" fmla="*/ 379599 w 1164454"/>
              <a:gd name="csY2" fmla="*/ 2519363 h 4424944"/>
              <a:gd name="csX3" fmla="*/ 31936 w 1164454"/>
              <a:gd name="csY3" fmla="*/ 4257675 h 4424944"/>
              <a:gd name="csX4" fmla="*/ 36699 w 1164454"/>
              <a:gd name="csY4" fmla="*/ 4257675 h 44249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164454" h="4424944">
                <a:moveTo>
                  <a:pt x="1160649" y="0"/>
                </a:moveTo>
                <a:cubicBezTo>
                  <a:pt x="1168586" y="518715"/>
                  <a:pt x="1176524" y="1037431"/>
                  <a:pt x="1046349" y="1457325"/>
                </a:cubicBezTo>
                <a:cubicBezTo>
                  <a:pt x="916174" y="1877219"/>
                  <a:pt x="548668" y="2052638"/>
                  <a:pt x="379599" y="2519363"/>
                </a:cubicBezTo>
                <a:cubicBezTo>
                  <a:pt x="210530" y="2986088"/>
                  <a:pt x="89086" y="3967956"/>
                  <a:pt x="31936" y="4257675"/>
                </a:cubicBezTo>
                <a:cubicBezTo>
                  <a:pt x="-25214" y="4547394"/>
                  <a:pt x="5742" y="4402534"/>
                  <a:pt x="36699" y="4257675"/>
                </a:cubicBezTo>
              </a:path>
            </a:pathLst>
          </a:cu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0070C0"/>
              </a:solidFill>
            </a:endParaRPr>
          </a:p>
        </p:txBody>
      </p:sp>
      <p:sp>
        <p:nvSpPr>
          <p:cNvPr id="23" name="자유형: 도형 22">
            <a:extLst>
              <a:ext uri="{FF2B5EF4-FFF2-40B4-BE49-F238E27FC236}">
                <a16:creationId xmlns:a16="http://schemas.microsoft.com/office/drawing/2014/main" id="{FE8F91D7-32CE-30CA-5745-FF68DE29219C}"/>
              </a:ext>
            </a:extLst>
          </p:cNvPr>
          <p:cNvSpPr/>
          <p:nvPr/>
        </p:nvSpPr>
        <p:spPr>
          <a:xfrm>
            <a:off x="4133850" y="1533526"/>
            <a:ext cx="1217417" cy="3790950"/>
          </a:xfrm>
          <a:custGeom>
            <a:avLst/>
            <a:gdLst>
              <a:gd name="csX0" fmla="*/ 1160649 w 1164454"/>
              <a:gd name="csY0" fmla="*/ 0 h 4424944"/>
              <a:gd name="csX1" fmla="*/ 1046349 w 1164454"/>
              <a:gd name="csY1" fmla="*/ 1457325 h 4424944"/>
              <a:gd name="csX2" fmla="*/ 379599 w 1164454"/>
              <a:gd name="csY2" fmla="*/ 2519363 h 4424944"/>
              <a:gd name="csX3" fmla="*/ 31936 w 1164454"/>
              <a:gd name="csY3" fmla="*/ 4257675 h 4424944"/>
              <a:gd name="csX4" fmla="*/ 36699 w 1164454"/>
              <a:gd name="csY4" fmla="*/ 4257675 h 44249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164454" h="4424944">
                <a:moveTo>
                  <a:pt x="1160649" y="0"/>
                </a:moveTo>
                <a:cubicBezTo>
                  <a:pt x="1168586" y="518715"/>
                  <a:pt x="1176524" y="1037431"/>
                  <a:pt x="1046349" y="1457325"/>
                </a:cubicBezTo>
                <a:cubicBezTo>
                  <a:pt x="916174" y="1877219"/>
                  <a:pt x="548668" y="2052638"/>
                  <a:pt x="379599" y="2519363"/>
                </a:cubicBezTo>
                <a:cubicBezTo>
                  <a:pt x="210530" y="2986088"/>
                  <a:pt x="89086" y="3967956"/>
                  <a:pt x="31936" y="4257675"/>
                </a:cubicBezTo>
                <a:cubicBezTo>
                  <a:pt x="-25214" y="4547394"/>
                  <a:pt x="5742" y="4402534"/>
                  <a:pt x="36699" y="4257675"/>
                </a:cubicBezTo>
              </a:path>
            </a:pathLst>
          </a:cu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0070C0"/>
              </a:solidFill>
            </a:endParaRPr>
          </a:p>
        </p:txBody>
      </p:sp>
      <p:sp>
        <p:nvSpPr>
          <p:cNvPr id="25" name="타원 24">
            <a:extLst>
              <a:ext uri="{FF2B5EF4-FFF2-40B4-BE49-F238E27FC236}">
                <a16:creationId xmlns:a16="http://schemas.microsoft.com/office/drawing/2014/main" id="{9F4B4B7F-FF74-02E1-546C-1BC095504E76}"/>
              </a:ext>
            </a:extLst>
          </p:cNvPr>
          <p:cNvSpPr/>
          <p:nvPr/>
        </p:nvSpPr>
        <p:spPr>
          <a:xfrm>
            <a:off x="4045209" y="2324101"/>
            <a:ext cx="1192728" cy="800100"/>
          </a:xfrm>
          <a:prstGeom prst="ellipse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늪</a:t>
            </a:r>
          </a:p>
        </p:txBody>
      </p:sp>
      <p:sp>
        <p:nvSpPr>
          <p:cNvPr id="27" name="사각형: 둥근 모서리 26">
            <a:extLst>
              <a:ext uri="{FF2B5EF4-FFF2-40B4-BE49-F238E27FC236}">
                <a16:creationId xmlns:a16="http://schemas.microsoft.com/office/drawing/2014/main" id="{7404409D-3593-14FF-675B-3547AD02CF0D}"/>
              </a:ext>
            </a:extLst>
          </p:cNvPr>
          <p:cNvSpPr/>
          <p:nvPr/>
        </p:nvSpPr>
        <p:spPr>
          <a:xfrm>
            <a:off x="1248444" y="3460716"/>
            <a:ext cx="1361405" cy="1082709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숲</a:t>
            </a:r>
            <a:r>
              <a:rPr lang="en-US" altLang="ko-KR" dirty="0">
                <a:solidFill>
                  <a:sysClr val="windowText" lastClr="000000"/>
                </a:solidFill>
              </a:rPr>
              <a:t>1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F0863923-BE75-FE83-8AF3-98269B4AC798}"/>
              </a:ext>
            </a:extLst>
          </p:cNvPr>
          <p:cNvSpPr txBox="1"/>
          <p:nvPr/>
        </p:nvSpPr>
        <p:spPr>
          <a:xfrm>
            <a:off x="4349071" y="3341690"/>
            <a:ext cx="102591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>
                <a:solidFill>
                  <a:srgbClr val="0070C0"/>
                </a:solidFill>
              </a:rPr>
              <a:t>강</a:t>
            </a:r>
            <a:endParaRPr lang="ko-KR" altLang="en-US" sz="1400" b="1" dirty="0">
              <a:solidFill>
                <a:srgbClr val="0070C0"/>
              </a:solidFill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537F8417-65B7-C457-5F6C-51E2C488FD09}"/>
              </a:ext>
            </a:extLst>
          </p:cNvPr>
          <p:cNvSpPr txBox="1"/>
          <p:nvPr/>
        </p:nvSpPr>
        <p:spPr>
          <a:xfrm>
            <a:off x="2848932" y="4942057"/>
            <a:ext cx="10259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600" b="1">
                <a:solidFill>
                  <a:sysClr val="windowText" lastClr="000000"/>
                </a:solidFill>
              </a:rPr>
              <a:t>산</a:t>
            </a:r>
            <a:endParaRPr lang="ko-KR" altLang="en-US" sz="1600" b="1" dirty="0">
              <a:solidFill>
                <a:sysClr val="windowText" lastClr="000000"/>
              </a:solidFill>
            </a:endParaRPr>
          </a:p>
        </p:txBody>
      </p:sp>
      <p:sp>
        <p:nvSpPr>
          <p:cNvPr id="33" name="이등변 삼각형 32">
            <a:extLst>
              <a:ext uri="{FF2B5EF4-FFF2-40B4-BE49-F238E27FC236}">
                <a16:creationId xmlns:a16="http://schemas.microsoft.com/office/drawing/2014/main" id="{118FA3B4-EEAE-B544-1EC4-469F01ED5556}"/>
              </a:ext>
            </a:extLst>
          </p:cNvPr>
          <p:cNvSpPr/>
          <p:nvPr/>
        </p:nvSpPr>
        <p:spPr>
          <a:xfrm>
            <a:off x="3988594" y="1679663"/>
            <a:ext cx="290512" cy="190500"/>
          </a:xfrm>
          <a:prstGeom prst="triangl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10" name="이등변 삼각형 9">
            <a:extLst>
              <a:ext uri="{FF2B5EF4-FFF2-40B4-BE49-F238E27FC236}">
                <a16:creationId xmlns:a16="http://schemas.microsoft.com/office/drawing/2014/main" id="{B4E544C8-4057-07D1-E838-13A4AB1D9D2A}"/>
              </a:ext>
            </a:extLst>
          </p:cNvPr>
          <p:cNvSpPr/>
          <p:nvPr/>
        </p:nvSpPr>
        <p:spPr>
          <a:xfrm>
            <a:off x="2369148" y="5120849"/>
            <a:ext cx="290512" cy="190500"/>
          </a:xfrm>
          <a:prstGeom prst="triangl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14" name="이등변 삼각형 13">
            <a:extLst>
              <a:ext uri="{FF2B5EF4-FFF2-40B4-BE49-F238E27FC236}">
                <a16:creationId xmlns:a16="http://schemas.microsoft.com/office/drawing/2014/main" id="{0027FCC1-99E8-0622-8FD3-4A3643924EAE}"/>
              </a:ext>
            </a:extLst>
          </p:cNvPr>
          <p:cNvSpPr/>
          <p:nvPr/>
        </p:nvSpPr>
        <p:spPr>
          <a:xfrm>
            <a:off x="4494825" y="5470438"/>
            <a:ext cx="290512" cy="190500"/>
          </a:xfrm>
          <a:prstGeom prst="triangl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18" name="이등변 삼각형 17">
            <a:extLst>
              <a:ext uri="{FF2B5EF4-FFF2-40B4-BE49-F238E27FC236}">
                <a16:creationId xmlns:a16="http://schemas.microsoft.com/office/drawing/2014/main" id="{13839D72-6AE0-FF15-C785-D205371A6316}"/>
              </a:ext>
            </a:extLst>
          </p:cNvPr>
          <p:cNvSpPr/>
          <p:nvPr/>
        </p:nvSpPr>
        <p:spPr>
          <a:xfrm>
            <a:off x="1638634" y="3447119"/>
            <a:ext cx="290512" cy="190500"/>
          </a:xfrm>
          <a:prstGeom prst="triangl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22" name="이등변 삼각형 21">
            <a:extLst>
              <a:ext uri="{FF2B5EF4-FFF2-40B4-BE49-F238E27FC236}">
                <a16:creationId xmlns:a16="http://schemas.microsoft.com/office/drawing/2014/main" id="{7E92919F-047F-A7FD-1324-6493FD15CFC1}"/>
              </a:ext>
            </a:extLst>
          </p:cNvPr>
          <p:cNvSpPr/>
          <p:nvPr/>
        </p:nvSpPr>
        <p:spPr>
          <a:xfrm>
            <a:off x="4103926" y="3846316"/>
            <a:ext cx="290512" cy="190500"/>
          </a:xfrm>
          <a:prstGeom prst="triangl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6582281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DAF991A-20C7-7F44-7340-325C98B8EA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맵 지형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E475D34-F6A7-1259-2E06-8F88F6F387BE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173F34EE-1CA5-89FC-3071-2540CFD3952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529202"/>
            <a:ext cx="5181600" cy="4647761"/>
          </a:xfrm>
        </p:spPr>
        <p:txBody>
          <a:bodyPr>
            <a:normAutofit fontScale="77500" lnSpcReduction="20000"/>
          </a:bodyPr>
          <a:lstStyle/>
          <a:p>
            <a:pPr marL="0" indent="0">
              <a:buNone/>
            </a:pPr>
            <a:r>
              <a:rPr lang="ko-KR" altLang="en-US" dirty="0"/>
              <a:t>모래 지형 </a:t>
            </a:r>
            <a:r>
              <a:rPr lang="en-US" altLang="ko-KR" dirty="0"/>
              <a:t>: </a:t>
            </a:r>
            <a:r>
              <a:rPr lang="ko-KR" altLang="en-US" dirty="0"/>
              <a:t>플레이어 이동속도 </a:t>
            </a:r>
            <a:r>
              <a:rPr lang="en-US" altLang="ko-KR" dirty="0"/>
              <a:t>1/2 </a:t>
            </a:r>
            <a:r>
              <a:rPr lang="ko-KR" altLang="en-US" dirty="0"/>
              <a:t>감소</a:t>
            </a:r>
            <a:r>
              <a:rPr lang="en-US" altLang="ko-KR" dirty="0"/>
              <a:t>, </a:t>
            </a:r>
            <a:r>
              <a:rPr lang="ko-KR" altLang="en-US" dirty="0"/>
              <a:t>몬스터 없음</a:t>
            </a:r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pPr marL="0" indent="0">
              <a:buNone/>
            </a:pPr>
            <a:r>
              <a:rPr lang="ko-KR" altLang="en-US" dirty="0"/>
              <a:t>늪 지형 </a:t>
            </a:r>
            <a:r>
              <a:rPr lang="en-US" altLang="ko-KR" dirty="0"/>
              <a:t>: </a:t>
            </a:r>
            <a:r>
              <a:rPr lang="ko-KR" altLang="en-US" dirty="0"/>
              <a:t>플레이어 이동속도 </a:t>
            </a:r>
            <a:r>
              <a:rPr lang="en-US" altLang="ko-KR" dirty="0"/>
              <a:t>1/3 </a:t>
            </a:r>
            <a:r>
              <a:rPr lang="ko-KR" altLang="en-US" dirty="0"/>
              <a:t>감소</a:t>
            </a:r>
            <a:r>
              <a:rPr lang="en-US" altLang="ko-KR" dirty="0"/>
              <a:t>, </a:t>
            </a:r>
            <a:r>
              <a:rPr lang="ko-KR" altLang="en-US" dirty="0"/>
              <a:t>방향전환율 </a:t>
            </a:r>
            <a:r>
              <a:rPr lang="en-US" altLang="ko-KR" dirty="0"/>
              <a:t>1/4 </a:t>
            </a:r>
            <a:r>
              <a:rPr lang="ko-KR" altLang="en-US" dirty="0"/>
              <a:t>감소</a:t>
            </a:r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pPr marL="0" indent="0">
              <a:buNone/>
            </a:pPr>
            <a:r>
              <a:rPr lang="ko-KR" altLang="en-US" dirty="0"/>
              <a:t>수중 지형 </a:t>
            </a:r>
            <a:r>
              <a:rPr lang="en-US" altLang="ko-KR" dirty="0"/>
              <a:t>: </a:t>
            </a:r>
            <a:r>
              <a:rPr lang="ko-KR" altLang="en-US" dirty="0"/>
              <a:t>플레이어에게 묻은 냄새 </a:t>
            </a:r>
            <a:br>
              <a:rPr lang="en-US" altLang="ko-KR" dirty="0"/>
            </a:br>
            <a:r>
              <a:rPr lang="ko-KR" altLang="en-US" dirty="0"/>
              <a:t>제거</a:t>
            </a:r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pPr marL="0" indent="0">
              <a:buNone/>
            </a:pPr>
            <a:r>
              <a:rPr lang="ko-KR" altLang="en-US" dirty="0"/>
              <a:t>산 </a:t>
            </a:r>
            <a:r>
              <a:rPr lang="en-US" altLang="ko-KR" dirty="0"/>
              <a:t>: </a:t>
            </a:r>
            <a:r>
              <a:rPr lang="ko-KR" altLang="en-US" dirty="0"/>
              <a:t>일반적으로 지나갈 수 없을 정도로 강한 존재가 있음</a:t>
            </a:r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pPr marL="0" indent="0">
              <a:buNone/>
            </a:pPr>
            <a:r>
              <a:rPr lang="ko-KR" altLang="en-US" dirty="0"/>
              <a:t>숲</a:t>
            </a:r>
            <a:r>
              <a:rPr lang="en-US" altLang="ko-KR" dirty="0"/>
              <a:t>: </a:t>
            </a:r>
            <a:r>
              <a:rPr lang="ko-KR" altLang="en-US" dirty="0"/>
              <a:t>일반 지형</a:t>
            </a:r>
            <a:endParaRPr lang="en-US" altLang="ko-KR" dirty="0"/>
          </a:p>
          <a:p>
            <a:endParaRPr lang="ko-KR" altLang="en-US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D203198-45D6-3AAD-6451-4780C43DB4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10/11/2026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9F62DC9-923E-46D3-442F-D830BC988A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18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58C67CF1-3DCB-56B7-EFA5-766725AA1515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D1712AFD-B319-EF8D-5B6D-EFFE5D21FF0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2992" y="1529202"/>
            <a:ext cx="4320000" cy="4320000"/>
          </a:xfrm>
          <a:prstGeom prst="rect">
            <a:avLst/>
          </a:prstGeom>
        </p:spPr>
      </p:pic>
      <p:sp>
        <p:nvSpPr>
          <p:cNvPr id="11" name="사각형: 잘린 대각선 방향 모서리 10">
            <a:extLst>
              <a:ext uri="{FF2B5EF4-FFF2-40B4-BE49-F238E27FC236}">
                <a16:creationId xmlns:a16="http://schemas.microsoft.com/office/drawing/2014/main" id="{4456D1FD-45C9-D3ED-4648-79F29AE8BE2D}"/>
              </a:ext>
            </a:extLst>
          </p:cNvPr>
          <p:cNvSpPr/>
          <p:nvPr/>
        </p:nvSpPr>
        <p:spPr>
          <a:xfrm>
            <a:off x="1242991" y="1529203"/>
            <a:ext cx="1781197" cy="1194948"/>
          </a:xfrm>
          <a:prstGeom prst="snip2DiagRect">
            <a:avLst>
              <a:gd name="adj1" fmla="val 0"/>
              <a:gd name="adj2" fmla="val 50000"/>
            </a:avLst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모래언덕</a:t>
            </a:r>
          </a:p>
        </p:txBody>
      </p:sp>
      <p:sp>
        <p:nvSpPr>
          <p:cNvPr id="13" name="사각형: 둥근 모서리 12">
            <a:extLst>
              <a:ext uri="{FF2B5EF4-FFF2-40B4-BE49-F238E27FC236}">
                <a16:creationId xmlns:a16="http://schemas.microsoft.com/office/drawing/2014/main" id="{049119AF-9D3E-EC0D-8A98-094733E89840}"/>
              </a:ext>
            </a:extLst>
          </p:cNvPr>
          <p:cNvSpPr/>
          <p:nvPr/>
        </p:nvSpPr>
        <p:spPr>
          <a:xfrm>
            <a:off x="2900363" y="2418165"/>
            <a:ext cx="1524390" cy="1010835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숲</a:t>
            </a:r>
            <a:r>
              <a:rPr lang="en-US" altLang="ko-KR" dirty="0">
                <a:solidFill>
                  <a:sysClr val="windowText" lastClr="000000"/>
                </a:solidFill>
              </a:rPr>
              <a:t>2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pic>
        <p:nvPicPr>
          <p:cNvPr id="15" name="그림 14">
            <a:extLst>
              <a:ext uri="{FF2B5EF4-FFF2-40B4-BE49-F238E27FC236}">
                <a16:creationId xmlns:a16="http://schemas.microsoft.com/office/drawing/2014/main" id="{3BC1A104-D346-7B19-ACA5-ADAF55C35CE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38333" y="4479534"/>
            <a:ext cx="2434865" cy="1363734"/>
          </a:xfrm>
          <a:prstGeom prst="rect">
            <a:avLst/>
          </a:prstGeom>
        </p:spPr>
      </p:pic>
      <p:sp>
        <p:nvSpPr>
          <p:cNvPr id="17" name="자유형: 도형 16">
            <a:extLst>
              <a:ext uri="{FF2B5EF4-FFF2-40B4-BE49-F238E27FC236}">
                <a16:creationId xmlns:a16="http://schemas.microsoft.com/office/drawing/2014/main" id="{710CDF3A-58E0-A4AA-79AA-5DDEB13DF7F0}"/>
              </a:ext>
            </a:extLst>
          </p:cNvPr>
          <p:cNvSpPr/>
          <p:nvPr/>
        </p:nvSpPr>
        <p:spPr>
          <a:xfrm>
            <a:off x="4368614" y="1533525"/>
            <a:ext cx="1164454" cy="4320000"/>
          </a:xfrm>
          <a:custGeom>
            <a:avLst/>
            <a:gdLst>
              <a:gd name="csX0" fmla="*/ 1160649 w 1164454"/>
              <a:gd name="csY0" fmla="*/ 0 h 4424944"/>
              <a:gd name="csX1" fmla="*/ 1046349 w 1164454"/>
              <a:gd name="csY1" fmla="*/ 1457325 h 4424944"/>
              <a:gd name="csX2" fmla="*/ 379599 w 1164454"/>
              <a:gd name="csY2" fmla="*/ 2519363 h 4424944"/>
              <a:gd name="csX3" fmla="*/ 31936 w 1164454"/>
              <a:gd name="csY3" fmla="*/ 4257675 h 4424944"/>
              <a:gd name="csX4" fmla="*/ 36699 w 1164454"/>
              <a:gd name="csY4" fmla="*/ 4257675 h 44249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164454" h="4424944">
                <a:moveTo>
                  <a:pt x="1160649" y="0"/>
                </a:moveTo>
                <a:cubicBezTo>
                  <a:pt x="1168586" y="518715"/>
                  <a:pt x="1176524" y="1037431"/>
                  <a:pt x="1046349" y="1457325"/>
                </a:cubicBezTo>
                <a:cubicBezTo>
                  <a:pt x="916174" y="1877219"/>
                  <a:pt x="548668" y="2052638"/>
                  <a:pt x="379599" y="2519363"/>
                </a:cubicBezTo>
                <a:cubicBezTo>
                  <a:pt x="210530" y="2986088"/>
                  <a:pt x="89086" y="3967956"/>
                  <a:pt x="31936" y="4257675"/>
                </a:cubicBezTo>
                <a:cubicBezTo>
                  <a:pt x="-25214" y="4547394"/>
                  <a:pt x="5742" y="4402534"/>
                  <a:pt x="36699" y="4257675"/>
                </a:cubicBezTo>
              </a:path>
            </a:pathLst>
          </a:cu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0070C0"/>
              </a:solidFill>
            </a:endParaRPr>
          </a:p>
        </p:txBody>
      </p:sp>
      <p:sp>
        <p:nvSpPr>
          <p:cNvPr id="19" name="자유형: 도형 18">
            <a:extLst>
              <a:ext uri="{FF2B5EF4-FFF2-40B4-BE49-F238E27FC236}">
                <a16:creationId xmlns:a16="http://schemas.microsoft.com/office/drawing/2014/main" id="{D62D7D8A-8451-C666-FB32-D68DCBCBF7B3}"/>
              </a:ext>
            </a:extLst>
          </p:cNvPr>
          <p:cNvSpPr/>
          <p:nvPr/>
        </p:nvSpPr>
        <p:spPr>
          <a:xfrm>
            <a:off x="4133850" y="1533526"/>
            <a:ext cx="1217417" cy="3790950"/>
          </a:xfrm>
          <a:custGeom>
            <a:avLst/>
            <a:gdLst>
              <a:gd name="csX0" fmla="*/ 1160649 w 1164454"/>
              <a:gd name="csY0" fmla="*/ 0 h 4424944"/>
              <a:gd name="csX1" fmla="*/ 1046349 w 1164454"/>
              <a:gd name="csY1" fmla="*/ 1457325 h 4424944"/>
              <a:gd name="csX2" fmla="*/ 379599 w 1164454"/>
              <a:gd name="csY2" fmla="*/ 2519363 h 4424944"/>
              <a:gd name="csX3" fmla="*/ 31936 w 1164454"/>
              <a:gd name="csY3" fmla="*/ 4257675 h 4424944"/>
              <a:gd name="csX4" fmla="*/ 36699 w 1164454"/>
              <a:gd name="csY4" fmla="*/ 4257675 h 44249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164454" h="4424944">
                <a:moveTo>
                  <a:pt x="1160649" y="0"/>
                </a:moveTo>
                <a:cubicBezTo>
                  <a:pt x="1168586" y="518715"/>
                  <a:pt x="1176524" y="1037431"/>
                  <a:pt x="1046349" y="1457325"/>
                </a:cubicBezTo>
                <a:cubicBezTo>
                  <a:pt x="916174" y="1877219"/>
                  <a:pt x="548668" y="2052638"/>
                  <a:pt x="379599" y="2519363"/>
                </a:cubicBezTo>
                <a:cubicBezTo>
                  <a:pt x="210530" y="2986088"/>
                  <a:pt x="89086" y="3967956"/>
                  <a:pt x="31936" y="4257675"/>
                </a:cubicBezTo>
                <a:cubicBezTo>
                  <a:pt x="-25214" y="4547394"/>
                  <a:pt x="5742" y="4402534"/>
                  <a:pt x="36699" y="4257675"/>
                </a:cubicBezTo>
              </a:path>
            </a:pathLst>
          </a:cu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0070C0"/>
              </a:solidFill>
            </a:endParaRPr>
          </a:p>
        </p:txBody>
      </p:sp>
      <p:sp>
        <p:nvSpPr>
          <p:cNvPr id="21" name="타원 20">
            <a:extLst>
              <a:ext uri="{FF2B5EF4-FFF2-40B4-BE49-F238E27FC236}">
                <a16:creationId xmlns:a16="http://schemas.microsoft.com/office/drawing/2014/main" id="{601E91C3-F41F-559F-989F-595FB643DFFB}"/>
              </a:ext>
            </a:extLst>
          </p:cNvPr>
          <p:cNvSpPr/>
          <p:nvPr/>
        </p:nvSpPr>
        <p:spPr>
          <a:xfrm>
            <a:off x="4045209" y="2324101"/>
            <a:ext cx="1192728" cy="800100"/>
          </a:xfrm>
          <a:prstGeom prst="ellipse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늪</a:t>
            </a:r>
          </a:p>
        </p:txBody>
      </p:sp>
      <p:sp>
        <p:nvSpPr>
          <p:cNvPr id="23" name="사각형: 둥근 모서리 22">
            <a:extLst>
              <a:ext uri="{FF2B5EF4-FFF2-40B4-BE49-F238E27FC236}">
                <a16:creationId xmlns:a16="http://schemas.microsoft.com/office/drawing/2014/main" id="{283721EF-5060-2CFE-A9B1-678CCC292D1B}"/>
              </a:ext>
            </a:extLst>
          </p:cNvPr>
          <p:cNvSpPr/>
          <p:nvPr/>
        </p:nvSpPr>
        <p:spPr>
          <a:xfrm>
            <a:off x="1248444" y="3460716"/>
            <a:ext cx="1361405" cy="1082709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숲</a:t>
            </a:r>
            <a:r>
              <a:rPr lang="en-US" altLang="ko-KR" dirty="0">
                <a:solidFill>
                  <a:sysClr val="windowText" lastClr="000000"/>
                </a:solidFill>
              </a:rPr>
              <a:t>1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27BEC025-39CA-A396-CD07-77E0D8FFEC44}"/>
              </a:ext>
            </a:extLst>
          </p:cNvPr>
          <p:cNvSpPr txBox="1"/>
          <p:nvPr/>
        </p:nvSpPr>
        <p:spPr>
          <a:xfrm>
            <a:off x="4349071" y="3341690"/>
            <a:ext cx="102591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>
                <a:solidFill>
                  <a:srgbClr val="0070C0"/>
                </a:solidFill>
              </a:rPr>
              <a:t>강</a:t>
            </a:r>
            <a:endParaRPr lang="ko-KR" altLang="en-US" sz="1400" b="1" dirty="0">
              <a:solidFill>
                <a:srgbClr val="0070C0"/>
              </a:solidFill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A0E3502E-26CD-E735-2F38-7057F0B5454A}"/>
              </a:ext>
            </a:extLst>
          </p:cNvPr>
          <p:cNvSpPr txBox="1"/>
          <p:nvPr/>
        </p:nvSpPr>
        <p:spPr>
          <a:xfrm>
            <a:off x="2848932" y="4942057"/>
            <a:ext cx="10259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600" b="1">
                <a:solidFill>
                  <a:sysClr val="windowText" lastClr="000000"/>
                </a:solidFill>
              </a:rPr>
              <a:t>산</a:t>
            </a:r>
            <a:endParaRPr lang="ko-KR" altLang="en-US" sz="1600" b="1" dirty="0">
              <a:solidFill>
                <a:sysClr val="windowText" lastClr="000000"/>
              </a:solidFill>
            </a:endParaRPr>
          </a:p>
        </p:txBody>
      </p:sp>
      <p:sp>
        <p:nvSpPr>
          <p:cNvPr id="29" name="그래픽 34" descr="배지 1 단색으로 채워진">
            <a:extLst>
              <a:ext uri="{FF2B5EF4-FFF2-40B4-BE49-F238E27FC236}">
                <a16:creationId xmlns:a16="http://schemas.microsoft.com/office/drawing/2014/main" id="{0E443984-6597-FECF-5DCD-F8C0183CACD7}"/>
              </a:ext>
            </a:extLst>
          </p:cNvPr>
          <p:cNvSpPr/>
          <p:nvPr/>
        </p:nvSpPr>
        <p:spPr>
          <a:xfrm>
            <a:off x="5789062" y="1620924"/>
            <a:ext cx="389964" cy="389964"/>
          </a:xfrm>
          <a:custGeom>
            <a:avLst/>
            <a:gdLst>
              <a:gd name="csX0" fmla="*/ 194982 w 389964"/>
              <a:gd name="csY0" fmla="*/ 0 h 389964"/>
              <a:gd name="csX1" fmla="*/ 0 w 389964"/>
              <a:gd name="csY1" fmla="*/ 194982 h 389964"/>
              <a:gd name="csX2" fmla="*/ 194982 w 389964"/>
              <a:gd name="csY2" fmla="*/ 389964 h 389964"/>
              <a:gd name="csX3" fmla="*/ 389964 w 389964"/>
              <a:gd name="csY3" fmla="*/ 194982 h 389964"/>
              <a:gd name="csX4" fmla="*/ 389964 w 389964"/>
              <a:gd name="csY4" fmla="*/ 194962 h 389964"/>
              <a:gd name="csX5" fmla="*/ 195136 w 389964"/>
              <a:gd name="csY5" fmla="*/ 0 h 389964"/>
              <a:gd name="csX6" fmla="*/ 194982 w 389964"/>
              <a:gd name="csY6" fmla="*/ 0 h 389964"/>
              <a:gd name="csX7" fmla="*/ 216370 w 389964"/>
              <a:gd name="csY7" fmla="*/ 277747 h 389964"/>
              <a:gd name="csX8" fmla="*/ 186711 w 389964"/>
              <a:gd name="csY8" fmla="*/ 277747 h 389964"/>
              <a:gd name="csX9" fmla="*/ 186711 w 389964"/>
              <a:gd name="csY9" fmla="*/ 136096 h 389964"/>
              <a:gd name="csX10" fmla="*/ 178779 w 389964"/>
              <a:gd name="csY10" fmla="*/ 141040 h 389964"/>
              <a:gd name="csX11" fmla="*/ 170175 w 389964"/>
              <a:gd name="csY11" fmla="*/ 145301 h 389964"/>
              <a:gd name="csX12" fmla="*/ 160118 w 389964"/>
              <a:gd name="csY12" fmla="*/ 148797 h 389964"/>
              <a:gd name="csX13" fmla="*/ 148525 w 389964"/>
              <a:gd name="csY13" fmla="*/ 151950 h 389964"/>
              <a:gd name="csX14" fmla="*/ 148525 w 389964"/>
              <a:gd name="csY14" fmla="*/ 128256 h 389964"/>
              <a:gd name="csX15" fmla="*/ 156277 w 389964"/>
              <a:gd name="csY15" fmla="*/ 125869 h 389964"/>
              <a:gd name="csX16" fmla="*/ 163188 w 389964"/>
              <a:gd name="csY16" fmla="*/ 123482 h 389964"/>
              <a:gd name="csX17" fmla="*/ 170006 w 389964"/>
              <a:gd name="csY17" fmla="*/ 120668 h 389964"/>
              <a:gd name="csX18" fmla="*/ 176823 w 389964"/>
              <a:gd name="csY18" fmla="*/ 117855 h 389964"/>
              <a:gd name="csX19" fmla="*/ 183380 w 389964"/>
              <a:gd name="csY19" fmla="*/ 114446 h 389964"/>
              <a:gd name="csX20" fmla="*/ 189951 w 389964"/>
              <a:gd name="csY20" fmla="*/ 110852 h 389964"/>
              <a:gd name="csX21" fmla="*/ 197020 w 389964"/>
              <a:gd name="csY21" fmla="*/ 106745 h 389964"/>
              <a:gd name="csX22" fmla="*/ 204100 w 389964"/>
              <a:gd name="csY22" fmla="*/ 102638 h 389964"/>
              <a:gd name="csX23" fmla="*/ 216370 w 389964"/>
              <a:gd name="csY23" fmla="*/ 102638 h 38996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</a:cxnLst>
            <a:rect l="l" t="t" r="r" b="b"/>
            <a:pathLst>
              <a:path w="389964" h="389964">
                <a:moveTo>
                  <a:pt x="194982" y="0"/>
                </a:moveTo>
                <a:cubicBezTo>
                  <a:pt x="87297" y="0"/>
                  <a:pt x="0" y="87297"/>
                  <a:pt x="0" y="194982"/>
                </a:cubicBezTo>
                <a:cubicBezTo>
                  <a:pt x="0" y="302668"/>
                  <a:pt x="87297" y="389964"/>
                  <a:pt x="194982" y="389964"/>
                </a:cubicBezTo>
                <a:cubicBezTo>
                  <a:pt x="302668" y="389964"/>
                  <a:pt x="389964" y="302668"/>
                  <a:pt x="389964" y="194982"/>
                </a:cubicBezTo>
                <a:cubicBezTo>
                  <a:pt x="389964" y="194976"/>
                  <a:pt x="389964" y="194968"/>
                  <a:pt x="389964" y="194962"/>
                </a:cubicBezTo>
                <a:cubicBezTo>
                  <a:pt x="390001" y="87324"/>
                  <a:pt x="302774" y="37"/>
                  <a:pt x="195136" y="0"/>
                </a:cubicBezTo>
                <a:cubicBezTo>
                  <a:pt x="195085" y="0"/>
                  <a:pt x="195034" y="0"/>
                  <a:pt x="194982" y="0"/>
                </a:cubicBezTo>
                <a:close/>
                <a:moveTo>
                  <a:pt x="216370" y="277747"/>
                </a:moveTo>
                <a:lnTo>
                  <a:pt x="186711" y="277747"/>
                </a:lnTo>
                <a:lnTo>
                  <a:pt x="186711" y="136096"/>
                </a:lnTo>
                <a:cubicBezTo>
                  <a:pt x="184206" y="137807"/>
                  <a:pt x="181562" y="139455"/>
                  <a:pt x="178779" y="141040"/>
                </a:cubicBezTo>
                <a:cubicBezTo>
                  <a:pt x="175998" y="142630"/>
                  <a:pt x="173125" y="144052"/>
                  <a:pt x="170175" y="145301"/>
                </a:cubicBezTo>
                <a:cubicBezTo>
                  <a:pt x="166985" y="146554"/>
                  <a:pt x="163633" y="147719"/>
                  <a:pt x="160118" y="148797"/>
                </a:cubicBezTo>
                <a:cubicBezTo>
                  <a:pt x="156602" y="149875"/>
                  <a:pt x="152739" y="150926"/>
                  <a:pt x="148525" y="151950"/>
                </a:cubicBezTo>
                <a:lnTo>
                  <a:pt x="148525" y="128256"/>
                </a:lnTo>
                <a:cubicBezTo>
                  <a:pt x="151366" y="127459"/>
                  <a:pt x="153950" y="126663"/>
                  <a:pt x="156277" y="125869"/>
                </a:cubicBezTo>
                <a:cubicBezTo>
                  <a:pt x="158605" y="125075"/>
                  <a:pt x="160908" y="124279"/>
                  <a:pt x="163188" y="123482"/>
                </a:cubicBezTo>
                <a:cubicBezTo>
                  <a:pt x="165452" y="122573"/>
                  <a:pt x="167731" y="121639"/>
                  <a:pt x="170006" y="120668"/>
                </a:cubicBezTo>
                <a:cubicBezTo>
                  <a:pt x="172280" y="119698"/>
                  <a:pt x="174549" y="118769"/>
                  <a:pt x="176823" y="117855"/>
                </a:cubicBezTo>
                <a:cubicBezTo>
                  <a:pt x="178980" y="116719"/>
                  <a:pt x="181165" y="115582"/>
                  <a:pt x="183380" y="114446"/>
                </a:cubicBezTo>
                <a:cubicBezTo>
                  <a:pt x="185594" y="113310"/>
                  <a:pt x="187784" y="112112"/>
                  <a:pt x="189951" y="110852"/>
                </a:cubicBezTo>
                <a:cubicBezTo>
                  <a:pt x="192347" y="109606"/>
                  <a:pt x="194703" y="108238"/>
                  <a:pt x="197020" y="106745"/>
                </a:cubicBezTo>
                <a:cubicBezTo>
                  <a:pt x="199337" y="105253"/>
                  <a:pt x="201697" y="103884"/>
                  <a:pt x="204100" y="102638"/>
                </a:cubicBezTo>
                <a:lnTo>
                  <a:pt x="216370" y="102638"/>
                </a:lnTo>
                <a:close/>
              </a:path>
            </a:pathLst>
          </a:custGeom>
          <a:solidFill>
            <a:srgbClr val="7030A0"/>
          </a:solidFill>
          <a:ln w="5060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1" name="그래픽 34" descr="배지 1 단색으로 채워진">
            <a:extLst>
              <a:ext uri="{FF2B5EF4-FFF2-40B4-BE49-F238E27FC236}">
                <a16:creationId xmlns:a16="http://schemas.microsoft.com/office/drawing/2014/main" id="{FC656D2F-A77D-0D37-8766-3B0170306A91}"/>
              </a:ext>
            </a:extLst>
          </p:cNvPr>
          <p:cNvSpPr/>
          <p:nvPr/>
        </p:nvSpPr>
        <p:spPr>
          <a:xfrm>
            <a:off x="1369459" y="1671785"/>
            <a:ext cx="389964" cy="389964"/>
          </a:xfrm>
          <a:custGeom>
            <a:avLst/>
            <a:gdLst>
              <a:gd name="csX0" fmla="*/ 194982 w 389964"/>
              <a:gd name="csY0" fmla="*/ 0 h 389964"/>
              <a:gd name="csX1" fmla="*/ 0 w 389964"/>
              <a:gd name="csY1" fmla="*/ 194982 h 389964"/>
              <a:gd name="csX2" fmla="*/ 194982 w 389964"/>
              <a:gd name="csY2" fmla="*/ 389964 h 389964"/>
              <a:gd name="csX3" fmla="*/ 389964 w 389964"/>
              <a:gd name="csY3" fmla="*/ 194982 h 389964"/>
              <a:gd name="csX4" fmla="*/ 389964 w 389964"/>
              <a:gd name="csY4" fmla="*/ 194962 h 389964"/>
              <a:gd name="csX5" fmla="*/ 195136 w 389964"/>
              <a:gd name="csY5" fmla="*/ 0 h 389964"/>
              <a:gd name="csX6" fmla="*/ 194982 w 389964"/>
              <a:gd name="csY6" fmla="*/ 0 h 389964"/>
              <a:gd name="csX7" fmla="*/ 216370 w 389964"/>
              <a:gd name="csY7" fmla="*/ 277747 h 389964"/>
              <a:gd name="csX8" fmla="*/ 186711 w 389964"/>
              <a:gd name="csY8" fmla="*/ 277747 h 389964"/>
              <a:gd name="csX9" fmla="*/ 186711 w 389964"/>
              <a:gd name="csY9" fmla="*/ 136096 h 389964"/>
              <a:gd name="csX10" fmla="*/ 178779 w 389964"/>
              <a:gd name="csY10" fmla="*/ 141040 h 389964"/>
              <a:gd name="csX11" fmla="*/ 170175 w 389964"/>
              <a:gd name="csY11" fmla="*/ 145301 h 389964"/>
              <a:gd name="csX12" fmla="*/ 160118 w 389964"/>
              <a:gd name="csY12" fmla="*/ 148797 h 389964"/>
              <a:gd name="csX13" fmla="*/ 148525 w 389964"/>
              <a:gd name="csY13" fmla="*/ 151950 h 389964"/>
              <a:gd name="csX14" fmla="*/ 148525 w 389964"/>
              <a:gd name="csY14" fmla="*/ 128256 h 389964"/>
              <a:gd name="csX15" fmla="*/ 156277 w 389964"/>
              <a:gd name="csY15" fmla="*/ 125869 h 389964"/>
              <a:gd name="csX16" fmla="*/ 163188 w 389964"/>
              <a:gd name="csY16" fmla="*/ 123482 h 389964"/>
              <a:gd name="csX17" fmla="*/ 170006 w 389964"/>
              <a:gd name="csY17" fmla="*/ 120668 h 389964"/>
              <a:gd name="csX18" fmla="*/ 176823 w 389964"/>
              <a:gd name="csY18" fmla="*/ 117855 h 389964"/>
              <a:gd name="csX19" fmla="*/ 183380 w 389964"/>
              <a:gd name="csY19" fmla="*/ 114446 h 389964"/>
              <a:gd name="csX20" fmla="*/ 189951 w 389964"/>
              <a:gd name="csY20" fmla="*/ 110852 h 389964"/>
              <a:gd name="csX21" fmla="*/ 197020 w 389964"/>
              <a:gd name="csY21" fmla="*/ 106745 h 389964"/>
              <a:gd name="csX22" fmla="*/ 204100 w 389964"/>
              <a:gd name="csY22" fmla="*/ 102638 h 389964"/>
              <a:gd name="csX23" fmla="*/ 216370 w 389964"/>
              <a:gd name="csY23" fmla="*/ 102638 h 38996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</a:cxnLst>
            <a:rect l="l" t="t" r="r" b="b"/>
            <a:pathLst>
              <a:path w="389964" h="389964">
                <a:moveTo>
                  <a:pt x="194982" y="0"/>
                </a:moveTo>
                <a:cubicBezTo>
                  <a:pt x="87297" y="0"/>
                  <a:pt x="0" y="87297"/>
                  <a:pt x="0" y="194982"/>
                </a:cubicBezTo>
                <a:cubicBezTo>
                  <a:pt x="0" y="302668"/>
                  <a:pt x="87297" y="389964"/>
                  <a:pt x="194982" y="389964"/>
                </a:cubicBezTo>
                <a:cubicBezTo>
                  <a:pt x="302668" y="389964"/>
                  <a:pt x="389964" y="302668"/>
                  <a:pt x="389964" y="194982"/>
                </a:cubicBezTo>
                <a:cubicBezTo>
                  <a:pt x="389964" y="194976"/>
                  <a:pt x="389964" y="194968"/>
                  <a:pt x="389964" y="194962"/>
                </a:cubicBezTo>
                <a:cubicBezTo>
                  <a:pt x="390001" y="87324"/>
                  <a:pt x="302774" y="37"/>
                  <a:pt x="195136" y="0"/>
                </a:cubicBezTo>
                <a:cubicBezTo>
                  <a:pt x="195085" y="0"/>
                  <a:pt x="195034" y="0"/>
                  <a:pt x="194982" y="0"/>
                </a:cubicBezTo>
                <a:close/>
                <a:moveTo>
                  <a:pt x="216370" y="277747"/>
                </a:moveTo>
                <a:lnTo>
                  <a:pt x="186711" y="277747"/>
                </a:lnTo>
                <a:lnTo>
                  <a:pt x="186711" y="136096"/>
                </a:lnTo>
                <a:cubicBezTo>
                  <a:pt x="184206" y="137807"/>
                  <a:pt x="181562" y="139455"/>
                  <a:pt x="178779" y="141040"/>
                </a:cubicBezTo>
                <a:cubicBezTo>
                  <a:pt x="175998" y="142630"/>
                  <a:pt x="173125" y="144052"/>
                  <a:pt x="170175" y="145301"/>
                </a:cubicBezTo>
                <a:cubicBezTo>
                  <a:pt x="166985" y="146554"/>
                  <a:pt x="163633" y="147719"/>
                  <a:pt x="160118" y="148797"/>
                </a:cubicBezTo>
                <a:cubicBezTo>
                  <a:pt x="156602" y="149875"/>
                  <a:pt x="152739" y="150926"/>
                  <a:pt x="148525" y="151950"/>
                </a:cubicBezTo>
                <a:lnTo>
                  <a:pt x="148525" y="128256"/>
                </a:lnTo>
                <a:cubicBezTo>
                  <a:pt x="151366" y="127459"/>
                  <a:pt x="153950" y="126663"/>
                  <a:pt x="156277" y="125869"/>
                </a:cubicBezTo>
                <a:cubicBezTo>
                  <a:pt x="158605" y="125075"/>
                  <a:pt x="160908" y="124279"/>
                  <a:pt x="163188" y="123482"/>
                </a:cubicBezTo>
                <a:cubicBezTo>
                  <a:pt x="165452" y="122573"/>
                  <a:pt x="167731" y="121639"/>
                  <a:pt x="170006" y="120668"/>
                </a:cubicBezTo>
                <a:cubicBezTo>
                  <a:pt x="172280" y="119698"/>
                  <a:pt x="174549" y="118769"/>
                  <a:pt x="176823" y="117855"/>
                </a:cubicBezTo>
                <a:cubicBezTo>
                  <a:pt x="178980" y="116719"/>
                  <a:pt x="181165" y="115582"/>
                  <a:pt x="183380" y="114446"/>
                </a:cubicBezTo>
                <a:cubicBezTo>
                  <a:pt x="185594" y="113310"/>
                  <a:pt x="187784" y="112112"/>
                  <a:pt x="189951" y="110852"/>
                </a:cubicBezTo>
                <a:cubicBezTo>
                  <a:pt x="192347" y="109606"/>
                  <a:pt x="194703" y="108238"/>
                  <a:pt x="197020" y="106745"/>
                </a:cubicBezTo>
                <a:cubicBezTo>
                  <a:pt x="199337" y="105253"/>
                  <a:pt x="201697" y="103884"/>
                  <a:pt x="204100" y="102638"/>
                </a:cubicBezTo>
                <a:lnTo>
                  <a:pt x="216370" y="102638"/>
                </a:lnTo>
                <a:close/>
              </a:path>
            </a:pathLst>
          </a:custGeom>
          <a:solidFill>
            <a:srgbClr val="7030A0"/>
          </a:solidFill>
          <a:ln w="5060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3" name="그래픽 39" descr="배지 단색으로 채워진">
            <a:extLst>
              <a:ext uri="{FF2B5EF4-FFF2-40B4-BE49-F238E27FC236}">
                <a16:creationId xmlns:a16="http://schemas.microsoft.com/office/drawing/2014/main" id="{9031AD2B-D905-5B06-178D-29C5F1170DE6}"/>
              </a:ext>
            </a:extLst>
          </p:cNvPr>
          <p:cNvSpPr/>
          <p:nvPr/>
        </p:nvSpPr>
        <p:spPr>
          <a:xfrm>
            <a:off x="5821086" y="2668840"/>
            <a:ext cx="389031" cy="389964"/>
          </a:xfrm>
          <a:custGeom>
            <a:avLst/>
            <a:gdLst>
              <a:gd name="csX0" fmla="*/ 176368 w 352735"/>
              <a:gd name="csY0" fmla="*/ 0 h 352735"/>
              <a:gd name="csX1" fmla="*/ 0 w 352735"/>
              <a:gd name="csY1" fmla="*/ 176368 h 352735"/>
              <a:gd name="csX2" fmla="*/ 176368 w 352735"/>
              <a:gd name="csY2" fmla="*/ 352736 h 352735"/>
              <a:gd name="csX3" fmla="*/ 352735 w 352735"/>
              <a:gd name="csY3" fmla="*/ 176368 h 352735"/>
              <a:gd name="csX4" fmla="*/ 352735 w 352735"/>
              <a:gd name="csY4" fmla="*/ 176354 h 352735"/>
              <a:gd name="csX5" fmla="*/ 176502 w 352735"/>
              <a:gd name="csY5" fmla="*/ 0 h 352735"/>
              <a:gd name="csX6" fmla="*/ 176368 w 352735"/>
              <a:gd name="csY6" fmla="*/ 0 h 352735"/>
              <a:gd name="csX7" fmla="*/ 226790 w 352735"/>
              <a:gd name="csY7" fmla="*/ 255452 h 352735"/>
              <a:gd name="csX8" fmla="*/ 125950 w 352735"/>
              <a:gd name="csY8" fmla="*/ 255452 h 352735"/>
              <a:gd name="csX9" fmla="*/ 125950 w 352735"/>
              <a:gd name="csY9" fmla="*/ 240652 h 352735"/>
              <a:gd name="csX10" fmla="*/ 129340 w 352735"/>
              <a:gd name="csY10" fmla="*/ 222541 h 352735"/>
              <a:gd name="csX11" fmla="*/ 138665 w 352735"/>
              <a:gd name="csY11" fmla="*/ 207681 h 352735"/>
              <a:gd name="csX12" fmla="*/ 152471 w 352735"/>
              <a:gd name="csY12" fmla="*/ 195041 h 352735"/>
              <a:gd name="csX13" fmla="*/ 169430 w 352735"/>
              <a:gd name="csY13" fmla="*/ 183631 h 352735"/>
              <a:gd name="csX14" fmla="*/ 183826 w 352735"/>
              <a:gd name="csY14" fmla="*/ 173298 h 352735"/>
              <a:gd name="csX15" fmla="*/ 192784 w 352735"/>
              <a:gd name="csY15" fmla="*/ 163463 h 352735"/>
              <a:gd name="csX16" fmla="*/ 197339 w 352735"/>
              <a:gd name="csY16" fmla="*/ 153515 h 352735"/>
              <a:gd name="csX17" fmla="*/ 198570 w 352735"/>
              <a:gd name="csY17" fmla="*/ 142412 h 352735"/>
              <a:gd name="csX18" fmla="*/ 197028 w 352735"/>
              <a:gd name="csY18" fmla="*/ 132855 h 352735"/>
              <a:gd name="csX19" fmla="*/ 192477 w 352735"/>
              <a:gd name="csY19" fmla="*/ 124761 h 352735"/>
              <a:gd name="csX20" fmla="*/ 184768 w 352735"/>
              <a:gd name="csY20" fmla="*/ 119188 h 352735"/>
              <a:gd name="csX21" fmla="*/ 173902 w 352735"/>
              <a:gd name="csY21" fmla="*/ 117108 h 352735"/>
              <a:gd name="csX22" fmla="*/ 152930 w 352735"/>
              <a:gd name="csY22" fmla="*/ 122044 h 352735"/>
              <a:gd name="csX23" fmla="*/ 134276 w 352735"/>
              <a:gd name="csY23" fmla="*/ 135302 h 352735"/>
              <a:gd name="csX24" fmla="*/ 134276 w 352735"/>
              <a:gd name="csY24" fmla="*/ 111247 h 352735"/>
              <a:gd name="csX25" fmla="*/ 153005 w 352735"/>
              <a:gd name="csY25" fmla="*/ 100455 h 352735"/>
              <a:gd name="csX26" fmla="*/ 176224 w 352735"/>
              <a:gd name="csY26" fmla="*/ 97205 h 352735"/>
              <a:gd name="csX27" fmla="*/ 194725 w 352735"/>
              <a:gd name="csY27" fmla="*/ 99991 h 352735"/>
              <a:gd name="csX28" fmla="*/ 209836 w 352735"/>
              <a:gd name="csY28" fmla="*/ 108085 h 352735"/>
              <a:gd name="csX29" fmla="*/ 220015 w 352735"/>
              <a:gd name="csY29" fmla="*/ 121343 h 352735"/>
              <a:gd name="csX30" fmla="*/ 223730 w 352735"/>
              <a:gd name="csY30" fmla="*/ 139454 h 352735"/>
              <a:gd name="csX31" fmla="*/ 221794 w 352735"/>
              <a:gd name="csY31" fmla="*/ 156102 h 352735"/>
              <a:gd name="csX32" fmla="*/ 215441 w 352735"/>
              <a:gd name="csY32" fmla="*/ 170493 h 352735"/>
              <a:gd name="csX33" fmla="*/ 203961 w 352735"/>
              <a:gd name="csY33" fmla="*/ 183603 h 352735"/>
              <a:gd name="csX34" fmla="*/ 186691 w 352735"/>
              <a:gd name="csY34" fmla="*/ 196397 h 352735"/>
              <a:gd name="csX35" fmla="*/ 171886 w 352735"/>
              <a:gd name="csY35" fmla="*/ 206111 h 352735"/>
              <a:gd name="csX36" fmla="*/ 160857 w 352735"/>
              <a:gd name="csY36" fmla="*/ 214976 h 352735"/>
              <a:gd name="csX37" fmla="*/ 154003 w 352735"/>
              <a:gd name="csY37" fmla="*/ 224074 h 352735"/>
              <a:gd name="csX38" fmla="*/ 151681 w 352735"/>
              <a:gd name="csY38" fmla="*/ 234485 h 352735"/>
              <a:gd name="csX39" fmla="*/ 226772 w 352735"/>
              <a:gd name="csY39" fmla="*/ 234485 h 35273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</a:cxnLst>
            <a:rect l="l" t="t" r="r" b="b"/>
            <a:pathLst>
              <a:path w="352735" h="352735">
                <a:moveTo>
                  <a:pt x="176368" y="0"/>
                </a:moveTo>
                <a:cubicBezTo>
                  <a:pt x="78963" y="0"/>
                  <a:pt x="0" y="78963"/>
                  <a:pt x="0" y="176368"/>
                </a:cubicBezTo>
                <a:cubicBezTo>
                  <a:pt x="0" y="273773"/>
                  <a:pt x="78963" y="352736"/>
                  <a:pt x="176368" y="352736"/>
                </a:cubicBezTo>
                <a:cubicBezTo>
                  <a:pt x="273773" y="352736"/>
                  <a:pt x="352735" y="273773"/>
                  <a:pt x="352735" y="176368"/>
                </a:cubicBezTo>
                <a:cubicBezTo>
                  <a:pt x="352735" y="176363"/>
                  <a:pt x="352735" y="176358"/>
                  <a:pt x="352735" y="176354"/>
                </a:cubicBezTo>
                <a:cubicBezTo>
                  <a:pt x="352769" y="78990"/>
                  <a:pt x="273867" y="33"/>
                  <a:pt x="176502" y="0"/>
                </a:cubicBezTo>
                <a:cubicBezTo>
                  <a:pt x="176457" y="0"/>
                  <a:pt x="176413" y="0"/>
                  <a:pt x="176368" y="0"/>
                </a:cubicBezTo>
                <a:close/>
                <a:moveTo>
                  <a:pt x="226790" y="255452"/>
                </a:moveTo>
                <a:lnTo>
                  <a:pt x="125950" y="255452"/>
                </a:lnTo>
                <a:lnTo>
                  <a:pt x="125950" y="240652"/>
                </a:lnTo>
                <a:cubicBezTo>
                  <a:pt x="125858" y="234449"/>
                  <a:pt x="127010" y="228291"/>
                  <a:pt x="129340" y="222541"/>
                </a:cubicBezTo>
                <a:cubicBezTo>
                  <a:pt x="131623" y="217115"/>
                  <a:pt x="134772" y="212096"/>
                  <a:pt x="138665" y="207681"/>
                </a:cubicBezTo>
                <a:cubicBezTo>
                  <a:pt x="142807" y="202992"/>
                  <a:pt x="147435" y="198755"/>
                  <a:pt x="152471" y="195041"/>
                </a:cubicBezTo>
                <a:cubicBezTo>
                  <a:pt x="157715" y="191137"/>
                  <a:pt x="163368" y="187333"/>
                  <a:pt x="169430" y="183631"/>
                </a:cubicBezTo>
                <a:cubicBezTo>
                  <a:pt x="174506" y="180591"/>
                  <a:pt x="179321" y="177135"/>
                  <a:pt x="183826" y="173298"/>
                </a:cubicBezTo>
                <a:cubicBezTo>
                  <a:pt x="187212" y="170408"/>
                  <a:pt x="190222" y="167104"/>
                  <a:pt x="192784" y="163463"/>
                </a:cubicBezTo>
                <a:cubicBezTo>
                  <a:pt x="194892" y="160450"/>
                  <a:pt x="196436" y="157080"/>
                  <a:pt x="197339" y="153515"/>
                </a:cubicBezTo>
                <a:cubicBezTo>
                  <a:pt x="198186" y="149876"/>
                  <a:pt x="198600" y="146149"/>
                  <a:pt x="198570" y="142412"/>
                </a:cubicBezTo>
                <a:cubicBezTo>
                  <a:pt x="198575" y="139164"/>
                  <a:pt x="198055" y="135937"/>
                  <a:pt x="197028" y="132855"/>
                </a:cubicBezTo>
                <a:cubicBezTo>
                  <a:pt x="196061" y="129883"/>
                  <a:pt x="194514" y="127132"/>
                  <a:pt x="192477" y="124761"/>
                </a:cubicBezTo>
                <a:cubicBezTo>
                  <a:pt x="190354" y="122353"/>
                  <a:pt x="187721" y="120449"/>
                  <a:pt x="184768" y="119188"/>
                </a:cubicBezTo>
                <a:cubicBezTo>
                  <a:pt x="181332" y="117742"/>
                  <a:pt x="177630" y="117033"/>
                  <a:pt x="173902" y="117108"/>
                </a:cubicBezTo>
                <a:cubicBezTo>
                  <a:pt x="166620" y="117081"/>
                  <a:pt x="159435" y="118772"/>
                  <a:pt x="152930" y="122044"/>
                </a:cubicBezTo>
                <a:cubicBezTo>
                  <a:pt x="146090" y="125516"/>
                  <a:pt x="139803" y="129983"/>
                  <a:pt x="134276" y="135302"/>
                </a:cubicBezTo>
                <a:lnTo>
                  <a:pt x="134276" y="111247"/>
                </a:lnTo>
                <a:cubicBezTo>
                  <a:pt x="139617" y="106273"/>
                  <a:pt x="146022" y="102581"/>
                  <a:pt x="153005" y="100455"/>
                </a:cubicBezTo>
                <a:cubicBezTo>
                  <a:pt x="160539" y="98221"/>
                  <a:pt x="168366" y="97125"/>
                  <a:pt x="176224" y="97205"/>
                </a:cubicBezTo>
                <a:cubicBezTo>
                  <a:pt x="182499" y="97161"/>
                  <a:pt x="188741" y="98101"/>
                  <a:pt x="194725" y="99991"/>
                </a:cubicBezTo>
                <a:cubicBezTo>
                  <a:pt x="200231" y="101704"/>
                  <a:pt x="205359" y="104451"/>
                  <a:pt x="209836" y="108085"/>
                </a:cubicBezTo>
                <a:cubicBezTo>
                  <a:pt x="214188" y="111677"/>
                  <a:pt x="217669" y="116210"/>
                  <a:pt x="220015" y="121343"/>
                </a:cubicBezTo>
                <a:cubicBezTo>
                  <a:pt x="222569" y="127034"/>
                  <a:pt x="223837" y="133217"/>
                  <a:pt x="223730" y="139454"/>
                </a:cubicBezTo>
                <a:cubicBezTo>
                  <a:pt x="223784" y="145063"/>
                  <a:pt x="223134" y="150656"/>
                  <a:pt x="221794" y="156102"/>
                </a:cubicBezTo>
                <a:cubicBezTo>
                  <a:pt x="220480" y="161215"/>
                  <a:pt x="218334" y="166078"/>
                  <a:pt x="215441" y="170493"/>
                </a:cubicBezTo>
                <a:cubicBezTo>
                  <a:pt x="212216" y="175355"/>
                  <a:pt x="208355" y="179764"/>
                  <a:pt x="203961" y="183603"/>
                </a:cubicBezTo>
                <a:cubicBezTo>
                  <a:pt x="198553" y="188319"/>
                  <a:pt x="192778" y="192597"/>
                  <a:pt x="186691" y="196397"/>
                </a:cubicBezTo>
                <a:cubicBezTo>
                  <a:pt x="181137" y="199895"/>
                  <a:pt x="176202" y="203133"/>
                  <a:pt x="171886" y="206111"/>
                </a:cubicBezTo>
                <a:cubicBezTo>
                  <a:pt x="167977" y="208765"/>
                  <a:pt x="164289" y="211730"/>
                  <a:pt x="160857" y="214976"/>
                </a:cubicBezTo>
                <a:cubicBezTo>
                  <a:pt x="158066" y="217592"/>
                  <a:pt x="155748" y="220670"/>
                  <a:pt x="154003" y="224074"/>
                </a:cubicBezTo>
                <a:cubicBezTo>
                  <a:pt x="152434" y="227318"/>
                  <a:pt x="151639" y="230882"/>
                  <a:pt x="151681" y="234485"/>
                </a:cubicBezTo>
                <a:lnTo>
                  <a:pt x="226772" y="234485"/>
                </a:lnTo>
                <a:close/>
              </a:path>
            </a:pathLst>
          </a:custGeom>
          <a:solidFill>
            <a:srgbClr val="7030A0"/>
          </a:solidFill>
          <a:ln w="4564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5" name="그래픽 42" descr="배지 3 단색으로 채워진">
            <a:extLst>
              <a:ext uri="{FF2B5EF4-FFF2-40B4-BE49-F238E27FC236}">
                <a16:creationId xmlns:a16="http://schemas.microsoft.com/office/drawing/2014/main" id="{641C89B7-FB7A-9305-4349-F570362BA545}"/>
              </a:ext>
            </a:extLst>
          </p:cNvPr>
          <p:cNvSpPr/>
          <p:nvPr/>
        </p:nvSpPr>
        <p:spPr>
          <a:xfrm>
            <a:off x="5821086" y="3711210"/>
            <a:ext cx="389031" cy="389963"/>
          </a:xfrm>
          <a:custGeom>
            <a:avLst/>
            <a:gdLst>
              <a:gd name="csX0" fmla="*/ 176297 w 352584"/>
              <a:gd name="csY0" fmla="*/ 0 h 352584"/>
              <a:gd name="csX1" fmla="*/ 0 w 352584"/>
              <a:gd name="csY1" fmla="*/ 176288 h 352584"/>
              <a:gd name="csX2" fmla="*/ 176288 w 352584"/>
              <a:gd name="csY2" fmla="*/ 352585 h 352584"/>
              <a:gd name="csX3" fmla="*/ 352585 w 352584"/>
              <a:gd name="csY3" fmla="*/ 176297 h 352584"/>
              <a:gd name="csX4" fmla="*/ 352585 w 352584"/>
              <a:gd name="csY4" fmla="*/ 176279 h 352584"/>
              <a:gd name="csX5" fmla="*/ 176436 w 352584"/>
              <a:gd name="csY5" fmla="*/ 0 h 352584"/>
              <a:gd name="csX6" fmla="*/ 176297 w 352584"/>
              <a:gd name="csY6" fmla="*/ 0 h 352584"/>
              <a:gd name="csX7" fmla="*/ 222937 w 352584"/>
              <a:gd name="csY7" fmla="*/ 229914 h 352584"/>
              <a:gd name="csX8" fmla="*/ 209755 w 352584"/>
              <a:gd name="csY8" fmla="*/ 244400 h 352584"/>
              <a:gd name="csX9" fmla="*/ 190417 w 352584"/>
              <a:gd name="csY9" fmla="*/ 253261 h 352584"/>
              <a:gd name="csX10" fmla="*/ 167209 w 352584"/>
              <a:gd name="csY10" fmla="*/ 256269 h 352584"/>
              <a:gd name="csX11" fmla="*/ 143629 w 352584"/>
              <a:gd name="csY11" fmla="*/ 254185 h 352584"/>
              <a:gd name="csX12" fmla="*/ 124983 w 352584"/>
              <a:gd name="csY12" fmla="*/ 247947 h 352584"/>
              <a:gd name="csX13" fmla="*/ 124983 w 352584"/>
              <a:gd name="csY13" fmla="*/ 224195 h 352584"/>
              <a:gd name="csX14" fmla="*/ 145406 w 352584"/>
              <a:gd name="csY14" fmla="*/ 233599 h 352584"/>
              <a:gd name="csX15" fmla="*/ 167979 w 352584"/>
              <a:gd name="csY15" fmla="*/ 236681 h 352584"/>
              <a:gd name="csX16" fmla="*/ 178924 w 352584"/>
              <a:gd name="csY16" fmla="*/ 235600 h 352584"/>
              <a:gd name="csX17" fmla="*/ 189795 w 352584"/>
              <a:gd name="csY17" fmla="*/ 231673 h 352584"/>
              <a:gd name="csX18" fmla="*/ 198118 w 352584"/>
              <a:gd name="csY18" fmla="*/ 223889 h 352584"/>
              <a:gd name="csX19" fmla="*/ 201423 w 352584"/>
              <a:gd name="csY19" fmla="*/ 211407 h 352584"/>
              <a:gd name="csX20" fmla="*/ 198271 w 352584"/>
              <a:gd name="csY20" fmla="*/ 198536 h 352584"/>
              <a:gd name="csX21" fmla="*/ 189484 w 352584"/>
              <a:gd name="csY21" fmla="*/ 189907 h 352584"/>
              <a:gd name="csX22" fmla="*/ 176232 w 352584"/>
              <a:gd name="csY22" fmla="*/ 185051 h 352584"/>
              <a:gd name="csX23" fmla="*/ 159657 w 352584"/>
              <a:gd name="csY23" fmla="*/ 183510 h 352584"/>
              <a:gd name="csX24" fmla="*/ 145332 w 352584"/>
              <a:gd name="csY24" fmla="*/ 183510 h 352584"/>
              <a:gd name="csX25" fmla="*/ 145332 w 352584"/>
              <a:gd name="csY25" fmla="*/ 163783 h 352584"/>
              <a:gd name="csX26" fmla="*/ 158895 w 352584"/>
              <a:gd name="csY26" fmla="*/ 163783 h 352584"/>
              <a:gd name="csX27" fmla="*/ 173619 w 352584"/>
              <a:gd name="csY27" fmla="*/ 162391 h 352584"/>
              <a:gd name="csX28" fmla="*/ 185177 w 352584"/>
              <a:gd name="csY28" fmla="*/ 157846 h 352584"/>
              <a:gd name="csX29" fmla="*/ 192729 w 352584"/>
              <a:gd name="csY29" fmla="*/ 149751 h 352584"/>
              <a:gd name="csX30" fmla="*/ 195426 w 352584"/>
              <a:gd name="csY30" fmla="*/ 137734 h 352584"/>
              <a:gd name="csX31" fmla="*/ 192887 w 352584"/>
              <a:gd name="csY31" fmla="*/ 126867 h 352584"/>
              <a:gd name="csX32" fmla="*/ 186388 w 352584"/>
              <a:gd name="csY32" fmla="*/ 120239 h 352584"/>
              <a:gd name="csX33" fmla="*/ 177829 w 352584"/>
              <a:gd name="csY33" fmla="*/ 116925 h 352584"/>
              <a:gd name="csX34" fmla="*/ 168894 w 352584"/>
              <a:gd name="csY34" fmla="*/ 115997 h 352584"/>
              <a:gd name="csX35" fmla="*/ 149779 w 352584"/>
              <a:gd name="csY35" fmla="*/ 118782 h 352584"/>
              <a:gd name="csX36" fmla="*/ 131593 w 352584"/>
              <a:gd name="csY36" fmla="*/ 127100 h 352584"/>
              <a:gd name="csX37" fmla="*/ 131593 w 352584"/>
              <a:gd name="csY37" fmla="*/ 105232 h 352584"/>
              <a:gd name="csX38" fmla="*/ 149904 w 352584"/>
              <a:gd name="csY38" fmla="*/ 98525 h 352584"/>
              <a:gd name="csX39" fmla="*/ 171089 w 352584"/>
              <a:gd name="csY39" fmla="*/ 96292 h 352584"/>
              <a:gd name="csX40" fmla="*/ 189976 w 352584"/>
              <a:gd name="csY40" fmla="*/ 98525 h 352584"/>
              <a:gd name="csX41" fmla="*/ 206222 w 352584"/>
              <a:gd name="csY41" fmla="*/ 105386 h 352584"/>
              <a:gd name="csX42" fmla="*/ 217553 w 352584"/>
              <a:gd name="csY42" fmla="*/ 117097 h 352584"/>
              <a:gd name="csX43" fmla="*/ 221786 w 352584"/>
              <a:gd name="csY43" fmla="*/ 133895 h 352584"/>
              <a:gd name="csX44" fmla="*/ 212930 w 352584"/>
              <a:gd name="csY44" fmla="*/ 159174 h 352584"/>
              <a:gd name="csX45" fmla="*/ 188653 w 352584"/>
              <a:gd name="csY45" fmla="*/ 172579 h 352584"/>
              <a:gd name="csX46" fmla="*/ 203293 w 352584"/>
              <a:gd name="csY46" fmla="*/ 176293 h 352584"/>
              <a:gd name="csX47" fmla="*/ 215858 w 352584"/>
              <a:gd name="csY47" fmla="*/ 184077 h 352584"/>
              <a:gd name="csX48" fmla="*/ 224562 w 352584"/>
              <a:gd name="csY48" fmla="*/ 195481 h 352584"/>
              <a:gd name="csX49" fmla="*/ 227811 w 352584"/>
              <a:gd name="csY49" fmla="*/ 209894 h 352584"/>
              <a:gd name="csX50" fmla="*/ 222937 w 352584"/>
              <a:gd name="csY50" fmla="*/ 229914 h 35258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</a:cxnLst>
            <a:rect l="l" t="t" r="r" b="b"/>
            <a:pathLst>
              <a:path w="352584" h="352584">
                <a:moveTo>
                  <a:pt x="176297" y="0"/>
                </a:moveTo>
                <a:cubicBezTo>
                  <a:pt x="78933" y="-3"/>
                  <a:pt x="3" y="78924"/>
                  <a:pt x="0" y="176288"/>
                </a:cubicBezTo>
                <a:cubicBezTo>
                  <a:pt x="-3" y="273652"/>
                  <a:pt x="78924" y="352582"/>
                  <a:pt x="176288" y="352585"/>
                </a:cubicBezTo>
                <a:cubicBezTo>
                  <a:pt x="273652" y="352587"/>
                  <a:pt x="352582" y="273661"/>
                  <a:pt x="352585" y="176297"/>
                </a:cubicBezTo>
                <a:cubicBezTo>
                  <a:pt x="352585" y="176291"/>
                  <a:pt x="352585" y="176285"/>
                  <a:pt x="352585" y="176279"/>
                </a:cubicBezTo>
                <a:cubicBezTo>
                  <a:pt x="352621" y="78958"/>
                  <a:pt x="273757" y="36"/>
                  <a:pt x="176436" y="0"/>
                </a:cubicBezTo>
                <a:cubicBezTo>
                  <a:pt x="176390" y="0"/>
                  <a:pt x="176344" y="0"/>
                  <a:pt x="176297" y="0"/>
                </a:cubicBezTo>
                <a:close/>
                <a:moveTo>
                  <a:pt x="222937" y="229914"/>
                </a:moveTo>
                <a:cubicBezTo>
                  <a:pt x="219694" y="235676"/>
                  <a:pt x="215187" y="240630"/>
                  <a:pt x="209755" y="244400"/>
                </a:cubicBezTo>
                <a:cubicBezTo>
                  <a:pt x="203875" y="248459"/>
                  <a:pt x="197330" y="251458"/>
                  <a:pt x="190417" y="253261"/>
                </a:cubicBezTo>
                <a:cubicBezTo>
                  <a:pt x="182850" y="255295"/>
                  <a:pt x="175044" y="256307"/>
                  <a:pt x="167209" y="256269"/>
                </a:cubicBezTo>
                <a:cubicBezTo>
                  <a:pt x="159301" y="256297"/>
                  <a:pt x="151409" y="255599"/>
                  <a:pt x="143629" y="254185"/>
                </a:cubicBezTo>
                <a:cubicBezTo>
                  <a:pt x="137115" y="253136"/>
                  <a:pt x="130817" y="251028"/>
                  <a:pt x="124983" y="247947"/>
                </a:cubicBezTo>
                <a:lnTo>
                  <a:pt x="124983" y="224195"/>
                </a:lnTo>
                <a:cubicBezTo>
                  <a:pt x="131177" y="228519"/>
                  <a:pt x="138093" y="231704"/>
                  <a:pt x="145406" y="233599"/>
                </a:cubicBezTo>
                <a:cubicBezTo>
                  <a:pt x="152763" y="235614"/>
                  <a:pt x="160352" y="236651"/>
                  <a:pt x="167979" y="236681"/>
                </a:cubicBezTo>
                <a:cubicBezTo>
                  <a:pt x="171653" y="236655"/>
                  <a:pt x="175317" y="236293"/>
                  <a:pt x="178924" y="235600"/>
                </a:cubicBezTo>
                <a:cubicBezTo>
                  <a:pt x="182744" y="234913"/>
                  <a:pt x="186419" y="233586"/>
                  <a:pt x="189795" y="231673"/>
                </a:cubicBezTo>
                <a:cubicBezTo>
                  <a:pt x="193140" y="229764"/>
                  <a:pt x="195990" y="227098"/>
                  <a:pt x="198118" y="223889"/>
                </a:cubicBezTo>
                <a:cubicBezTo>
                  <a:pt x="200444" y="220153"/>
                  <a:pt x="201595" y="215805"/>
                  <a:pt x="201423" y="211407"/>
                </a:cubicBezTo>
                <a:cubicBezTo>
                  <a:pt x="201559" y="206910"/>
                  <a:pt x="200469" y="202461"/>
                  <a:pt x="198271" y="198536"/>
                </a:cubicBezTo>
                <a:cubicBezTo>
                  <a:pt x="196125" y="194957"/>
                  <a:pt x="193101" y="191987"/>
                  <a:pt x="189484" y="189907"/>
                </a:cubicBezTo>
                <a:cubicBezTo>
                  <a:pt x="185368" y="187563"/>
                  <a:pt x="180889" y="185922"/>
                  <a:pt x="176232" y="185051"/>
                </a:cubicBezTo>
                <a:cubicBezTo>
                  <a:pt x="170772" y="183989"/>
                  <a:pt x="165219" y="183473"/>
                  <a:pt x="159657" y="183510"/>
                </a:cubicBezTo>
                <a:lnTo>
                  <a:pt x="145332" y="183510"/>
                </a:lnTo>
                <a:lnTo>
                  <a:pt x="145332" y="163783"/>
                </a:lnTo>
                <a:lnTo>
                  <a:pt x="158895" y="163783"/>
                </a:lnTo>
                <a:cubicBezTo>
                  <a:pt x="163838" y="163819"/>
                  <a:pt x="168771" y="163353"/>
                  <a:pt x="173619" y="162391"/>
                </a:cubicBezTo>
                <a:cubicBezTo>
                  <a:pt x="177722" y="161614"/>
                  <a:pt x="181643" y="160072"/>
                  <a:pt x="185177" y="157846"/>
                </a:cubicBezTo>
                <a:cubicBezTo>
                  <a:pt x="188334" y="155825"/>
                  <a:pt x="190932" y="153041"/>
                  <a:pt x="192729" y="149751"/>
                </a:cubicBezTo>
                <a:cubicBezTo>
                  <a:pt x="194626" y="146036"/>
                  <a:pt x="195554" y="141903"/>
                  <a:pt x="195426" y="137734"/>
                </a:cubicBezTo>
                <a:cubicBezTo>
                  <a:pt x="195580" y="133948"/>
                  <a:pt x="194703" y="130192"/>
                  <a:pt x="192887" y="126867"/>
                </a:cubicBezTo>
                <a:cubicBezTo>
                  <a:pt x="191300" y="124156"/>
                  <a:pt x="189067" y="121880"/>
                  <a:pt x="186388" y="120239"/>
                </a:cubicBezTo>
                <a:cubicBezTo>
                  <a:pt x="183752" y="118641"/>
                  <a:pt x="180854" y="117519"/>
                  <a:pt x="177829" y="116925"/>
                </a:cubicBezTo>
                <a:cubicBezTo>
                  <a:pt x="174888" y="116322"/>
                  <a:pt x="171895" y="116011"/>
                  <a:pt x="168894" y="115997"/>
                </a:cubicBezTo>
                <a:cubicBezTo>
                  <a:pt x="162425" y="116056"/>
                  <a:pt x="155995" y="116994"/>
                  <a:pt x="149779" y="118782"/>
                </a:cubicBezTo>
                <a:cubicBezTo>
                  <a:pt x="143302" y="120539"/>
                  <a:pt x="137158" y="123349"/>
                  <a:pt x="131593" y="127100"/>
                </a:cubicBezTo>
                <a:lnTo>
                  <a:pt x="131593" y="105232"/>
                </a:lnTo>
                <a:cubicBezTo>
                  <a:pt x="137363" y="102174"/>
                  <a:pt x="143524" y="99918"/>
                  <a:pt x="149904" y="98525"/>
                </a:cubicBezTo>
                <a:cubicBezTo>
                  <a:pt x="156862" y="97003"/>
                  <a:pt x="163967" y="96254"/>
                  <a:pt x="171089" y="96292"/>
                </a:cubicBezTo>
                <a:cubicBezTo>
                  <a:pt x="177452" y="96281"/>
                  <a:pt x="183792" y="97031"/>
                  <a:pt x="189976" y="98525"/>
                </a:cubicBezTo>
                <a:cubicBezTo>
                  <a:pt x="195741" y="99874"/>
                  <a:pt x="201235" y="102194"/>
                  <a:pt x="206222" y="105386"/>
                </a:cubicBezTo>
                <a:cubicBezTo>
                  <a:pt x="210849" y="108367"/>
                  <a:pt x="214726" y="112374"/>
                  <a:pt x="217553" y="117097"/>
                </a:cubicBezTo>
                <a:cubicBezTo>
                  <a:pt x="220473" y="122204"/>
                  <a:pt x="221937" y="128014"/>
                  <a:pt x="221786" y="133895"/>
                </a:cubicBezTo>
                <a:cubicBezTo>
                  <a:pt x="222154" y="143140"/>
                  <a:pt x="218987" y="152179"/>
                  <a:pt x="212930" y="159174"/>
                </a:cubicBezTo>
                <a:cubicBezTo>
                  <a:pt x="206443" y="166077"/>
                  <a:pt x="197951" y="170766"/>
                  <a:pt x="188653" y="172579"/>
                </a:cubicBezTo>
                <a:cubicBezTo>
                  <a:pt x="193688" y="173099"/>
                  <a:pt x="198620" y="174350"/>
                  <a:pt x="203293" y="176293"/>
                </a:cubicBezTo>
                <a:cubicBezTo>
                  <a:pt x="207887" y="178167"/>
                  <a:pt x="212134" y="180798"/>
                  <a:pt x="215858" y="184077"/>
                </a:cubicBezTo>
                <a:cubicBezTo>
                  <a:pt x="219473" y="187276"/>
                  <a:pt x="222430" y="191150"/>
                  <a:pt x="224562" y="195481"/>
                </a:cubicBezTo>
                <a:cubicBezTo>
                  <a:pt x="226751" y="199967"/>
                  <a:pt x="227864" y="204902"/>
                  <a:pt x="227811" y="209894"/>
                </a:cubicBezTo>
                <a:cubicBezTo>
                  <a:pt x="227957" y="216878"/>
                  <a:pt x="226277" y="223778"/>
                  <a:pt x="222937" y="229914"/>
                </a:cubicBezTo>
                <a:close/>
              </a:path>
            </a:pathLst>
          </a:custGeom>
          <a:solidFill>
            <a:srgbClr val="7030A0"/>
          </a:solidFill>
          <a:ln w="4564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7" name="그래픽 39" descr="배지 단색으로 채워진">
            <a:extLst>
              <a:ext uri="{FF2B5EF4-FFF2-40B4-BE49-F238E27FC236}">
                <a16:creationId xmlns:a16="http://schemas.microsoft.com/office/drawing/2014/main" id="{1A3B0922-79D2-CF17-A8BA-9ACD28DFDC66}"/>
              </a:ext>
            </a:extLst>
          </p:cNvPr>
          <p:cNvSpPr/>
          <p:nvPr/>
        </p:nvSpPr>
        <p:spPr>
          <a:xfrm>
            <a:off x="4241173" y="2247335"/>
            <a:ext cx="389031" cy="389964"/>
          </a:xfrm>
          <a:custGeom>
            <a:avLst/>
            <a:gdLst>
              <a:gd name="csX0" fmla="*/ 176368 w 352735"/>
              <a:gd name="csY0" fmla="*/ 0 h 352735"/>
              <a:gd name="csX1" fmla="*/ 0 w 352735"/>
              <a:gd name="csY1" fmla="*/ 176368 h 352735"/>
              <a:gd name="csX2" fmla="*/ 176368 w 352735"/>
              <a:gd name="csY2" fmla="*/ 352736 h 352735"/>
              <a:gd name="csX3" fmla="*/ 352735 w 352735"/>
              <a:gd name="csY3" fmla="*/ 176368 h 352735"/>
              <a:gd name="csX4" fmla="*/ 352735 w 352735"/>
              <a:gd name="csY4" fmla="*/ 176354 h 352735"/>
              <a:gd name="csX5" fmla="*/ 176502 w 352735"/>
              <a:gd name="csY5" fmla="*/ 0 h 352735"/>
              <a:gd name="csX6" fmla="*/ 176368 w 352735"/>
              <a:gd name="csY6" fmla="*/ 0 h 352735"/>
              <a:gd name="csX7" fmla="*/ 226790 w 352735"/>
              <a:gd name="csY7" fmla="*/ 255452 h 352735"/>
              <a:gd name="csX8" fmla="*/ 125950 w 352735"/>
              <a:gd name="csY8" fmla="*/ 255452 h 352735"/>
              <a:gd name="csX9" fmla="*/ 125950 w 352735"/>
              <a:gd name="csY9" fmla="*/ 240652 h 352735"/>
              <a:gd name="csX10" fmla="*/ 129340 w 352735"/>
              <a:gd name="csY10" fmla="*/ 222541 h 352735"/>
              <a:gd name="csX11" fmla="*/ 138665 w 352735"/>
              <a:gd name="csY11" fmla="*/ 207681 h 352735"/>
              <a:gd name="csX12" fmla="*/ 152471 w 352735"/>
              <a:gd name="csY12" fmla="*/ 195041 h 352735"/>
              <a:gd name="csX13" fmla="*/ 169430 w 352735"/>
              <a:gd name="csY13" fmla="*/ 183631 h 352735"/>
              <a:gd name="csX14" fmla="*/ 183826 w 352735"/>
              <a:gd name="csY14" fmla="*/ 173298 h 352735"/>
              <a:gd name="csX15" fmla="*/ 192784 w 352735"/>
              <a:gd name="csY15" fmla="*/ 163463 h 352735"/>
              <a:gd name="csX16" fmla="*/ 197339 w 352735"/>
              <a:gd name="csY16" fmla="*/ 153515 h 352735"/>
              <a:gd name="csX17" fmla="*/ 198570 w 352735"/>
              <a:gd name="csY17" fmla="*/ 142412 h 352735"/>
              <a:gd name="csX18" fmla="*/ 197028 w 352735"/>
              <a:gd name="csY18" fmla="*/ 132855 h 352735"/>
              <a:gd name="csX19" fmla="*/ 192477 w 352735"/>
              <a:gd name="csY19" fmla="*/ 124761 h 352735"/>
              <a:gd name="csX20" fmla="*/ 184768 w 352735"/>
              <a:gd name="csY20" fmla="*/ 119188 h 352735"/>
              <a:gd name="csX21" fmla="*/ 173902 w 352735"/>
              <a:gd name="csY21" fmla="*/ 117108 h 352735"/>
              <a:gd name="csX22" fmla="*/ 152930 w 352735"/>
              <a:gd name="csY22" fmla="*/ 122044 h 352735"/>
              <a:gd name="csX23" fmla="*/ 134276 w 352735"/>
              <a:gd name="csY23" fmla="*/ 135302 h 352735"/>
              <a:gd name="csX24" fmla="*/ 134276 w 352735"/>
              <a:gd name="csY24" fmla="*/ 111247 h 352735"/>
              <a:gd name="csX25" fmla="*/ 153005 w 352735"/>
              <a:gd name="csY25" fmla="*/ 100455 h 352735"/>
              <a:gd name="csX26" fmla="*/ 176224 w 352735"/>
              <a:gd name="csY26" fmla="*/ 97205 h 352735"/>
              <a:gd name="csX27" fmla="*/ 194725 w 352735"/>
              <a:gd name="csY27" fmla="*/ 99991 h 352735"/>
              <a:gd name="csX28" fmla="*/ 209836 w 352735"/>
              <a:gd name="csY28" fmla="*/ 108085 h 352735"/>
              <a:gd name="csX29" fmla="*/ 220015 w 352735"/>
              <a:gd name="csY29" fmla="*/ 121343 h 352735"/>
              <a:gd name="csX30" fmla="*/ 223730 w 352735"/>
              <a:gd name="csY30" fmla="*/ 139454 h 352735"/>
              <a:gd name="csX31" fmla="*/ 221794 w 352735"/>
              <a:gd name="csY31" fmla="*/ 156102 h 352735"/>
              <a:gd name="csX32" fmla="*/ 215441 w 352735"/>
              <a:gd name="csY32" fmla="*/ 170493 h 352735"/>
              <a:gd name="csX33" fmla="*/ 203961 w 352735"/>
              <a:gd name="csY33" fmla="*/ 183603 h 352735"/>
              <a:gd name="csX34" fmla="*/ 186691 w 352735"/>
              <a:gd name="csY34" fmla="*/ 196397 h 352735"/>
              <a:gd name="csX35" fmla="*/ 171886 w 352735"/>
              <a:gd name="csY35" fmla="*/ 206111 h 352735"/>
              <a:gd name="csX36" fmla="*/ 160857 w 352735"/>
              <a:gd name="csY36" fmla="*/ 214976 h 352735"/>
              <a:gd name="csX37" fmla="*/ 154003 w 352735"/>
              <a:gd name="csY37" fmla="*/ 224074 h 352735"/>
              <a:gd name="csX38" fmla="*/ 151681 w 352735"/>
              <a:gd name="csY38" fmla="*/ 234485 h 352735"/>
              <a:gd name="csX39" fmla="*/ 226772 w 352735"/>
              <a:gd name="csY39" fmla="*/ 234485 h 35273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</a:cxnLst>
            <a:rect l="l" t="t" r="r" b="b"/>
            <a:pathLst>
              <a:path w="352735" h="352735">
                <a:moveTo>
                  <a:pt x="176368" y="0"/>
                </a:moveTo>
                <a:cubicBezTo>
                  <a:pt x="78963" y="0"/>
                  <a:pt x="0" y="78963"/>
                  <a:pt x="0" y="176368"/>
                </a:cubicBezTo>
                <a:cubicBezTo>
                  <a:pt x="0" y="273773"/>
                  <a:pt x="78963" y="352736"/>
                  <a:pt x="176368" y="352736"/>
                </a:cubicBezTo>
                <a:cubicBezTo>
                  <a:pt x="273773" y="352736"/>
                  <a:pt x="352735" y="273773"/>
                  <a:pt x="352735" y="176368"/>
                </a:cubicBezTo>
                <a:cubicBezTo>
                  <a:pt x="352735" y="176363"/>
                  <a:pt x="352735" y="176358"/>
                  <a:pt x="352735" y="176354"/>
                </a:cubicBezTo>
                <a:cubicBezTo>
                  <a:pt x="352769" y="78990"/>
                  <a:pt x="273867" y="33"/>
                  <a:pt x="176502" y="0"/>
                </a:cubicBezTo>
                <a:cubicBezTo>
                  <a:pt x="176457" y="0"/>
                  <a:pt x="176413" y="0"/>
                  <a:pt x="176368" y="0"/>
                </a:cubicBezTo>
                <a:close/>
                <a:moveTo>
                  <a:pt x="226790" y="255452"/>
                </a:moveTo>
                <a:lnTo>
                  <a:pt x="125950" y="255452"/>
                </a:lnTo>
                <a:lnTo>
                  <a:pt x="125950" y="240652"/>
                </a:lnTo>
                <a:cubicBezTo>
                  <a:pt x="125858" y="234449"/>
                  <a:pt x="127010" y="228291"/>
                  <a:pt x="129340" y="222541"/>
                </a:cubicBezTo>
                <a:cubicBezTo>
                  <a:pt x="131623" y="217115"/>
                  <a:pt x="134772" y="212096"/>
                  <a:pt x="138665" y="207681"/>
                </a:cubicBezTo>
                <a:cubicBezTo>
                  <a:pt x="142807" y="202992"/>
                  <a:pt x="147435" y="198755"/>
                  <a:pt x="152471" y="195041"/>
                </a:cubicBezTo>
                <a:cubicBezTo>
                  <a:pt x="157715" y="191137"/>
                  <a:pt x="163368" y="187333"/>
                  <a:pt x="169430" y="183631"/>
                </a:cubicBezTo>
                <a:cubicBezTo>
                  <a:pt x="174506" y="180591"/>
                  <a:pt x="179321" y="177135"/>
                  <a:pt x="183826" y="173298"/>
                </a:cubicBezTo>
                <a:cubicBezTo>
                  <a:pt x="187212" y="170408"/>
                  <a:pt x="190222" y="167104"/>
                  <a:pt x="192784" y="163463"/>
                </a:cubicBezTo>
                <a:cubicBezTo>
                  <a:pt x="194892" y="160450"/>
                  <a:pt x="196436" y="157080"/>
                  <a:pt x="197339" y="153515"/>
                </a:cubicBezTo>
                <a:cubicBezTo>
                  <a:pt x="198186" y="149876"/>
                  <a:pt x="198600" y="146149"/>
                  <a:pt x="198570" y="142412"/>
                </a:cubicBezTo>
                <a:cubicBezTo>
                  <a:pt x="198575" y="139164"/>
                  <a:pt x="198055" y="135937"/>
                  <a:pt x="197028" y="132855"/>
                </a:cubicBezTo>
                <a:cubicBezTo>
                  <a:pt x="196061" y="129883"/>
                  <a:pt x="194514" y="127132"/>
                  <a:pt x="192477" y="124761"/>
                </a:cubicBezTo>
                <a:cubicBezTo>
                  <a:pt x="190354" y="122353"/>
                  <a:pt x="187721" y="120449"/>
                  <a:pt x="184768" y="119188"/>
                </a:cubicBezTo>
                <a:cubicBezTo>
                  <a:pt x="181332" y="117742"/>
                  <a:pt x="177630" y="117033"/>
                  <a:pt x="173902" y="117108"/>
                </a:cubicBezTo>
                <a:cubicBezTo>
                  <a:pt x="166620" y="117081"/>
                  <a:pt x="159435" y="118772"/>
                  <a:pt x="152930" y="122044"/>
                </a:cubicBezTo>
                <a:cubicBezTo>
                  <a:pt x="146090" y="125516"/>
                  <a:pt x="139803" y="129983"/>
                  <a:pt x="134276" y="135302"/>
                </a:cubicBezTo>
                <a:lnTo>
                  <a:pt x="134276" y="111247"/>
                </a:lnTo>
                <a:cubicBezTo>
                  <a:pt x="139617" y="106273"/>
                  <a:pt x="146022" y="102581"/>
                  <a:pt x="153005" y="100455"/>
                </a:cubicBezTo>
                <a:cubicBezTo>
                  <a:pt x="160539" y="98221"/>
                  <a:pt x="168366" y="97125"/>
                  <a:pt x="176224" y="97205"/>
                </a:cubicBezTo>
                <a:cubicBezTo>
                  <a:pt x="182499" y="97161"/>
                  <a:pt x="188741" y="98101"/>
                  <a:pt x="194725" y="99991"/>
                </a:cubicBezTo>
                <a:cubicBezTo>
                  <a:pt x="200231" y="101704"/>
                  <a:pt x="205359" y="104451"/>
                  <a:pt x="209836" y="108085"/>
                </a:cubicBezTo>
                <a:cubicBezTo>
                  <a:pt x="214188" y="111677"/>
                  <a:pt x="217669" y="116210"/>
                  <a:pt x="220015" y="121343"/>
                </a:cubicBezTo>
                <a:cubicBezTo>
                  <a:pt x="222569" y="127034"/>
                  <a:pt x="223837" y="133217"/>
                  <a:pt x="223730" y="139454"/>
                </a:cubicBezTo>
                <a:cubicBezTo>
                  <a:pt x="223784" y="145063"/>
                  <a:pt x="223134" y="150656"/>
                  <a:pt x="221794" y="156102"/>
                </a:cubicBezTo>
                <a:cubicBezTo>
                  <a:pt x="220480" y="161215"/>
                  <a:pt x="218334" y="166078"/>
                  <a:pt x="215441" y="170493"/>
                </a:cubicBezTo>
                <a:cubicBezTo>
                  <a:pt x="212216" y="175355"/>
                  <a:pt x="208355" y="179764"/>
                  <a:pt x="203961" y="183603"/>
                </a:cubicBezTo>
                <a:cubicBezTo>
                  <a:pt x="198553" y="188319"/>
                  <a:pt x="192778" y="192597"/>
                  <a:pt x="186691" y="196397"/>
                </a:cubicBezTo>
                <a:cubicBezTo>
                  <a:pt x="181137" y="199895"/>
                  <a:pt x="176202" y="203133"/>
                  <a:pt x="171886" y="206111"/>
                </a:cubicBezTo>
                <a:cubicBezTo>
                  <a:pt x="167977" y="208765"/>
                  <a:pt x="164289" y="211730"/>
                  <a:pt x="160857" y="214976"/>
                </a:cubicBezTo>
                <a:cubicBezTo>
                  <a:pt x="158066" y="217592"/>
                  <a:pt x="155748" y="220670"/>
                  <a:pt x="154003" y="224074"/>
                </a:cubicBezTo>
                <a:cubicBezTo>
                  <a:pt x="152434" y="227318"/>
                  <a:pt x="151639" y="230882"/>
                  <a:pt x="151681" y="234485"/>
                </a:cubicBezTo>
                <a:lnTo>
                  <a:pt x="226772" y="234485"/>
                </a:lnTo>
                <a:close/>
              </a:path>
            </a:pathLst>
          </a:custGeom>
          <a:solidFill>
            <a:srgbClr val="7030A0"/>
          </a:solidFill>
          <a:ln w="4564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9" name="그래픽 42" descr="배지 3 단색으로 채워진">
            <a:extLst>
              <a:ext uri="{FF2B5EF4-FFF2-40B4-BE49-F238E27FC236}">
                <a16:creationId xmlns:a16="http://schemas.microsoft.com/office/drawing/2014/main" id="{34E17EA3-A556-356A-E06D-839BCDDBBE3E}"/>
              </a:ext>
            </a:extLst>
          </p:cNvPr>
          <p:cNvSpPr/>
          <p:nvPr/>
        </p:nvSpPr>
        <p:spPr>
          <a:xfrm>
            <a:off x="4920894" y="3081619"/>
            <a:ext cx="389031" cy="389963"/>
          </a:xfrm>
          <a:custGeom>
            <a:avLst/>
            <a:gdLst>
              <a:gd name="csX0" fmla="*/ 176297 w 352584"/>
              <a:gd name="csY0" fmla="*/ 0 h 352584"/>
              <a:gd name="csX1" fmla="*/ 0 w 352584"/>
              <a:gd name="csY1" fmla="*/ 176288 h 352584"/>
              <a:gd name="csX2" fmla="*/ 176288 w 352584"/>
              <a:gd name="csY2" fmla="*/ 352585 h 352584"/>
              <a:gd name="csX3" fmla="*/ 352585 w 352584"/>
              <a:gd name="csY3" fmla="*/ 176297 h 352584"/>
              <a:gd name="csX4" fmla="*/ 352585 w 352584"/>
              <a:gd name="csY4" fmla="*/ 176279 h 352584"/>
              <a:gd name="csX5" fmla="*/ 176436 w 352584"/>
              <a:gd name="csY5" fmla="*/ 0 h 352584"/>
              <a:gd name="csX6" fmla="*/ 176297 w 352584"/>
              <a:gd name="csY6" fmla="*/ 0 h 352584"/>
              <a:gd name="csX7" fmla="*/ 222937 w 352584"/>
              <a:gd name="csY7" fmla="*/ 229914 h 352584"/>
              <a:gd name="csX8" fmla="*/ 209755 w 352584"/>
              <a:gd name="csY8" fmla="*/ 244400 h 352584"/>
              <a:gd name="csX9" fmla="*/ 190417 w 352584"/>
              <a:gd name="csY9" fmla="*/ 253261 h 352584"/>
              <a:gd name="csX10" fmla="*/ 167209 w 352584"/>
              <a:gd name="csY10" fmla="*/ 256269 h 352584"/>
              <a:gd name="csX11" fmla="*/ 143629 w 352584"/>
              <a:gd name="csY11" fmla="*/ 254185 h 352584"/>
              <a:gd name="csX12" fmla="*/ 124983 w 352584"/>
              <a:gd name="csY12" fmla="*/ 247947 h 352584"/>
              <a:gd name="csX13" fmla="*/ 124983 w 352584"/>
              <a:gd name="csY13" fmla="*/ 224195 h 352584"/>
              <a:gd name="csX14" fmla="*/ 145406 w 352584"/>
              <a:gd name="csY14" fmla="*/ 233599 h 352584"/>
              <a:gd name="csX15" fmla="*/ 167979 w 352584"/>
              <a:gd name="csY15" fmla="*/ 236681 h 352584"/>
              <a:gd name="csX16" fmla="*/ 178924 w 352584"/>
              <a:gd name="csY16" fmla="*/ 235600 h 352584"/>
              <a:gd name="csX17" fmla="*/ 189795 w 352584"/>
              <a:gd name="csY17" fmla="*/ 231673 h 352584"/>
              <a:gd name="csX18" fmla="*/ 198118 w 352584"/>
              <a:gd name="csY18" fmla="*/ 223889 h 352584"/>
              <a:gd name="csX19" fmla="*/ 201423 w 352584"/>
              <a:gd name="csY19" fmla="*/ 211407 h 352584"/>
              <a:gd name="csX20" fmla="*/ 198271 w 352584"/>
              <a:gd name="csY20" fmla="*/ 198536 h 352584"/>
              <a:gd name="csX21" fmla="*/ 189484 w 352584"/>
              <a:gd name="csY21" fmla="*/ 189907 h 352584"/>
              <a:gd name="csX22" fmla="*/ 176232 w 352584"/>
              <a:gd name="csY22" fmla="*/ 185051 h 352584"/>
              <a:gd name="csX23" fmla="*/ 159657 w 352584"/>
              <a:gd name="csY23" fmla="*/ 183510 h 352584"/>
              <a:gd name="csX24" fmla="*/ 145332 w 352584"/>
              <a:gd name="csY24" fmla="*/ 183510 h 352584"/>
              <a:gd name="csX25" fmla="*/ 145332 w 352584"/>
              <a:gd name="csY25" fmla="*/ 163783 h 352584"/>
              <a:gd name="csX26" fmla="*/ 158895 w 352584"/>
              <a:gd name="csY26" fmla="*/ 163783 h 352584"/>
              <a:gd name="csX27" fmla="*/ 173619 w 352584"/>
              <a:gd name="csY27" fmla="*/ 162391 h 352584"/>
              <a:gd name="csX28" fmla="*/ 185177 w 352584"/>
              <a:gd name="csY28" fmla="*/ 157846 h 352584"/>
              <a:gd name="csX29" fmla="*/ 192729 w 352584"/>
              <a:gd name="csY29" fmla="*/ 149751 h 352584"/>
              <a:gd name="csX30" fmla="*/ 195426 w 352584"/>
              <a:gd name="csY30" fmla="*/ 137734 h 352584"/>
              <a:gd name="csX31" fmla="*/ 192887 w 352584"/>
              <a:gd name="csY31" fmla="*/ 126867 h 352584"/>
              <a:gd name="csX32" fmla="*/ 186388 w 352584"/>
              <a:gd name="csY32" fmla="*/ 120239 h 352584"/>
              <a:gd name="csX33" fmla="*/ 177829 w 352584"/>
              <a:gd name="csY33" fmla="*/ 116925 h 352584"/>
              <a:gd name="csX34" fmla="*/ 168894 w 352584"/>
              <a:gd name="csY34" fmla="*/ 115997 h 352584"/>
              <a:gd name="csX35" fmla="*/ 149779 w 352584"/>
              <a:gd name="csY35" fmla="*/ 118782 h 352584"/>
              <a:gd name="csX36" fmla="*/ 131593 w 352584"/>
              <a:gd name="csY36" fmla="*/ 127100 h 352584"/>
              <a:gd name="csX37" fmla="*/ 131593 w 352584"/>
              <a:gd name="csY37" fmla="*/ 105232 h 352584"/>
              <a:gd name="csX38" fmla="*/ 149904 w 352584"/>
              <a:gd name="csY38" fmla="*/ 98525 h 352584"/>
              <a:gd name="csX39" fmla="*/ 171089 w 352584"/>
              <a:gd name="csY39" fmla="*/ 96292 h 352584"/>
              <a:gd name="csX40" fmla="*/ 189976 w 352584"/>
              <a:gd name="csY40" fmla="*/ 98525 h 352584"/>
              <a:gd name="csX41" fmla="*/ 206222 w 352584"/>
              <a:gd name="csY41" fmla="*/ 105386 h 352584"/>
              <a:gd name="csX42" fmla="*/ 217553 w 352584"/>
              <a:gd name="csY42" fmla="*/ 117097 h 352584"/>
              <a:gd name="csX43" fmla="*/ 221786 w 352584"/>
              <a:gd name="csY43" fmla="*/ 133895 h 352584"/>
              <a:gd name="csX44" fmla="*/ 212930 w 352584"/>
              <a:gd name="csY44" fmla="*/ 159174 h 352584"/>
              <a:gd name="csX45" fmla="*/ 188653 w 352584"/>
              <a:gd name="csY45" fmla="*/ 172579 h 352584"/>
              <a:gd name="csX46" fmla="*/ 203293 w 352584"/>
              <a:gd name="csY46" fmla="*/ 176293 h 352584"/>
              <a:gd name="csX47" fmla="*/ 215858 w 352584"/>
              <a:gd name="csY47" fmla="*/ 184077 h 352584"/>
              <a:gd name="csX48" fmla="*/ 224562 w 352584"/>
              <a:gd name="csY48" fmla="*/ 195481 h 352584"/>
              <a:gd name="csX49" fmla="*/ 227811 w 352584"/>
              <a:gd name="csY49" fmla="*/ 209894 h 352584"/>
              <a:gd name="csX50" fmla="*/ 222937 w 352584"/>
              <a:gd name="csY50" fmla="*/ 229914 h 35258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</a:cxnLst>
            <a:rect l="l" t="t" r="r" b="b"/>
            <a:pathLst>
              <a:path w="352584" h="352584">
                <a:moveTo>
                  <a:pt x="176297" y="0"/>
                </a:moveTo>
                <a:cubicBezTo>
                  <a:pt x="78933" y="-3"/>
                  <a:pt x="3" y="78924"/>
                  <a:pt x="0" y="176288"/>
                </a:cubicBezTo>
                <a:cubicBezTo>
                  <a:pt x="-3" y="273652"/>
                  <a:pt x="78924" y="352582"/>
                  <a:pt x="176288" y="352585"/>
                </a:cubicBezTo>
                <a:cubicBezTo>
                  <a:pt x="273652" y="352587"/>
                  <a:pt x="352582" y="273661"/>
                  <a:pt x="352585" y="176297"/>
                </a:cubicBezTo>
                <a:cubicBezTo>
                  <a:pt x="352585" y="176291"/>
                  <a:pt x="352585" y="176285"/>
                  <a:pt x="352585" y="176279"/>
                </a:cubicBezTo>
                <a:cubicBezTo>
                  <a:pt x="352621" y="78958"/>
                  <a:pt x="273757" y="36"/>
                  <a:pt x="176436" y="0"/>
                </a:cubicBezTo>
                <a:cubicBezTo>
                  <a:pt x="176390" y="0"/>
                  <a:pt x="176344" y="0"/>
                  <a:pt x="176297" y="0"/>
                </a:cubicBezTo>
                <a:close/>
                <a:moveTo>
                  <a:pt x="222937" y="229914"/>
                </a:moveTo>
                <a:cubicBezTo>
                  <a:pt x="219694" y="235676"/>
                  <a:pt x="215187" y="240630"/>
                  <a:pt x="209755" y="244400"/>
                </a:cubicBezTo>
                <a:cubicBezTo>
                  <a:pt x="203875" y="248459"/>
                  <a:pt x="197330" y="251458"/>
                  <a:pt x="190417" y="253261"/>
                </a:cubicBezTo>
                <a:cubicBezTo>
                  <a:pt x="182850" y="255295"/>
                  <a:pt x="175044" y="256307"/>
                  <a:pt x="167209" y="256269"/>
                </a:cubicBezTo>
                <a:cubicBezTo>
                  <a:pt x="159301" y="256297"/>
                  <a:pt x="151409" y="255599"/>
                  <a:pt x="143629" y="254185"/>
                </a:cubicBezTo>
                <a:cubicBezTo>
                  <a:pt x="137115" y="253136"/>
                  <a:pt x="130817" y="251028"/>
                  <a:pt x="124983" y="247947"/>
                </a:cubicBezTo>
                <a:lnTo>
                  <a:pt x="124983" y="224195"/>
                </a:lnTo>
                <a:cubicBezTo>
                  <a:pt x="131177" y="228519"/>
                  <a:pt x="138093" y="231704"/>
                  <a:pt x="145406" y="233599"/>
                </a:cubicBezTo>
                <a:cubicBezTo>
                  <a:pt x="152763" y="235614"/>
                  <a:pt x="160352" y="236651"/>
                  <a:pt x="167979" y="236681"/>
                </a:cubicBezTo>
                <a:cubicBezTo>
                  <a:pt x="171653" y="236655"/>
                  <a:pt x="175317" y="236293"/>
                  <a:pt x="178924" y="235600"/>
                </a:cubicBezTo>
                <a:cubicBezTo>
                  <a:pt x="182744" y="234913"/>
                  <a:pt x="186419" y="233586"/>
                  <a:pt x="189795" y="231673"/>
                </a:cubicBezTo>
                <a:cubicBezTo>
                  <a:pt x="193140" y="229764"/>
                  <a:pt x="195990" y="227098"/>
                  <a:pt x="198118" y="223889"/>
                </a:cubicBezTo>
                <a:cubicBezTo>
                  <a:pt x="200444" y="220153"/>
                  <a:pt x="201595" y="215805"/>
                  <a:pt x="201423" y="211407"/>
                </a:cubicBezTo>
                <a:cubicBezTo>
                  <a:pt x="201559" y="206910"/>
                  <a:pt x="200469" y="202461"/>
                  <a:pt x="198271" y="198536"/>
                </a:cubicBezTo>
                <a:cubicBezTo>
                  <a:pt x="196125" y="194957"/>
                  <a:pt x="193101" y="191987"/>
                  <a:pt x="189484" y="189907"/>
                </a:cubicBezTo>
                <a:cubicBezTo>
                  <a:pt x="185368" y="187563"/>
                  <a:pt x="180889" y="185922"/>
                  <a:pt x="176232" y="185051"/>
                </a:cubicBezTo>
                <a:cubicBezTo>
                  <a:pt x="170772" y="183989"/>
                  <a:pt x="165219" y="183473"/>
                  <a:pt x="159657" y="183510"/>
                </a:cubicBezTo>
                <a:lnTo>
                  <a:pt x="145332" y="183510"/>
                </a:lnTo>
                <a:lnTo>
                  <a:pt x="145332" y="163783"/>
                </a:lnTo>
                <a:lnTo>
                  <a:pt x="158895" y="163783"/>
                </a:lnTo>
                <a:cubicBezTo>
                  <a:pt x="163838" y="163819"/>
                  <a:pt x="168771" y="163353"/>
                  <a:pt x="173619" y="162391"/>
                </a:cubicBezTo>
                <a:cubicBezTo>
                  <a:pt x="177722" y="161614"/>
                  <a:pt x="181643" y="160072"/>
                  <a:pt x="185177" y="157846"/>
                </a:cubicBezTo>
                <a:cubicBezTo>
                  <a:pt x="188334" y="155825"/>
                  <a:pt x="190932" y="153041"/>
                  <a:pt x="192729" y="149751"/>
                </a:cubicBezTo>
                <a:cubicBezTo>
                  <a:pt x="194626" y="146036"/>
                  <a:pt x="195554" y="141903"/>
                  <a:pt x="195426" y="137734"/>
                </a:cubicBezTo>
                <a:cubicBezTo>
                  <a:pt x="195580" y="133948"/>
                  <a:pt x="194703" y="130192"/>
                  <a:pt x="192887" y="126867"/>
                </a:cubicBezTo>
                <a:cubicBezTo>
                  <a:pt x="191300" y="124156"/>
                  <a:pt x="189067" y="121880"/>
                  <a:pt x="186388" y="120239"/>
                </a:cubicBezTo>
                <a:cubicBezTo>
                  <a:pt x="183752" y="118641"/>
                  <a:pt x="180854" y="117519"/>
                  <a:pt x="177829" y="116925"/>
                </a:cubicBezTo>
                <a:cubicBezTo>
                  <a:pt x="174888" y="116322"/>
                  <a:pt x="171895" y="116011"/>
                  <a:pt x="168894" y="115997"/>
                </a:cubicBezTo>
                <a:cubicBezTo>
                  <a:pt x="162425" y="116056"/>
                  <a:pt x="155995" y="116994"/>
                  <a:pt x="149779" y="118782"/>
                </a:cubicBezTo>
                <a:cubicBezTo>
                  <a:pt x="143302" y="120539"/>
                  <a:pt x="137158" y="123349"/>
                  <a:pt x="131593" y="127100"/>
                </a:cubicBezTo>
                <a:lnTo>
                  <a:pt x="131593" y="105232"/>
                </a:lnTo>
                <a:cubicBezTo>
                  <a:pt x="137363" y="102174"/>
                  <a:pt x="143524" y="99918"/>
                  <a:pt x="149904" y="98525"/>
                </a:cubicBezTo>
                <a:cubicBezTo>
                  <a:pt x="156862" y="97003"/>
                  <a:pt x="163967" y="96254"/>
                  <a:pt x="171089" y="96292"/>
                </a:cubicBezTo>
                <a:cubicBezTo>
                  <a:pt x="177452" y="96281"/>
                  <a:pt x="183792" y="97031"/>
                  <a:pt x="189976" y="98525"/>
                </a:cubicBezTo>
                <a:cubicBezTo>
                  <a:pt x="195741" y="99874"/>
                  <a:pt x="201235" y="102194"/>
                  <a:pt x="206222" y="105386"/>
                </a:cubicBezTo>
                <a:cubicBezTo>
                  <a:pt x="210849" y="108367"/>
                  <a:pt x="214726" y="112374"/>
                  <a:pt x="217553" y="117097"/>
                </a:cubicBezTo>
                <a:cubicBezTo>
                  <a:pt x="220473" y="122204"/>
                  <a:pt x="221937" y="128014"/>
                  <a:pt x="221786" y="133895"/>
                </a:cubicBezTo>
                <a:cubicBezTo>
                  <a:pt x="222154" y="143140"/>
                  <a:pt x="218987" y="152179"/>
                  <a:pt x="212930" y="159174"/>
                </a:cubicBezTo>
                <a:cubicBezTo>
                  <a:pt x="206443" y="166077"/>
                  <a:pt x="197951" y="170766"/>
                  <a:pt x="188653" y="172579"/>
                </a:cubicBezTo>
                <a:cubicBezTo>
                  <a:pt x="193688" y="173099"/>
                  <a:pt x="198620" y="174350"/>
                  <a:pt x="203293" y="176293"/>
                </a:cubicBezTo>
                <a:cubicBezTo>
                  <a:pt x="207887" y="178167"/>
                  <a:pt x="212134" y="180798"/>
                  <a:pt x="215858" y="184077"/>
                </a:cubicBezTo>
                <a:cubicBezTo>
                  <a:pt x="219473" y="187276"/>
                  <a:pt x="222430" y="191150"/>
                  <a:pt x="224562" y="195481"/>
                </a:cubicBezTo>
                <a:cubicBezTo>
                  <a:pt x="226751" y="199967"/>
                  <a:pt x="227864" y="204902"/>
                  <a:pt x="227811" y="209894"/>
                </a:cubicBezTo>
                <a:cubicBezTo>
                  <a:pt x="227957" y="216878"/>
                  <a:pt x="226277" y="223778"/>
                  <a:pt x="222937" y="229914"/>
                </a:cubicBezTo>
                <a:close/>
              </a:path>
            </a:pathLst>
          </a:custGeom>
          <a:solidFill>
            <a:srgbClr val="7030A0"/>
          </a:solidFill>
          <a:ln w="4564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1" name="그래픽 44" descr="배지 5 단색으로 채워진">
            <a:extLst>
              <a:ext uri="{FF2B5EF4-FFF2-40B4-BE49-F238E27FC236}">
                <a16:creationId xmlns:a16="http://schemas.microsoft.com/office/drawing/2014/main" id="{905D0652-EC77-396D-57F4-539262983CEB}"/>
              </a:ext>
            </a:extLst>
          </p:cNvPr>
          <p:cNvSpPr/>
          <p:nvPr/>
        </p:nvSpPr>
        <p:spPr>
          <a:xfrm>
            <a:off x="5837990" y="5728947"/>
            <a:ext cx="380209" cy="389963"/>
          </a:xfrm>
          <a:custGeom>
            <a:avLst/>
            <a:gdLst>
              <a:gd name="csX0" fmla="*/ 361750 w 723499"/>
              <a:gd name="csY0" fmla="*/ 0 h 723500"/>
              <a:gd name="csX1" fmla="*/ 0 w 723499"/>
              <a:gd name="csY1" fmla="*/ 361750 h 723500"/>
              <a:gd name="csX2" fmla="*/ 361750 w 723499"/>
              <a:gd name="csY2" fmla="*/ 723500 h 723500"/>
              <a:gd name="csX3" fmla="*/ 723500 w 723499"/>
              <a:gd name="csY3" fmla="*/ 361750 h 723500"/>
              <a:gd name="csX4" fmla="*/ 362093 w 723499"/>
              <a:gd name="csY4" fmla="*/ 0 h 723500"/>
              <a:gd name="csX5" fmla="*/ 361750 w 723499"/>
              <a:gd name="csY5" fmla="*/ 0 h 723500"/>
              <a:gd name="csX6" fmla="*/ 468735 w 723499"/>
              <a:gd name="csY6" fmla="*/ 461420 h 723500"/>
              <a:gd name="csX7" fmla="*/ 439007 w 723499"/>
              <a:gd name="csY7" fmla="*/ 493205 h 723500"/>
              <a:gd name="csX8" fmla="*/ 396478 w 723499"/>
              <a:gd name="csY8" fmla="*/ 511540 h 723500"/>
              <a:gd name="csX9" fmla="*/ 346510 w 723499"/>
              <a:gd name="csY9" fmla="*/ 517389 h 723500"/>
              <a:gd name="csX10" fmla="*/ 268405 w 723499"/>
              <a:gd name="csY10" fmla="*/ 504111 h 723500"/>
              <a:gd name="csX11" fmla="*/ 268405 w 723499"/>
              <a:gd name="csY11" fmla="*/ 456362 h 723500"/>
              <a:gd name="csX12" fmla="*/ 347139 w 723499"/>
              <a:gd name="csY12" fmla="*/ 477250 h 723500"/>
              <a:gd name="csX13" fmla="*/ 378771 w 723499"/>
              <a:gd name="csY13" fmla="*/ 473440 h 723500"/>
              <a:gd name="csX14" fmla="*/ 403898 w 723499"/>
              <a:gd name="csY14" fmla="*/ 462010 h 723500"/>
              <a:gd name="csX15" fmla="*/ 426520 w 723499"/>
              <a:gd name="csY15" fmla="*/ 417100 h 723500"/>
              <a:gd name="csX16" fmla="*/ 419395 w 723499"/>
              <a:gd name="csY16" fmla="*/ 391325 h 723500"/>
              <a:gd name="csX17" fmla="*/ 400422 w 723499"/>
              <a:gd name="csY17" fmla="*/ 373771 h 723500"/>
              <a:gd name="csX18" fmla="*/ 372799 w 723499"/>
              <a:gd name="csY18" fmla="*/ 363655 h 723500"/>
              <a:gd name="csX19" fmla="*/ 339585 w 723499"/>
              <a:gd name="csY19" fmla="*/ 360493 h 723500"/>
              <a:gd name="csX20" fmla="*/ 280445 w 723499"/>
              <a:gd name="csY20" fmla="*/ 363350 h 723500"/>
              <a:gd name="csX21" fmla="*/ 296228 w 723499"/>
              <a:gd name="csY21" fmla="*/ 194501 h 723500"/>
              <a:gd name="csX22" fmla="*/ 462915 w 723499"/>
              <a:gd name="csY22" fmla="*/ 194501 h 723500"/>
              <a:gd name="csX23" fmla="*/ 462915 w 723499"/>
              <a:gd name="csY23" fmla="*/ 236877 h 723500"/>
              <a:gd name="csX24" fmla="*/ 343348 w 723499"/>
              <a:gd name="csY24" fmla="*/ 236877 h 723500"/>
              <a:gd name="csX25" fmla="*/ 335128 w 723499"/>
              <a:gd name="csY25" fmla="*/ 320373 h 723500"/>
              <a:gd name="csX26" fmla="*/ 341452 w 723499"/>
              <a:gd name="csY26" fmla="*/ 319897 h 723500"/>
              <a:gd name="csX27" fmla="*/ 344757 w 723499"/>
              <a:gd name="csY27" fmla="*/ 319583 h 723500"/>
              <a:gd name="csX28" fmla="*/ 347777 w 723499"/>
              <a:gd name="csY28" fmla="*/ 319421 h 723500"/>
              <a:gd name="csX29" fmla="*/ 353149 w 723499"/>
              <a:gd name="csY29" fmla="*/ 319421 h 723500"/>
              <a:gd name="csX30" fmla="*/ 401222 w 723499"/>
              <a:gd name="csY30" fmla="*/ 324641 h 723500"/>
              <a:gd name="csX31" fmla="*/ 441703 w 723499"/>
              <a:gd name="csY31" fmla="*/ 341243 h 723500"/>
              <a:gd name="csX32" fmla="*/ 469583 w 723499"/>
              <a:gd name="csY32" fmla="*/ 370818 h 723500"/>
              <a:gd name="csX33" fmla="*/ 480060 w 723499"/>
              <a:gd name="csY33" fmla="*/ 414938 h 723500"/>
              <a:gd name="csX34" fmla="*/ 468735 w 723499"/>
              <a:gd name="csY34" fmla="*/ 461420 h 723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</a:cxnLst>
            <a:rect l="l" t="t" r="r" b="b"/>
            <a:pathLst>
              <a:path w="723499" h="723500">
                <a:moveTo>
                  <a:pt x="361750" y="0"/>
                </a:moveTo>
                <a:cubicBezTo>
                  <a:pt x="161961" y="0"/>
                  <a:pt x="0" y="161961"/>
                  <a:pt x="0" y="361750"/>
                </a:cubicBezTo>
                <a:cubicBezTo>
                  <a:pt x="0" y="561539"/>
                  <a:pt x="161961" y="723500"/>
                  <a:pt x="361750" y="723500"/>
                </a:cubicBezTo>
                <a:cubicBezTo>
                  <a:pt x="561539" y="723500"/>
                  <a:pt x="723500" y="561539"/>
                  <a:pt x="723500" y="361750"/>
                </a:cubicBezTo>
                <a:cubicBezTo>
                  <a:pt x="723594" y="162056"/>
                  <a:pt x="561787" y="94"/>
                  <a:pt x="362093" y="0"/>
                </a:cubicBezTo>
                <a:cubicBezTo>
                  <a:pt x="361979" y="0"/>
                  <a:pt x="361864" y="0"/>
                  <a:pt x="361750" y="0"/>
                </a:cubicBezTo>
                <a:close/>
                <a:moveTo>
                  <a:pt x="468735" y="461420"/>
                </a:moveTo>
                <a:cubicBezTo>
                  <a:pt x="461383" y="474146"/>
                  <a:pt x="451215" y="485020"/>
                  <a:pt x="439007" y="493205"/>
                </a:cubicBezTo>
                <a:cubicBezTo>
                  <a:pt x="426041" y="501810"/>
                  <a:pt x="411637" y="508021"/>
                  <a:pt x="396478" y="511540"/>
                </a:cubicBezTo>
                <a:cubicBezTo>
                  <a:pt x="380116" y="515480"/>
                  <a:pt x="363340" y="517444"/>
                  <a:pt x="346510" y="517389"/>
                </a:cubicBezTo>
                <a:cubicBezTo>
                  <a:pt x="311725" y="517389"/>
                  <a:pt x="285690" y="512962"/>
                  <a:pt x="268405" y="504111"/>
                </a:cubicBezTo>
                <a:lnTo>
                  <a:pt x="268405" y="456362"/>
                </a:lnTo>
                <a:cubicBezTo>
                  <a:pt x="292490" y="469799"/>
                  <a:pt x="319560" y="476981"/>
                  <a:pt x="347139" y="477250"/>
                </a:cubicBezTo>
                <a:cubicBezTo>
                  <a:pt x="357802" y="477335"/>
                  <a:pt x="368433" y="476055"/>
                  <a:pt x="378771" y="473440"/>
                </a:cubicBezTo>
                <a:cubicBezTo>
                  <a:pt x="387779" y="471209"/>
                  <a:pt x="396297" y="467334"/>
                  <a:pt x="403898" y="462010"/>
                </a:cubicBezTo>
                <a:cubicBezTo>
                  <a:pt x="418546" y="451826"/>
                  <a:pt x="427055" y="434932"/>
                  <a:pt x="426520" y="417100"/>
                </a:cubicBezTo>
                <a:cubicBezTo>
                  <a:pt x="426800" y="407986"/>
                  <a:pt x="424316" y="399001"/>
                  <a:pt x="419395" y="391325"/>
                </a:cubicBezTo>
                <a:cubicBezTo>
                  <a:pt x="414483" y="384111"/>
                  <a:pt x="407995" y="378108"/>
                  <a:pt x="400422" y="373771"/>
                </a:cubicBezTo>
                <a:cubicBezTo>
                  <a:pt x="391841" y="368884"/>
                  <a:pt x="382506" y="365465"/>
                  <a:pt x="372799" y="363655"/>
                </a:cubicBezTo>
                <a:cubicBezTo>
                  <a:pt x="361859" y="361511"/>
                  <a:pt x="350733" y="360452"/>
                  <a:pt x="339585" y="360493"/>
                </a:cubicBezTo>
                <a:cubicBezTo>
                  <a:pt x="328841" y="360493"/>
                  <a:pt x="309127" y="361445"/>
                  <a:pt x="280445" y="363350"/>
                </a:cubicBezTo>
                <a:lnTo>
                  <a:pt x="296228" y="194501"/>
                </a:lnTo>
                <a:lnTo>
                  <a:pt x="462915" y="194501"/>
                </a:lnTo>
                <a:lnTo>
                  <a:pt x="462915" y="236877"/>
                </a:lnTo>
                <a:lnTo>
                  <a:pt x="343348" y="236877"/>
                </a:lnTo>
                <a:lnTo>
                  <a:pt x="335128" y="320373"/>
                </a:lnTo>
                <a:cubicBezTo>
                  <a:pt x="338061" y="320164"/>
                  <a:pt x="340185" y="320002"/>
                  <a:pt x="341452" y="319897"/>
                </a:cubicBezTo>
                <a:cubicBezTo>
                  <a:pt x="342719" y="319792"/>
                  <a:pt x="343814" y="319688"/>
                  <a:pt x="344757" y="319583"/>
                </a:cubicBezTo>
                <a:cubicBezTo>
                  <a:pt x="345760" y="319473"/>
                  <a:pt x="346768" y="319420"/>
                  <a:pt x="347777" y="319421"/>
                </a:cubicBezTo>
                <a:lnTo>
                  <a:pt x="353149" y="319421"/>
                </a:lnTo>
                <a:cubicBezTo>
                  <a:pt x="369318" y="319370"/>
                  <a:pt x="385441" y="321121"/>
                  <a:pt x="401222" y="324641"/>
                </a:cubicBezTo>
                <a:cubicBezTo>
                  <a:pt x="415602" y="327704"/>
                  <a:pt x="429313" y="333327"/>
                  <a:pt x="441703" y="341243"/>
                </a:cubicBezTo>
                <a:cubicBezTo>
                  <a:pt x="453223" y="348734"/>
                  <a:pt x="462784" y="358875"/>
                  <a:pt x="469583" y="370818"/>
                </a:cubicBezTo>
                <a:cubicBezTo>
                  <a:pt x="476898" y="384345"/>
                  <a:pt x="480512" y="399565"/>
                  <a:pt x="480060" y="414938"/>
                </a:cubicBezTo>
                <a:cubicBezTo>
                  <a:pt x="480499" y="431164"/>
                  <a:pt x="476589" y="447213"/>
                  <a:pt x="468735" y="461420"/>
                </a:cubicBezTo>
                <a:close/>
              </a:path>
            </a:pathLst>
          </a:custGeom>
          <a:solidFill>
            <a:srgbClr val="7030A0"/>
          </a:solidFill>
          <a:ln w="9525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43" name="그림 42">
            <a:extLst>
              <a:ext uri="{FF2B5EF4-FFF2-40B4-BE49-F238E27FC236}">
                <a16:creationId xmlns:a16="http://schemas.microsoft.com/office/drawing/2014/main" id="{68202A89-4777-51B8-7084-75254D1B193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30623" y="4686578"/>
            <a:ext cx="387752" cy="387752"/>
          </a:xfrm>
          <a:prstGeom prst="rect">
            <a:avLst/>
          </a:prstGeom>
        </p:spPr>
      </p:pic>
      <p:sp>
        <p:nvSpPr>
          <p:cNvPr id="45" name="그래픽 44" descr="배지 5 단색으로 채워진">
            <a:extLst>
              <a:ext uri="{FF2B5EF4-FFF2-40B4-BE49-F238E27FC236}">
                <a16:creationId xmlns:a16="http://schemas.microsoft.com/office/drawing/2014/main" id="{64D79B01-0C68-7874-D3E5-525C3B301A87}"/>
              </a:ext>
            </a:extLst>
          </p:cNvPr>
          <p:cNvSpPr/>
          <p:nvPr/>
        </p:nvSpPr>
        <p:spPr>
          <a:xfrm>
            <a:off x="1422655" y="3612107"/>
            <a:ext cx="380209" cy="389963"/>
          </a:xfrm>
          <a:custGeom>
            <a:avLst/>
            <a:gdLst>
              <a:gd name="csX0" fmla="*/ 361750 w 723499"/>
              <a:gd name="csY0" fmla="*/ 0 h 723500"/>
              <a:gd name="csX1" fmla="*/ 0 w 723499"/>
              <a:gd name="csY1" fmla="*/ 361750 h 723500"/>
              <a:gd name="csX2" fmla="*/ 361750 w 723499"/>
              <a:gd name="csY2" fmla="*/ 723500 h 723500"/>
              <a:gd name="csX3" fmla="*/ 723500 w 723499"/>
              <a:gd name="csY3" fmla="*/ 361750 h 723500"/>
              <a:gd name="csX4" fmla="*/ 362093 w 723499"/>
              <a:gd name="csY4" fmla="*/ 0 h 723500"/>
              <a:gd name="csX5" fmla="*/ 361750 w 723499"/>
              <a:gd name="csY5" fmla="*/ 0 h 723500"/>
              <a:gd name="csX6" fmla="*/ 468735 w 723499"/>
              <a:gd name="csY6" fmla="*/ 461420 h 723500"/>
              <a:gd name="csX7" fmla="*/ 439007 w 723499"/>
              <a:gd name="csY7" fmla="*/ 493205 h 723500"/>
              <a:gd name="csX8" fmla="*/ 396478 w 723499"/>
              <a:gd name="csY8" fmla="*/ 511540 h 723500"/>
              <a:gd name="csX9" fmla="*/ 346510 w 723499"/>
              <a:gd name="csY9" fmla="*/ 517389 h 723500"/>
              <a:gd name="csX10" fmla="*/ 268405 w 723499"/>
              <a:gd name="csY10" fmla="*/ 504111 h 723500"/>
              <a:gd name="csX11" fmla="*/ 268405 w 723499"/>
              <a:gd name="csY11" fmla="*/ 456362 h 723500"/>
              <a:gd name="csX12" fmla="*/ 347139 w 723499"/>
              <a:gd name="csY12" fmla="*/ 477250 h 723500"/>
              <a:gd name="csX13" fmla="*/ 378771 w 723499"/>
              <a:gd name="csY13" fmla="*/ 473440 h 723500"/>
              <a:gd name="csX14" fmla="*/ 403898 w 723499"/>
              <a:gd name="csY14" fmla="*/ 462010 h 723500"/>
              <a:gd name="csX15" fmla="*/ 426520 w 723499"/>
              <a:gd name="csY15" fmla="*/ 417100 h 723500"/>
              <a:gd name="csX16" fmla="*/ 419395 w 723499"/>
              <a:gd name="csY16" fmla="*/ 391325 h 723500"/>
              <a:gd name="csX17" fmla="*/ 400422 w 723499"/>
              <a:gd name="csY17" fmla="*/ 373771 h 723500"/>
              <a:gd name="csX18" fmla="*/ 372799 w 723499"/>
              <a:gd name="csY18" fmla="*/ 363655 h 723500"/>
              <a:gd name="csX19" fmla="*/ 339585 w 723499"/>
              <a:gd name="csY19" fmla="*/ 360493 h 723500"/>
              <a:gd name="csX20" fmla="*/ 280445 w 723499"/>
              <a:gd name="csY20" fmla="*/ 363350 h 723500"/>
              <a:gd name="csX21" fmla="*/ 296228 w 723499"/>
              <a:gd name="csY21" fmla="*/ 194501 h 723500"/>
              <a:gd name="csX22" fmla="*/ 462915 w 723499"/>
              <a:gd name="csY22" fmla="*/ 194501 h 723500"/>
              <a:gd name="csX23" fmla="*/ 462915 w 723499"/>
              <a:gd name="csY23" fmla="*/ 236877 h 723500"/>
              <a:gd name="csX24" fmla="*/ 343348 w 723499"/>
              <a:gd name="csY24" fmla="*/ 236877 h 723500"/>
              <a:gd name="csX25" fmla="*/ 335128 w 723499"/>
              <a:gd name="csY25" fmla="*/ 320373 h 723500"/>
              <a:gd name="csX26" fmla="*/ 341452 w 723499"/>
              <a:gd name="csY26" fmla="*/ 319897 h 723500"/>
              <a:gd name="csX27" fmla="*/ 344757 w 723499"/>
              <a:gd name="csY27" fmla="*/ 319583 h 723500"/>
              <a:gd name="csX28" fmla="*/ 347777 w 723499"/>
              <a:gd name="csY28" fmla="*/ 319421 h 723500"/>
              <a:gd name="csX29" fmla="*/ 353149 w 723499"/>
              <a:gd name="csY29" fmla="*/ 319421 h 723500"/>
              <a:gd name="csX30" fmla="*/ 401222 w 723499"/>
              <a:gd name="csY30" fmla="*/ 324641 h 723500"/>
              <a:gd name="csX31" fmla="*/ 441703 w 723499"/>
              <a:gd name="csY31" fmla="*/ 341243 h 723500"/>
              <a:gd name="csX32" fmla="*/ 469583 w 723499"/>
              <a:gd name="csY32" fmla="*/ 370818 h 723500"/>
              <a:gd name="csX33" fmla="*/ 480060 w 723499"/>
              <a:gd name="csY33" fmla="*/ 414938 h 723500"/>
              <a:gd name="csX34" fmla="*/ 468735 w 723499"/>
              <a:gd name="csY34" fmla="*/ 461420 h 723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</a:cxnLst>
            <a:rect l="l" t="t" r="r" b="b"/>
            <a:pathLst>
              <a:path w="723499" h="723500">
                <a:moveTo>
                  <a:pt x="361750" y="0"/>
                </a:moveTo>
                <a:cubicBezTo>
                  <a:pt x="161961" y="0"/>
                  <a:pt x="0" y="161961"/>
                  <a:pt x="0" y="361750"/>
                </a:cubicBezTo>
                <a:cubicBezTo>
                  <a:pt x="0" y="561539"/>
                  <a:pt x="161961" y="723500"/>
                  <a:pt x="361750" y="723500"/>
                </a:cubicBezTo>
                <a:cubicBezTo>
                  <a:pt x="561539" y="723500"/>
                  <a:pt x="723500" y="561539"/>
                  <a:pt x="723500" y="361750"/>
                </a:cubicBezTo>
                <a:cubicBezTo>
                  <a:pt x="723594" y="162056"/>
                  <a:pt x="561787" y="94"/>
                  <a:pt x="362093" y="0"/>
                </a:cubicBezTo>
                <a:cubicBezTo>
                  <a:pt x="361979" y="0"/>
                  <a:pt x="361864" y="0"/>
                  <a:pt x="361750" y="0"/>
                </a:cubicBezTo>
                <a:close/>
                <a:moveTo>
                  <a:pt x="468735" y="461420"/>
                </a:moveTo>
                <a:cubicBezTo>
                  <a:pt x="461383" y="474146"/>
                  <a:pt x="451215" y="485020"/>
                  <a:pt x="439007" y="493205"/>
                </a:cubicBezTo>
                <a:cubicBezTo>
                  <a:pt x="426041" y="501810"/>
                  <a:pt x="411637" y="508021"/>
                  <a:pt x="396478" y="511540"/>
                </a:cubicBezTo>
                <a:cubicBezTo>
                  <a:pt x="380116" y="515480"/>
                  <a:pt x="363340" y="517444"/>
                  <a:pt x="346510" y="517389"/>
                </a:cubicBezTo>
                <a:cubicBezTo>
                  <a:pt x="311725" y="517389"/>
                  <a:pt x="285690" y="512962"/>
                  <a:pt x="268405" y="504111"/>
                </a:cubicBezTo>
                <a:lnTo>
                  <a:pt x="268405" y="456362"/>
                </a:lnTo>
                <a:cubicBezTo>
                  <a:pt x="292490" y="469799"/>
                  <a:pt x="319560" y="476981"/>
                  <a:pt x="347139" y="477250"/>
                </a:cubicBezTo>
                <a:cubicBezTo>
                  <a:pt x="357802" y="477335"/>
                  <a:pt x="368433" y="476055"/>
                  <a:pt x="378771" y="473440"/>
                </a:cubicBezTo>
                <a:cubicBezTo>
                  <a:pt x="387779" y="471209"/>
                  <a:pt x="396297" y="467334"/>
                  <a:pt x="403898" y="462010"/>
                </a:cubicBezTo>
                <a:cubicBezTo>
                  <a:pt x="418546" y="451826"/>
                  <a:pt x="427055" y="434932"/>
                  <a:pt x="426520" y="417100"/>
                </a:cubicBezTo>
                <a:cubicBezTo>
                  <a:pt x="426800" y="407986"/>
                  <a:pt x="424316" y="399001"/>
                  <a:pt x="419395" y="391325"/>
                </a:cubicBezTo>
                <a:cubicBezTo>
                  <a:pt x="414483" y="384111"/>
                  <a:pt x="407995" y="378108"/>
                  <a:pt x="400422" y="373771"/>
                </a:cubicBezTo>
                <a:cubicBezTo>
                  <a:pt x="391841" y="368884"/>
                  <a:pt x="382506" y="365465"/>
                  <a:pt x="372799" y="363655"/>
                </a:cubicBezTo>
                <a:cubicBezTo>
                  <a:pt x="361859" y="361511"/>
                  <a:pt x="350733" y="360452"/>
                  <a:pt x="339585" y="360493"/>
                </a:cubicBezTo>
                <a:cubicBezTo>
                  <a:pt x="328841" y="360493"/>
                  <a:pt x="309127" y="361445"/>
                  <a:pt x="280445" y="363350"/>
                </a:cubicBezTo>
                <a:lnTo>
                  <a:pt x="296228" y="194501"/>
                </a:lnTo>
                <a:lnTo>
                  <a:pt x="462915" y="194501"/>
                </a:lnTo>
                <a:lnTo>
                  <a:pt x="462915" y="236877"/>
                </a:lnTo>
                <a:lnTo>
                  <a:pt x="343348" y="236877"/>
                </a:lnTo>
                <a:lnTo>
                  <a:pt x="335128" y="320373"/>
                </a:lnTo>
                <a:cubicBezTo>
                  <a:pt x="338061" y="320164"/>
                  <a:pt x="340185" y="320002"/>
                  <a:pt x="341452" y="319897"/>
                </a:cubicBezTo>
                <a:cubicBezTo>
                  <a:pt x="342719" y="319792"/>
                  <a:pt x="343814" y="319688"/>
                  <a:pt x="344757" y="319583"/>
                </a:cubicBezTo>
                <a:cubicBezTo>
                  <a:pt x="345760" y="319473"/>
                  <a:pt x="346768" y="319420"/>
                  <a:pt x="347777" y="319421"/>
                </a:cubicBezTo>
                <a:lnTo>
                  <a:pt x="353149" y="319421"/>
                </a:lnTo>
                <a:cubicBezTo>
                  <a:pt x="369318" y="319370"/>
                  <a:pt x="385441" y="321121"/>
                  <a:pt x="401222" y="324641"/>
                </a:cubicBezTo>
                <a:cubicBezTo>
                  <a:pt x="415602" y="327704"/>
                  <a:pt x="429313" y="333327"/>
                  <a:pt x="441703" y="341243"/>
                </a:cubicBezTo>
                <a:cubicBezTo>
                  <a:pt x="453223" y="348734"/>
                  <a:pt x="462784" y="358875"/>
                  <a:pt x="469583" y="370818"/>
                </a:cubicBezTo>
                <a:cubicBezTo>
                  <a:pt x="476898" y="384345"/>
                  <a:pt x="480512" y="399565"/>
                  <a:pt x="480060" y="414938"/>
                </a:cubicBezTo>
                <a:cubicBezTo>
                  <a:pt x="480499" y="431164"/>
                  <a:pt x="476589" y="447213"/>
                  <a:pt x="468735" y="461420"/>
                </a:cubicBezTo>
                <a:close/>
              </a:path>
            </a:pathLst>
          </a:custGeom>
          <a:solidFill>
            <a:srgbClr val="7030A0"/>
          </a:solidFill>
          <a:ln w="9525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47" name="그림 46">
            <a:extLst>
              <a:ext uri="{FF2B5EF4-FFF2-40B4-BE49-F238E27FC236}">
                <a16:creationId xmlns:a16="http://schemas.microsoft.com/office/drawing/2014/main" id="{D3409D4B-0B77-B4E6-83C3-6EA5D1B9657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00363" y="4742247"/>
            <a:ext cx="387752" cy="3877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0828341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113524E-6BB8-B254-BCCB-C33A11AF7E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배달품</a:t>
            </a:r>
            <a:endParaRPr lang="ko-KR" altLang="en-US" dirty="0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90104DF9-B717-6846-00BA-2E0821B3BA5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345721"/>
            <a:ext cx="5375694" cy="4831242"/>
          </a:xfrm>
        </p:spPr>
        <p:txBody>
          <a:bodyPr anchor="ctr">
            <a:normAutofit/>
          </a:bodyPr>
          <a:lstStyle/>
          <a:p>
            <a:pPr>
              <a:lnSpc>
                <a:spcPct val="120000"/>
              </a:lnSpc>
            </a:pPr>
            <a:r>
              <a:rPr lang="ko-KR" altLang="en-US" sz="1800" dirty="0" err="1"/>
              <a:t>배달품</a:t>
            </a:r>
            <a:r>
              <a:rPr lang="ko-KR" altLang="en-US" sz="1800" dirty="0"/>
              <a:t> 품목 </a:t>
            </a:r>
            <a:r>
              <a:rPr lang="en-US" altLang="ko-KR" sz="1800" dirty="0"/>
              <a:t>: </a:t>
            </a:r>
            <a:br>
              <a:rPr lang="en-US" altLang="ko-KR" sz="1800" dirty="0"/>
            </a:br>
            <a:r>
              <a:rPr lang="ko-KR" altLang="en-US" sz="1800" dirty="0"/>
              <a:t>일반 품목</a:t>
            </a:r>
            <a:r>
              <a:rPr lang="en-US" altLang="ko-KR" sz="1800" dirty="0"/>
              <a:t>(</a:t>
            </a:r>
            <a:r>
              <a:rPr lang="ko-KR" altLang="en-US" sz="1800" dirty="0"/>
              <a:t>일반</a:t>
            </a:r>
            <a:r>
              <a:rPr lang="en-US" altLang="ko-KR" sz="1800" dirty="0"/>
              <a:t>), </a:t>
            </a:r>
            <a:r>
              <a:rPr lang="ko-KR" altLang="en-US" sz="1800" dirty="0"/>
              <a:t>파손 주의</a:t>
            </a:r>
            <a:r>
              <a:rPr lang="en-US" altLang="ko-KR" sz="1800" dirty="0"/>
              <a:t>(</a:t>
            </a:r>
            <a:r>
              <a:rPr lang="ko-KR" altLang="en-US" sz="1800" dirty="0"/>
              <a:t>파손 위험</a:t>
            </a:r>
            <a:r>
              <a:rPr lang="en-US" altLang="ko-KR" sz="1800" dirty="0"/>
              <a:t>)</a:t>
            </a:r>
          </a:p>
          <a:p>
            <a:pPr>
              <a:lnSpc>
                <a:spcPct val="120000"/>
              </a:lnSpc>
            </a:pPr>
            <a:endParaRPr lang="en-US" altLang="ko-KR" sz="1800" dirty="0"/>
          </a:p>
          <a:p>
            <a:pPr>
              <a:lnSpc>
                <a:spcPct val="120000"/>
              </a:lnSpc>
            </a:pPr>
            <a:r>
              <a:rPr lang="ko-KR" altLang="en-US" sz="1800" dirty="0"/>
              <a:t>배달 상태 </a:t>
            </a:r>
            <a:r>
              <a:rPr lang="en-US" altLang="ko-KR" sz="1800" dirty="0"/>
              <a:t>: </a:t>
            </a:r>
            <a:r>
              <a:rPr lang="ko-KR" altLang="en-US" sz="1800" dirty="0"/>
              <a:t>배달 중</a:t>
            </a:r>
            <a:r>
              <a:rPr lang="en-US" altLang="ko-KR" sz="1800" dirty="0"/>
              <a:t>, </a:t>
            </a:r>
            <a:r>
              <a:rPr lang="ko-KR" altLang="en-US" sz="1800" dirty="0"/>
              <a:t>시간 안에 배달 완료</a:t>
            </a:r>
            <a:r>
              <a:rPr lang="en-US" altLang="ko-KR" sz="1800" dirty="0"/>
              <a:t>, </a:t>
            </a:r>
            <a:br>
              <a:rPr lang="en-US" altLang="ko-KR" sz="1800" dirty="0"/>
            </a:br>
            <a:r>
              <a:rPr lang="ko-KR" altLang="en-US" sz="1800" dirty="0"/>
              <a:t>시간 초과 배달</a:t>
            </a:r>
            <a:r>
              <a:rPr lang="en-US" altLang="ko-KR" sz="1800" dirty="0"/>
              <a:t>, </a:t>
            </a:r>
            <a:r>
              <a:rPr lang="ko-KR" altLang="en-US" sz="1800" dirty="0" err="1"/>
              <a:t>배달품</a:t>
            </a:r>
            <a:r>
              <a:rPr lang="ko-KR" altLang="en-US" sz="1800" dirty="0"/>
              <a:t> 파손됨</a:t>
            </a:r>
            <a:endParaRPr lang="en-US" altLang="ko-KR" sz="1800" dirty="0"/>
          </a:p>
          <a:p>
            <a:pPr>
              <a:lnSpc>
                <a:spcPct val="120000"/>
              </a:lnSpc>
            </a:pPr>
            <a:endParaRPr lang="en-US" altLang="ko-KR" sz="1800" dirty="0"/>
          </a:p>
          <a:p>
            <a:pPr>
              <a:lnSpc>
                <a:spcPct val="120000"/>
              </a:lnSpc>
            </a:pPr>
            <a:r>
              <a:rPr lang="ko-KR" altLang="en-US" sz="1800" dirty="0" err="1"/>
              <a:t>배달품</a:t>
            </a:r>
            <a:r>
              <a:rPr lang="ko-KR" altLang="en-US" sz="1800" dirty="0"/>
              <a:t> 파손 시 </a:t>
            </a:r>
            <a:r>
              <a:rPr lang="en-US" altLang="ko-KR" sz="1800" dirty="0"/>
              <a:t>: </a:t>
            </a:r>
            <a:r>
              <a:rPr lang="ko-KR" altLang="en-US" sz="1800" dirty="0"/>
              <a:t>기지로 가서 </a:t>
            </a:r>
            <a:r>
              <a:rPr lang="ko-KR" altLang="en-US" sz="1800" dirty="0" err="1"/>
              <a:t>배달품</a:t>
            </a:r>
            <a:r>
              <a:rPr lang="ko-KR" altLang="en-US" sz="1800" dirty="0"/>
              <a:t> 재수령 후 배달 진행</a:t>
            </a:r>
            <a:endParaRPr lang="en-US" altLang="ko-KR" sz="1800" dirty="0"/>
          </a:p>
          <a:p>
            <a:pPr>
              <a:lnSpc>
                <a:spcPct val="120000"/>
              </a:lnSpc>
            </a:pPr>
            <a:endParaRPr lang="en-US" altLang="ko-KR" sz="1800" dirty="0"/>
          </a:p>
          <a:p>
            <a:pPr>
              <a:lnSpc>
                <a:spcPct val="120000"/>
              </a:lnSpc>
            </a:pPr>
            <a:r>
              <a:rPr lang="ko-KR" altLang="en-US" sz="1800" dirty="0"/>
              <a:t>배달 완료 판단 </a:t>
            </a:r>
            <a:r>
              <a:rPr lang="en-US" altLang="ko-KR" sz="1800" dirty="0"/>
              <a:t>: </a:t>
            </a:r>
            <a:r>
              <a:rPr lang="ko-KR" altLang="en-US" sz="1800" dirty="0"/>
              <a:t>제한 시간 안에 배달함</a:t>
            </a:r>
            <a:endParaRPr lang="en-US" altLang="ko-KR" sz="1800" dirty="0"/>
          </a:p>
          <a:p>
            <a:pPr>
              <a:lnSpc>
                <a:spcPct val="120000"/>
              </a:lnSpc>
            </a:pPr>
            <a:r>
              <a:rPr lang="ko-KR" altLang="en-US" sz="1800" dirty="0"/>
              <a:t>배달 실패 판단 </a:t>
            </a:r>
            <a:r>
              <a:rPr lang="en-US" altLang="ko-KR" sz="1800" dirty="0"/>
              <a:t>: </a:t>
            </a:r>
            <a:r>
              <a:rPr lang="ko-KR" altLang="en-US" sz="1800" dirty="0"/>
              <a:t>제한 시간 안에 배달하지 못함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2A765DB-1691-E1FE-761E-9A01606FCC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10/11/2026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783321B-53EC-D84C-B29C-799E76AA13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19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36AD1D0E-CF35-ADD7-F184-E5F933660CEA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  <p:pic>
        <p:nvPicPr>
          <p:cNvPr id="25" name="내용 개체 틀 12" descr="열린 포장 상자 윤곽선">
            <a:extLst>
              <a:ext uri="{FF2B5EF4-FFF2-40B4-BE49-F238E27FC236}">
                <a16:creationId xmlns:a16="http://schemas.microsoft.com/office/drawing/2014/main" id="{6D8A6B85-8EA8-28F3-8099-A93F82D5581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441804" y="2517475"/>
            <a:ext cx="2152291" cy="2152291"/>
          </a:xfrm>
          <a:prstGeom prst="rect">
            <a:avLst/>
          </a:prstGeom>
        </p:spPr>
      </p:pic>
      <p:grpSp>
        <p:nvGrpSpPr>
          <p:cNvPr id="3" name="그룹 2">
            <a:extLst>
              <a:ext uri="{FF2B5EF4-FFF2-40B4-BE49-F238E27FC236}">
                <a16:creationId xmlns:a16="http://schemas.microsoft.com/office/drawing/2014/main" id="{431C18C3-CA29-92E9-EE2D-CE518276B2CA}"/>
              </a:ext>
            </a:extLst>
          </p:cNvPr>
          <p:cNvGrpSpPr/>
          <p:nvPr/>
        </p:nvGrpSpPr>
        <p:grpSpPr>
          <a:xfrm>
            <a:off x="1395507" y="2810664"/>
            <a:ext cx="1917724" cy="1859102"/>
            <a:chOff x="4943969" y="2797892"/>
            <a:chExt cx="272824" cy="325698"/>
          </a:xfrm>
        </p:grpSpPr>
        <p:sp>
          <p:nvSpPr>
            <p:cNvPr id="12" name="자유형: 도형 11">
              <a:extLst>
                <a:ext uri="{FF2B5EF4-FFF2-40B4-BE49-F238E27FC236}">
                  <a16:creationId xmlns:a16="http://schemas.microsoft.com/office/drawing/2014/main" id="{DF3BC8A4-444E-E87F-2107-604BF99AD02A}"/>
                </a:ext>
              </a:extLst>
            </p:cNvPr>
            <p:cNvSpPr/>
            <p:nvPr/>
          </p:nvSpPr>
          <p:spPr>
            <a:xfrm>
              <a:off x="4943969" y="2843117"/>
              <a:ext cx="198205" cy="120119"/>
            </a:xfrm>
            <a:custGeom>
              <a:avLst/>
              <a:gdLst>
                <a:gd name="csX0" fmla="*/ 61798 w 198205"/>
                <a:gd name="csY0" fmla="*/ 0 h 120119"/>
                <a:gd name="csX1" fmla="*/ 0 w 198205"/>
                <a:gd name="csY1" fmla="*/ 37452 h 120119"/>
                <a:gd name="csX2" fmla="*/ 136408 w 198205"/>
                <a:gd name="csY2" fmla="*/ 120120 h 120119"/>
                <a:gd name="csX3" fmla="*/ 198206 w 198205"/>
                <a:gd name="csY3" fmla="*/ 82667 h 120119"/>
                <a:gd name="csX4" fmla="*/ 61798 w 198205"/>
                <a:gd name="csY4" fmla="*/ 0 h 12011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98205" h="120119">
                  <a:moveTo>
                    <a:pt x="61798" y="0"/>
                  </a:moveTo>
                  <a:lnTo>
                    <a:pt x="0" y="37452"/>
                  </a:lnTo>
                  <a:lnTo>
                    <a:pt x="136408" y="120120"/>
                  </a:lnTo>
                  <a:lnTo>
                    <a:pt x="198206" y="82667"/>
                  </a:lnTo>
                  <a:lnTo>
                    <a:pt x="61798" y="0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3" name="자유형: 도형 12">
              <a:extLst>
                <a:ext uri="{FF2B5EF4-FFF2-40B4-BE49-F238E27FC236}">
                  <a16:creationId xmlns:a16="http://schemas.microsoft.com/office/drawing/2014/main" id="{A6D5263D-0067-E788-FA2B-03B43A0D9BBF}"/>
                </a:ext>
              </a:extLst>
            </p:cNvPr>
            <p:cNvSpPr/>
            <p:nvPr/>
          </p:nvSpPr>
          <p:spPr>
            <a:xfrm>
              <a:off x="5021683" y="2797892"/>
              <a:ext cx="195110" cy="118224"/>
            </a:xfrm>
            <a:custGeom>
              <a:avLst/>
              <a:gdLst>
                <a:gd name="csX0" fmla="*/ 195110 w 195110"/>
                <a:gd name="csY0" fmla="*/ 82677 h 118224"/>
                <a:gd name="csX1" fmla="*/ 58693 w 195110"/>
                <a:gd name="csY1" fmla="*/ 0 h 118224"/>
                <a:gd name="csX2" fmla="*/ 0 w 195110"/>
                <a:gd name="csY2" fmla="*/ 35547 h 118224"/>
                <a:gd name="csX3" fmla="*/ 136408 w 195110"/>
                <a:gd name="csY3" fmla="*/ 118224 h 118224"/>
                <a:gd name="csX4" fmla="*/ 195110 w 195110"/>
                <a:gd name="csY4" fmla="*/ 82677 h 11822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95110" h="118224">
                  <a:moveTo>
                    <a:pt x="195110" y="82677"/>
                  </a:moveTo>
                  <a:lnTo>
                    <a:pt x="58693" y="0"/>
                  </a:lnTo>
                  <a:lnTo>
                    <a:pt x="0" y="35547"/>
                  </a:lnTo>
                  <a:lnTo>
                    <a:pt x="136408" y="118224"/>
                  </a:lnTo>
                  <a:lnTo>
                    <a:pt x="195110" y="82677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4" name="자유형: 도형 13">
              <a:extLst>
                <a:ext uri="{FF2B5EF4-FFF2-40B4-BE49-F238E27FC236}">
                  <a16:creationId xmlns:a16="http://schemas.microsoft.com/office/drawing/2014/main" id="{25F1B2C2-1338-C4C1-46AB-4AD3C4B34D01}"/>
                </a:ext>
              </a:extLst>
            </p:cNvPr>
            <p:cNvSpPr/>
            <p:nvPr/>
          </p:nvSpPr>
          <p:spPr>
            <a:xfrm>
              <a:off x="4943969" y="2899991"/>
              <a:ext cx="128139" cy="223599"/>
            </a:xfrm>
            <a:custGeom>
              <a:avLst/>
              <a:gdLst>
                <a:gd name="csX0" fmla="*/ 0 w 128139"/>
                <a:gd name="csY0" fmla="*/ 13649 h 223599"/>
                <a:gd name="csX1" fmla="*/ 0 w 128139"/>
                <a:gd name="csY1" fmla="*/ 145923 h 223599"/>
                <a:gd name="csX2" fmla="*/ 128140 w 128139"/>
                <a:gd name="csY2" fmla="*/ 223599 h 223599"/>
                <a:gd name="csX3" fmla="*/ 128140 w 128139"/>
                <a:gd name="csY3" fmla="*/ 77638 h 223599"/>
                <a:gd name="csX4" fmla="*/ 0 w 128139"/>
                <a:gd name="csY4" fmla="*/ 0 h 223599"/>
                <a:gd name="csX5" fmla="*/ 0 w 128139"/>
                <a:gd name="csY5" fmla="*/ 13649 h 22359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139" h="223599">
                  <a:moveTo>
                    <a:pt x="0" y="13649"/>
                  </a:moveTo>
                  <a:lnTo>
                    <a:pt x="0" y="145923"/>
                  </a:lnTo>
                  <a:lnTo>
                    <a:pt x="128140" y="223599"/>
                  </a:lnTo>
                  <a:lnTo>
                    <a:pt x="128140" y="77638"/>
                  </a:lnTo>
                  <a:lnTo>
                    <a:pt x="0" y="0"/>
                  </a:lnTo>
                  <a:lnTo>
                    <a:pt x="0" y="13649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5" name="자유형: 도형 14">
              <a:extLst>
                <a:ext uri="{FF2B5EF4-FFF2-40B4-BE49-F238E27FC236}">
                  <a16:creationId xmlns:a16="http://schemas.microsoft.com/office/drawing/2014/main" id="{8F80F11B-4E1F-2122-1ABA-3B293C7A5C56}"/>
                </a:ext>
              </a:extLst>
            </p:cNvPr>
            <p:cNvSpPr/>
            <p:nvPr/>
          </p:nvSpPr>
          <p:spPr>
            <a:xfrm>
              <a:off x="5088644" y="2899914"/>
              <a:ext cx="128149" cy="223675"/>
            </a:xfrm>
            <a:custGeom>
              <a:avLst/>
              <a:gdLst>
                <a:gd name="csX0" fmla="*/ 45472 w 128149"/>
                <a:gd name="csY0" fmla="*/ 100527 h 223675"/>
                <a:gd name="csX1" fmla="*/ 16535 w 128149"/>
                <a:gd name="csY1" fmla="*/ 117062 h 223675"/>
                <a:gd name="csX2" fmla="*/ 16535 w 128149"/>
                <a:gd name="csY2" fmla="*/ 88125 h 223675"/>
                <a:gd name="csX3" fmla="*/ 45472 w 128149"/>
                <a:gd name="csY3" fmla="*/ 71590 h 223675"/>
                <a:gd name="csX4" fmla="*/ 0 w 128149"/>
                <a:gd name="csY4" fmla="*/ 77600 h 223675"/>
                <a:gd name="csX5" fmla="*/ 0 w 128149"/>
                <a:gd name="csY5" fmla="*/ 223676 h 223675"/>
                <a:gd name="csX6" fmla="*/ 128149 w 128149"/>
                <a:gd name="csY6" fmla="*/ 145999 h 223675"/>
                <a:gd name="csX7" fmla="*/ 128149 w 128149"/>
                <a:gd name="csY7" fmla="*/ 0 h 2236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128149" h="223675">
                  <a:moveTo>
                    <a:pt x="45472" y="100527"/>
                  </a:moveTo>
                  <a:lnTo>
                    <a:pt x="16535" y="117062"/>
                  </a:lnTo>
                  <a:lnTo>
                    <a:pt x="16535" y="88125"/>
                  </a:lnTo>
                  <a:lnTo>
                    <a:pt x="45472" y="71590"/>
                  </a:lnTo>
                  <a:close/>
                  <a:moveTo>
                    <a:pt x="0" y="77600"/>
                  </a:moveTo>
                  <a:lnTo>
                    <a:pt x="0" y="223676"/>
                  </a:lnTo>
                  <a:lnTo>
                    <a:pt x="128149" y="145999"/>
                  </a:lnTo>
                  <a:lnTo>
                    <a:pt x="128149" y="0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267561352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339B108-C7FB-752A-B8FF-FD74F9A33A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상호작용</a:t>
            </a:r>
            <a:r>
              <a:rPr lang="en-US" altLang="ko-KR" dirty="0"/>
              <a:t>_</a:t>
            </a:r>
            <a:r>
              <a:rPr lang="ko-KR" altLang="en-US" dirty="0" err="1"/>
              <a:t>배달품</a:t>
            </a:r>
            <a:r>
              <a:rPr lang="en-US" altLang="ko-KR" dirty="0">
                <a:solidFill>
                  <a:schemeClr val="accent3"/>
                </a:solidFill>
              </a:rPr>
              <a:t>_</a:t>
            </a:r>
            <a:r>
              <a:rPr lang="ko-KR" altLang="en-US" dirty="0">
                <a:solidFill>
                  <a:schemeClr val="accent3"/>
                </a:solidFill>
              </a:rPr>
              <a:t>예시</a:t>
            </a:r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EA8B8630-EB4F-A5EB-39E9-475AD1C75298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  <p:cxnSp>
        <p:nvCxnSpPr>
          <p:cNvPr id="16" name="꺾인 양쪽 화살표 연결선 18">
            <a:extLst>
              <a:ext uri="{FF2B5EF4-FFF2-40B4-BE49-F238E27FC236}">
                <a16:creationId xmlns:a16="http://schemas.microsoft.com/office/drawing/2014/main" id="{56F6801E-A777-D7E2-3F7D-FE70833DC17E}"/>
              </a:ext>
            </a:extLst>
          </p:cNvPr>
          <p:cNvCxnSpPr>
            <a:cxnSpLocks/>
            <a:stCxn id="37" idx="3"/>
            <a:endCxn id="48" idx="1"/>
          </p:cNvCxnSpPr>
          <p:nvPr/>
        </p:nvCxnSpPr>
        <p:spPr>
          <a:xfrm>
            <a:off x="8503153" y="4148177"/>
            <a:ext cx="864860" cy="1973394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꺾인 양쪽 화살표 연결선 18">
            <a:extLst>
              <a:ext uri="{FF2B5EF4-FFF2-40B4-BE49-F238E27FC236}">
                <a16:creationId xmlns:a16="http://schemas.microsoft.com/office/drawing/2014/main" id="{EAE3C6E4-905B-F746-6227-97B6038FD9CE}"/>
              </a:ext>
            </a:extLst>
          </p:cNvPr>
          <p:cNvCxnSpPr>
            <a:cxnSpLocks/>
            <a:stCxn id="129" idx="3"/>
            <a:endCxn id="29" idx="1"/>
          </p:cNvCxnSpPr>
          <p:nvPr/>
        </p:nvCxnSpPr>
        <p:spPr>
          <a:xfrm flipV="1">
            <a:off x="2219172" y="2994316"/>
            <a:ext cx="501944" cy="665501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E9179219-7D61-354A-E365-1F27ABBEE98F}"/>
              </a:ext>
            </a:extLst>
          </p:cNvPr>
          <p:cNvSpPr/>
          <p:nvPr/>
        </p:nvSpPr>
        <p:spPr>
          <a:xfrm>
            <a:off x="2721116" y="2668631"/>
            <a:ext cx="1897821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경로</a:t>
            </a:r>
            <a:r>
              <a:rPr lang="en-US" altLang="ko-KR" dirty="0">
                <a:solidFill>
                  <a:srgbClr val="000000"/>
                </a:solidFill>
              </a:rPr>
              <a:t>a_</a:t>
            </a:r>
            <a:r>
              <a:rPr lang="ko-KR" altLang="en-US" dirty="0">
                <a:solidFill>
                  <a:srgbClr val="000000"/>
                </a:solidFill>
              </a:rPr>
              <a:t>숲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en-US" altLang="ko-KR" dirty="0">
                <a:solidFill>
                  <a:srgbClr val="000000"/>
                </a:solidFill>
              </a:rPr>
              <a:t>: </a:t>
            </a:r>
            <a:r>
              <a:rPr lang="ko-KR" altLang="en-US" dirty="0">
                <a:solidFill>
                  <a:srgbClr val="000000"/>
                </a:solidFill>
              </a:rPr>
              <a:t>직선 거리</a:t>
            </a:r>
            <a:r>
              <a:rPr lang="en-US" altLang="ko-KR" dirty="0">
                <a:solidFill>
                  <a:srgbClr val="000000"/>
                </a:solidFill>
              </a:rPr>
              <a:t>[40T] 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30F3819E-3AFB-EA66-9364-82EF1C520019}"/>
              </a:ext>
            </a:extLst>
          </p:cNvPr>
          <p:cNvSpPr/>
          <p:nvPr/>
        </p:nvSpPr>
        <p:spPr>
          <a:xfrm>
            <a:off x="2676829" y="3989070"/>
            <a:ext cx="1942107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경로</a:t>
            </a:r>
            <a:r>
              <a:rPr lang="en-US" altLang="ko-KR" dirty="0">
                <a:solidFill>
                  <a:srgbClr val="000000"/>
                </a:solidFill>
              </a:rPr>
              <a:t>b_</a:t>
            </a:r>
            <a:r>
              <a:rPr lang="ko-KR" altLang="en-US" dirty="0">
                <a:solidFill>
                  <a:srgbClr val="000000"/>
                </a:solidFill>
              </a:rPr>
              <a:t>모래언덕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en-US" altLang="ko-KR" dirty="0">
                <a:solidFill>
                  <a:srgbClr val="000000"/>
                </a:solidFill>
              </a:rPr>
              <a:t>: </a:t>
            </a:r>
            <a:r>
              <a:rPr lang="ko-KR" altLang="en-US" dirty="0">
                <a:solidFill>
                  <a:srgbClr val="000000"/>
                </a:solidFill>
              </a:rPr>
              <a:t>곡선 거리</a:t>
            </a:r>
            <a:r>
              <a:rPr lang="en-US" altLang="ko-KR" dirty="0">
                <a:solidFill>
                  <a:srgbClr val="000000"/>
                </a:solidFill>
              </a:rPr>
              <a:t>[80T]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FE17D59C-8575-F0A7-0903-28793FD4E8D3}"/>
              </a:ext>
            </a:extLst>
          </p:cNvPr>
          <p:cNvSpPr/>
          <p:nvPr/>
        </p:nvSpPr>
        <p:spPr>
          <a:xfrm>
            <a:off x="6513951" y="1404947"/>
            <a:ext cx="1947707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경로</a:t>
            </a:r>
            <a:r>
              <a:rPr lang="en-US" altLang="ko-KR" dirty="0" err="1">
                <a:solidFill>
                  <a:srgbClr val="000000"/>
                </a:solidFill>
              </a:rPr>
              <a:t>a_a</a:t>
            </a:r>
            <a:r>
              <a:rPr lang="en-US" altLang="ko-KR" dirty="0">
                <a:solidFill>
                  <a:srgbClr val="000000"/>
                </a:solidFill>
              </a:rPr>
              <a:t>_</a:t>
            </a:r>
            <a:r>
              <a:rPr lang="ko-KR" altLang="en-US" dirty="0">
                <a:solidFill>
                  <a:srgbClr val="000000"/>
                </a:solidFill>
              </a:rPr>
              <a:t>숲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en-US" altLang="ko-KR" dirty="0">
                <a:solidFill>
                  <a:srgbClr val="000000"/>
                </a:solidFill>
              </a:rPr>
              <a:t>: </a:t>
            </a:r>
            <a:r>
              <a:rPr lang="ko-KR" altLang="en-US" dirty="0">
                <a:solidFill>
                  <a:srgbClr val="000000"/>
                </a:solidFill>
              </a:rPr>
              <a:t>곡선 거리</a:t>
            </a:r>
            <a:r>
              <a:rPr lang="en-US" altLang="ko-KR" dirty="0">
                <a:solidFill>
                  <a:srgbClr val="000000"/>
                </a:solidFill>
              </a:rPr>
              <a:t>[20T] 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37" name="직사각형 36">
            <a:extLst>
              <a:ext uri="{FF2B5EF4-FFF2-40B4-BE49-F238E27FC236}">
                <a16:creationId xmlns:a16="http://schemas.microsoft.com/office/drawing/2014/main" id="{ECAA3893-299B-A643-F7AB-7FAF127ACB8F}"/>
              </a:ext>
            </a:extLst>
          </p:cNvPr>
          <p:cNvSpPr/>
          <p:nvPr/>
        </p:nvSpPr>
        <p:spPr>
          <a:xfrm>
            <a:off x="6561043" y="3822492"/>
            <a:ext cx="1942110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경로</a:t>
            </a:r>
            <a:r>
              <a:rPr lang="en-US" altLang="ko-KR" dirty="0" err="1">
                <a:solidFill>
                  <a:srgbClr val="000000"/>
                </a:solidFill>
              </a:rPr>
              <a:t>a_b</a:t>
            </a:r>
            <a:r>
              <a:rPr lang="en-US" altLang="ko-KR" dirty="0">
                <a:solidFill>
                  <a:srgbClr val="000000"/>
                </a:solidFill>
              </a:rPr>
              <a:t>_</a:t>
            </a:r>
            <a:r>
              <a:rPr lang="ko-KR" altLang="en-US" dirty="0">
                <a:solidFill>
                  <a:srgbClr val="000000"/>
                </a:solidFill>
              </a:rPr>
              <a:t>늪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en-US" altLang="ko-KR" dirty="0">
                <a:solidFill>
                  <a:srgbClr val="000000"/>
                </a:solidFill>
              </a:rPr>
              <a:t>: </a:t>
            </a:r>
            <a:r>
              <a:rPr lang="ko-KR" altLang="en-US" dirty="0">
                <a:solidFill>
                  <a:srgbClr val="000000"/>
                </a:solidFill>
              </a:rPr>
              <a:t>직선 거리</a:t>
            </a:r>
            <a:r>
              <a:rPr lang="en-US" altLang="ko-KR" dirty="0">
                <a:solidFill>
                  <a:srgbClr val="000000"/>
                </a:solidFill>
              </a:rPr>
              <a:t>[10T] </a:t>
            </a:r>
            <a:endParaRPr lang="ko-KR" altLang="en-US" dirty="0">
              <a:solidFill>
                <a:srgbClr val="000000"/>
              </a:solidFill>
            </a:endParaRPr>
          </a:p>
        </p:txBody>
      </p:sp>
      <p:cxnSp>
        <p:nvCxnSpPr>
          <p:cNvPr id="41" name="꺾인 양쪽 화살표 연결선 18">
            <a:extLst>
              <a:ext uri="{FF2B5EF4-FFF2-40B4-BE49-F238E27FC236}">
                <a16:creationId xmlns:a16="http://schemas.microsoft.com/office/drawing/2014/main" id="{ADAD90DE-F6E9-A2FB-0C2C-B653BCD7729D}"/>
              </a:ext>
            </a:extLst>
          </p:cNvPr>
          <p:cNvCxnSpPr>
            <a:cxnSpLocks/>
            <a:stCxn id="129" idx="3"/>
            <a:endCxn id="33" idx="1"/>
          </p:cNvCxnSpPr>
          <p:nvPr/>
        </p:nvCxnSpPr>
        <p:spPr>
          <a:xfrm>
            <a:off x="2219172" y="3659817"/>
            <a:ext cx="457657" cy="654938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직사각형 47">
            <a:extLst>
              <a:ext uri="{FF2B5EF4-FFF2-40B4-BE49-F238E27FC236}">
                <a16:creationId xmlns:a16="http://schemas.microsoft.com/office/drawing/2014/main" id="{EC84C43D-6067-0DF0-B9A6-B76471F4F9D7}"/>
              </a:ext>
            </a:extLst>
          </p:cNvPr>
          <p:cNvSpPr/>
          <p:nvPr/>
        </p:nvSpPr>
        <p:spPr>
          <a:xfrm>
            <a:off x="9368013" y="5795886"/>
            <a:ext cx="1316825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주거지</a:t>
            </a:r>
            <a:r>
              <a:rPr lang="en-US" altLang="ko-KR" dirty="0">
                <a:solidFill>
                  <a:srgbClr val="000000"/>
                </a:solidFill>
              </a:rPr>
              <a:t>3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도착</a:t>
            </a:r>
          </a:p>
        </p:txBody>
      </p:sp>
      <p:cxnSp>
        <p:nvCxnSpPr>
          <p:cNvPr id="52" name="꺾인 양쪽 화살표 연결선 18">
            <a:extLst>
              <a:ext uri="{FF2B5EF4-FFF2-40B4-BE49-F238E27FC236}">
                <a16:creationId xmlns:a16="http://schemas.microsoft.com/office/drawing/2014/main" id="{D7DA4324-C9E0-8070-3D26-EBAE550692AB}"/>
              </a:ext>
            </a:extLst>
          </p:cNvPr>
          <p:cNvCxnSpPr>
            <a:cxnSpLocks/>
            <a:stCxn id="35" idx="3"/>
            <a:endCxn id="48" idx="1"/>
          </p:cNvCxnSpPr>
          <p:nvPr/>
        </p:nvCxnSpPr>
        <p:spPr>
          <a:xfrm>
            <a:off x="8461658" y="1730632"/>
            <a:ext cx="906355" cy="4390939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꺾인 양쪽 화살표 연결선 18">
            <a:extLst>
              <a:ext uri="{FF2B5EF4-FFF2-40B4-BE49-F238E27FC236}">
                <a16:creationId xmlns:a16="http://schemas.microsoft.com/office/drawing/2014/main" id="{AA4BF786-2129-746A-9AA3-9A21F4DA95DC}"/>
              </a:ext>
            </a:extLst>
          </p:cNvPr>
          <p:cNvCxnSpPr>
            <a:cxnSpLocks/>
            <a:stCxn id="33" idx="3"/>
            <a:endCxn id="48" idx="1"/>
          </p:cNvCxnSpPr>
          <p:nvPr/>
        </p:nvCxnSpPr>
        <p:spPr>
          <a:xfrm>
            <a:off x="4618936" y="4314755"/>
            <a:ext cx="4749077" cy="1806816"/>
          </a:xfrm>
          <a:prstGeom prst="bentConnector3">
            <a:avLst>
              <a:gd name="adj1" fmla="val 16038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꺾인 양쪽 화살표 연결선 18">
            <a:extLst>
              <a:ext uri="{FF2B5EF4-FFF2-40B4-BE49-F238E27FC236}">
                <a16:creationId xmlns:a16="http://schemas.microsoft.com/office/drawing/2014/main" id="{33A2FA1F-665E-2689-2ACB-CEAC982402CF}"/>
              </a:ext>
            </a:extLst>
          </p:cNvPr>
          <p:cNvCxnSpPr>
            <a:cxnSpLocks/>
            <a:stCxn id="29" idx="3"/>
            <a:endCxn id="37" idx="1"/>
          </p:cNvCxnSpPr>
          <p:nvPr/>
        </p:nvCxnSpPr>
        <p:spPr>
          <a:xfrm>
            <a:off x="4618937" y="2994316"/>
            <a:ext cx="1942106" cy="1153861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꺾인 양쪽 화살표 연결선 18">
            <a:extLst>
              <a:ext uri="{FF2B5EF4-FFF2-40B4-BE49-F238E27FC236}">
                <a16:creationId xmlns:a16="http://schemas.microsoft.com/office/drawing/2014/main" id="{3D03D58E-FB20-BB79-DE7C-06A42C45BB70}"/>
              </a:ext>
            </a:extLst>
          </p:cNvPr>
          <p:cNvCxnSpPr>
            <a:cxnSpLocks/>
            <a:stCxn id="29" idx="3"/>
            <a:endCxn id="35" idx="1"/>
          </p:cNvCxnSpPr>
          <p:nvPr/>
        </p:nvCxnSpPr>
        <p:spPr>
          <a:xfrm flipV="1">
            <a:off x="4618937" y="1730632"/>
            <a:ext cx="1895014" cy="1263684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1" name="다이아몬드 90">
            <a:extLst>
              <a:ext uri="{FF2B5EF4-FFF2-40B4-BE49-F238E27FC236}">
                <a16:creationId xmlns:a16="http://schemas.microsoft.com/office/drawing/2014/main" id="{74CC2370-1DBC-167A-14C8-CAF8233671AE}"/>
              </a:ext>
            </a:extLst>
          </p:cNvPr>
          <p:cNvSpPr/>
          <p:nvPr/>
        </p:nvSpPr>
        <p:spPr>
          <a:xfrm>
            <a:off x="2448748" y="4656985"/>
            <a:ext cx="2390498" cy="1693186"/>
          </a:xfrm>
          <a:prstGeom prst="diamond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모래 지형</a:t>
            </a:r>
            <a:r>
              <a:rPr lang="en-US" altLang="ko-KR" dirty="0">
                <a:solidFill>
                  <a:sysClr val="windowText" lastClr="000000"/>
                </a:solidFill>
              </a:rPr>
              <a:t>,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en-US" dirty="0">
                <a:solidFill>
                  <a:sysClr val="windowText" lastClr="000000"/>
                </a:solidFill>
              </a:rPr>
              <a:t>플레이어</a:t>
            </a:r>
            <a:r>
              <a:rPr lang="en-US" altLang="ko-KR" dirty="0">
                <a:solidFill>
                  <a:sysClr val="windowText" lastClr="000000"/>
                </a:solidFill>
              </a:rPr>
              <a:t> </a:t>
            </a:r>
            <a:r>
              <a:rPr lang="ko-KR" altLang="en-US" dirty="0">
                <a:solidFill>
                  <a:sysClr val="windowText" lastClr="000000"/>
                </a:solidFill>
              </a:rPr>
              <a:t>이동속도 </a:t>
            </a:r>
            <a:r>
              <a:rPr lang="en-US" altLang="ko-KR" dirty="0">
                <a:solidFill>
                  <a:sysClr val="windowText" lastClr="000000"/>
                </a:solidFill>
              </a:rPr>
              <a:t>1/3</a:t>
            </a:r>
            <a:r>
              <a:rPr lang="ko-KR" altLang="en-US" dirty="0">
                <a:solidFill>
                  <a:sysClr val="windowText" lastClr="000000"/>
                </a:solidFill>
              </a:rPr>
              <a:t>감소</a:t>
            </a:r>
          </a:p>
        </p:txBody>
      </p:sp>
      <p:sp>
        <p:nvSpPr>
          <p:cNvPr id="94" name="다이아몬드 93">
            <a:extLst>
              <a:ext uri="{FF2B5EF4-FFF2-40B4-BE49-F238E27FC236}">
                <a16:creationId xmlns:a16="http://schemas.microsoft.com/office/drawing/2014/main" id="{7A49AC89-C484-B2DE-89BB-FD81F1C06155}"/>
              </a:ext>
            </a:extLst>
          </p:cNvPr>
          <p:cNvSpPr/>
          <p:nvPr/>
        </p:nvSpPr>
        <p:spPr>
          <a:xfrm>
            <a:off x="6340736" y="4473562"/>
            <a:ext cx="2390498" cy="1222580"/>
          </a:xfrm>
          <a:prstGeom prst="diamond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늪 지형</a:t>
            </a:r>
            <a:r>
              <a:rPr lang="en-US" altLang="ko-KR" dirty="0">
                <a:solidFill>
                  <a:sysClr val="windowText" lastClr="000000"/>
                </a:solidFill>
              </a:rPr>
              <a:t>, </a:t>
            </a:r>
            <a:r>
              <a:rPr lang="ko-KR" altLang="en-US" dirty="0">
                <a:solidFill>
                  <a:sysClr val="windowText" lastClr="000000"/>
                </a:solidFill>
              </a:rPr>
              <a:t>이동속도 </a:t>
            </a:r>
            <a:r>
              <a:rPr lang="en-US" altLang="ko-KR" dirty="0">
                <a:solidFill>
                  <a:sysClr val="windowText" lastClr="000000"/>
                </a:solidFill>
              </a:rPr>
              <a:t>1/2</a:t>
            </a:r>
            <a:r>
              <a:rPr lang="ko-KR" altLang="en-US" dirty="0">
                <a:solidFill>
                  <a:sysClr val="windowText" lastClr="000000"/>
                </a:solidFill>
              </a:rPr>
              <a:t>감소</a:t>
            </a:r>
          </a:p>
        </p:txBody>
      </p:sp>
      <p:sp>
        <p:nvSpPr>
          <p:cNvPr id="100" name="타원 99">
            <a:extLst>
              <a:ext uri="{FF2B5EF4-FFF2-40B4-BE49-F238E27FC236}">
                <a16:creationId xmlns:a16="http://schemas.microsoft.com/office/drawing/2014/main" id="{965E803D-03E1-AABC-C5D7-6F77D3F2729E}"/>
              </a:ext>
            </a:extLst>
          </p:cNvPr>
          <p:cNvSpPr/>
          <p:nvPr/>
        </p:nvSpPr>
        <p:spPr>
          <a:xfrm>
            <a:off x="4624535" y="2343962"/>
            <a:ext cx="2190204" cy="1300708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생물</a:t>
            </a:r>
            <a:r>
              <a:rPr lang="en-US" altLang="ko-KR" dirty="0">
                <a:solidFill>
                  <a:sysClr val="windowText" lastClr="000000"/>
                </a:solidFill>
              </a:rPr>
              <a:t>_</a:t>
            </a:r>
            <a:r>
              <a:rPr lang="ko-KR" altLang="en-US" dirty="0">
                <a:solidFill>
                  <a:sysClr val="windowText" lastClr="000000"/>
                </a:solidFill>
              </a:rPr>
              <a:t>곰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en-US" altLang="ko-KR" dirty="0">
                <a:solidFill>
                  <a:sysClr val="windowText" lastClr="000000"/>
                </a:solidFill>
              </a:rPr>
              <a:t>: </a:t>
            </a:r>
            <a:r>
              <a:rPr lang="ko-KR" altLang="en-US" dirty="0" err="1">
                <a:solidFill>
                  <a:sysClr val="windowText" lastClr="000000"/>
                </a:solidFill>
              </a:rPr>
              <a:t>배달품</a:t>
            </a:r>
            <a:r>
              <a:rPr lang="ko-KR" altLang="en-US" dirty="0">
                <a:solidFill>
                  <a:sysClr val="windowText" lastClr="000000"/>
                </a:solidFill>
              </a:rPr>
              <a:t> 강탈 시도</a:t>
            </a:r>
            <a:r>
              <a:rPr lang="en-US" altLang="ko-KR" dirty="0">
                <a:solidFill>
                  <a:sysClr val="windowText" lastClr="000000"/>
                </a:solidFill>
              </a:rPr>
              <a:t>, </a:t>
            </a:r>
            <a:r>
              <a:rPr lang="ko-KR" altLang="en-US" dirty="0">
                <a:solidFill>
                  <a:sysClr val="windowText" lastClr="000000"/>
                </a:solidFill>
              </a:rPr>
              <a:t>최대 </a:t>
            </a:r>
            <a:r>
              <a:rPr lang="en-US" altLang="ko-KR" dirty="0">
                <a:solidFill>
                  <a:sysClr val="windowText" lastClr="000000"/>
                </a:solidFill>
              </a:rPr>
              <a:t>[20T] </a:t>
            </a:r>
            <a:r>
              <a:rPr lang="ko-KR" altLang="en-US" dirty="0">
                <a:solidFill>
                  <a:sysClr val="windowText" lastClr="000000"/>
                </a:solidFill>
              </a:rPr>
              <a:t>지속</a:t>
            </a:r>
          </a:p>
        </p:txBody>
      </p:sp>
      <p:sp>
        <p:nvSpPr>
          <p:cNvPr id="104" name="타원 103">
            <a:extLst>
              <a:ext uri="{FF2B5EF4-FFF2-40B4-BE49-F238E27FC236}">
                <a16:creationId xmlns:a16="http://schemas.microsoft.com/office/drawing/2014/main" id="{A8042C3D-45F7-D27A-3EBC-34591A33679D}"/>
              </a:ext>
            </a:extLst>
          </p:cNvPr>
          <p:cNvSpPr/>
          <p:nvPr/>
        </p:nvSpPr>
        <p:spPr>
          <a:xfrm>
            <a:off x="8467256" y="901440"/>
            <a:ext cx="3601601" cy="16779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생물</a:t>
            </a:r>
            <a:r>
              <a:rPr lang="en-US" altLang="ko-KR" dirty="0">
                <a:solidFill>
                  <a:sysClr val="windowText" lastClr="000000"/>
                </a:solidFill>
              </a:rPr>
              <a:t>_</a:t>
            </a:r>
            <a:r>
              <a:rPr lang="ko-KR" altLang="en-US" dirty="0">
                <a:solidFill>
                  <a:sysClr val="windowText" lastClr="000000"/>
                </a:solidFill>
              </a:rPr>
              <a:t>벌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en-US" altLang="ko-KR" dirty="0">
                <a:solidFill>
                  <a:sysClr val="windowText" lastClr="000000"/>
                </a:solidFill>
              </a:rPr>
              <a:t>: </a:t>
            </a:r>
            <a:r>
              <a:rPr lang="ko-KR" altLang="en-US" dirty="0">
                <a:solidFill>
                  <a:sysClr val="windowText" lastClr="000000"/>
                </a:solidFill>
              </a:rPr>
              <a:t>플레이어 방해</a:t>
            </a:r>
            <a:r>
              <a:rPr lang="en-US" altLang="ko-KR" dirty="0">
                <a:solidFill>
                  <a:sysClr val="windowText" lastClr="000000"/>
                </a:solidFill>
              </a:rPr>
              <a:t>,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en-US" dirty="0">
                <a:solidFill>
                  <a:sysClr val="windowText" lastClr="000000"/>
                </a:solidFill>
              </a:rPr>
              <a:t>플레이어 이동속도 </a:t>
            </a:r>
            <a:r>
              <a:rPr lang="en-US" altLang="ko-KR" dirty="0">
                <a:solidFill>
                  <a:sysClr val="windowText" lastClr="000000"/>
                </a:solidFill>
              </a:rPr>
              <a:t>6/5</a:t>
            </a:r>
            <a:r>
              <a:rPr lang="ko-KR" altLang="en-US" dirty="0">
                <a:solidFill>
                  <a:sysClr val="windowText" lastClr="000000"/>
                </a:solidFill>
              </a:rPr>
              <a:t>증가</a:t>
            </a:r>
            <a:r>
              <a:rPr lang="en-US" altLang="ko-KR" dirty="0">
                <a:solidFill>
                  <a:sysClr val="windowText" lastClr="000000"/>
                </a:solidFill>
              </a:rPr>
              <a:t>, </a:t>
            </a:r>
            <a:r>
              <a:rPr lang="ko-KR" altLang="en-US" dirty="0">
                <a:solidFill>
                  <a:sysClr val="windowText" lastClr="000000"/>
                </a:solidFill>
              </a:rPr>
              <a:t>방향회전율 </a:t>
            </a:r>
            <a:r>
              <a:rPr lang="en-US" altLang="ko-KR" dirty="0">
                <a:solidFill>
                  <a:sysClr val="windowText" lastClr="000000"/>
                </a:solidFill>
              </a:rPr>
              <a:t>3/2</a:t>
            </a:r>
            <a:r>
              <a:rPr lang="ko-KR" altLang="en-US" dirty="0">
                <a:solidFill>
                  <a:sysClr val="windowText" lastClr="000000"/>
                </a:solidFill>
              </a:rPr>
              <a:t>증가</a:t>
            </a:r>
            <a:r>
              <a:rPr lang="en-US" altLang="ko-KR" dirty="0">
                <a:solidFill>
                  <a:sysClr val="windowText" lastClr="000000"/>
                </a:solidFill>
              </a:rPr>
              <a:t>, </a:t>
            </a:r>
            <a:r>
              <a:rPr lang="ko-KR" altLang="en-US" dirty="0">
                <a:solidFill>
                  <a:sysClr val="windowText" lastClr="000000"/>
                </a:solidFill>
              </a:rPr>
              <a:t>최대 </a:t>
            </a:r>
            <a:r>
              <a:rPr lang="en-US" altLang="ko-KR" dirty="0">
                <a:solidFill>
                  <a:sysClr val="windowText" lastClr="000000"/>
                </a:solidFill>
              </a:rPr>
              <a:t>[15T] </a:t>
            </a:r>
            <a:r>
              <a:rPr lang="ko-KR" altLang="en-US" dirty="0">
                <a:solidFill>
                  <a:sysClr val="windowText" lastClr="000000"/>
                </a:solidFill>
              </a:rPr>
              <a:t>지속</a:t>
            </a:r>
            <a:endParaRPr lang="en-US" altLang="ko-KR" dirty="0">
              <a:solidFill>
                <a:sysClr val="windowText" lastClr="000000"/>
              </a:solidFill>
            </a:endParaRPr>
          </a:p>
        </p:txBody>
      </p:sp>
      <p:grpSp>
        <p:nvGrpSpPr>
          <p:cNvPr id="108" name="그룹 107">
            <a:extLst>
              <a:ext uri="{FF2B5EF4-FFF2-40B4-BE49-F238E27FC236}">
                <a16:creationId xmlns:a16="http://schemas.microsoft.com/office/drawing/2014/main" id="{1601F852-A91A-A0DF-CC44-F42BB55A71EC}"/>
              </a:ext>
            </a:extLst>
          </p:cNvPr>
          <p:cNvGrpSpPr/>
          <p:nvPr/>
        </p:nvGrpSpPr>
        <p:grpSpPr>
          <a:xfrm>
            <a:off x="123143" y="802178"/>
            <a:ext cx="4046434" cy="1754326"/>
            <a:chOff x="9079016" y="0"/>
            <a:chExt cx="4046434" cy="1754326"/>
          </a:xfrm>
        </p:grpSpPr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6CC55629-E4F3-57CF-CC18-E93B5BE95B2E}"/>
                </a:ext>
              </a:extLst>
            </p:cNvPr>
            <p:cNvSpPr txBox="1"/>
            <p:nvPr/>
          </p:nvSpPr>
          <p:spPr>
            <a:xfrm>
              <a:off x="9079016" y="0"/>
              <a:ext cx="4046434" cy="1754326"/>
            </a:xfrm>
            <a:prstGeom prst="rect">
              <a:avLst/>
            </a:prstGeom>
            <a:noFill/>
            <a:ln>
              <a:solidFill>
                <a:schemeClr val="accent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ko-KR" altLang="en-US" dirty="0"/>
                <a:t>제한시간 </a:t>
              </a:r>
              <a:r>
                <a:rPr lang="en-US" altLang="ko-KR" dirty="0"/>
                <a:t>= 100T (T</a:t>
              </a:r>
              <a:r>
                <a:rPr lang="ko-KR" altLang="en-US" dirty="0"/>
                <a:t>는 임의의 수</a:t>
              </a:r>
              <a:r>
                <a:rPr lang="en-US" altLang="ko-KR" dirty="0"/>
                <a:t>)</a:t>
              </a:r>
              <a:br>
                <a:rPr lang="en-US" altLang="ko-KR" dirty="0"/>
              </a:br>
              <a:r>
                <a:rPr lang="en-US" altLang="ko-KR" dirty="0"/>
                <a:t>[</a:t>
              </a:r>
              <a:r>
                <a:rPr lang="en-US" altLang="ko-KR" dirty="0" err="1"/>
                <a:t>nT</a:t>
              </a:r>
              <a:r>
                <a:rPr lang="en-US" altLang="ko-KR" dirty="0"/>
                <a:t>] : </a:t>
              </a:r>
              <a:r>
                <a:rPr lang="ko-KR" altLang="en-US" dirty="0"/>
                <a:t>직선 거리기반 예측 시간</a:t>
              </a:r>
              <a:endParaRPr lang="en-US" altLang="ko-KR" dirty="0"/>
            </a:p>
            <a:p>
              <a:r>
                <a:rPr lang="en-US" altLang="ko-KR" dirty="0"/>
                <a:t>     : 1</a:t>
              </a:r>
              <a:r>
                <a:rPr lang="ko-KR" altLang="en-US" dirty="0"/>
                <a:t>차 요소</a:t>
              </a:r>
              <a:r>
                <a:rPr lang="en-US" altLang="ko-KR" dirty="0"/>
                <a:t>(</a:t>
              </a:r>
              <a:r>
                <a:rPr lang="ko-KR" altLang="en-US" dirty="0"/>
                <a:t>거리 기반</a:t>
              </a:r>
              <a:r>
                <a:rPr lang="en-US" altLang="ko-KR" dirty="0"/>
                <a:t>)</a:t>
              </a:r>
            </a:p>
            <a:p>
              <a:r>
                <a:rPr lang="en-US" altLang="ko-KR" dirty="0"/>
                <a:t>     : 2</a:t>
              </a:r>
              <a:r>
                <a:rPr lang="ko-KR" altLang="en-US" dirty="0"/>
                <a:t>차 요소</a:t>
              </a:r>
              <a:r>
                <a:rPr lang="en-US" altLang="ko-KR" dirty="0"/>
                <a:t>(</a:t>
              </a:r>
              <a:r>
                <a:rPr lang="ko-KR" altLang="en-US" dirty="0"/>
                <a:t>지형 기반</a:t>
              </a:r>
              <a:r>
                <a:rPr lang="en-US" altLang="ko-KR" dirty="0"/>
                <a:t>)</a:t>
              </a:r>
            </a:p>
            <a:p>
              <a:r>
                <a:rPr lang="en-US" altLang="ko-KR" dirty="0"/>
                <a:t>     : 3</a:t>
              </a:r>
              <a:r>
                <a:rPr lang="ko-KR" altLang="en-US" dirty="0"/>
                <a:t>차 요소</a:t>
              </a:r>
              <a:r>
                <a:rPr lang="en-US" altLang="ko-KR" dirty="0"/>
                <a:t>(</a:t>
              </a:r>
              <a:r>
                <a:rPr lang="ko-KR" altLang="en-US" dirty="0"/>
                <a:t>생물 기반</a:t>
              </a:r>
              <a:r>
                <a:rPr lang="en-US" altLang="ko-KR" dirty="0"/>
                <a:t>)</a:t>
              </a:r>
            </a:p>
            <a:p>
              <a:r>
                <a:rPr lang="en-US" altLang="ko-KR" dirty="0"/>
                <a:t>     : </a:t>
              </a:r>
              <a:r>
                <a:rPr lang="en-US" altLang="ko-KR" dirty="0">
                  <a:solidFill>
                    <a:schemeClr val="accent3"/>
                  </a:solidFill>
                </a:rPr>
                <a:t>4</a:t>
              </a:r>
              <a:r>
                <a:rPr lang="ko-KR" altLang="en-US" dirty="0">
                  <a:solidFill>
                    <a:schemeClr val="accent3"/>
                  </a:solidFill>
                </a:rPr>
                <a:t>차 요소</a:t>
              </a:r>
              <a:r>
                <a:rPr lang="en-US" altLang="ko-KR" dirty="0">
                  <a:solidFill>
                    <a:schemeClr val="accent3"/>
                  </a:solidFill>
                </a:rPr>
                <a:t>(</a:t>
              </a:r>
              <a:r>
                <a:rPr lang="ko-KR" altLang="en-US" dirty="0">
                  <a:solidFill>
                    <a:schemeClr val="accent3"/>
                  </a:solidFill>
                </a:rPr>
                <a:t>이전 </a:t>
              </a:r>
              <a:r>
                <a:rPr lang="ko-KR" altLang="en-US" dirty="0" err="1">
                  <a:solidFill>
                    <a:schemeClr val="accent3"/>
                  </a:solidFill>
                </a:rPr>
                <a:t>배달품</a:t>
              </a:r>
              <a:r>
                <a:rPr lang="ko-KR" altLang="en-US" dirty="0">
                  <a:solidFill>
                    <a:schemeClr val="accent3"/>
                  </a:solidFill>
                </a:rPr>
                <a:t> 결과 기반</a:t>
              </a:r>
              <a:r>
                <a:rPr lang="en-US" altLang="ko-KR" dirty="0">
                  <a:solidFill>
                    <a:schemeClr val="accent3"/>
                  </a:solidFill>
                </a:rPr>
                <a:t>)</a:t>
              </a:r>
            </a:p>
          </p:txBody>
        </p:sp>
        <p:sp>
          <p:nvSpPr>
            <p:cNvPr id="97" name="다이아몬드 96">
              <a:extLst>
                <a:ext uri="{FF2B5EF4-FFF2-40B4-BE49-F238E27FC236}">
                  <a16:creationId xmlns:a16="http://schemas.microsoft.com/office/drawing/2014/main" id="{5611A8C6-9AFC-15AE-4E74-434A6FECAF3A}"/>
                </a:ext>
              </a:extLst>
            </p:cNvPr>
            <p:cNvSpPr/>
            <p:nvPr/>
          </p:nvSpPr>
          <p:spPr>
            <a:xfrm>
              <a:off x="9120807" y="904332"/>
              <a:ext cx="398820" cy="271347"/>
            </a:xfrm>
            <a:prstGeom prst="diamond">
              <a:avLst/>
            </a:prstGeom>
            <a:solidFill>
              <a:schemeClr val="bg1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solidFill>
                  <a:sysClr val="windowText" lastClr="000000"/>
                </a:solidFill>
              </a:endParaRPr>
            </a:p>
          </p:txBody>
        </p:sp>
        <p:sp>
          <p:nvSpPr>
            <p:cNvPr id="99" name="직사각형 98">
              <a:extLst>
                <a:ext uri="{FF2B5EF4-FFF2-40B4-BE49-F238E27FC236}">
                  <a16:creationId xmlns:a16="http://schemas.microsoft.com/office/drawing/2014/main" id="{32C9CC5E-83D7-4903-86B4-80FF36DDA064}"/>
                </a:ext>
              </a:extLst>
            </p:cNvPr>
            <p:cNvSpPr/>
            <p:nvPr/>
          </p:nvSpPr>
          <p:spPr>
            <a:xfrm>
              <a:off x="9137515" y="652463"/>
              <a:ext cx="365403" cy="224700"/>
            </a:xfrm>
            <a:prstGeom prst="rect">
              <a:avLst/>
            </a:prstGeom>
            <a:solidFill>
              <a:schemeClr val="lt1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2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 dirty="0">
                <a:solidFill>
                  <a:srgbClr val="000000"/>
                </a:solidFill>
              </a:endParaRPr>
            </a:p>
          </p:txBody>
        </p:sp>
        <p:sp>
          <p:nvSpPr>
            <p:cNvPr id="106" name="타원 105">
              <a:extLst>
                <a:ext uri="{FF2B5EF4-FFF2-40B4-BE49-F238E27FC236}">
                  <a16:creationId xmlns:a16="http://schemas.microsoft.com/office/drawing/2014/main" id="{71225554-CD4A-1C98-996D-29327B292E34}"/>
                </a:ext>
              </a:extLst>
            </p:cNvPr>
            <p:cNvSpPr/>
            <p:nvPr/>
          </p:nvSpPr>
          <p:spPr>
            <a:xfrm>
              <a:off x="9137515" y="1203406"/>
              <a:ext cx="339383" cy="220891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solidFill>
                  <a:sysClr val="windowText" lastClr="000000"/>
                </a:solidFill>
              </a:endParaRPr>
            </a:p>
          </p:txBody>
        </p:sp>
        <p:sp>
          <p:nvSpPr>
            <p:cNvPr id="107" name="화살표: 오각형 106">
              <a:extLst>
                <a:ext uri="{FF2B5EF4-FFF2-40B4-BE49-F238E27FC236}">
                  <a16:creationId xmlns:a16="http://schemas.microsoft.com/office/drawing/2014/main" id="{7B7CE380-9A89-F522-64BF-395A3A4E5C83}"/>
                </a:ext>
              </a:extLst>
            </p:cNvPr>
            <p:cNvSpPr/>
            <p:nvPr/>
          </p:nvSpPr>
          <p:spPr>
            <a:xfrm>
              <a:off x="9158812" y="1501064"/>
              <a:ext cx="360815" cy="178894"/>
            </a:xfrm>
            <a:prstGeom prst="homePlate">
              <a:avLst/>
            </a:prstGeom>
            <a:solidFill>
              <a:schemeClr val="bg1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ysClr val="windowText" lastClr="000000"/>
                </a:solidFill>
              </a:endParaRPr>
            </a:p>
          </p:txBody>
        </p:sp>
      </p:grpSp>
      <p:sp>
        <p:nvSpPr>
          <p:cNvPr id="129" name="사각형: 둥근 모서리 128">
            <a:extLst>
              <a:ext uri="{FF2B5EF4-FFF2-40B4-BE49-F238E27FC236}">
                <a16:creationId xmlns:a16="http://schemas.microsoft.com/office/drawing/2014/main" id="{F28FC141-8401-ECBB-69D9-2C923EE18BCD}"/>
              </a:ext>
            </a:extLst>
          </p:cNvPr>
          <p:cNvSpPr/>
          <p:nvPr/>
        </p:nvSpPr>
        <p:spPr>
          <a:xfrm>
            <a:off x="351333" y="3260695"/>
            <a:ext cx="1867839" cy="798243"/>
          </a:xfrm>
          <a:prstGeom prst="roundRect">
            <a:avLst/>
          </a:prstGeom>
          <a:solidFill>
            <a:schemeClr val="bg1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배달품</a:t>
            </a:r>
            <a:r>
              <a:rPr lang="en-US" altLang="ko-KR">
                <a:solidFill>
                  <a:srgbClr val="000000"/>
                </a:solidFill>
              </a:rPr>
              <a:t>_</a:t>
            </a:r>
            <a:r>
              <a:rPr lang="ko-KR" altLang="en-US">
                <a:solidFill>
                  <a:srgbClr val="000000"/>
                </a:solidFill>
              </a:rPr>
              <a:t>꿀</a:t>
            </a:r>
            <a:br>
              <a:rPr lang="en-US" altLang="ko-KR">
                <a:solidFill>
                  <a:srgbClr val="000000"/>
                </a:solidFill>
              </a:rPr>
            </a:br>
            <a:r>
              <a:rPr lang="ko-KR" altLang="en-US">
                <a:solidFill>
                  <a:srgbClr val="000000"/>
                </a:solidFill>
              </a:rPr>
              <a:t>배송지</a:t>
            </a:r>
            <a:r>
              <a:rPr lang="en-US" altLang="ko-KR">
                <a:solidFill>
                  <a:srgbClr val="000000"/>
                </a:solidFill>
              </a:rPr>
              <a:t>_</a:t>
            </a:r>
            <a:r>
              <a:rPr lang="ko-KR" altLang="en-US">
                <a:solidFill>
                  <a:srgbClr val="000000"/>
                </a:solidFill>
              </a:rPr>
              <a:t>주거지</a:t>
            </a:r>
            <a:r>
              <a:rPr lang="en-US" altLang="ko-KR">
                <a:solidFill>
                  <a:srgbClr val="000000"/>
                </a:solidFill>
              </a:rPr>
              <a:t>3</a:t>
            </a:r>
            <a:endParaRPr lang="ko-KR" altLang="en-US" dirty="0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8656138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B72F53E-0A4C-3B06-5621-DEF831DE67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1E50CCE7-D789-F958-FE18-20FB92E995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10/11/2026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5FE5601-BF63-7C14-0869-180339AFEC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21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85258502-3CD9-7354-A75F-84EC7DA7F660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/>
          </a:p>
        </p:txBody>
      </p:sp>
      <p:cxnSp>
        <p:nvCxnSpPr>
          <p:cNvPr id="8" name="꺾인 양쪽 화살표 연결선 18">
            <a:extLst>
              <a:ext uri="{FF2B5EF4-FFF2-40B4-BE49-F238E27FC236}">
                <a16:creationId xmlns:a16="http://schemas.microsoft.com/office/drawing/2014/main" id="{672C30D7-39A4-D914-98DE-F181E7279D50}"/>
              </a:ext>
            </a:extLst>
          </p:cNvPr>
          <p:cNvCxnSpPr>
            <a:cxnSpLocks/>
            <a:stCxn id="11" idx="3"/>
            <a:endCxn id="14" idx="1"/>
          </p:cNvCxnSpPr>
          <p:nvPr/>
        </p:nvCxnSpPr>
        <p:spPr>
          <a:xfrm flipV="1">
            <a:off x="7263443" y="4782829"/>
            <a:ext cx="2846442" cy="76056"/>
          </a:xfrm>
          <a:prstGeom prst="bentConnector3">
            <a:avLst>
              <a:gd name="adj1" fmla="val 80306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꺾인 양쪽 화살표 연결선 18">
            <a:extLst>
              <a:ext uri="{FF2B5EF4-FFF2-40B4-BE49-F238E27FC236}">
                <a16:creationId xmlns:a16="http://schemas.microsoft.com/office/drawing/2014/main" id="{1BB14DFA-69A7-8774-FD37-FA7942731017}"/>
              </a:ext>
            </a:extLst>
          </p:cNvPr>
          <p:cNvCxnSpPr>
            <a:cxnSpLocks/>
            <a:stCxn id="26" idx="3"/>
            <a:endCxn id="28" idx="1"/>
          </p:cNvCxnSpPr>
          <p:nvPr/>
        </p:nvCxnSpPr>
        <p:spPr>
          <a:xfrm>
            <a:off x="2079463" y="2843589"/>
            <a:ext cx="231403" cy="826820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직사각형 9">
            <a:extLst>
              <a:ext uri="{FF2B5EF4-FFF2-40B4-BE49-F238E27FC236}">
                <a16:creationId xmlns:a16="http://schemas.microsoft.com/office/drawing/2014/main" id="{56D70D6C-0598-9107-86EB-889FACC0D50A}"/>
              </a:ext>
            </a:extLst>
          </p:cNvPr>
          <p:cNvSpPr/>
          <p:nvPr/>
        </p:nvSpPr>
        <p:spPr>
          <a:xfrm>
            <a:off x="5717006" y="3295233"/>
            <a:ext cx="1547582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경로</a:t>
            </a:r>
            <a:r>
              <a:rPr lang="en-US" altLang="ko-KR" dirty="0" err="1">
                <a:solidFill>
                  <a:srgbClr val="000000"/>
                </a:solidFill>
              </a:rPr>
              <a:t>a_b</a:t>
            </a:r>
            <a:r>
              <a:rPr lang="en-US" altLang="ko-KR" dirty="0">
                <a:solidFill>
                  <a:srgbClr val="000000"/>
                </a:solidFill>
              </a:rPr>
              <a:t>_</a:t>
            </a:r>
            <a:r>
              <a:rPr lang="ko-KR" altLang="en-US" dirty="0">
                <a:solidFill>
                  <a:srgbClr val="000000"/>
                </a:solidFill>
              </a:rPr>
              <a:t>숲</a:t>
            </a:r>
            <a:r>
              <a:rPr lang="en-US" altLang="ko-KR" dirty="0">
                <a:solidFill>
                  <a:srgbClr val="000000"/>
                </a:solidFill>
              </a:rPr>
              <a:t>2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8F76EA24-2A47-3169-BE91-789DB6904A15}"/>
              </a:ext>
            </a:extLst>
          </p:cNvPr>
          <p:cNvSpPr/>
          <p:nvPr/>
        </p:nvSpPr>
        <p:spPr>
          <a:xfrm>
            <a:off x="5718150" y="4533200"/>
            <a:ext cx="1545293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경로</a:t>
            </a:r>
            <a:r>
              <a:rPr lang="en-US" altLang="ko-KR" dirty="0" err="1">
                <a:solidFill>
                  <a:srgbClr val="000000"/>
                </a:solidFill>
              </a:rPr>
              <a:t>a_c</a:t>
            </a:r>
            <a:r>
              <a:rPr lang="en-US" altLang="ko-KR" dirty="0">
                <a:solidFill>
                  <a:srgbClr val="000000"/>
                </a:solidFill>
              </a:rPr>
              <a:t>_</a:t>
            </a:r>
            <a:r>
              <a:rPr lang="ko-KR" altLang="en-US" dirty="0">
                <a:solidFill>
                  <a:srgbClr val="000000"/>
                </a:solidFill>
              </a:rPr>
              <a:t>늪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0DBA8DB4-685C-5731-74CF-ECCFB6A9BA8F}"/>
              </a:ext>
            </a:extLst>
          </p:cNvPr>
          <p:cNvSpPr/>
          <p:nvPr/>
        </p:nvSpPr>
        <p:spPr>
          <a:xfrm>
            <a:off x="5718150" y="2079439"/>
            <a:ext cx="1545293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경로</a:t>
            </a:r>
            <a:r>
              <a:rPr lang="en-US" altLang="ko-KR" dirty="0" err="1">
                <a:solidFill>
                  <a:srgbClr val="000000"/>
                </a:solidFill>
              </a:rPr>
              <a:t>a_a</a:t>
            </a:r>
            <a:r>
              <a:rPr lang="en-US" altLang="ko-KR" dirty="0">
                <a:solidFill>
                  <a:srgbClr val="000000"/>
                </a:solidFill>
              </a:rPr>
              <a:t>_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모래언덕</a:t>
            </a:r>
          </a:p>
        </p:txBody>
      </p:sp>
      <p:cxnSp>
        <p:nvCxnSpPr>
          <p:cNvPr id="13" name="꺾인 양쪽 화살표 연결선 18">
            <a:extLst>
              <a:ext uri="{FF2B5EF4-FFF2-40B4-BE49-F238E27FC236}">
                <a16:creationId xmlns:a16="http://schemas.microsoft.com/office/drawing/2014/main" id="{F7FED407-6194-C4A1-A919-E17E9C5D0467}"/>
              </a:ext>
            </a:extLst>
          </p:cNvPr>
          <p:cNvCxnSpPr>
            <a:cxnSpLocks/>
            <a:stCxn id="26" idx="3"/>
            <a:endCxn id="27" idx="1"/>
          </p:cNvCxnSpPr>
          <p:nvPr/>
        </p:nvCxnSpPr>
        <p:spPr>
          <a:xfrm flipV="1">
            <a:off x="2079463" y="2689050"/>
            <a:ext cx="755198" cy="154539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66EE1B3A-57A0-6F62-7C15-DB49CC65674D}"/>
              </a:ext>
            </a:extLst>
          </p:cNvPr>
          <p:cNvSpPr/>
          <p:nvPr/>
        </p:nvSpPr>
        <p:spPr>
          <a:xfrm>
            <a:off x="10109885" y="4457144"/>
            <a:ext cx="1316825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주거지</a:t>
            </a:r>
            <a:r>
              <a:rPr lang="en-US" altLang="ko-KR" dirty="0">
                <a:solidFill>
                  <a:srgbClr val="000000"/>
                </a:solidFill>
              </a:rPr>
              <a:t>3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도착</a:t>
            </a:r>
          </a:p>
        </p:txBody>
      </p:sp>
      <p:cxnSp>
        <p:nvCxnSpPr>
          <p:cNvPr id="15" name="꺾인 양쪽 화살표 연결선 18">
            <a:extLst>
              <a:ext uri="{FF2B5EF4-FFF2-40B4-BE49-F238E27FC236}">
                <a16:creationId xmlns:a16="http://schemas.microsoft.com/office/drawing/2014/main" id="{7B9B968E-E964-C83A-B298-EBAB4E56AEF5}"/>
              </a:ext>
            </a:extLst>
          </p:cNvPr>
          <p:cNvCxnSpPr>
            <a:cxnSpLocks/>
            <a:stCxn id="12" idx="3"/>
            <a:endCxn id="14" idx="1"/>
          </p:cNvCxnSpPr>
          <p:nvPr/>
        </p:nvCxnSpPr>
        <p:spPr>
          <a:xfrm>
            <a:off x="7263443" y="2405124"/>
            <a:ext cx="2846442" cy="2377705"/>
          </a:xfrm>
          <a:prstGeom prst="bentConnector3">
            <a:avLst>
              <a:gd name="adj1" fmla="val 86367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꺾인 양쪽 화살표 연결선 18">
            <a:extLst>
              <a:ext uri="{FF2B5EF4-FFF2-40B4-BE49-F238E27FC236}">
                <a16:creationId xmlns:a16="http://schemas.microsoft.com/office/drawing/2014/main" id="{7AED7AA5-627F-D397-FF2E-2DE648C0DA38}"/>
              </a:ext>
            </a:extLst>
          </p:cNvPr>
          <p:cNvCxnSpPr>
            <a:cxnSpLocks/>
            <a:stCxn id="27" idx="3"/>
            <a:endCxn id="11" idx="1"/>
          </p:cNvCxnSpPr>
          <p:nvPr/>
        </p:nvCxnSpPr>
        <p:spPr>
          <a:xfrm>
            <a:off x="4271151" y="2689050"/>
            <a:ext cx="1446999" cy="2169835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꺾인 양쪽 화살표 연결선 18">
            <a:extLst>
              <a:ext uri="{FF2B5EF4-FFF2-40B4-BE49-F238E27FC236}">
                <a16:creationId xmlns:a16="http://schemas.microsoft.com/office/drawing/2014/main" id="{B042E00F-CA7A-5DC3-F947-30C44F7B8CD8}"/>
              </a:ext>
            </a:extLst>
          </p:cNvPr>
          <p:cNvCxnSpPr>
            <a:cxnSpLocks/>
            <a:stCxn id="27" idx="3"/>
            <a:endCxn id="10" idx="1"/>
          </p:cNvCxnSpPr>
          <p:nvPr/>
        </p:nvCxnSpPr>
        <p:spPr>
          <a:xfrm>
            <a:off x="4271151" y="2689050"/>
            <a:ext cx="1445855" cy="931868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꺾인 양쪽 화살표 연결선 18">
            <a:extLst>
              <a:ext uri="{FF2B5EF4-FFF2-40B4-BE49-F238E27FC236}">
                <a16:creationId xmlns:a16="http://schemas.microsoft.com/office/drawing/2014/main" id="{73371379-D3D7-B46C-D3C4-5EFF9411B403}"/>
              </a:ext>
            </a:extLst>
          </p:cNvPr>
          <p:cNvCxnSpPr>
            <a:cxnSpLocks/>
            <a:stCxn id="27" idx="3"/>
            <a:endCxn id="12" idx="1"/>
          </p:cNvCxnSpPr>
          <p:nvPr/>
        </p:nvCxnSpPr>
        <p:spPr>
          <a:xfrm flipV="1">
            <a:off x="4271151" y="2405124"/>
            <a:ext cx="1446999" cy="283926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다이아몬드 18">
            <a:extLst>
              <a:ext uri="{FF2B5EF4-FFF2-40B4-BE49-F238E27FC236}">
                <a16:creationId xmlns:a16="http://schemas.microsoft.com/office/drawing/2014/main" id="{1D189459-68E5-8073-D27F-67BDF3C247C7}"/>
              </a:ext>
            </a:extLst>
          </p:cNvPr>
          <p:cNvSpPr/>
          <p:nvPr/>
        </p:nvSpPr>
        <p:spPr>
          <a:xfrm>
            <a:off x="5805897" y="1131614"/>
            <a:ext cx="1369798" cy="927695"/>
          </a:xfrm>
          <a:prstGeom prst="diamond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모래 지형</a:t>
            </a:r>
          </a:p>
        </p:txBody>
      </p:sp>
      <p:sp>
        <p:nvSpPr>
          <p:cNvPr id="20" name="다이아몬드 19">
            <a:extLst>
              <a:ext uri="{FF2B5EF4-FFF2-40B4-BE49-F238E27FC236}">
                <a16:creationId xmlns:a16="http://schemas.microsoft.com/office/drawing/2014/main" id="{9BF8B297-AEBE-914B-8A8D-311076EB66CC}"/>
              </a:ext>
            </a:extLst>
          </p:cNvPr>
          <p:cNvSpPr/>
          <p:nvPr/>
        </p:nvSpPr>
        <p:spPr>
          <a:xfrm>
            <a:off x="5805897" y="5224829"/>
            <a:ext cx="1369798" cy="1048329"/>
          </a:xfrm>
          <a:prstGeom prst="diamond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늪 지형</a:t>
            </a:r>
          </a:p>
        </p:txBody>
      </p:sp>
      <p:grpSp>
        <p:nvGrpSpPr>
          <p:cNvPr id="21" name="그룹 20">
            <a:extLst>
              <a:ext uri="{FF2B5EF4-FFF2-40B4-BE49-F238E27FC236}">
                <a16:creationId xmlns:a16="http://schemas.microsoft.com/office/drawing/2014/main" id="{4AB4EC36-920D-7DD9-7EA5-8647899D8214}"/>
              </a:ext>
            </a:extLst>
          </p:cNvPr>
          <p:cNvGrpSpPr/>
          <p:nvPr/>
        </p:nvGrpSpPr>
        <p:grpSpPr>
          <a:xfrm>
            <a:off x="123143" y="802178"/>
            <a:ext cx="4046434" cy="1477328"/>
            <a:chOff x="9079016" y="0"/>
            <a:chExt cx="4046434" cy="1477328"/>
          </a:xfrm>
        </p:grpSpPr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D7A8BCD2-5DA6-52B8-6E8E-C1E55020A4A6}"/>
                </a:ext>
              </a:extLst>
            </p:cNvPr>
            <p:cNvSpPr txBox="1"/>
            <p:nvPr/>
          </p:nvSpPr>
          <p:spPr>
            <a:xfrm>
              <a:off x="9079016" y="0"/>
              <a:ext cx="4046434" cy="1477328"/>
            </a:xfrm>
            <a:prstGeom prst="rect">
              <a:avLst/>
            </a:prstGeom>
            <a:noFill/>
            <a:ln>
              <a:solidFill>
                <a:schemeClr val="accent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ko-KR" altLang="en-US" dirty="0"/>
                <a:t>제한시간 </a:t>
              </a:r>
              <a:r>
                <a:rPr lang="en-US" altLang="ko-KR" dirty="0"/>
                <a:t>= 100T (T</a:t>
              </a:r>
              <a:r>
                <a:rPr lang="ko-KR" altLang="en-US" dirty="0"/>
                <a:t>는 임의의 수</a:t>
              </a:r>
              <a:r>
                <a:rPr lang="en-US" altLang="ko-KR" dirty="0"/>
                <a:t>)</a:t>
              </a:r>
              <a:br>
                <a:rPr lang="en-US" altLang="ko-KR" dirty="0"/>
              </a:br>
              <a:r>
                <a:rPr lang="en-US" altLang="ko-KR" dirty="0"/>
                <a:t>[</a:t>
              </a:r>
              <a:r>
                <a:rPr lang="en-US" altLang="ko-KR" dirty="0" err="1"/>
                <a:t>nT</a:t>
              </a:r>
              <a:r>
                <a:rPr lang="en-US" altLang="ko-KR" dirty="0"/>
                <a:t>] : </a:t>
              </a:r>
              <a:r>
                <a:rPr lang="ko-KR" altLang="en-US" dirty="0"/>
                <a:t>직선 거리기반 예측 시간</a:t>
              </a:r>
              <a:endParaRPr lang="en-US" altLang="ko-KR" dirty="0"/>
            </a:p>
            <a:p>
              <a:r>
                <a:rPr lang="en-US" altLang="ko-KR" dirty="0"/>
                <a:t>     : 1</a:t>
              </a:r>
              <a:r>
                <a:rPr lang="ko-KR" altLang="en-US" dirty="0"/>
                <a:t>차 요소</a:t>
              </a:r>
              <a:r>
                <a:rPr lang="en-US" altLang="ko-KR" dirty="0"/>
                <a:t>(</a:t>
              </a:r>
              <a:r>
                <a:rPr lang="ko-KR" altLang="en-US" dirty="0"/>
                <a:t>거리 기반</a:t>
              </a:r>
              <a:r>
                <a:rPr lang="en-US" altLang="ko-KR" dirty="0"/>
                <a:t>)</a:t>
              </a:r>
            </a:p>
            <a:p>
              <a:r>
                <a:rPr lang="en-US" altLang="ko-KR" dirty="0"/>
                <a:t>     : 2</a:t>
              </a:r>
              <a:r>
                <a:rPr lang="ko-KR" altLang="en-US" dirty="0"/>
                <a:t>차 요소</a:t>
              </a:r>
              <a:r>
                <a:rPr lang="en-US" altLang="ko-KR" dirty="0"/>
                <a:t>(</a:t>
              </a:r>
              <a:r>
                <a:rPr lang="ko-KR" altLang="en-US" dirty="0"/>
                <a:t>지형 기반</a:t>
              </a:r>
              <a:r>
                <a:rPr lang="en-US" altLang="ko-KR" dirty="0"/>
                <a:t>)</a:t>
              </a:r>
            </a:p>
            <a:p>
              <a:r>
                <a:rPr lang="en-US" altLang="ko-KR" dirty="0"/>
                <a:t>     : 3</a:t>
              </a:r>
              <a:r>
                <a:rPr lang="ko-KR" altLang="en-US" dirty="0"/>
                <a:t>차 요소</a:t>
              </a:r>
              <a:r>
                <a:rPr lang="en-US" altLang="ko-KR" dirty="0"/>
                <a:t>(</a:t>
              </a:r>
              <a:r>
                <a:rPr lang="ko-KR" altLang="en-US" dirty="0"/>
                <a:t>생물 기반</a:t>
              </a:r>
              <a:r>
                <a:rPr lang="en-US" altLang="ko-KR" dirty="0"/>
                <a:t>)</a:t>
              </a:r>
            </a:p>
          </p:txBody>
        </p:sp>
        <p:sp>
          <p:nvSpPr>
            <p:cNvPr id="23" name="다이아몬드 22">
              <a:extLst>
                <a:ext uri="{FF2B5EF4-FFF2-40B4-BE49-F238E27FC236}">
                  <a16:creationId xmlns:a16="http://schemas.microsoft.com/office/drawing/2014/main" id="{539778D9-184B-2BA7-2E17-C8B52B6A0A3A}"/>
                </a:ext>
              </a:extLst>
            </p:cNvPr>
            <p:cNvSpPr/>
            <p:nvPr/>
          </p:nvSpPr>
          <p:spPr>
            <a:xfrm>
              <a:off x="9120807" y="904332"/>
              <a:ext cx="398820" cy="271347"/>
            </a:xfrm>
            <a:prstGeom prst="diamond">
              <a:avLst/>
            </a:prstGeom>
            <a:solidFill>
              <a:schemeClr val="bg1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solidFill>
                  <a:sysClr val="windowText" lastClr="000000"/>
                </a:solidFill>
              </a:endParaRPr>
            </a:p>
          </p:txBody>
        </p:sp>
        <p:sp>
          <p:nvSpPr>
            <p:cNvPr id="24" name="직사각형 23">
              <a:extLst>
                <a:ext uri="{FF2B5EF4-FFF2-40B4-BE49-F238E27FC236}">
                  <a16:creationId xmlns:a16="http://schemas.microsoft.com/office/drawing/2014/main" id="{5C3A13E0-38AE-DD03-5A43-0CD4A7DEAE2A}"/>
                </a:ext>
              </a:extLst>
            </p:cNvPr>
            <p:cNvSpPr/>
            <p:nvPr/>
          </p:nvSpPr>
          <p:spPr>
            <a:xfrm>
              <a:off x="9137515" y="652463"/>
              <a:ext cx="365403" cy="224700"/>
            </a:xfrm>
            <a:prstGeom prst="rect">
              <a:avLst/>
            </a:prstGeom>
            <a:solidFill>
              <a:schemeClr val="lt1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2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 dirty="0">
                <a:solidFill>
                  <a:srgbClr val="000000"/>
                </a:solidFill>
              </a:endParaRPr>
            </a:p>
          </p:txBody>
        </p:sp>
        <p:sp>
          <p:nvSpPr>
            <p:cNvPr id="25" name="타원 24">
              <a:extLst>
                <a:ext uri="{FF2B5EF4-FFF2-40B4-BE49-F238E27FC236}">
                  <a16:creationId xmlns:a16="http://schemas.microsoft.com/office/drawing/2014/main" id="{7F91232F-C5E2-E4FF-F4D0-8267BF66380C}"/>
                </a:ext>
              </a:extLst>
            </p:cNvPr>
            <p:cNvSpPr/>
            <p:nvPr/>
          </p:nvSpPr>
          <p:spPr>
            <a:xfrm>
              <a:off x="9137515" y="1203406"/>
              <a:ext cx="339383" cy="220891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solidFill>
                  <a:sysClr val="windowText" lastClr="000000"/>
                </a:solidFill>
              </a:endParaRPr>
            </a:p>
          </p:txBody>
        </p:sp>
      </p:grpSp>
      <p:sp>
        <p:nvSpPr>
          <p:cNvPr id="26" name="사각형: 둥근 모서리 25">
            <a:extLst>
              <a:ext uri="{FF2B5EF4-FFF2-40B4-BE49-F238E27FC236}">
                <a16:creationId xmlns:a16="http://schemas.microsoft.com/office/drawing/2014/main" id="{92E8A8AC-AFAA-5A55-DC83-188674BC4733}"/>
              </a:ext>
            </a:extLst>
          </p:cNvPr>
          <p:cNvSpPr/>
          <p:nvPr/>
        </p:nvSpPr>
        <p:spPr>
          <a:xfrm>
            <a:off x="181642" y="2444467"/>
            <a:ext cx="1897821" cy="798243"/>
          </a:xfrm>
          <a:prstGeom prst="roundRect">
            <a:avLst/>
          </a:prstGeom>
          <a:solidFill>
            <a:schemeClr val="bg1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배송지</a:t>
            </a:r>
            <a:r>
              <a:rPr lang="en-US" altLang="ko-KR" dirty="0">
                <a:solidFill>
                  <a:srgbClr val="000000"/>
                </a:solidFill>
              </a:rPr>
              <a:t>_</a:t>
            </a:r>
            <a:r>
              <a:rPr lang="ko-KR" altLang="en-US" dirty="0">
                <a:solidFill>
                  <a:srgbClr val="000000"/>
                </a:solidFill>
              </a:rPr>
              <a:t>주거지</a:t>
            </a:r>
            <a:r>
              <a:rPr lang="en-US" altLang="ko-KR" dirty="0">
                <a:solidFill>
                  <a:srgbClr val="000000"/>
                </a:solidFill>
              </a:rPr>
              <a:t>3</a:t>
            </a:r>
            <a:r>
              <a:rPr lang="ko-KR" altLang="en-US" dirty="0">
                <a:solidFill>
                  <a:srgbClr val="000000"/>
                </a:solidFill>
              </a:rPr>
              <a:t>임을 파악</a:t>
            </a:r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E4A7FFC9-70F9-380D-C10E-540E89FC8313}"/>
              </a:ext>
            </a:extLst>
          </p:cNvPr>
          <p:cNvSpPr/>
          <p:nvPr/>
        </p:nvSpPr>
        <p:spPr>
          <a:xfrm>
            <a:off x="2834661" y="2363365"/>
            <a:ext cx="1436490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경로</a:t>
            </a:r>
            <a:r>
              <a:rPr lang="en-US" altLang="ko-KR" dirty="0">
                <a:solidFill>
                  <a:srgbClr val="000000"/>
                </a:solidFill>
              </a:rPr>
              <a:t>a_</a:t>
            </a:r>
            <a:r>
              <a:rPr lang="ko-KR" altLang="en-US" dirty="0">
                <a:solidFill>
                  <a:srgbClr val="000000"/>
                </a:solidFill>
              </a:rPr>
              <a:t>숲</a:t>
            </a:r>
            <a:r>
              <a:rPr lang="en-US" altLang="ko-KR" dirty="0">
                <a:solidFill>
                  <a:srgbClr val="000000"/>
                </a:solidFill>
              </a:rPr>
              <a:t>1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3670B7E1-31EA-C744-BE68-305596664376}"/>
              </a:ext>
            </a:extLst>
          </p:cNvPr>
          <p:cNvSpPr/>
          <p:nvPr/>
        </p:nvSpPr>
        <p:spPr>
          <a:xfrm>
            <a:off x="2310866" y="3066639"/>
            <a:ext cx="2484081" cy="120754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경로</a:t>
            </a:r>
            <a:r>
              <a:rPr lang="en-US" altLang="ko-KR" dirty="0">
                <a:solidFill>
                  <a:srgbClr val="000000"/>
                </a:solidFill>
              </a:rPr>
              <a:t>b_</a:t>
            </a:r>
            <a:r>
              <a:rPr lang="ko-KR" altLang="en-US" dirty="0">
                <a:solidFill>
                  <a:srgbClr val="000000"/>
                </a:solidFill>
              </a:rPr>
              <a:t>산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en-US" altLang="ko-KR" dirty="0">
                <a:solidFill>
                  <a:srgbClr val="000000"/>
                </a:solidFill>
              </a:rPr>
              <a:t>(</a:t>
            </a:r>
            <a:r>
              <a:rPr lang="ko-KR" altLang="en-US" dirty="0">
                <a:solidFill>
                  <a:srgbClr val="000000"/>
                </a:solidFill>
              </a:rPr>
              <a:t>경로를 보여는 주지만 실제로는 가기 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어려움도 알려줌</a:t>
            </a:r>
            <a:r>
              <a:rPr lang="en-US" altLang="ko-KR" dirty="0">
                <a:solidFill>
                  <a:srgbClr val="000000"/>
                </a:solidFill>
              </a:rPr>
              <a:t>)</a:t>
            </a:r>
            <a:endParaRPr lang="ko-KR" altLang="en-US" dirty="0">
              <a:solidFill>
                <a:srgbClr val="000000"/>
              </a:solidFill>
            </a:endParaRPr>
          </a:p>
        </p:txBody>
      </p:sp>
      <p:cxnSp>
        <p:nvCxnSpPr>
          <p:cNvPr id="29" name="꺾인 양쪽 화살표 연결선 18">
            <a:extLst>
              <a:ext uri="{FF2B5EF4-FFF2-40B4-BE49-F238E27FC236}">
                <a16:creationId xmlns:a16="http://schemas.microsoft.com/office/drawing/2014/main" id="{AFC08EDB-0E0B-2F09-BE56-EE890B357D4E}"/>
              </a:ext>
            </a:extLst>
          </p:cNvPr>
          <p:cNvCxnSpPr>
            <a:cxnSpLocks/>
            <a:stCxn id="30" idx="2"/>
            <a:endCxn id="14" idx="1"/>
          </p:cNvCxnSpPr>
          <p:nvPr/>
        </p:nvCxnSpPr>
        <p:spPr>
          <a:xfrm rot="10800000" flipH="1" flipV="1">
            <a:off x="7263443" y="3620917"/>
            <a:ext cx="2846442" cy="1161911"/>
          </a:xfrm>
          <a:prstGeom prst="bentConnector3">
            <a:avLst>
              <a:gd name="adj1" fmla="val 35812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타원 29">
            <a:extLst>
              <a:ext uri="{FF2B5EF4-FFF2-40B4-BE49-F238E27FC236}">
                <a16:creationId xmlns:a16="http://schemas.microsoft.com/office/drawing/2014/main" id="{597AC725-04F4-6C21-1FED-1681C16D7E69}"/>
              </a:ext>
            </a:extLst>
          </p:cNvPr>
          <p:cNvSpPr/>
          <p:nvPr/>
        </p:nvSpPr>
        <p:spPr>
          <a:xfrm>
            <a:off x="7263443" y="2888906"/>
            <a:ext cx="2329131" cy="1464024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생물</a:t>
            </a:r>
            <a:r>
              <a:rPr lang="en-US" altLang="ko-KR" dirty="0">
                <a:solidFill>
                  <a:sysClr val="windowText" lastClr="000000"/>
                </a:solidFill>
              </a:rPr>
              <a:t>_</a:t>
            </a:r>
            <a:r>
              <a:rPr lang="ko-KR" altLang="en-US" dirty="0">
                <a:solidFill>
                  <a:sysClr val="windowText" lastClr="000000"/>
                </a:solidFill>
              </a:rPr>
              <a:t>벌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en-US" altLang="ko-KR" sz="1400" dirty="0">
                <a:solidFill>
                  <a:sysClr val="windowText" lastClr="000000"/>
                </a:solidFill>
              </a:rPr>
              <a:t>: </a:t>
            </a:r>
            <a:r>
              <a:rPr lang="ko-KR" altLang="en-US" sz="1400" dirty="0">
                <a:solidFill>
                  <a:sysClr val="windowText" lastClr="000000"/>
                </a:solidFill>
              </a:rPr>
              <a:t>플레이어 방해</a:t>
            </a:r>
            <a:r>
              <a:rPr lang="en-US" altLang="ko-KR" sz="1400" dirty="0">
                <a:solidFill>
                  <a:sysClr val="windowText" lastClr="000000"/>
                </a:solidFill>
              </a:rPr>
              <a:t>,</a:t>
            </a:r>
            <a:br>
              <a:rPr lang="en-US" altLang="ko-KR" sz="1400" dirty="0">
                <a:solidFill>
                  <a:sysClr val="windowText" lastClr="000000"/>
                </a:solidFill>
              </a:rPr>
            </a:br>
            <a:r>
              <a:rPr lang="ko-KR" altLang="en-US" sz="1400" dirty="0">
                <a:solidFill>
                  <a:sysClr val="windowText" lastClr="000000"/>
                </a:solidFill>
              </a:rPr>
              <a:t>플레이어 이동속도 </a:t>
            </a:r>
            <a:r>
              <a:rPr lang="en-US" altLang="ko-KR" sz="1400" dirty="0">
                <a:solidFill>
                  <a:sysClr val="windowText" lastClr="000000"/>
                </a:solidFill>
              </a:rPr>
              <a:t>6/5</a:t>
            </a:r>
            <a:r>
              <a:rPr lang="ko-KR" altLang="en-US" sz="1400" dirty="0">
                <a:solidFill>
                  <a:sysClr val="windowText" lastClr="000000"/>
                </a:solidFill>
              </a:rPr>
              <a:t>증가</a:t>
            </a:r>
            <a:r>
              <a:rPr lang="en-US" altLang="ko-KR" sz="1400" dirty="0">
                <a:solidFill>
                  <a:sysClr val="windowText" lastClr="000000"/>
                </a:solidFill>
              </a:rPr>
              <a:t>, </a:t>
            </a:r>
            <a:r>
              <a:rPr lang="ko-KR" altLang="en-US" sz="1400" dirty="0">
                <a:solidFill>
                  <a:sysClr val="windowText" lastClr="000000"/>
                </a:solidFill>
              </a:rPr>
              <a:t>방향 회전율 </a:t>
            </a:r>
            <a:r>
              <a:rPr lang="en-US" altLang="ko-KR" sz="1400" dirty="0">
                <a:solidFill>
                  <a:sysClr val="windowText" lastClr="000000"/>
                </a:solidFill>
              </a:rPr>
              <a:t>3/2</a:t>
            </a:r>
            <a:r>
              <a:rPr lang="ko-KR" altLang="en-US" sz="1400" dirty="0">
                <a:solidFill>
                  <a:sysClr val="windowText" lastClr="000000"/>
                </a:solidFill>
              </a:rPr>
              <a:t>증가</a:t>
            </a:r>
            <a:r>
              <a:rPr lang="en-US" altLang="ko-KR" sz="1400" dirty="0">
                <a:solidFill>
                  <a:sysClr val="windowText" lastClr="000000"/>
                </a:solidFill>
              </a:rPr>
              <a:t>, </a:t>
            </a:r>
            <a:r>
              <a:rPr lang="ko-KR" altLang="en-US" sz="1400" dirty="0">
                <a:solidFill>
                  <a:sysClr val="windowText" lastClr="000000"/>
                </a:solidFill>
              </a:rPr>
              <a:t>최대 </a:t>
            </a:r>
            <a:r>
              <a:rPr lang="en-US" altLang="ko-KR" sz="1400" dirty="0">
                <a:solidFill>
                  <a:sysClr val="windowText" lastClr="000000"/>
                </a:solidFill>
              </a:rPr>
              <a:t>[15T] </a:t>
            </a:r>
            <a:r>
              <a:rPr lang="ko-KR" altLang="en-US" sz="1400" dirty="0">
                <a:solidFill>
                  <a:sysClr val="windowText" lastClr="000000"/>
                </a:solidFill>
              </a:rPr>
              <a:t>지속</a:t>
            </a:r>
            <a:endParaRPr lang="en-US" altLang="ko-KR" dirty="0">
              <a:solidFill>
                <a:sysClr val="windowText" lastClr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3101676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5E00DDE-0906-FC8D-58B6-95985F608C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상호작용</a:t>
            </a:r>
            <a:r>
              <a:rPr lang="en-US" altLang="ko-KR" dirty="0"/>
              <a:t>_</a:t>
            </a:r>
            <a:r>
              <a:rPr lang="ko-KR" altLang="en-US" dirty="0"/>
              <a:t>생물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63D0F576-7438-39F6-8BE1-E8373982DC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10/11/2026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C0DF2F7-73D5-1737-BFAE-4E9778FE85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22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F5889B58-BCF1-B3D9-1AC1-037522E0F1D2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4E750CDE-980B-7773-CE68-54A3FCBD3B52}"/>
              </a:ext>
            </a:extLst>
          </p:cNvPr>
          <p:cNvSpPr/>
          <p:nvPr/>
        </p:nvSpPr>
        <p:spPr>
          <a:xfrm>
            <a:off x="7058821" y="2029088"/>
            <a:ext cx="721259" cy="454245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방해</a:t>
            </a:r>
            <a:endParaRPr lang="en-US" altLang="ko-KR" dirty="0">
              <a:solidFill>
                <a:sysClr val="windowText" lastClr="000000"/>
              </a:solidFill>
            </a:endParaRPr>
          </a:p>
        </p:txBody>
      </p:sp>
      <p:sp>
        <p:nvSpPr>
          <p:cNvPr id="43" name="직사각형 42">
            <a:extLst>
              <a:ext uri="{FF2B5EF4-FFF2-40B4-BE49-F238E27FC236}">
                <a16:creationId xmlns:a16="http://schemas.microsoft.com/office/drawing/2014/main" id="{E8E4D8DF-F5C3-FC3E-2FD0-AA56254CC7E5}"/>
              </a:ext>
            </a:extLst>
          </p:cNvPr>
          <p:cNvSpPr/>
          <p:nvPr/>
        </p:nvSpPr>
        <p:spPr>
          <a:xfrm>
            <a:off x="3644569" y="1527208"/>
            <a:ext cx="1186620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생물</a:t>
            </a:r>
            <a:r>
              <a:rPr lang="en-US" altLang="ko-KR" dirty="0">
                <a:solidFill>
                  <a:srgbClr val="000000"/>
                </a:solidFill>
              </a:rPr>
              <a:t>_</a:t>
            </a:r>
            <a:r>
              <a:rPr lang="ko-KR" altLang="en-US" dirty="0">
                <a:solidFill>
                  <a:srgbClr val="000000"/>
                </a:solidFill>
              </a:rPr>
              <a:t>벌</a:t>
            </a:r>
          </a:p>
        </p:txBody>
      </p:sp>
      <p:sp>
        <p:nvSpPr>
          <p:cNvPr id="53" name="육각형 52">
            <a:extLst>
              <a:ext uri="{FF2B5EF4-FFF2-40B4-BE49-F238E27FC236}">
                <a16:creationId xmlns:a16="http://schemas.microsoft.com/office/drawing/2014/main" id="{B500CAD0-3D19-623E-D213-CE83747B0E05}"/>
              </a:ext>
            </a:extLst>
          </p:cNvPr>
          <p:cNvSpPr/>
          <p:nvPr/>
        </p:nvSpPr>
        <p:spPr>
          <a:xfrm>
            <a:off x="4296831" y="2752314"/>
            <a:ext cx="1655395" cy="690198"/>
          </a:xfrm>
          <a:prstGeom prst="hexagon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벌집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en-US" dirty="0">
                <a:solidFill>
                  <a:sysClr val="windowText" lastClr="000000"/>
                </a:solidFill>
              </a:rPr>
              <a:t>저격 당함</a:t>
            </a:r>
          </a:p>
        </p:txBody>
      </p:sp>
      <p:cxnSp>
        <p:nvCxnSpPr>
          <p:cNvPr id="65" name="꺾인 양쪽 화살표 연결선 18">
            <a:extLst>
              <a:ext uri="{FF2B5EF4-FFF2-40B4-BE49-F238E27FC236}">
                <a16:creationId xmlns:a16="http://schemas.microsoft.com/office/drawing/2014/main" id="{D94BC165-8346-FDBB-557A-85830FFEC502}"/>
              </a:ext>
            </a:extLst>
          </p:cNvPr>
          <p:cNvCxnSpPr>
            <a:cxnSpLocks/>
            <a:stCxn id="78" idx="0"/>
            <a:endCxn id="10" idx="1"/>
          </p:cNvCxnSpPr>
          <p:nvPr/>
        </p:nvCxnSpPr>
        <p:spPr>
          <a:xfrm>
            <a:off x="6451950" y="1911112"/>
            <a:ext cx="606871" cy="345099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TextBox 67">
            <a:extLst>
              <a:ext uri="{FF2B5EF4-FFF2-40B4-BE49-F238E27FC236}">
                <a16:creationId xmlns:a16="http://schemas.microsoft.com/office/drawing/2014/main" id="{7403A14B-A0D5-1195-D931-AA09924182A2}"/>
              </a:ext>
            </a:extLst>
          </p:cNvPr>
          <p:cNvSpPr txBox="1"/>
          <p:nvPr/>
        </p:nvSpPr>
        <p:spPr>
          <a:xfrm>
            <a:off x="175347" y="814353"/>
            <a:ext cx="2954748" cy="3970318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ko-KR" altLang="en-US" dirty="0"/>
              <a:t>생물</a:t>
            </a:r>
            <a:r>
              <a:rPr lang="en-US" altLang="ko-KR" dirty="0"/>
              <a:t>_</a:t>
            </a:r>
            <a:r>
              <a:rPr lang="ko-KR" altLang="en-US" dirty="0"/>
              <a:t>벌 </a:t>
            </a:r>
            <a:r>
              <a:rPr lang="en-US" altLang="ko-KR" dirty="0"/>
              <a:t>: </a:t>
            </a:r>
            <a:r>
              <a:rPr lang="ko-KR" altLang="en-US" dirty="0"/>
              <a:t>방해 </a:t>
            </a:r>
            <a:endParaRPr lang="en-US" altLang="ko-KR" dirty="0"/>
          </a:p>
          <a:p>
            <a:r>
              <a:rPr lang="en-US" altLang="ko-KR" dirty="0"/>
              <a:t>= </a:t>
            </a:r>
            <a:r>
              <a:rPr lang="ko-KR" altLang="en-US" dirty="0">
                <a:solidFill>
                  <a:sysClr val="windowText" lastClr="000000"/>
                </a:solidFill>
              </a:rPr>
              <a:t>플레이어 이동속도 </a:t>
            </a:r>
            <a:r>
              <a:rPr lang="en-US" altLang="ko-KR" dirty="0">
                <a:solidFill>
                  <a:sysClr val="windowText" lastClr="000000"/>
                </a:solidFill>
              </a:rPr>
              <a:t>6/5 </a:t>
            </a:r>
            <a:r>
              <a:rPr lang="ko-KR" altLang="en-US" dirty="0">
                <a:solidFill>
                  <a:sysClr val="windowText" lastClr="000000"/>
                </a:solidFill>
              </a:rPr>
              <a:t>증가</a:t>
            </a:r>
            <a:r>
              <a:rPr lang="en-US" altLang="ko-KR" dirty="0">
                <a:solidFill>
                  <a:sysClr val="windowText" lastClr="000000"/>
                </a:solidFill>
              </a:rPr>
              <a:t>, </a:t>
            </a:r>
            <a:r>
              <a:rPr lang="ko-KR" altLang="en-US" dirty="0">
                <a:solidFill>
                  <a:sysClr val="windowText" lastClr="000000"/>
                </a:solidFill>
              </a:rPr>
              <a:t>방향회전율 </a:t>
            </a:r>
            <a:r>
              <a:rPr lang="en-US" altLang="ko-KR" dirty="0">
                <a:solidFill>
                  <a:sysClr val="windowText" lastClr="000000"/>
                </a:solidFill>
              </a:rPr>
              <a:t>3/2 </a:t>
            </a:r>
            <a:r>
              <a:rPr lang="ko-KR" altLang="en-US" dirty="0">
                <a:solidFill>
                  <a:sysClr val="windowText" lastClr="000000"/>
                </a:solidFill>
              </a:rPr>
              <a:t>증가</a:t>
            </a:r>
            <a:r>
              <a:rPr lang="en-US" altLang="ko-KR" dirty="0">
                <a:solidFill>
                  <a:sysClr val="windowText" lastClr="000000"/>
                </a:solidFill>
              </a:rPr>
              <a:t>, </a:t>
            </a:r>
            <a:r>
              <a:rPr lang="ko-KR" altLang="en-US" dirty="0">
                <a:solidFill>
                  <a:sysClr val="windowText" lastClr="000000"/>
                </a:solidFill>
              </a:rPr>
              <a:t>최대 </a:t>
            </a:r>
            <a:r>
              <a:rPr lang="en-US" altLang="ko-KR" dirty="0">
                <a:solidFill>
                  <a:sysClr val="windowText" lastClr="000000"/>
                </a:solidFill>
              </a:rPr>
              <a:t>[15T] </a:t>
            </a:r>
            <a:r>
              <a:rPr lang="ko-KR" altLang="en-US" dirty="0">
                <a:solidFill>
                  <a:sysClr val="windowText" lastClr="000000"/>
                </a:solidFill>
              </a:rPr>
              <a:t>지속</a:t>
            </a:r>
            <a:endParaRPr lang="en-US" altLang="ko-KR" dirty="0">
              <a:solidFill>
                <a:sysClr val="windowText" lastClr="000000"/>
              </a:solidFill>
            </a:endParaRPr>
          </a:p>
          <a:p>
            <a:endParaRPr lang="en-US" altLang="ko-KR" dirty="0">
              <a:solidFill>
                <a:sysClr val="windowText" lastClr="000000"/>
              </a:solidFill>
            </a:endParaRPr>
          </a:p>
          <a:p>
            <a:r>
              <a:rPr lang="ko-KR" altLang="en-US" dirty="0">
                <a:solidFill>
                  <a:sysClr val="windowText" lastClr="000000"/>
                </a:solidFill>
              </a:rPr>
              <a:t>생물</a:t>
            </a:r>
            <a:r>
              <a:rPr lang="en-US" altLang="ko-KR" dirty="0">
                <a:solidFill>
                  <a:sysClr val="windowText" lastClr="000000"/>
                </a:solidFill>
              </a:rPr>
              <a:t>_</a:t>
            </a:r>
            <a:r>
              <a:rPr lang="ko-KR" altLang="en-US" dirty="0">
                <a:solidFill>
                  <a:sysClr val="windowText" lastClr="000000"/>
                </a:solidFill>
              </a:rPr>
              <a:t>벌 </a:t>
            </a:r>
            <a:r>
              <a:rPr lang="en-US" altLang="ko-KR" dirty="0">
                <a:solidFill>
                  <a:sysClr val="windowText" lastClr="000000"/>
                </a:solidFill>
              </a:rPr>
              <a:t>: </a:t>
            </a:r>
            <a:r>
              <a:rPr lang="ko-KR" altLang="en-US" dirty="0">
                <a:solidFill>
                  <a:sysClr val="windowText" lastClr="000000"/>
                </a:solidFill>
              </a:rPr>
              <a:t>기억</a:t>
            </a:r>
            <a:endParaRPr lang="en-US" altLang="ko-KR" dirty="0">
              <a:solidFill>
                <a:sysClr val="windowText" lastClr="000000"/>
              </a:solidFill>
            </a:endParaRPr>
          </a:p>
          <a:p>
            <a:r>
              <a:rPr lang="en-US" altLang="ko-KR" dirty="0">
                <a:solidFill>
                  <a:sysClr val="windowText" lastClr="000000"/>
                </a:solidFill>
              </a:rPr>
              <a:t>= </a:t>
            </a:r>
            <a:r>
              <a:rPr lang="ko-KR" altLang="en-US" dirty="0">
                <a:solidFill>
                  <a:sysClr val="windowText" lastClr="000000"/>
                </a:solidFill>
              </a:rPr>
              <a:t>플레이어가 </a:t>
            </a:r>
            <a:r>
              <a:rPr lang="ko-KR" altLang="en-US" dirty="0" err="1">
                <a:solidFill>
                  <a:sysClr val="windowText" lastClr="000000"/>
                </a:solidFill>
              </a:rPr>
              <a:t>배달품</a:t>
            </a:r>
            <a:r>
              <a:rPr lang="ko-KR" altLang="en-US" dirty="0">
                <a:solidFill>
                  <a:sysClr val="windowText" lastClr="000000"/>
                </a:solidFill>
              </a:rPr>
              <a:t> 미소지 상태에서도 방해를 진행함</a:t>
            </a:r>
            <a:r>
              <a:rPr lang="en-US" altLang="ko-KR" dirty="0">
                <a:solidFill>
                  <a:sysClr val="windowText" lastClr="000000"/>
                </a:solidFill>
              </a:rPr>
              <a:t>, </a:t>
            </a:r>
            <a:r>
              <a:rPr lang="ko-KR" altLang="en-US" dirty="0">
                <a:solidFill>
                  <a:sysClr val="windowText" lastClr="000000"/>
                </a:solidFill>
              </a:rPr>
              <a:t>기억 </a:t>
            </a:r>
            <a:r>
              <a:rPr lang="ko-KR" altLang="en-US" dirty="0" err="1">
                <a:solidFill>
                  <a:sysClr val="windowText" lastClr="000000"/>
                </a:solidFill>
              </a:rPr>
              <a:t>스탯은</a:t>
            </a:r>
            <a:r>
              <a:rPr lang="ko-KR" altLang="en-US" dirty="0">
                <a:solidFill>
                  <a:sysClr val="windowText" lastClr="000000"/>
                </a:solidFill>
              </a:rPr>
              <a:t> 제거 불가</a:t>
            </a:r>
            <a:r>
              <a:rPr lang="en-US" altLang="ko-KR" dirty="0">
                <a:solidFill>
                  <a:schemeClr val="accent3"/>
                </a:solidFill>
              </a:rPr>
              <a:t>***</a:t>
            </a:r>
            <a:r>
              <a:rPr lang="ko-KR" altLang="en-US" dirty="0">
                <a:solidFill>
                  <a:schemeClr val="accent3"/>
                </a:solidFill>
              </a:rPr>
              <a:t>방해를 진행할지 방해보다 조금 더 </a:t>
            </a:r>
            <a:r>
              <a:rPr lang="ko-KR" altLang="en-US" dirty="0" err="1">
                <a:solidFill>
                  <a:schemeClr val="accent3"/>
                </a:solidFill>
              </a:rPr>
              <a:t>역동적인걸</a:t>
            </a:r>
            <a:r>
              <a:rPr lang="ko-KR" altLang="en-US" dirty="0">
                <a:solidFill>
                  <a:schemeClr val="accent3"/>
                </a:solidFill>
              </a:rPr>
              <a:t> 진행할지 고민</a:t>
            </a:r>
            <a:endParaRPr lang="en-US" altLang="ko-KR" dirty="0">
              <a:solidFill>
                <a:schemeClr val="accent3"/>
              </a:solidFill>
            </a:endParaRPr>
          </a:p>
          <a:p>
            <a:endParaRPr lang="en-US" altLang="ko-KR" dirty="0">
              <a:solidFill>
                <a:schemeClr val="accent3"/>
              </a:solidFill>
            </a:endParaRPr>
          </a:p>
          <a:p>
            <a:r>
              <a:rPr lang="en-US" altLang="ko-KR" dirty="0">
                <a:solidFill>
                  <a:schemeClr val="accent3"/>
                </a:solidFill>
              </a:rPr>
              <a:t>**</a:t>
            </a:r>
            <a:r>
              <a:rPr lang="ko-KR" altLang="en-US" dirty="0">
                <a:solidFill>
                  <a:schemeClr val="accent3"/>
                </a:solidFill>
              </a:rPr>
              <a:t>인식범위</a:t>
            </a:r>
            <a:r>
              <a:rPr lang="en-US" altLang="ko-KR" dirty="0">
                <a:solidFill>
                  <a:schemeClr val="accent3"/>
                </a:solidFill>
              </a:rPr>
              <a:t> </a:t>
            </a:r>
            <a:r>
              <a:rPr lang="ko-KR" altLang="en-US" dirty="0">
                <a:solidFill>
                  <a:schemeClr val="accent3"/>
                </a:solidFill>
              </a:rPr>
              <a:t>지정</a:t>
            </a:r>
          </a:p>
        </p:txBody>
      </p:sp>
      <p:sp>
        <p:nvSpPr>
          <p:cNvPr id="78" name="육각형 77">
            <a:extLst>
              <a:ext uri="{FF2B5EF4-FFF2-40B4-BE49-F238E27FC236}">
                <a16:creationId xmlns:a16="http://schemas.microsoft.com/office/drawing/2014/main" id="{CBFEB431-A16E-9B12-1D5D-63C1D0E4A5A4}"/>
              </a:ext>
            </a:extLst>
          </p:cNvPr>
          <p:cNvSpPr/>
          <p:nvPr/>
        </p:nvSpPr>
        <p:spPr>
          <a:xfrm>
            <a:off x="5160766" y="1566013"/>
            <a:ext cx="1291184" cy="690198"/>
          </a:xfrm>
          <a:prstGeom prst="hexagon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꿀 인식</a:t>
            </a:r>
          </a:p>
        </p:txBody>
      </p:sp>
      <p:cxnSp>
        <p:nvCxnSpPr>
          <p:cNvPr id="79" name="연결선: 꺾임 78">
            <a:extLst>
              <a:ext uri="{FF2B5EF4-FFF2-40B4-BE49-F238E27FC236}">
                <a16:creationId xmlns:a16="http://schemas.microsoft.com/office/drawing/2014/main" id="{767A3001-CCAE-8569-CE94-82CDBEB98D37}"/>
              </a:ext>
            </a:extLst>
          </p:cNvPr>
          <p:cNvCxnSpPr>
            <a:cxnSpLocks/>
            <a:stCxn id="78" idx="3"/>
            <a:endCxn id="43" idx="3"/>
          </p:cNvCxnSpPr>
          <p:nvPr/>
        </p:nvCxnSpPr>
        <p:spPr>
          <a:xfrm rot="10800000">
            <a:off x="4831190" y="1852894"/>
            <a:ext cx="329577" cy="58219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0" name="연결선: 꺾임 99">
            <a:extLst>
              <a:ext uri="{FF2B5EF4-FFF2-40B4-BE49-F238E27FC236}">
                <a16:creationId xmlns:a16="http://schemas.microsoft.com/office/drawing/2014/main" id="{5C898089-26A6-140C-0DCE-4F47DBD9F862}"/>
              </a:ext>
            </a:extLst>
          </p:cNvPr>
          <p:cNvCxnSpPr>
            <a:cxnSpLocks/>
            <a:stCxn id="53" idx="3"/>
            <a:endCxn id="43" idx="2"/>
          </p:cNvCxnSpPr>
          <p:nvPr/>
        </p:nvCxnSpPr>
        <p:spPr>
          <a:xfrm rot="10800000">
            <a:off x="4237879" y="2178579"/>
            <a:ext cx="58952" cy="918835"/>
          </a:xfrm>
          <a:prstGeom prst="bentConnector2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5" name="배지 124">
            <a:extLst>
              <a:ext uri="{FF2B5EF4-FFF2-40B4-BE49-F238E27FC236}">
                <a16:creationId xmlns:a16="http://schemas.microsoft.com/office/drawing/2014/main" id="{84FB7C6B-A2C4-9B63-93A0-56EE3B858A07}"/>
              </a:ext>
            </a:extLst>
          </p:cNvPr>
          <p:cNvSpPr/>
          <p:nvPr/>
        </p:nvSpPr>
        <p:spPr>
          <a:xfrm>
            <a:off x="9389864" y="3111120"/>
            <a:ext cx="1094106" cy="662783"/>
          </a:xfrm>
          <a:prstGeom prst="plaqu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기억</a:t>
            </a:r>
            <a:endParaRPr lang="en-US" altLang="ko-KR" dirty="0">
              <a:solidFill>
                <a:sysClr val="windowText" lastClr="000000"/>
              </a:solidFill>
            </a:endParaRPr>
          </a:p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활성화</a:t>
            </a:r>
          </a:p>
        </p:txBody>
      </p:sp>
      <p:cxnSp>
        <p:nvCxnSpPr>
          <p:cNvPr id="128" name="꺾인 양쪽 화살표 연결선 18">
            <a:extLst>
              <a:ext uri="{FF2B5EF4-FFF2-40B4-BE49-F238E27FC236}">
                <a16:creationId xmlns:a16="http://schemas.microsoft.com/office/drawing/2014/main" id="{E843FF79-AE37-F5EB-EB6F-E57DC94FE757}"/>
              </a:ext>
            </a:extLst>
          </p:cNvPr>
          <p:cNvCxnSpPr>
            <a:cxnSpLocks/>
            <a:stCxn id="53" idx="0"/>
            <a:endCxn id="8" idx="1"/>
          </p:cNvCxnSpPr>
          <p:nvPr/>
        </p:nvCxnSpPr>
        <p:spPr>
          <a:xfrm flipH="1">
            <a:off x="5497981" y="3097413"/>
            <a:ext cx="454245" cy="1235340"/>
          </a:xfrm>
          <a:prstGeom prst="bentConnector5">
            <a:avLst>
              <a:gd name="adj1" fmla="val -50325"/>
              <a:gd name="adj2" fmla="val 48336"/>
              <a:gd name="adj3" fmla="val 150325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9" name="꺾인 양쪽 화살표 연결선 18">
            <a:extLst>
              <a:ext uri="{FF2B5EF4-FFF2-40B4-BE49-F238E27FC236}">
                <a16:creationId xmlns:a16="http://schemas.microsoft.com/office/drawing/2014/main" id="{B56976AC-6FBC-875A-E681-2FCD1B73471F}"/>
              </a:ext>
            </a:extLst>
          </p:cNvPr>
          <p:cNvCxnSpPr>
            <a:cxnSpLocks/>
            <a:stCxn id="125" idx="3"/>
            <a:endCxn id="10" idx="1"/>
          </p:cNvCxnSpPr>
          <p:nvPr/>
        </p:nvCxnSpPr>
        <p:spPr>
          <a:xfrm flipH="1" flipV="1">
            <a:off x="7058821" y="2256211"/>
            <a:ext cx="3425149" cy="1186301"/>
          </a:xfrm>
          <a:prstGeom prst="bentConnector5">
            <a:avLst>
              <a:gd name="adj1" fmla="val -6674"/>
              <a:gd name="adj2" fmla="val 54395"/>
              <a:gd name="adj3" fmla="val 106674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7" name="육각형 146">
            <a:extLst>
              <a:ext uri="{FF2B5EF4-FFF2-40B4-BE49-F238E27FC236}">
                <a16:creationId xmlns:a16="http://schemas.microsoft.com/office/drawing/2014/main" id="{DD409C54-AA99-B28E-D5BA-1A47E5062A2F}"/>
              </a:ext>
            </a:extLst>
          </p:cNvPr>
          <p:cNvSpPr/>
          <p:nvPr/>
        </p:nvSpPr>
        <p:spPr>
          <a:xfrm>
            <a:off x="239516" y="4936242"/>
            <a:ext cx="1291184" cy="690198"/>
          </a:xfrm>
          <a:prstGeom prst="hexagon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이벤트</a:t>
            </a:r>
            <a:r>
              <a:rPr lang="en-US" altLang="ko-KR" dirty="0">
                <a:solidFill>
                  <a:sysClr val="windowText" lastClr="000000"/>
                </a:solidFill>
              </a:rPr>
              <a:t>/</a:t>
            </a:r>
            <a:r>
              <a:rPr lang="ko-KR" altLang="en-US" dirty="0">
                <a:solidFill>
                  <a:sysClr val="windowText" lastClr="000000"/>
                </a:solidFill>
              </a:rPr>
              <a:t>판단</a:t>
            </a:r>
          </a:p>
        </p:txBody>
      </p:sp>
      <p:sp>
        <p:nvSpPr>
          <p:cNvPr id="149" name="배지 148">
            <a:extLst>
              <a:ext uri="{FF2B5EF4-FFF2-40B4-BE49-F238E27FC236}">
                <a16:creationId xmlns:a16="http://schemas.microsoft.com/office/drawing/2014/main" id="{F0230DC3-C964-C99E-73D1-E627296D0ABA}"/>
              </a:ext>
            </a:extLst>
          </p:cNvPr>
          <p:cNvSpPr/>
          <p:nvPr/>
        </p:nvSpPr>
        <p:spPr>
          <a:xfrm>
            <a:off x="1715144" y="4936242"/>
            <a:ext cx="1176977" cy="805683"/>
          </a:xfrm>
          <a:prstGeom prst="plaque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상태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2851E934-0DB7-BF98-4139-65FB026DAD0D}"/>
              </a:ext>
            </a:extLst>
          </p:cNvPr>
          <p:cNvSpPr/>
          <p:nvPr/>
        </p:nvSpPr>
        <p:spPr>
          <a:xfrm>
            <a:off x="7032561" y="4524223"/>
            <a:ext cx="2138250" cy="92756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다시 방해 </a:t>
            </a:r>
            <a:r>
              <a:rPr lang="en-US" altLang="ko-KR" dirty="0">
                <a:solidFill>
                  <a:srgbClr val="000000"/>
                </a:solidFill>
              </a:rPr>
              <a:t>:</a:t>
            </a:r>
            <a:r>
              <a:rPr lang="ko-KR" altLang="en-US" dirty="0">
                <a:solidFill>
                  <a:srgbClr val="000000"/>
                </a:solidFill>
              </a:rPr>
              <a:t> </a:t>
            </a:r>
            <a:r>
              <a:rPr lang="en-US" altLang="ko-KR" dirty="0">
                <a:solidFill>
                  <a:srgbClr val="000000"/>
                </a:solidFill>
              </a:rPr>
              <a:t>[30T]</a:t>
            </a:r>
            <a:r>
              <a:rPr lang="ko-KR" altLang="en-US" dirty="0">
                <a:solidFill>
                  <a:srgbClr val="000000"/>
                </a:solidFill>
              </a:rPr>
              <a:t>로 증가</a:t>
            </a:r>
            <a:r>
              <a:rPr lang="en-US" altLang="ko-KR" dirty="0">
                <a:solidFill>
                  <a:srgbClr val="000000"/>
                </a:solidFill>
              </a:rPr>
              <a:t>, </a:t>
            </a:r>
          </a:p>
          <a:p>
            <a:pPr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기억 활성화</a:t>
            </a:r>
            <a:endParaRPr lang="en-US" altLang="ko-KR" dirty="0">
              <a:solidFill>
                <a:sysClr val="windowText" lastClr="000000"/>
              </a:solidFill>
            </a:endParaRPr>
          </a:p>
        </p:txBody>
      </p:sp>
      <p:cxnSp>
        <p:nvCxnSpPr>
          <p:cNvPr id="4" name="꺾인 양쪽 화살표 연결선 18">
            <a:extLst>
              <a:ext uri="{FF2B5EF4-FFF2-40B4-BE49-F238E27FC236}">
                <a16:creationId xmlns:a16="http://schemas.microsoft.com/office/drawing/2014/main" id="{F1A5FC15-967B-2542-3F7E-6D0CAFEBB782}"/>
              </a:ext>
            </a:extLst>
          </p:cNvPr>
          <p:cNvCxnSpPr>
            <a:cxnSpLocks/>
            <a:stCxn id="3" idx="3"/>
            <a:endCxn id="125" idx="1"/>
          </p:cNvCxnSpPr>
          <p:nvPr/>
        </p:nvCxnSpPr>
        <p:spPr>
          <a:xfrm flipV="1">
            <a:off x="9170811" y="3442512"/>
            <a:ext cx="219053" cy="1545493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직사각형 7">
            <a:extLst>
              <a:ext uri="{FF2B5EF4-FFF2-40B4-BE49-F238E27FC236}">
                <a16:creationId xmlns:a16="http://schemas.microsoft.com/office/drawing/2014/main" id="{DA011269-E8CD-8A50-6F63-B6152B5116A8}"/>
              </a:ext>
            </a:extLst>
          </p:cNvPr>
          <p:cNvSpPr/>
          <p:nvPr/>
        </p:nvSpPr>
        <p:spPr>
          <a:xfrm>
            <a:off x="5497981" y="3946554"/>
            <a:ext cx="1196038" cy="772398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방해 일시 중지</a:t>
            </a:r>
            <a:r>
              <a:rPr lang="en-US" altLang="ko-KR" dirty="0">
                <a:solidFill>
                  <a:srgbClr val="000000"/>
                </a:solidFill>
              </a:rPr>
              <a:t>[3T]</a:t>
            </a:r>
            <a:endParaRPr lang="en-US" altLang="ko-KR" dirty="0">
              <a:solidFill>
                <a:sysClr val="windowText" lastClr="000000"/>
              </a:solidFill>
            </a:endParaRPr>
          </a:p>
        </p:txBody>
      </p:sp>
      <p:cxnSp>
        <p:nvCxnSpPr>
          <p:cNvPr id="9" name="꺾인 양쪽 화살표 연결선 18">
            <a:extLst>
              <a:ext uri="{FF2B5EF4-FFF2-40B4-BE49-F238E27FC236}">
                <a16:creationId xmlns:a16="http://schemas.microsoft.com/office/drawing/2014/main" id="{BF9AC59B-3E47-B1AF-0545-BB7E65B62E0F}"/>
              </a:ext>
            </a:extLst>
          </p:cNvPr>
          <p:cNvCxnSpPr>
            <a:cxnSpLocks/>
            <a:stCxn id="8" idx="3"/>
            <a:endCxn id="3" idx="1"/>
          </p:cNvCxnSpPr>
          <p:nvPr/>
        </p:nvCxnSpPr>
        <p:spPr>
          <a:xfrm>
            <a:off x="6694019" y="4332753"/>
            <a:ext cx="338542" cy="655252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8646298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1D485D4-54E4-1C7C-981A-CF701762D4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시스템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53BB2DC6-C099-8952-59A6-6E6C490A694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8656988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DA394CC3-10BC-21B8-5839-6A45102439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화물</a:t>
            </a:r>
          </a:p>
        </p:txBody>
      </p:sp>
      <p:graphicFrame>
        <p:nvGraphicFramePr>
          <p:cNvPr id="2" name="내용 개체 틀 1">
            <a:extLst>
              <a:ext uri="{FF2B5EF4-FFF2-40B4-BE49-F238E27FC236}">
                <a16:creationId xmlns:a16="http://schemas.microsoft.com/office/drawing/2014/main" id="{1AF12A68-A7CB-3039-8B62-E190F1298F11}"/>
              </a:ext>
            </a:extLst>
          </p:cNvPr>
          <p:cNvGraphicFramePr>
            <a:graphicFrameLocks noGrp="1"/>
          </p:cNvGraphicFramePr>
          <p:nvPr>
            <p:ph sz="quarter" idx="13"/>
            <p:extLst>
              <p:ext uri="{D42A27DB-BD31-4B8C-83A1-F6EECF244321}">
                <p14:modId xmlns:p14="http://schemas.microsoft.com/office/powerpoint/2010/main" val="3313239984"/>
              </p:ext>
            </p:extLst>
          </p:nvPr>
        </p:nvGraphicFramePr>
        <p:xfrm>
          <a:off x="1116488" y="1939195"/>
          <a:ext cx="9959023" cy="2578214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376680">
                  <a:extLst>
                    <a:ext uri="{9D8B030D-6E8A-4147-A177-3AD203B41FA5}">
                      <a16:colId xmlns:a16="http://schemas.microsoft.com/office/drawing/2014/main" val="2368495908"/>
                    </a:ext>
                  </a:extLst>
                </a:gridCol>
                <a:gridCol w="8582343">
                  <a:extLst>
                    <a:ext uri="{9D8B030D-6E8A-4147-A177-3AD203B41FA5}">
                      <a16:colId xmlns:a16="http://schemas.microsoft.com/office/drawing/2014/main" val="2843093248"/>
                    </a:ext>
                  </a:extLst>
                </a:gridCol>
              </a:tblGrid>
              <a:tr h="100161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000" dirty="0"/>
                        <a:t>개념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lvl="0" indent="0" algn="l" latinLnBrk="1">
                        <a:buFont typeface="Arial" panose="020B0604020202020204" pitchFamily="34" charset="0"/>
                        <a:buNone/>
                      </a:pPr>
                      <a:r>
                        <a:rPr lang="ko-KR" altLang="en-US" sz="2000" dirty="0"/>
                        <a:t>플레이어가 안전하게 목적지까지 운반해야 하는 오브젝트로</a:t>
                      </a:r>
                      <a:r>
                        <a:rPr lang="en-US" altLang="ko-KR" sz="2000" dirty="0"/>
                        <a:t>,</a:t>
                      </a:r>
                      <a:br>
                        <a:rPr lang="en-US" altLang="ko-KR" sz="2000" dirty="0"/>
                      </a:br>
                      <a:r>
                        <a:rPr lang="ko-KR" altLang="en-US" sz="2000" dirty="0"/>
                        <a:t>종류에 따라 다른 생물들의 다른 반응을 이끌어낼 수 있음</a:t>
                      </a:r>
                      <a:r>
                        <a:rPr lang="en-US" altLang="ko-KR" sz="2000" dirty="0"/>
                        <a:t>.</a:t>
                      </a:r>
                      <a:endParaRPr lang="ko-KR" altLang="en-US" sz="2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339951"/>
                  </a:ext>
                </a:extLst>
              </a:tr>
              <a:tr h="157660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000" dirty="0"/>
                        <a:t>세부 특징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lvl="0" indent="0" algn="l" latinLnBrk="1">
                        <a:buFont typeface="Arial" panose="020B0604020202020204" pitchFamily="34" charset="0"/>
                        <a:buNone/>
                      </a:pPr>
                      <a:r>
                        <a:rPr lang="ko-KR" altLang="en-US" sz="2000" dirty="0"/>
                        <a:t>플레이어 한 명이 운반 중인 화물은 다른 플레이어가 강제로 상호작용 시</a:t>
                      </a:r>
                      <a:r>
                        <a:rPr lang="en-US" altLang="ko-KR" sz="2000" dirty="0"/>
                        <a:t>,</a:t>
                      </a:r>
                      <a:br>
                        <a:rPr lang="en-US" altLang="ko-KR" sz="2000" dirty="0"/>
                      </a:br>
                      <a:r>
                        <a:rPr lang="en-US" altLang="ko-KR" sz="2000" dirty="0"/>
                        <a:t>40%</a:t>
                      </a:r>
                      <a:r>
                        <a:rPr lang="ko-KR" altLang="en-US" sz="2000" dirty="0"/>
                        <a:t>의 확률로 운반자가 변경됨</a:t>
                      </a:r>
                      <a:r>
                        <a:rPr lang="en-US" altLang="ko-KR" sz="2000" dirty="0"/>
                        <a:t>.</a:t>
                      </a:r>
                      <a:br>
                        <a:rPr lang="en-US" altLang="ko-KR" sz="2000" dirty="0"/>
                      </a:br>
                      <a:br>
                        <a:rPr lang="en-US" altLang="ko-KR" sz="2000" dirty="0"/>
                      </a:br>
                      <a:r>
                        <a:rPr lang="ko-KR" altLang="en-US" sz="2000" dirty="0"/>
                        <a:t>제한 시간 안에 배달하면 배달 완료</a:t>
                      </a:r>
                      <a:r>
                        <a:rPr lang="en-US" altLang="ko-KR" sz="2000" dirty="0"/>
                        <a:t>, </a:t>
                      </a:r>
                      <a:r>
                        <a:rPr lang="ko-KR" altLang="en-US" sz="2000" dirty="0"/>
                        <a:t>제한 시간을 초과하면 배달 실패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72661750"/>
                  </a:ext>
                </a:extLst>
              </a:tr>
            </a:tbl>
          </a:graphicData>
        </a:graphic>
      </p:graphicFrame>
      <p:sp>
        <p:nvSpPr>
          <p:cNvPr id="3" name="내용 개체 틀 6">
            <a:extLst>
              <a:ext uri="{FF2B5EF4-FFF2-40B4-BE49-F238E27FC236}">
                <a16:creationId xmlns:a16="http://schemas.microsoft.com/office/drawing/2014/main" id="{C8EC98FF-471F-924A-F613-B7A8ED6B65F2}"/>
              </a:ext>
            </a:extLst>
          </p:cNvPr>
          <p:cNvSpPr txBox="1">
            <a:spLocks/>
          </p:cNvSpPr>
          <p:nvPr/>
        </p:nvSpPr>
        <p:spPr>
          <a:xfrm>
            <a:off x="5116286" y="0"/>
            <a:ext cx="7075714" cy="66278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0" indent="0" algn="r" defTabSz="914400" rtl="0" eaLnBrk="1" latinLnBrk="1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/>
              <a:t>시스템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0F19C43B-156B-5ABB-70BB-24435DBAA064}"/>
              </a:ext>
            </a:extLst>
          </p:cNvPr>
          <p:cNvSpPr/>
          <p:nvPr/>
        </p:nvSpPr>
        <p:spPr>
          <a:xfrm>
            <a:off x="4833667" y="0"/>
            <a:ext cx="2524665" cy="839638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페이지 내용 수정됨</a:t>
            </a:r>
          </a:p>
        </p:txBody>
      </p:sp>
    </p:spTree>
    <p:extLst>
      <p:ext uri="{BB962C8B-B14F-4D97-AF65-F5344CB8AC3E}">
        <p14:creationId xmlns:p14="http://schemas.microsoft.com/office/powerpoint/2010/main" val="152541057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80F6E8-65C3-9037-AE29-04FFCF1F58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FA88206-DB11-0447-4AC5-DF6B8A8929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ko-KR" altLang="en-US" dirty="0"/>
              <a:t>화물 </a:t>
            </a:r>
            <a:r>
              <a:rPr lang="ko-KR" altLang="en-US" dirty="0" err="1"/>
              <a:t>스탯</a:t>
            </a:r>
            <a:r>
              <a:rPr lang="ko-KR" altLang="en-US" dirty="0"/>
              <a:t> 관계 다이어그램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08053F0-DAE6-8A2D-16AD-4EEEE20558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10/11/2026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2E5022D-DC77-8C3C-1955-75A17E4748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25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09F86C96-9791-534A-8875-06BFEE16240B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/>
              <a:t>시스템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9A4277FD-D192-29CD-1D77-35DF091CE988}"/>
              </a:ext>
            </a:extLst>
          </p:cNvPr>
          <p:cNvSpPr/>
          <p:nvPr/>
        </p:nvSpPr>
        <p:spPr>
          <a:xfrm>
            <a:off x="5235250" y="991015"/>
            <a:ext cx="1182307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화물 </a:t>
            </a:r>
            <a:r>
              <a:rPr lang="ko-KR" altLang="en-US" dirty="0" err="1">
                <a:solidFill>
                  <a:srgbClr val="000000"/>
                </a:solidFill>
              </a:rPr>
              <a:t>스탯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73ED6CF1-9692-CFE0-59F1-0EF558794EAA}"/>
              </a:ext>
            </a:extLst>
          </p:cNvPr>
          <p:cNvSpPr/>
          <p:nvPr/>
        </p:nvSpPr>
        <p:spPr>
          <a:xfrm>
            <a:off x="6647646" y="1837519"/>
            <a:ext cx="766684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자극</a:t>
            </a: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DD530A37-33A3-BC22-C029-965C0768E01A}"/>
              </a:ext>
            </a:extLst>
          </p:cNvPr>
          <p:cNvSpPr/>
          <p:nvPr/>
        </p:nvSpPr>
        <p:spPr>
          <a:xfrm>
            <a:off x="4238254" y="1837519"/>
            <a:ext cx="766684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종류</a:t>
            </a:r>
          </a:p>
        </p:txBody>
      </p:sp>
      <p:cxnSp>
        <p:nvCxnSpPr>
          <p:cNvPr id="40" name="꺾인 양쪽 화살표 연결선 18">
            <a:extLst>
              <a:ext uri="{FF2B5EF4-FFF2-40B4-BE49-F238E27FC236}">
                <a16:creationId xmlns:a16="http://schemas.microsoft.com/office/drawing/2014/main" id="{8FAFFBB6-2B08-F741-B67C-99A1DA833104}"/>
              </a:ext>
            </a:extLst>
          </p:cNvPr>
          <p:cNvCxnSpPr>
            <a:cxnSpLocks/>
            <a:stCxn id="8" idx="2"/>
            <a:endCxn id="13" idx="0"/>
          </p:cNvCxnSpPr>
          <p:nvPr/>
        </p:nvCxnSpPr>
        <p:spPr>
          <a:xfrm rot="16200000" flipH="1">
            <a:off x="6226341" y="1032871"/>
            <a:ext cx="404711" cy="1204584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꺾인 양쪽 화살표 연결선 18">
            <a:extLst>
              <a:ext uri="{FF2B5EF4-FFF2-40B4-BE49-F238E27FC236}">
                <a16:creationId xmlns:a16="http://schemas.microsoft.com/office/drawing/2014/main" id="{702E3B7F-6B57-325E-53B2-C9F964AC16D4}"/>
              </a:ext>
            </a:extLst>
          </p:cNvPr>
          <p:cNvCxnSpPr>
            <a:cxnSpLocks/>
            <a:stCxn id="8" idx="2"/>
            <a:endCxn id="19" idx="0"/>
          </p:cNvCxnSpPr>
          <p:nvPr/>
        </p:nvCxnSpPr>
        <p:spPr>
          <a:xfrm rot="5400000">
            <a:off x="5021645" y="1032759"/>
            <a:ext cx="404711" cy="1204808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직사각형 58">
            <a:extLst>
              <a:ext uri="{FF2B5EF4-FFF2-40B4-BE49-F238E27FC236}">
                <a16:creationId xmlns:a16="http://schemas.microsoft.com/office/drawing/2014/main" id="{EAC9EF3D-06CA-0213-91C5-B884F1AFB4CC}"/>
              </a:ext>
            </a:extLst>
          </p:cNvPr>
          <p:cNvSpPr/>
          <p:nvPr/>
        </p:nvSpPr>
        <p:spPr>
          <a:xfrm>
            <a:off x="8514378" y="2734824"/>
            <a:ext cx="918302" cy="647655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후각 자극</a:t>
            </a:r>
          </a:p>
        </p:txBody>
      </p:sp>
      <p:sp>
        <p:nvSpPr>
          <p:cNvPr id="61" name="직사각형 60">
            <a:extLst>
              <a:ext uri="{FF2B5EF4-FFF2-40B4-BE49-F238E27FC236}">
                <a16:creationId xmlns:a16="http://schemas.microsoft.com/office/drawing/2014/main" id="{8E39A05E-48EB-0E1D-0F95-09483D6429F5}"/>
              </a:ext>
            </a:extLst>
          </p:cNvPr>
          <p:cNvSpPr/>
          <p:nvPr/>
        </p:nvSpPr>
        <p:spPr>
          <a:xfrm>
            <a:off x="7331276" y="2734824"/>
            <a:ext cx="918302" cy="647655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시각 자극</a:t>
            </a:r>
          </a:p>
        </p:txBody>
      </p:sp>
      <p:sp>
        <p:nvSpPr>
          <p:cNvPr id="63" name="직사각형 62">
            <a:extLst>
              <a:ext uri="{FF2B5EF4-FFF2-40B4-BE49-F238E27FC236}">
                <a16:creationId xmlns:a16="http://schemas.microsoft.com/office/drawing/2014/main" id="{DD6114FC-EFF4-7353-2914-C436755D834D}"/>
              </a:ext>
            </a:extLst>
          </p:cNvPr>
          <p:cNvSpPr/>
          <p:nvPr/>
        </p:nvSpPr>
        <p:spPr>
          <a:xfrm>
            <a:off x="9697480" y="2734824"/>
            <a:ext cx="918302" cy="647655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진동 자극</a:t>
            </a:r>
          </a:p>
        </p:txBody>
      </p:sp>
      <p:cxnSp>
        <p:nvCxnSpPr>
          <p:cNvPr id="64" name="꺾인 양쪽 화살표 연결선 18">
            <a:extLst>
              <a:ext uri="{FF2B5EF4-FFF2-40B4-BE49-F238E27FC236}">
                <a16:creationId xmlns:a16="http://schemas.microsoft.com/office/drawing/2014/main" id="{9F9FF3BA-8AE3-ACE3-036B-4BD69B488197}"/>
              </a:ext>
            </a:extLst>
          </p:cNvPr>
          <p:cNvCxnSpPr>
            <a:cxnSpLocks/>
            <a:stCxn id="13" idx="2"/>
            <a:endCxn id="61" idx="0"/>
          </p:cNvCxnSpPr>
          <p:nvPr/>
        </p:nvCxnSpPr>
        <p:spPr>
          <a:xfrm rot="16200000" flipH="1">
            <a:off x="7182951" y="2127348"/>
            <a:ext cx="455512" cy="759439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꺾인 양쪽 화살표 연결선 18">
            <a:extLst>
              <a:ext uri="{FF2B5EF4-FFF2-40B4-BE49-F238E27FC236}">
                <a16:creationId xmlns:a16="http://schemas.microsoft.com/office/drawing/2014/main" id="{DE82D0C6-B284-AF71-BCCD-353C83EF9615}"/>
              </a:ext>
            </a:extLst>
          </p:cNvPr>
          <p:cNvCxnSpPr>
            <a:cxnSpLocks/>
            <a:stCxn id="13" idx="2"/>
            <a:endCxn id="63" idx="0"/>
          </p:cNvCxnSpPr>
          <p:nvPr/>
        </p:nvCxnSpPr>
        <p:spPr>
          <a:xfrm rot="16200000" flipH="1">
            <a:off x="8366053" y="944246"/>
            <a:ext cx="455512" cy="3125643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꺾인 양쪽 화살표 연결선 18">
            <a:extLst>
              <a:ext uri="{FF2B5EF4-FFF2-40B4-BE49-F238E27FC236}">
                <a16:creationId xmlns:a16="http://schemas.microsoft.com/office/drawing/2014/main" id="{24C3C693-A8B4-4B4B-D299-2ADBC7A1154F}"/>
              </a:ext>
            </a:extLst>
          </p:cNvPr>
          <p:cNvCxnSpPr>
            <a:cxnSpLocks/>
            <a:stCxn id="13" idx="2"/>
            <a:endCxn id="59" idx="0"/>
          </p:cNvCxnSpPr>
          <p:nvPr/>
        </p:nvCxnSpPr>
        <p:spPr>
          <a:xfrm rot="16200000" flipH="1">
            <a:off x="7774502" y="1535797"/>
            <a:ext cx="455512" cy="1942541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096D1C16-D95B-7C5C-DCFE-7D3DDF5CEDA5}"/>
              </a:ext>
            </a:extLst>
          </p:cNvPr>
          <p:cNvSpPr/>
          <p:nvPr/>
        </p:nvSpPr>
        <p:spPr>
          <a:xfrm>
            <a:off x="2252639" y="2831331"/>
            <a:ext cx="766684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일반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89A04A49-7BAA-5140-2F24-0B986C8F2FEF}"/>
              </a:ext>
            </a:extLst>
          </p:cNvPr>
          <p:cNvSpPr/>
          <p:nvPr/>
        </p:nvSpPr>
        <p:spPr>
          <a:xfrm>
            <a:off x="3194270" y="2831331"/>
            <a:ext cx="1183935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파손 주의</a:t>
            </a:r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1CBEAF4B-A08E-C9AC-9435-755E4A41CF48}"/>
              </a:ext>
            </a:extLst>
          </p:cNvPr>
          <p:cNvSpPr/>
          <p:nvPr/>
        </p:nvSpPr>
        <p:spPr>
          <a:xfrm>
            <a:off x="4700243" y="4947693"/>
            <a:ext cx="991133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운반 중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38" name="직사각형 37">
            <a:extLst>
              <a:ext uri="{FF2B5EF4-FFF2-40B4-BE49-F238E27FC236}">
                <a16:creationId xmlns:a16="http://schemas.microsoft.com/office/drawing/2014/main" id="{F37B3033-6FB7-621E-264F-C5C059E598FA}"/>
              </a:ext>
            </a:extLst>
          </p:cNvPr>
          <p:cNvSpPr/>
          <p:nvPr/>
        </p:nvSpPr>
        <p:spPr>
          <a:xfrm>
            <a:off x="5962955" y="4947693"/>
            <a:ext cx="946337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파손됨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41" name="직사각형 40">
            <a:extLst>
              <a:ext uri="{FF2B5EF4-FFF2-40B4-BE49-F238E27FC236}">
                <a16:creationId xmlns:a16="http://schemas.microsoft.com/office/drawing/2014/main" id="{D77C563C-C421-1004-6BA4-3BE621F27E17}"/>
              </a:ext>
            </a:extLst>
          </p:cNvPr>
          <p:cNvSpPr/>
          <p:nvPr/>
        </p:nvSpPr>
        <p:spPr>
          <a:xfrm>
            <a:off x="5442950" y="1833201"/>
            <a:ext cx="766684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상태</a:t>
            </a:r>
          </a:p>
        </p:txBody>
      </p:sp>
      <p:sp>
        <p:nvSpPr>
          <p:cNvPr id="44" name="직사각형 43">
            <a:extLst>
              <a:ext uri="{FF2B5EF4-FFF2-40B4-BE49-F238E27FC236}">
                <a16:creationId xmlns:a16="http://schemas.microsoft.com/office/drawing/2014/main" id="{9237FD5E-205D-1991-C077-FDB5EBCFB962}"/>
              </a:ext>
            </a:extLst>
          </p:cNvPr>
          <p:cNvSpPr/>
          <p:nvPr/>
        </p:nvSpPr>
        <p:spPr>
          <a:xfrm>
            <a:off x="7180871" y="4947693"/>
            <a:ext cx="1017917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소실 중</a:t>
            </a:r>
          </a:p>
        </p:txBody>
      </p:sp>
      <p:sp>
        <p:nvSpPr>
          <p:cNvPr id="46" name="직사각형 45">
            <a:extLst>
              <a:ext uri="{FF2B5EF4-FFF2-40B4-BE49-F238E27FC236}">
                <a16:creationId xmlns:a16="http://schemas.microsoft.com/office/drawing/2014/main" id="{B1C5AB73-A33E-FEBD-F66A-E0360558B0D4}"/>
              </a:ext>
            </a:extLst>
          </p:cNvPr>
          <p:cNvSpPr/>
          <p:nvPr/>
        </p:nvSpPr>
        <p:spPr>
          <a:xfrm>
            <a:off x="2953929" y="4947692"/>
            <a:ext cx="1474736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상호작용 전</a:t>
            </a:r>
            <a:endParaRPr lang="ko-KR" altLang="en-US" dirty="0">
              <a:solidFill>
                <a:srgbClr val="000000"/>
              </a:solidFill>
            </a:endParaRPr>
          </a:p>
        </p:txBody>
      </p:sp>
      <p:cxnSp>
        <p:nvCxnSpPr>
          <p:cNvPr id="48" name="꺾인 양쪽 화살표 연결선 18">
            <a:extLst>
              <a:ext uri="{FF2B5EF4-FFF2-40B4-BE49-F238E27FC236}">
                <a16:creationId xmlns:a16="http://schemas.microsoft.com/office/drawing/2014/main" id="{1656F0E8-131B-38B0-160C-687B9C441F14}"/>
              </a:ext>
            </a:extLst>
          </p:cNvPr>
          <p:cNvCxnSpPr>
            <a:cxnSpLocks/>
            <a:stCxn id="19" idx="2"/>
            <a:endCxn id="12" idx="0"/>
          </p:cNvCxnSpPr>
          <p:nvPr/>
        </p:nvCxnSpPr>
        <p:spPr>
          <a:xfrm rot="5400000">
            <a:off x="3352780" y="1562514"/>
            <a:ext cx="552019" cy="1985615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꺾인 양쪽 화살표 연결선 18">
            <a:extLst>
              <a:ext uri="{FF2B5EF4-FFF2-40B4-BE49-F238E27FC236}">
                <a16:creationId xmlns:a16="http://schemas.microsoft.com/office/drawing/2014/main" id="{750EFA3D-16EC-CB07-2683-959075468BEC}"/>
              </a:ext>
            </a:extLst>
          </p:cNvPr>
          <p:cNvCxnSpPr>
            <a:cxnSpLocks/>
            <a:stCxn id="19" idx="2"/>
            <a:endCxn id="16" idx="0"/>
          </p:cNvCxnSpPr>
          <p:nvPr/>
        </p:nvCxnSpPr>
        <p:spPr>
          <a:xfrm rot="5400000">
            <a:off x="3927908" y="2137642"/>
            <a:ext cx="552019" cy="835358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꺾인 양쪽 화살표 연결선 18">
            <a:extLst>
              <a:ext uri="{FF2B5EF4-FFF2-40B4-BE49-F238E27FC236}">
                <a16:creationId xmlns:a16="http://schemas.microsoft.com/office/drawing/2014/main" id="{B169CCEB-FA59-58E7-482E-27469D79B11D}"/>
              </a:ext>
            </a:extLst>
          </p:cNvPr>
          <p:cNvCxnSpPr>
            <a:cxnSpLocks/>
            <a:stCxn id="41" idx="2"/>
            <a:endCxn id="46" idx="0"/>
          </p:cNvCxnSpPr>
          <p:nvPr/>
        </p:nvCxnSpPr>
        <p:spPr>
          <a:xfrm rot="5400000">
            <a:off x="3422446" y="2543846"/>
            <a:ext cx="2672698" cy="2134995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꺾인 양쪽 화살표 연결선 18">
            <a:extLst>
              <a:ext uri="{FF2B5EF4-FFF2-40B4-BE49-F238E27FC236}">
                <a16:creationId xmlns:a16="http://schemas.microsoft.com/office/drawing/2014/main" id="{99C0381F-901E-509C-FEDF-DA87AB338519}"/>
              </a:ext>
            </a:extLst>
          </p:cNvPr>
          <p:cNvCxnSpPr>
            <a:cxnSpLocks/>
            <a:stCxn id="41" idx="2"/>
            <a:endCxn id="34" idx="0"/>
          </p:cNvCxnSpPr>
          <p:nvPr/>
        </p:nvCxnSpPr>
        <p:spPr>
          <a:xfrm rot="5400000">
            <a:off x="4174702" y="3296102"/>
            <a:ext cx="2672699" cy="630482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꺾인 양쪽 화살표 연결선 18">
            <a:extLst>
              <a:ext uri="{FF2B5EF4-FFF2-40B4-BE49-F238E27FC236}">
                <a16:creationId xmlns:a16="http://schemas.microsoft.com/office/drawing/2014/main" id="{6AC9F1C6-EB99-E689-B752-3CFEE0DD44CE}"/>
              </a:ext>
            </a:extLst>
          </p:cNvPr>
          <p:cNvCxnSpPr>
            <a:cxnSpLocks/>
            <a:stCxn id="41" idx="2"/>
            <a:endCxn id="38" idx="0"/>
          </p:cNvCxnSpPr>
          <p:nvPr/>
        </p:nvCxnSpPr>
        <p:spPr>
          <a:xfrm rot="16200000" flipH="1">
            <a:off x="4794859" y="3306427"/>
            <a:ext cx="2672699" cy="609832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꺾인 양쪽 화살표 연결선 18">
            <a:extLst>
              <a:ext uri="{FF2B5EF4-FFF2-40B4-BE49-F238E27FC236}">
                <a16:creationId xmlns:a16="http://schemas.microsoft.com/office/drawing/2014/main" id="{01C90099-2CB7-BAA5-F5FF-2DF678D4727D}"/>
              </a:ext>
            </a:extLst>
          </p:cNvPr>
          <p:cNvCxnSpPr>
            <a:cxnSpLocks/>
            <a:stCxn id="41" idx="2"/>
            <a:endCxn id="44" idx="0"/>
          </p:cNvCxnSpPr>
          <p:nvPr/>
        </p:nvCxnSpPr>
        <p:spPr>
          <a:xfrm rot="16200000" flipH="1">
            <a:off x="5421712" y="2679574"/>
            <a:ext cx="2672699" cy="1863538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꺾인 양쪽 화살표 연결선 18">
            <a:extLst>
              <a:ext uri="{FF2B5EF4-FFF2-40B4-BE49-F238E27FC236}">
                <a16:creationId xmlns:a16="http://schemas.microsoft.com/office/drawing/2014/main" id="{DD692EE0-DAD5-2E89-9A79-75FB66F190D7}"/>
              </a:ext>
            </a:extLst>
          </p:cNvPr>
          <p:cNvCxnSpPr>
            <a:cxnSpLocks/>
            <a:stCxn id="8" idx="2"/>
            <a:endCxn id="41" idx="0"/>
          </p:cNvCxnSpPr>
          <p:nvPr/>
        </p:nvCxnSpPr>
        <p:spPr>
          <a:xfrm rot="5400000">
            <a:off x="5626152" y="1632948"/>
            <a:ext cx="400393" cy="112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4" name="직사각형 73">
            <a:extLst>
              <a:ext uri="{FF2B5EF4-FFF2-40B4-BE49-F238E27FC236}">
                <a16:creationId xmlns:a16="http://schemas.microsoft.com/office/drawing/2014/main" id="{C716C187-640D-B845-14F1-B0F13C15A2B2}"/>
              </a:ext>
            </a:extLst>
          </p:cNvPr>
          <p:cNvSpPr/>
          <p:nvPr/>
        </p:nvSpPr>
        <p:spPr>
          <a:xfrm>
            <a:off x="4833667" y="0"/>
            <a:ext cx="2524665" cy="839638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페이지 내용 수정됨</a:t>
            </a:r>
          </a:p>
        </p:txBody>
      </p:sp>
    </p:spTree>
    <p:extLst>
      <p:ext uri="{BB962C8B-B14F-4D97-AF65-F5344CB8AC3E}">
        <p14:creationId xmlns:p14="http://schemas.microsoft.com/office/powerpoint/2010/main" val="3884012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ECDE8B-B1CF-9D92-619D-3EA7437EBA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F12260B-3281-5C07-EBB2-A9A71959C0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화물 </a:t>
            </a:r>
            <a:r>
              <a:rPr lang="ko-KR" altLang="en-US" dirty="0" err="1"/>
              <a:t>스탯</a:t>
            </a:r>
            <a:r>
              <a:rPr lang="ko-KR" altLang="en-US" dirty="0"/>
              <a:t> 명세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B7494713-0D23-7D7D-ED73-1283B223A3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10/11/2026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63E4802-28ED-2573-3395-650962340E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26</a:t>
            </a:fld>
            <a:endParaRPr lang="ko-KR" altLang="en-US"/>
          </a:p>
        </p:txBody>
      </p:sp>
      <p:graphicFrame>
        <p:nvGraphicFramePr>
          <p:cNvPr id="3" name="내용 개체 틀 2">
            <a:extLst>
              <a:ext uri="{FF2B5EF4-FFF2-40B4-BE49-F238E27FC236}">
                <a16:creationId xmlns:a16="http://schemas.microsoft.com/office/drawing/2014/main" id="{27EC3A30-483F-BE00-DD1A-9A373DEF078A}"/>
              </a:ext>
            </a:extLst>
          </p:cNvPr>
          <p:cNvGraphicFramePr>
            <a:graphicFrameLocks noGrp="1"/>
          </p:cNvGraphicFramePr>
          <p:nvPr>
            <p:ph sz="quarter" idx="13"/>
            <p:extLst>
              <p:ext uri="{D42A27DB-BD31-4B8C-83A1-F6EECF244321}">
                <p14:modId xmlns:p14="http://schemas.microsoft.com/office/powerpoint/2010/main" val="459497826"/>
              </p:ext>
            </p:extLst>
          </p:nvPr>
        </p:nvGraphicFramePr>
        <p:xfrm>
          <a:off x="7898416" y="1645882"/>
          <a:ext cx="3748606" cy="3994919"/>
        </p:xfrm>
        <a:graphic>
          <a:graphicData uri="http://schemas.openxmlformats.org/drawingml/2006/table">
            <a:tbl>
              <a:tblPr firstRow="1" bandRow="1">
                <a:tableStyleId>{0505E3EF-67EA-436B-97B2-0124C06EBD24}</a:tableStyleId>
              </a:tblPr>
              <a:tblGrid>
                <a:gridCol w="694088">
                  <a:extLst>
                    <a:ext uri="{9D8B030D-6E8A-4147-A177-3AD203B41FA5}">
                      <a16:colId xmlns:a16="http://schemas.microsoft.com/office/drawing/2014/main" val="2379257138"/>
                    </a:ext>
                  </a:extLst>
                </a:gridCol>
                <a:gridCol w="1409521">
                  <a:extLst>
                    <a:ext uri="{9D8B030D-6E8A-4147-A177-3AD203B41FA5}">
                      <a16:colId xmlns:a16="http://schemas.microsoft.com/office/drawing/2014/main" val="2948238723"/>
                    </a:ext>
                  </a:extLst>
                </a:gridCol>
                <a:gridCol w="1644997">
                  <a:extLst>
                    <a:ext uri="{9D8B030D-6E8A-4147-A177-3AD203B41FA5}">
                      <a16:colId xmlns:a16="http://schemas.microsoft.com/office/drawing/2014/main" val="2485259887"/>
                    </a:ext>
                  </a:extLst>
                </a:gridCol>
              </a:tblGrid>
              <a:tr h="181152">
                <a:tc>
                  <a:txBody>
                    <a:bodyPr/>
                    <a:lstStyle/>
                    <a:p>
                      <a:pPr algn="ctr" latinLnBrk="1"/>
                      <a:endParaRPr lang="ko-KR" altLang="en-US" sz="16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 err="1"/>
                        <a:t>스탯</a:t>
                      </a:r>
                      <a:r>
                        <a:rPr lang="ko-KR" altLang="en-US" sz="1600" b="0" dirty="0"/>
                        <a:t> 이름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 err="1"/>
                        <a:t>스탯</a:t>
                      </a:r>
                      <a:r>
                        <a:rPr lang="ko-KR" altLang="en-US" sz="1600" b="0" dirty="0"/>
                        <a:t> 영문이름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48274243"/>
                  </a:ext>
                </a:extLst>
              </a:tr>
              <a:tr h="253007"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 dirty="0"/>
                        <a:t>종류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/>
                        <a:t>일반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600" b="0" dirty="0" err="1"/>
                        <a:t>General_cargo</a:t>
                      </a:r>
                      <a:endParaRPr lang="ko-KR" altLang="en-US" sz="16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08447410"/>
                  </a:ext>
                </a:extLst>
              </a:tr>
              <a:tr h="181152">
                <a:tc vMerge="1">
                  <a:txBody>
                    <a:bodyPr/>
                    <a:lstStyle/>
                    <a:p>
                      <a:pPr latinLnBrk="1"/>
                      <a:endParaRPr lang="ko-KR" altLang="en-US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/>
                        <a:t>파손주의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600" b="0" dirty="0" err="1"/>
                        <a:t>Fragile_cargo</a:t>
                      </a:r>
                      <a:endParaRPr lang="ko-KR" altLang="en-US" sz="16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02923291"/>
                  </a:ext>
                </a:extLst>
              </a:tr>
              <a:tr h="181152">
                <a:tc rowSpan="4"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 dirty="0"/>
                        <a:t>상태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/>
                        <a:t>상호작용 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600" b="0" dirty="0" err="1"/>
                        <a:t>Preinteract</a:t>
                      </a:r>
                      <a:endParaRPr lang="ko-KR" altLang="en-US" sz="16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12609395"/>
                  </a:ext>
                </a:extLst>
              </a:tr>
              <a:tr h="181152">
                <a:tc vMerge="1">
                  <a:txBody>
                    <a:bodyPr/>
                    <a:lstStyle/>
                    <a:p>
                      <a:pPr latinLnBrk="1"/>
                      <a:endParaRPr lang="ko-KR" altLang="en-US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/>
                        <a:t>운반 중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600" b="0" dirty="0"/>
                        <a:t>Carried</a:t>
                      </a:r>
                      <a:endParaRPr lang="ko-KR" altLang="en-US" sz="16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14419894"/>
                  </a:ext>
                </a:extLst>
              </a:tr>
              <a:tr h="466065">
                <a:tc vMerge="1">
                  <a:txBody>
                    <a:bodyPr/>
                    <a:lstStyle/>
                    <a:p>
                      <a:pPr latinLnBrk="1"/>
                      <a:endParaRPr lang="ko-KR" altLang="en-US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/>
                        <a:t>파손됨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600" b="0" dirty="0"/>
                        <a:t>Destroyed</a:t>
                      </a:r>
                      <a:endParaRPr lang="ko-KR" altLang="en-US" sz="16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37848550"/>
                  </a:ext>
                </a:extLst>
              </a:tr>
              <a:tr h="785654">
                <a:tc vMerge="1">
                  <a:txBody>
                    <a:bodyPr/>
                    <a:lstStyle/>
                    <a:p>
                      <a:pPr latinLnBrk="1"/>
                      <a:endParaRPr lang="ko-KR" altLang="en-US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/>
                        <a:t>소실 중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600" b="0" dirty="0"/>
                        <a:t>Vanishing</a:t>
                      </a:r>
                      <a:endParaRPr lang="ko-KR" altLang="en-US" sz="16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2061441"/>
                  </a:ext>
                </a:extLst>
              </a:tr>
              <a:tr h="181152">
                <a:tc rowSpan="3">
                  <a:txBody>
                    <a:bodyPr/>
                    <a:lstStyle/>
                    <a:p>
                      <a:pPr algn="ctr" latinLnBrk="1"/>
                      <a:r>
                        <a:rPr lang="ko-KR" altLang="en-US" sz="2000" b="1" dirty="0"/>
                        <a:t>자극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/>
                        <a:t>시각자극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600" b="0" dirty="0" err="1"/>
                        <a:t>Visual_stim</a:t>
                      </a:r>
                      <a:endParaRPr lang="ko-KR" altLang="en-US" sz="16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92395246"/>
                  </a:ext>
                </a:extLst>
              </a:tr>
              <a:tr h="181152">
                <a:tc vMerge="1">
                  <a:txBody>
                    <a:bodyPr/>
                    <a:lstStyle/>
                    <a:p>
                      <a:pPr latinLnBrk="1"/>
                      <a:endParaRPr lang="ko-KR" altLang="en-US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2000" b="1" dirty="0"/>
                        <a:t>후각자극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2000" b="1" dirty="0" err="1"/>
                        <a:t>Olfac_stim</a:t>
                      </a:r>
                      <a:endParaRPr lang="ko-KR" altLang="en-US" sz="2000" b="1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10197601"/>
                  </a:ext>
                </a:extLst>
              </a:tr>
              <a:tr h="181152">
                <a:tc vMerge="1">
                  <a:txBody>
                    <a:bodyPr/>
                    <a:lstStyle/>
                    <a:p>
                      <a:pPr latinLnBrk="1"/>
                      <a:endParaRPr lang="ko-KR" altLang="en-US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/>
                        <a:t>진동자극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600" b="0" dirty="0" err="1"/>
                        <a:t>Vib_stim</a:t>
                      </a:r>
                      <a:endParaRPr lang="ko-KR" altLang="en-US" sz="16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92810973"/>
                  </a:ext>
                </a:extLst>
              </a:tr>
            </a:tbl>
          </a:graphicData>
        </a:graphic>
      </p:graphicFrame>
      <p:sp>
        <p:nvSpPr>
          <p:cNvPr id="4" name="직사각형 3">
            <a:extLst>
              <a:ext uri="{FF2B5EF4-FFF2-40B4-BE49-F238E27FC236}">
                <a16:creationId xmlns:a16="http://schemas.microsoft.com/office/drawing/2014/main" id="{83D1C775-35BD-ED49-5E06-4E8F8CB1FF31}"/>
              </a:ext>
            </a:extLst>
          </p:cNvPr>
          <p:cNvSpPr/>
          <p:nvPr/>
        </p:nvSpPr>
        <p:spPr>
          <a:xfrm>
            <a:off x="4068363" y="1434566"/>
            <a:ext cx="1182307" cy="441793"/>
          </a:xfrm>
          <a:prstGeom prst="rect">
            <a:avLst/>
          </a:prstGeom>
          <a:solidFill>
            <a:schemeClr val="lt1"/>
          </a:solidFill>
          <a:ln w="38100"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화물 </a:t>
            </a:r>
            <a:r>
              <a:rPr lang="ko-KR" altLang="en-US" dirty="0" err="1">
                <a:solidFill>
                  <a:srgbClr val="000000"/>
                </a:solidFill>
              </a:rPr>
              <a:t>스탯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9C6F4015-BC4F-1699-AE99-220A88361A9E}"/>
              </a:ext>
            </a:extLst>
          </p:cNvPr>
          <p:cNvSpPr/>
          <p:nvPr/>
        </p:nvSpPr>
        <p:spPr>
          <a:xfrm>
            <a:off x="5480759" y="2137766"/>
            <a:ext cx="766684" cy="441793"/>
          </a:xfrm>
          <a:prstGeom prst="rect">
            <a:avLst/>
          </a:prstGeom>
          <a:solidFill>
            <a:schemeClr val="lt1"/>
          </a:solidFill>
          <a:ln w="38100"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자극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6D47446A-DD58-F18A-95BA-63157B6C94C9}"/>
              </a:ext>
            </a:extLst>
          </p:cNvPr>
          <p:cNvSpPr/>
          <p:nvPr/>
        </p:nvSpPr>
        <p:spPr>
          <a:xfrm>
            <a:off x="3071367" y="2137766"/>
            <a:ext cx="766684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종류</a:t>
            </a:r>
          </a:p>
        </p:txBody>
      </p:sp>
      <p:cxnSp>
        <p:nvCxnSpPr>
          <p:cNvPr id="9" name="꺾인 양쪽 화살표 연결선 18">
            <a:extLst>
              <a:ext uri="{FF2B5EF4-FFF2-40B4-BE49-F238E27FC236}">
                <a16:creationId xmlns:a16="http://schemas.microsoft.com/office/drawing/2014/main" id="{2ED62440-1534-E005-A7D7-87BCEC9D8546}"/>
              </a:ext>
            </a:extLst>
          </p:cNvPr>
          <p:cNvCxnSpPr>
            <a:cxnSpLocks/>
            <a:stCxn id="4" idx="2"/>
            <a:endCxn id="7" idx="0"/>
          </p:cNvCxnSpPr>
          <p:nvPr/>
        </p:nvCxnSpPr>
        <p:spPr>
          <a:xfrm rot="16200000" flipH="1">
            <a:off x="5131106" y="1404770"/>
            <a:ext cx="261407" cy="1204584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꺾인 양쪽 화살표 연결선 18">
            <a:extLst>
              <a:ext uri="{FF2B5EF4-FFF2-40B4-BE49-F238E27FC236}">
                <a16:creationId xmlns:a16="http://schemas.microsoft.com/office/drawing/2014/main" id="{86FC022A-1ED2-D0CB-EFC7-6F5AE69AD7B0}"/>
              </a:ext>
            </a:extLst>
          </p:cNvPr>
          <p:cNvCxnSpPr>
            <a:cxnSpLocks/>
            <a:stCxn id="4" idx="2"/>
            <a:endCxn id="8" idx="0"/>
          </p:cNvCxnSpPr>
          <p:nvPr/>
        </p:nvCxnSpPr>
        <p:spPr>
          <a:xfrm rot="5400000">
            <a:off x="3926410" y="1404658"/>
            <a:ext cx="261407" cy="1204808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1AABEC58-6713-9731-2FD4-22D289DCB150}"/>
              </a:ext>
            </a:extLst>
          </p:cNvPr>
          <p:cNvSpPr/>
          <p:nvPr/>
        </p:nvSpPr>
        <p:spPr>
          <a:xfrm>
            <a:off x="5771172" y="3076009"/>
            <a:ext cx="918302" cy="647655"/>
          </a:xfrm>
          <a:prstGeom prst="rect">
            <a:avLst/>
          </a:prstGeom>
          <a:solidFill>
            <a:schemeClr val="lt1"/>
          </a:solidFill>
          <a:ln w="38100"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후각 자극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879F41C9-4AA8-4EB7-C8B9-E2DD486760C2}"/>
              </a:ext>
            </a:extLst>
          </p:cNvPr>
          <p:cNvSpPr/>
          <p:nvPr/>
        </p:nvSpPr>
        <p:spPr>
          <a:xfrm>
            <a:off x="4709681" y="3082392"/>
            <a:ext cx="918302" cy="647655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시각 자극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003C4F6C-AC34-1515-2E31-B94F4B712BA3}"/>
              </a:ext>
            </a:extLst>
          </p:cNvPr>
          <p:cNvSpPr/>
          <p:nvPr/>
        </p:nvSpPr>
        <p:spPr>
          <a:xfrm>
            <a:off x="6848442" y="3076008"/>
            <a:ext cx="918302" cy="647655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진동 자극</a:t>
            </a:r>
          </a:p>
        </p:txBody>
      </p:sp>
      <p:cxnSp>
        <p:nvCxnSpPr>
          <p:cNvPr id="14" name="꺾인 양쪽 화살표 연결선 18">
            <a:extLst>
              <a:ext uri="{FF2B5EF4-FFF2-40B4-BE49-F238E27FC236}">
                <a16:creationId xmlns:a16="http://schemas.microsoft.com/office/drawing/2014/main" id="{BBF32755-1822-40C0-C165-3A9B89C2E391}"/>
              </a:ext>
            </a:extLst>
          </p:cNvPr>
          <p:cNvCxnSpPr>
            <a:cxnSpLocks/>
            <a:stCxn id="7" idx="2"/>
            <a:endCxn id="12" idx="0"/>
          </p:cNvCxnSpPr>
          <p:nvPr/>
        </p:nvCxnSpPr>
        <p:spPr>
          <a:xfrm rot="5400000">
            <a:off x="5265051" y="2483341"/>
            <a:ext cx="502833" cy="695269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꺾인 양쪽 화살표 연결선 18">
            <a:extLst>
              <a:ext uri="{FF2B5EF4-FFF2-40B4-BE49-F238E27FC236}">
                <a16:creationId xmlns:a16="http://schemas.microsoft.com/office/drawing/2014/main" id="{E4F75291-6322-8454-93E9-4004E67B2700}"/>
              </a:ext>
            </a:extLst>
          </p:cNvPr>
          <p:cNvCxnSpPr>
            <a:cxnSpLocks/>
            <a:stCxn id="7" idx="2"/>
            <a:endCxn id="13" idx="0"/>
          </p:cNvCxnSpPr>
          <p:nvPr/>
        </p:nvCxnSpPr>
        <p:spPr>
          <a:xfrm rot="16200000" flipH="1">
            <a:off x="6337623" y="2106037"/>
            <a:ext cx="496449" cy="1443492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꺾인 양쪽 화살표 연결선 18">
            <a:extLst>
              <a:ext uri="{FF2B5EF4-FFF2-40B4-BE49-F238E27FC236}">
                <a16:creationId xmlns:a16="http://schemas.microsoft.com/office/drawing/2014/main" id="{08230DC9-C2A3-C862-F74A-B2FA1930C360}"/>
              </a:ext>
            </a:extLst>
          </p:cNvPr>
          <p:cNvCxnSpPr>
            <a:cxnSpLocks/>
            <a:stCxn id="7" idx="2"/>
            <a:endCxn id="11" idx="0"/>
          </p:cNvCxnSpPr>
          <p:nvPr/>
        </p:nvCxnSpPr>
        <p:spPr>
          <a:xfrm rot="16200000" flipH="1">
            <a:off x="5798987" y="2644673"/>
            <a:ext cx="496450" cy="366222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A82FF7CE-C73A-4BF5-E98C-DCB1183EBDA5}"/>
              </a:ext>
            </a:extLst>
          </p:cNvPr>
          <p:cNvSpPr/>
          <p:nvPr/>
        </p:nvSpPr>
        <p:spPr>
          <a:xfrm>
            <a:off x="1085752" y="2824500"/>
            <a:ext cx="766684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일반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16D072E5-AD12-0330-90D0-31252A3F6EE3}"/>
              </a:ext>
            </a:extLst>
          </p:cNvPr>
          <p:cNvSpPr/>
          <p:nvPr/>
        </p:nvSpPr>
        <p:spPr>
          <a:xfrm>
            <a:off x="2027383" y="2824500"/>
            <a:ext cx="1183935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파손 주의</a:t>
            </a: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07972EDD-1D35-58D8-753B-BBA93B6C5EBC}"/>
              </a:ext>
            </a:extLst>
          </p:cNvPr>
          <p:cNvSpPr/>
          <p:nvPr/>
        </p:nvSpPr>
        <p:spPr>
          <a:xfrm>
            <a:off x="2421062" y="4524601"/>
            <a:ext cx="991133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운반 중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623887F0-FB68-B7E4-BCE6-3005F29EF337}"/>
              </a:ext>
            </a:extLst>
          </p:cNvPr>
          <p:cNvSpPr/>
          <p:nvPr/>
        </p:nvSpPr>
        <p:spPr>
          <a:xfrm>
            <a:off x="3683774" y="4524601"/>
            <a:ext cx="946337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파손됨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57E8C59E-C6AA-055F-87E1-6F395208D72D}"/>
              </a:ext>
            </a:extLst>
          </p:cNvPr>
          <p:cNvSpPr/>
          <p:nvPr/>
        </p:nvSpPr>
        <p:spPr>
          <a:xfrm>
            <a:off x="4276063" y="2133448"/>
            <a:ext cx="766684" cy="441793"/>
          </a:xfrm>
          <a:prstGeom prst="rect">
            <a:avLst/>
          </a:prstGeom>
          <a:solidFill>
            <a:schemeClr val="lt1"/>
          </a:solidFill>
          <a:ln w="12700"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상태</a:t>
            </a:r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977924E0-A7FB-5F6E-90DD-7A0D3F6E8438}"/>
              </a:ext>
            </a:extLst>
          </p:cNvPr>
          <p:cNvSpPr/>
          <p:nvPr/>
        </p:nvSpPr>
        <p:spPr>
          <a:xfrm>
            <a:off x="4901690" y="4524601"/>
            <a:ext cx="1017917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소실 중</a:t>
            </a:r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E4EA0BB8-53B1-4DD7-C983-51B7082E1E3A}"/>
              </a:ext>
            </a:extLst>
          </p:cNvPr>
          <p:cNvSpPr/>
          <p:nvPr/>
        </p:nvSpPr>
        <p:spPr>
          <a:xfrm>
            <a:off x="674748" y="4524600"/>
            <a:ext cx="1474736" cy="441793"/>
          </a:xfrm>
          <a:prstGeom prst="rect">
            <a:avLst/>
          </a:prstGeom>
          <a:solidFill>
            <a:schemeClr val="lt1"/>
          </a:solidFill>
          <a:ln w="12700"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상호작용 전</a:t>
            </a:r>
            <a:endParaRPr lang="ko-KR" altLang="en-US" dirty="0">
              <a:solidFill>
                <a:srgbClr val="000000"/>
              </a:solidFill>
            </a:endParaRPr>
          </a:p>
        </p:txBody>
      </p:sp>
      <p:cxnSp>
        <p:nvCxnSpPr>
          <p:cNvPr id="24" name="꺾인 양쪽 화살표 연결선 18">
            <a:extLst>
              <a:ext uri="{FF2B5EF4-FFF2-40B4-BE49-F238E27FC236}">
                <a16:creationId xmlns:a16="http://schemas.microsoft.com/office/drawing/2014/main" id="{7D3479E2-BC2F-E4A0-826C-3759F0601D8E}"/>
              </a:ext>
            </a:extLst>
          </p:cNvPr>
          <p:cNvCxnSpPr>
            <a:cxnSpLocks/>
            <a:stCxn id="8" idx="2"/>
            <a:endCxn id="17" idx="0"/>
          </p:cNvCxnSpPr>
          <p:nvPr/>
        </p:nvCxnSpPr>
        <p:spPr>
          <a:xfrm rot="5400000">
            <a:off x="2339432" y="1709222"/>
            <a:ext cx="244941" cy="1985615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꺾인 양쪽 화살표 연결선 18">
            <a:extLst>
              <a:ext uri="{FF2B5EF4-FFF2-40B4-BE49-F238E27FC236}">
                <a16:creationId xmlns:a16="http://schemas.microsoft.com/office/drawing/2014/main" id="{C3A90B56-51F4-996C-A725-F7C3B16A395B}"/>
              </a:ext>
            </a:extLst>
          </p:cNvPr>
          <p:cNvCxnSpPr>
            <a:cxnSpLocks/>
            <a:stCxn id="8" idx="2"/>
            <a:endCxn id="18" idx="0"/>
          </p:cNvCxnSpPr>
          <p:nvPr/>
        </p:nvCxnSpPr>
        <p:spPr>
          <a:xfrm rot="5400000">
            <a:off x="2914560" y="2284350"/>
            <a:ext cx="244941" cy="835358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꺾인 양쪽 화살표 연결선 18">
            <a:extLst>
              <a:ext uri="{FF2B5EF4-FFF2-40B4-BE49-F238E27FC236}">
                <a16:creationId xmlns:a16="http://schemas.microsoft.com/office/drawing/2014/main" id="{7DF846F0-5C9E-E0CE-B6F4-DB7F455AB9C1}"/>
              </a:ext>
            </a:extLst>
          </p:cNvPr>
          <p:cNvCxnSpPr>
            <a:cxnSpLocks/>
            <a:stCxn id="21" idx="2"/>
            <a:endCxn id="23" idx="0"/>
          </p:cNvCxnSpPr>
          <p:nvPr/>
        </p:nvCxnSpPr>
        <p:spPr>
          <a:xfrm rot="5400000">
            <a:off x="2061082" y="1926276"/>
            <a:ext cx="1949359" cy="3247289"/>
          </a:xfrm>
          <a:prstGeom prst="bentConnector3">
            <a:avLst>
              <a:gd name="adj1" fmla="val 81155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꺾인 양쪽 화살표 연결선 18">
            <a:extLst>
              <a:ext uri="{FF2B5EF4-FFF2-40B4-BE49-F238E27FC236}">
                <a16:creationId xmlns:a16="http://schemas.microsoft.com/office/drawing/2014/main" id="{963BA789-658A-09D3-4FDF-84755226B64C}"/>
              </a:ext>
            </a:extLst>
          </p:cNvPr>
          <p:cNvCxnSpPr>
            <a:cxnSpLocks/>
            <a:stCxn id="21" idx="2"/>
            <a:endCxn id="19" idx="0"/>
          </p:cNvCxnSpPr>
          <p:nvPr/>
        </p:nvCxnSpPr>
        <p:spPr>
          <a:xfrm rot="5400000">
            <a:off x="2813337" y="2678533"/>
            <a:ext cx="1949360" cy="1742776"/>
          </a:xfrm>
          <a:prstGeom prst="bentConnector3">
            <a:avLst>
              <a:gd name="adj1" fmla="val 82205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꺾인 양쪽 화살표 연결선 18">
            <a:extLst>
              <a:ext uri="{FF2B5EF4-FFF2-40B4-BE49-F238E27FC236}">
                <a16:creationId xmlns:a16="http://schemas.microsoft.com/office/drawing/2014/main" id="{266D1ED0-BC04-939D-9F34-AF56E53AD613}"/>
              </a:ext>
            </a:extLst>
          </p:cNvPr>
          <p:cNvCxnSpPr>
            <a:cxnSpLocks/>
            <a:stCxn id="21" idx="2"/>
            <a:endCxn id="20" idx="0"/>
          </p:cNvCxnSpPr>
          <p:nvPr/>
        </p:nvCxnSpPr>
        <p:spPr>
          <a:xfrm rot="5400000">
            <a:off x="3433494" y="3298690"/>
            <a:ext cx="1949360" cy="502462"/>
          </a:xfrm>
          <a:prstGeom prst="bentConnector3">
            <a:avLst>
              <a:gd name="adj1" fmla="val 81505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꺾인 양쪽 화살표 연결선 18">
            <a:extLst>
              <a:ext uri="{FF2B5EF4-FFF2-40B4-BE49-F238E27FC236}">
                <a16:creationId xmlns:a16="http://schemas.microsoft.com/office/drawing/2014/main" id="{7B8863AE-55A0-B6B2-C2DC-3767CE9CCA7A}"/>
              </a:ext>
            </a:extLst>
          </p:cNvPr>
          <p:cNvCxnSpPr>
            <a:cxnSpLocks/>
            <a:stCxn id="21" idx="2"/>
            <a:endCxn id="22" idx="0"/>
          </p:cNvCxnSpPr>
          <p:nvPr/>
        </p:nvCxnSpPr>
        <p:spPr>
          <a:xfrm rot="16200000" flipH="1">
            <a:off x="4060347" y="3174299"/>
            <a:ext cx="1949360" cy="751244"/>
          </a:xfrm>
          <a:prstGeom prst="bentConnector3">
            <a:avLst>
              <a:gd name="adj1" fmla="val 82205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꺾인 양쪽 화살표 연결선 18">
            <a:extLst>
              <a:ext uri="{FF2B5EF4-FFF2-40B4-BE49-F238E27FC236}">
                <a16:creationId xmlns:a16="http://schemas.microsoft.com/office/drawing/2014/main" id="{E1F5AB0F-C86A-D98A-5CEB-9502FCC107C6}"/>
              </a:ext>
            </a:extLst>
          </p:cNvPr>
          <p:cNvCxnSpPr>
            <a:cxnSpLocks/>
            <a:stCxn id="4" idx="2"/>
            <a:endCxn id="21" idx="0"/>
          </p:cNvCxnSpPr>
          <p:nvPr/>
        </p:nvCxnSpPr>
        <p:spPr>
          <a:xfrm rot="5400000">
            <a:off x="4530917" y="2004847"/>
            <a:ext cx="257089" cy="112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내용 개체 틀 6">
            <a:extLst>
              <a:ext uri="{FF2B5EF4-FFF2-40B4-BE49-F238E27FC236}">
                <a16:creationId xmlns:a16="http://schemas.microsoft.com/office/drawing/2014/main" id="{A280FAD9-FE3B-C800-7EB6-54C523C02511}"/>
              </a:ext>
            </a:extLst>
          </p:cNvPr>
          <p:cNvSpPr txBox="1">
            <a:spLocks/>
          </p:cNvSpPr>
          <p:nvPr/>
        </p:nvSpPr>
        <p:spPr>
          <a:xfrm>
            <a:off x="5116286" y="0"/>
            <a:ext cx="7075714" cy="66278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0" indent="0" algn="r" defTabSz="914400" rtl="0" eaLnBrk="1" latinLnBrk="1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/>
              <a:t>시스템</a:t>
            </a:r>
          </a:p>
        </p:txBody>
      </p:sp>
      <p:sp>
        <p:nvSpPr>
          <p:cNvPr id="53" name="직사각형 52">
            <a:extLst>
              <a:ext uri="{FF2B5EF4-FFF2-40B4-BE49-F238E27FC236}">
                <a16:creationId xmlns:a16="http://schemas.microsoft.com/office/drawing/2014/main" id="{0376F5C1-2343-8F66-59EB-5413FFDF94C8}"/>
              </a:ext>
            </a:extLst>
          </p:cNvPr>
          <p:cNvSpPr/>
          <p:nvPr/>
        </p:nvSpPr>
        <p:spPr>
          <a:xfrm>
            <a:off x="4833667" y="0"/>
            <a:ext cx="2524665" cy="839638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페이지 내용 수정됨</a:t>
            </a:r>
          </a:p>
        </p:txBody>
      </p:sp>
    </p:spTree>
    <p:extLst>
      <p:ext uri="{BB962C8B-B14F-4D97-AF65-F5344CB8AC3E}">
        <p14:creationId xmlns:p14="http://schemas.microsoft.com/office/powerpoint/2010/main" val="8983690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6A52B8-1A62-9F8B-4DEB-C684C43A37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38EBEA2-44D1-F9A3-A919-87413FCA1E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화물 </a:t>
            </a:r>
            <a:r>
              <a:rPr lang="ko-KR" altLang="en-US" dirty="0" err="1"/>
              <a:t>스탯</a:t>
            </a:r>
            <a:r>
              <a:rPr lang="ko-KR" altLang="en-US" dirty="0"/>
              <a:t> 설명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DFEFD78-3DD3-38D3-088C-3A138AC2F8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10/11/2026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91EAEA6-B74E-A669-06EF-8925E98EC7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27</a:t>
            </a:fld>
            <a:endParaRPr lang="ko-KR" altLang="en-US"/>
          </a:p>
        </p:txBody>
      </p:sp>
      <p:graphicFrame>
        <p:nvGraphicFramePr>
          <p:cNvPr id="3" name="내용 개체 틀 2">
            <a:extLst>
              <a:ext uri="{FF2B5EF4-FFF2-40B4-BE49-F238E27FC236}">
                <a16:creationId xmlns:a16="http://schemas.microsoft.com/office/drawing/2014/main" id="{3FE7E038-3212-C5BC-324F-0B8FF365995F}"/>
              </a:ext>
            </a:extLst>
          </p:cNvPr>
          <p:cNvGraphicFramePr>
            <a:graphicFrameLocks noGrp="1"/>
          </p:cNvGraphicFramePr>
          <p:nvPr>
            <p:ph sz="quarter" idx="13"/>
            <p:extLst>
              <p:ext uri="{D42A27DB-BD31-4B8C-83A1-F6EECF244321}">
                <p14:modId xmlns:p14="http://schemas.microsoft.com/office/powerpoint/2010/main" val="3152128272"/>
              </p:ext>
            </p:extLst>
          </p:nvPr>
        </p:nvGraphicFramePr>
        <p:xfrm>
          <a:off x="1159986" y="767224"/>
          <a:ext cx="9872028" cy="5954251"/>
        </p:xfrm>
        <a:graphic>
          <a:graphicData uri="http://schemas.openxmlformats.org/drawingml/2006/table">
            <a:tbl>
              <a:tblPr firstRow="1" bandRow="1">
                <a:tableStyleId>{0505E3EF-67EA-436B-97B2-0124C06EBD24}</a:tableStyleId>
              </a:tblPr>
              <a:tblGrid>
                <a:gridCol w="660718">
                  <a:extLst>
                    <a:ext uri="{9D8B030D-6E8A-4147-A177-3AD203B41FA5}">
                      <a16:colId xmlns:a16="http://schemas.microsoft.com/office/drawing/2014/main" val="2379257138"/>
                    </a:ext>
                  </a:extLst>
                </a:gridCol>
                <a:gridCol w="1341755">
                  <a:extLst>
                    <a:ext uri="{9D8B030D-6E8A-4147-A177-3AD203B41FA5}">
                      <a16:colId xmlns:a16="http://schemas.microsoft.com/office/drawing/2014/main" val="2948238723"/>
                    </a:ext>
                  </a:extLst>
                </a:gridCol>
                <a:gridCol w="7869555">
                  <a:extLst>
                    <a:ext uri="{9D8B030D-6E8A-4147-A177-3AD203B41FA5}">
                      <a16:colId xmlns:a16="http://schemas.microsoft.com/office/drawing/2014/main" val="3722105752"/>
                    </a:ext>
                  </a:extLst>
                </a:gridCol>
              </a:tblGrid>
              <a:tr h="358573">
                <a:tc>
                  <a:txBody>
                    <a:bodyPr/>
                    <a:lstStyle/>
                    <a:p>
                      <a:pPr algn="ctr" latinLnBrk="1"/>
                      <a:endParaRPr lang="ko-KR" altLang="en-US" sz="16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 err="1"/>
                        <a:t>스탯</a:t>
                      </a:r>
                      <a:r>
                        <a:rPr lang="ko-KR" altLang="en-US" sz="1600" b="0" dirty="0"/>
                        <a:t> 이름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/>
                        <a:t>개념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48274243"/>
                  </a:ext>
                </a:extLst>
              </a:tr>
              <a:tr h="559964"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 dirty="0"/>
                        <a:t>종류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/>
                        <a:t>일반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lvl="0" indent="0" latinLnBrk="1">
                        <a:buFont typeface="Arial" panose="020B0604020202020204" pitchFamily="34" charset="0"/>
                        <a:buNone/>
                      </a:pPr>
                      <a:r>
                        <a:rPr lang="ko-KR" altLang="en-US" sz="1600" dirty="0"/>
                        <a:t>특수한 특징 없이 오로지 생물 반응만 이끌어내는 화물</a:t>
                      </a:r>
                      <a:br>
                        <a:rPr lang="en-US" altLang="ko-KR" sz="1600" dirty="0"/>
                      </a:br>
                      <a:r>
                        <a:rPr lang="ko-KR" altLang="en-US" sz="1600" dirty="0"/>
                        <a:t>추가 설정이 없다면 모든 화물은 기본적으로 일반 화물임</a:t>
                      </a:r>
                      <a:endParaRPr lang="ko-KR" altLang="en-US" sz="16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08447410"/>
                  </a:ext>
                </a:extLst>
              </a:tr>
              <a:tr h="358573">
                <a:tc vMerge="1">
                  <a:txBody>
                    <a:bodyPr/>
                    <a:lstStyle/>
                    <a:p>
                      <a:pPr latinLnBrk="1"/>
                      <a:endParaRPr lang="ko-KR" altLang="en-US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/>
                        <a:t>파손주의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/>
                        <a:t>파손 가능한 화물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02923291"/>
                  </a:ext>
                </a:extLst>
              </a:tr>
              <a:tr h="358573">
                <a:tc rowSpan="4"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 dirty="0"/>
                        <a:t>상태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/>
                        <a:t>상호작용 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/>
                        <a:t>플레이어가 상호작용하기 전의 상태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12609395"/>
                  </a:ext>
                </a:extLst>
              </a:tr>
              <a:tr h="358573">
                <a:tc vMerge="1">
                  <a:txBody>
                    <a:bodyPr/>
                    <a:lstStyle/>
                    <a:p>
                      <a:pPr latinLnBrk="1"/>
                      <a:endParaRPr lang="ko-KR" altLang="en-US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/>
                        <a:t>운반 중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lvl="0" indent="0" latinLnBrk="1">
                        <a:buFont typeface="Arial" panose="020B0604020202020204" pitchFamily="34" charset="0"/>
                        <a:buNone/>
                      </a:pPr>
                      <a:r>
                        <a:rPr lang="ko-KR" altLang="en-US" sz="1600" dirty="0"/>
                        <a:t>플레이어 중 한 명이 화물을 집어 이동 중인 화물의 상태</a:t>
                      </a:r>
                      <a:endParaRPr lang="ko-KR" altLang="en-US" sz="16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14419894"/>
                  </a:ext>
                </a:extLst>
              </a:tr>
              <a:tr h="1031512">
                <a:tc vMerge="1">
                  <a:txBody>
                    <a:bodyPr/>
                    <a:lstStyle/>
                    <a:p>
                      <a:pPr latinLnBrk="1"/>
                      <a:endParaRPr lang="ko-KR" altLang="en-US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/>
                        <a:t>파손됨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lvl="0" indent="0" latinLnBrk="1">
                        <a:buFont typeface="Arial" panose="020B0604020202020204" pitchFamily="34" charset="0"/>
                        <a:buNone/>
                      </a:pPr>
                      <a:r>
                        <a:rPr lang="ko-KR" altLang="en-US" sz="1600" dirty="0"/>
                        <a:t>운반 중인 화물이 어떤 이유로 인해 플레이어의 손에서 떨어져 즉시 파괴된 상태</a:t>
                      </a:r>
                      <a:br>
                        <a:rPr lang="en-US" altLang="ko-KR" sz="1600" dirty="0"/>
                      </a:br>
                      <a:r>
                        <a:rPr lang="ko-KR" altLang="en-US" sz="1600" dirty="0"/>
                        <a:t>플레이어에게서 떨어진 이후 바닥을 포함한 모든 오브젝트에 닿는 즉시 파괴됨</a:t>
                      </a:r>
                      <a:br>
                        <a:rPr lang="en-US" altLang="ko-KR" sz="1600" dirty="0"/>
                      </a:br>
                      <a:r>
                        <a:rPr lang="ko-KR" altLang="en-US" sz="1600" dirty="0"/>
                        <a:t>파괴된 화물은 다시 집어들 수 없고 파괴된 상태 후 </a:t>
                      </a:r>
                      <a:r>
                        <a:rPr lang="en-US" altLang="ko-KR" sz="1600" dirty="0"/>
                        <a:t>5</a:t>
                      </a:r>
                      <a:r>
                        <a:rPr lang="ko-KR" altLang="en-US" sz="1600" dirty="0"/>
                        <a:t>초 경과 시 해당 객체는 삭제됨</a:t>
                      </a:r>
                      <a:br>
                        <a:rPr lang="en-US" altLang="ko-KR" sz="1600" dirty="0"/>
                      </a:br>
                      <a:r>
                        <a:rPr lang="ko-KR" altLang="en-US" sz="1600" dirty="0"/>
                        <a:t>화물이 파손되면 기지로 돌아가 동일한 화물을 지급받아 다시 배달을 진행해야 함</a:t>
                      </a:r>
                      <a:endParaRPr lang="ko-KR" altLang="en-US" sz="16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37848550"/>
                  </a:ext>
                </a:extLst>
              </a:tr>
              <a:tr h="1738835">
                <a:tc vMerge="1">
                  <a:txBody>
                    <a:bodyPr/>
                    <a:lstStyle/>
                    <a:p>
                      <a:pPr latinLnBrk="1"/>
                      <a:endParaRPr lang="ko-KR" altLang="en-US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/>
                        <a:t>소실 중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ko-KR" altLang="en-US" sz="1600" dirty="0"/>
                        <a:t>어떤 이유로 플레이어의 손에서 화물이 떨어져</a:t>
                      </a:r>
                      <a:r>
                        <a:rPr lang="en-US" altLang="ko-KR" sz="1600" dirty="0"/>
                        <a:t>, </a:t>
                      </a:r>
                      <a:r>
                        <a:rPr lang="ko-KR" altLang="en-US" sz="1600" dirty="0"/>
                        <a:t>파괴되지는 않으나 일정 시간 이후</a:t>
                      </a:r>
                      <a:br>
                        <a:rPr lang="en-US" altLang="ko-KR" sz="1600" dirty="0"/>
                      </a:br>
                      <a:r>
                        <a:rPr lang="ko-KR" altLang="en-US" sz="1600" dirty="0"/>
                        <a:t>사라지는 상태</a:t>
                      </a:r>
                      <a:br>
                        <a:rPr lang="en-US" altLang="ko-KR" sz="1600" dirty="0"/>
                      </a:br>
                      <a:r>
                        <a:rPr lang="ko-KR" altLang="en-US" sz="1600" dirty="0"/>
                        <a:t>플레이어가 한 번 집어 올린 화물은 플레이어에게서 떨어진 순간부터 </a:t>
                      </a:r>
                      <a:r>
                        <a:rPr lang="en-US" altLang="ko-KR" sz="1600" dirty="0"/>
                        <a:t>7</a:t>
                      </a:r>
                      <a:r>
                        <a:rPr lang="ko-KR" altLang="en-US" sz="1600" dirty="0"/>
                        <a:t>초 이내</a:t>
                      </a:r>
                      <a:br>
                        <a:rPr lang="en-US" altLang="ko-KR" sz="1600" dirty="0"/>
                      </a:br>
                      <a:r>
                        <a:rPr lang="ko-KR" altLang="en-US" sz="1600" dirty="0"/>
                        <a:t>다시 상호작용하지 않으면 소실됨</a:t>
                      </a:r>
                      <a:br>
                        <a:rPr lang="en-US" altLang="ko-KR" sz="1600" dirty="0"/>
                      </a:br>
                      <a:r>
                        <a:rPr lang="ko-KR" altLang="en-US" sz="1600" dirty="0"/>
                        <a:t>모든 화물에 발생할 수 있음</a:t>
                      </a:r>
                      <a:br>
                        <a:rPr lang="en-US" altLang="ko-KR" sz="1600" dirty="0"/>
                      </a:br>
                      <a:r>
                        <a:rPr lang="ko-KR" altLang="en-US" sz="1600" dirty="0"/>
                        <a:t>단</a:t>
                      </a:r>
                      <a:r>
                        <a:rPr lang="en-US" altLang="ko-KR" sz="1600" dirty="0"/>
                        <a:t>, </a:t>
                      </a:r>
                      <a:r>
                        <a:rPr lang="ko-KR" altLang="en-US" sz="1600" dirty="0"/>
                        <a:t>다른 플레이어에 의해 운반자가 강제로 변경된 경우는 소실로 판단하지 않음</a:t>
                      </a:r>
                      <a:br>
                        <a:rPr lang="en-US" altLang="ko-KR" sz="1600" dirty="0"/>
                      </a:br>
                      <a:r>
                        <a:rPr lang="ko-KR" altLang="en-US" sz="1600" dirty="0"/>
                        <a:t>화물이 소실되면 기지로 돌아가 동일한 화물을 지급받아 다시 배달을 진행해야 함</a:t>
                      </a:r>
                      <a:endParaRPr lang="en-US" altLang="ko-KR" sz="16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2061441"/>
                  </a:ext>
                </a:extLst>
              </a:tr>
              <a:tr h="358573">
                <a:tc rowSpan="3"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 dirty="0"/>
                        <a:t>자극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/>
                        <a:t>시각자극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/>
                        <a:t>화물마다 갖고 있는 생물들의 반응을 이끌어낼 수 있는 </a:t>
                      </a:r>
                      <a:r>
                        <a:rPr lang="ko-KR" altLang="en-US" sz="1600" b="0" dirty="0" err="1"/>
                        <a:t>스탯</a:t>
                      </a:r>
                      <a:r>
                        <a:rPr lang="en-US" altLang="ko-KR" sz="1600" b="0" dirty="0"/>
                        <a:t>_</a:t>
                      </a:r>
                      <a:r>
                        <a:rPr lang="ko-KR" altLang="en-US" sz="1600" b="0" dirty="0"/>
                        <a:t>시각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92395246"/>
                  </a:ext>
                </a:extLst>
              </a:tr>
              <a:tr h="358573">
                <a:tc vMerge="1">
                  <a:txBody>
                    <a:bodyPr/>
                    <a:lstStyle/>
                    <a:p>
                      <a:pPr latinLnBrk="1"/>
                      <a:endParaRPr lang="ko-KR" altLang="en-US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/>
                        <a:t>후각자극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600" b="0" dirty="0"/>
                        <a:t>화물마다 갖고 있는 생물들의 반응을 이끌어낼 수 있는 </a:t>
                      </a:r>
                      <a:r>
                        <a:rPr lang="ko-KR" altLang="en-US" sz="1600" b="0" dirty="0" err="1"/>
                        <a:t>스탯</a:t>
                      </a:r>
                      <a:r>
                        <a:rPr lang="en-US" altLang="ko-KR" sz="1600" b="0" dirty="0"/>
                        <a:t>_</a:t>
                      </a:r>
                      <a:r>
                        <a:rPr lang="ko-KR" altLang="en-US" sz="1600" b="0" dirty="0"/>
                        <a:t>후각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10197601"/>
                  </a:ext>
                </a:extLst>
              </a:tr>
              <a:tr h="358573">
                <a:tc vMerge="1">
                  <a:txBody>
                    <a:bodyPr/>
                    <a:lstStyle/>
                    <a:p>
                      <a:pPr latinLnBrk="1"/>
                      <a:endParaRPr lang="ko-KR" altLang="en-US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/>
                        <a:t>진동자극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600" b="0" dirty="0"/>
                        <a:t>화물마다 갖고 있는 생물들의 반응을 이끌어낼 수 있는 </a:t>
                      </a:r>
                      <a:r>
                        <a:rPr lang="ko-KR" altLang="en-US" sz="1600" b="0" dirty="0" err="1"/>
                        <a:t>스탯</a:t>
                      </a:r>
                      <a:r>
                        <a:rPr lang="en-US" altLang="ko-KR" sz="1600" b="0" dirty="0"/>
                        <a:t>_</a:t>
                      </a:r>
                      <a:r>
                        <a:rPr lang="ko-KR" altLang="en-US" sz="1600" b="0" dirty="0" err="1"/>
                        <a:t>진동값</a:t>
                      </a:r>
                      <a:endParaRPr lang="ko-KR" altLang="en-US" sz="16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92810973"/>
                  </a:ext>
                </a:extLst>
              </a:tr>
            </a:tbl>
          </a:graphicData>
        </a:graphic>
      </p:graphicFrame>
      <p:sp>
        <p:nvSpPr>
          <p:cNvPr id="4" name="내용 개체 틀 6">
            <a:extLst>
              <a:ext uri="{FF2B5EF4-FFF2-40B4-BE49-F238E27FC236}">
                <a16:creationId xmlns:a16="http://schemas.microsoft.com/office/drawing/2014/main" id="{6F4B2D26-B22B-9547-CA81-93FB3D292316}"/>
              </a:ext>
            </a:extLst>
          </p:cNvPr>
          <p:cNvSpPr txBox="1">
            <a:spLocks/>
          </p:cNvSpPr>
          <p:nvPr/>
        </p:nvSpPr>
        <p:spPr>
          <a:xfrm>
            <a:off x="5116286" y="0"/>
            <a:ext cx="7075714" cy="66278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0" indent="0" algn="r" defTabSz="914400" rtl="0" eaLnBrk="1" latinLnBrk="1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/>
              <a:t>시스템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FC04EE8F-242D-3709-8119-AE338461B4A6}"/>
              </a:ext>
            </a:extLst>
          </p:cNvPr>
          <p:cNvSpPr/>
          <p:nvPr/>
        </p:nvSpPr>
        <p:spPr>
          <a:xfrm>
            <a:off x="4833667" y="0"/>
            <a:ext cx="2524665" cy="839638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페이지 내용 수정됨</a:t>
            </a:r>
          </a:p>
        </p:txBody>
      </p:sp>
    </p:spTree>
    <p:extLst>
      <p:ext uri="{BB962C8B-B14F-4D97-AF65-F5344CB8AC3E}">
        <p14:creationId xmlns:p14="http://schemas.microsoft.com/office/powerpoint/2010/main" val="191359289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F1B4486-62EE-4F69-DAC1-7CBB9C9139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ko-KR" altLang="en-US" dirty="0"/>
              <a:t>화물 종류 별 데이터 테이블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09112BD0-5142-B555-B1C3-C623432A7F3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016816" y="1825625"/>
            <a:ext cx="3336984" cy="4351338"/>
          </a:xfrm>
        </p:spPr>
        <p:txBody>
          <a:bodyPr>
            <a:normAutofit/>
          </a:bodyPr>
          <a:lstStyle/>
          <a:p>
            <a:r>
              <a:rPr lang="ko-KR" altLang="en-US" sz="1800" dirty="0"/>
              <a:t>최솟값 </a:t>
            </a:r>
            <a:r>
              <a:rPr lang="en-US" altLang="ko-KR" sz="1800" dirty="0"/>
              <a:t>= 0, </a:t>
            </a:r>
            <a:r>
              <a:rPr lang="ko-KR" altLang="en-US" sz="1800" dirty="0"/>
              <a:t>최댓값 </a:t>
            </a:r>
            <a:r>
              <a:rPr lang="en-US" altLang="ko-KR" sz="1800" dirty="0"/>
              <a:t>= 100</a:t>
            </a:r>
          </a:p>
          <a:p>
            <a:r>
              <a:rPr lang="en-US" altLang="ko-KR" sz="1800" dirty="0"/>
              <a:t>0 = </a:t>
            </a:r>
            <a:r>
              <a:rPr lang="ko-KR" altLang="en-US" sz="1800" dirty="0"/>
              <a:t>게임 내에서 상호작용이 없음을 의미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DDF08382-8421-3C95-54B7-8F8C5B52AD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10/11/2026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2EFD169-B2FC-1508-28E5-5ADFD900A4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28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F08B6D79-8A89-4F2D-BE63-62D5793D2BF7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시스템</a:t>
            </a:r>
          </a:p>
        </p:txBody>
      </p:sp>
      <p:graphicFrame>
        <p:nvGraphicFramePr>
          <p:cNvPr id="8" name="내용 개체 틀 1">
            <a:extLst>
              <a:ext uri="{FF2B5EF4-FFF2-40B4-BE49-F238E27FC236}">
                <a16:creationId xmlns:a16="http://schemas.microsoft.com/office/drawing/2014/main" id="{13C7B6E4-828B-FDEE-ED26-B65341A3C543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614578400"/>
              </p:ext>
            </p:extLst>
          </p:nvPr>
        </p:nvGraphicFramePr>
        <p:xfrm>
          <a:off x="1298276" y="2006052"/>
          <a:ext cx="5940663" cy="2845896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178243">
                  <a:extLst>
                    <a:ext uri="{9D8B030D-6E8A-4147-A177-3AD203B41FA5}">
                      <a16:colId xmlns:a16="http://schemas.microsoft.com/office/drawing/2014/main" val="4245382652"/>
                    </a:ext>
                  </a:extLst>
                </a:gridCol>
                <a:gridCol w="1190605">
                  <a:extLst>
                    <a:ext uri="{9D8B030D-6E8A-4147-A177-3AD203B41FA5}">
                      <a16:colId xmlns:a16="http://schemas.microsoft.com/office/drawing/2014/main" val="1933533662"/>
                    </a:ext>
                  </a:extLst>
                </a:gridCol>
                <a:gridCol w="1190605">
                  <a:extLst>
                    <a:ext uri="{9D8B030D-6E8A-4147-A177-3AD203B41FA5}">
                      <a16:colId xmlns:a16="http://schemas.microsoft.com/office/drawing/2014/main" val="33392647"/>
                    </a:ext>
                  </a:extLst>
                </a:gridCol>
                <a:gridCol w="1190605">
                  <a:extLst>
                    <a:ext uri="{9D8B030D-6E8A-4147-A177-3AD203B41FA5}">
                      <a16:colId xmlns:a16="http://schemas.microsoft.com/office/drawing/2014/main" val="3082165443"/>
                    </a:ext>
                  </a:extLst>
                </a:gridCol>
                <a:gridCol w="1190605">
                  <a:extLst>
                    <a:ext uri="{9D8B030D-6E8A-4147-A177-3AD203B41FA5}">
                      <a16:colId xmlns:a16="http://schemas.microsoft.com/office/drawing/2014/main" val="1142584066"/>
                    </a:ext>
                  </a:extLst>
                </a:gridCol>
              </a:tblGrid>
              <a:tr h="711474"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꿀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홍어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62337053"/>
                  </a:ext>
                </a:extLst>
              </a:tr>
              <a:tr h="71147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냄새</a:t>
                      </a:r>
                      <a:br>
                        <a:rPr lang="en-US" altLang="ko-KR" dirty="0"/>
                      </a:br>
                      <a:r>
                        <a:rPr lang="ko-KR" altLang="en-US" dirty="0"/>
                        <a:t>강도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60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80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0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46568347"/>
                  </a:ext>
                </a:extLst>
              </a:tr>
              <a:tr h="71147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보여지는</a:t>
                      </a:r>
                      <a:br>
                        <a:rPr lang="en-US" altLang="ko-KR" dirty="0"/>
                      </a:br>
                      <a:r>
                        <a:rPr lang="ko-KR" altLang="en-US" dirty="0"/>
                        <a:t>정도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0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50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30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61416552"/>
                  </a:ext>
                </a:extLst>
              </a:tr>
              <a:tr h="71147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무게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0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0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100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32976261"/>
                  </a:ext>
                </a:extLst>
              </a:tr>
            </a:tbl>
          </a:graphicData>
        </a:graphic>
      </p:graphicFrame>
      <p:sp>
        <p:nvSpPr>
          <p:cNvPr id="9" name="직사각형 8">
            <a:extLst>
              <a:ext uri="{FF2B5EF4-FFF2-40B4-BE49-F238E27FC236}">
                <a16:creationId xmlns:a16="http://schemas.microsoft.com/office/drawing/2014/main" id="{D0DEA144-A865-888F-27FC-8349039C9BAC}"/>
              </a:ext>
            </a:extLst>
          </p:cNvPr>
          <p:cNvSpPr/>
          <p:nvPr/>
        </p:nvSpPr>
        <p:spPr>
          <a:xfrm>
            <a:off x="4833667" y="0"/>
            <a:ext cx="2524665" cy="839638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페이지 내용 수정됨</a:t>
            </a:r>
          </a:p>
        </p:txBody>
      </p:sp>
    </p:spTree>
    <p:extLst>
      <p:ext uri="{BB962C8B-B14F-4D97-AF65-F5344CB8AC3E}">
        <p14:creationId xmlns:p14="http://schemas.microsoft.com/office/powerpoint/2010/main" val="39521754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2825168-84E7-44A0-0E0D-B20A0EADC8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생물 </a:t>
            </a:r>
            <a:r>
              <a:rPr lang="ko-KR" altLang="en-US" dirty="0" err="1"/>
              <a:t>스탯</a:t>
            </a:r>
            <a:endParaRPr lang="ko-KR" altLang="en-US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58431240-481A-11A9-533C-BE222CE210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10/11/2026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23B50EF-03B8-FF17-0987-E3A2055F2A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29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BF19D480-DDE6-E044-E9D8-D2F93D9DE43A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시스템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5DD3ADD4-7EA4-564C-8572-29B9D36D6831}"/>
              </a:ext>
            </a:extLst>
          </p:cNvPr>
          <p:cNvSpPr/>
          <p:nvPr/>
        </p:nvSpPr>
        <p:spPr>
          <a:xfrm>
            <a:off x="2709775" y="1484975"/>
            <a:ext cx="1182307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생물 </a:t>
            </a:r>
            <a:r>
              <a:rPr lang="ko-KR" altLang="en-US" dirty="0" err="1">
                <a:solidFill>
                  <a:srgbClr val="000000"/>
                </a:solidFill>
              </a:rPr>
              <a:t>스탯</a:t>
            </a:r>
            <a:endParaRPr lang="ko-KR" altLang="en-US" dirty="0">
              <a:solidFill>
                <a:srgbClr val="000000"/>
              </a:solidFill>
            </a:endParaRPr>
          </a:p>
        </p:txBody>
      </p:sp>
      <p:cxnSp>
        <p:nvCxnSpPr>
          <p:cNvPr id="9" name="꺾인 양쪽 화살표 연결선 18">
            <a:extLst>
              <a:ext uri="{FF2B5EF4-FFF2-40B4-BE49-F238E27FC236}">
                <a16:creationId xmlns:a16="http://schemas.microsoft.com/office/drawing/2014/main" id="{8DC84758-F674-EBEF-9484-045D5F25D556}"/>
              </a:ext>
            </a:extLst>
          </p:cNvPr>
          <p:cNvCxnSpPr>
            <a:cxnSpLocks/>
            <a:stCxn id="8" idx="2"/>
            <a:endCxn id="11" idx="0"/>
          </p:cNvCxnSpPr>
          <p:nvPr/>
        </p:nvCxnSpPr>
        <p:spPr>
          <a:xfrm rot="5400000">
            <a:off x="2445901" y="1353494"/>
            <a:ext cx="281754" cy="1428302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CA012682-FAFB-E07F-29E5-DA09895BB6BB}"/>
              </a:ext>
            </a:extLst>
          </p:cNvPr>
          <p:cNvSpPr/>
          <p:nvPr/>
        </p:nvSpPr>
        <p:spPr>
          <a:xfrm>
            <a:off x="1239510" y="2208522"/>
            <a:ext cx="1266234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물리 </a:t>
            </a:r>
            <a:r>
              <a:rPr lang="ko-KR" altLang="en-US" dirty="0" err="1">
                <a:solidFill>
                  <a:srgbClr val="000000"/>
                </a:solidFill>
              </a:rPr>
              <a:t>스탯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5BEA6DA5-CF8B-C0DB-799E-2A63CF65FC9F}"/>
              </a:ext>
            </a:extLst>
          </p:cNvPr>
          <p:cNvSpPr/>
          <p:nvPr/>
        </p:nvSpPr>
        <p:spPr>
          <a:xfrm>
            <a:off x="5561956" y="3288012"/>
            <a:ext cx="918302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반응도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A58A3A96-6721-85BB-D1B7-BCA8606F5277}"/>
              </a:ext>
            </a:extLst>
          </p:cNvPr>
          <p:cNvSpPr/>
          <p:nvPr/>
        </p:nvSpPr>
        <p:spPr>
          <a:xfrm>
            <a:off x="1412243" y="2981251"/>
            <a:ext cx="918302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공격력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DD566D65-E40D-FC01-76F8-02FBA7478E8D}"/>
              </a:ext>
            </a:extLst>
          </p:cNvPr>
          <p:cNvSpPr/>
          <p:nvPr/>
        </p:nvSpPr>
        <p:spPr>
          <a:xfrm>
            <a:off x="2494116" y="2981250"/>
            <a:ext cx="1097325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이동속도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2B3112D3-E339-CE09-DCBC-D6D2D8343D95}"/>
              </a:ext>
            </a:extLst>
          </p:cNvPr>
          <p:cNvSpPr/>
          <p:nvPr/>
        </p:nvSpPr>
        <p:spPr>
          <a:xfrm>
            <a:off x="4340630" y="3288012"/>
            <a:ext cx="766684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상태</a:t>
            </a:r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73397A29-390C-33DB-7B4F-D5DCBAF1870A}"/>
              </a:ext>
            </a:extLst>
          </p:cNvPr>
          <p:cNvSpPr/>
          <p:nvPr/>
        </p:nvSpPr>
        <p:spPr>
          <a:xfrm>
            <a:off x="494112" y="2981252"/>
            <a:ext cx="753693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체력</a:t>
            </a:r>
            <a:endParaRPr lang="ko-KR" altLang="en-US" dirty="0">
              <a:solidFill>
                <a:srgbClr val="000000"/>
              </a:solidFill>
            </a:endParaRPr>
          </a:p>
        </p:txBody>
      </p:sp>
      <p:cxnSp>
        <p:nvCxnSpPr>
          <p:cNvPr id="26" name="꺾인 양쪽 화살표 연결선 18">
            <a:extLst>
              <a:ext uri="{FF2B5EF4-FFF2-40B4-BE49-F238E27FC236}">
                <a16:creationId xmlns:a16="http://schemas.microsoft.com/office/drawing/2014/main" id="{B33F4835-4A9A-2102-8269-A52B661892A2}"/>
              </a:ext>
            </a:extLst>
          </p:cNvPr>
          <p:cNvCxnSpPr>
            <a:cxnSpLocks/>
            <a:stCxn id="11" idx="2"/>
            <a:endCxn id="25" idx="0"/>
          </p:cNvCxnSpPr>
          <p:nvPr/>
        </p:nvCxnSpPr>
        <p:spPr>
          <a:xfrm rot="5400000">
            <a:off x="1206325" y="2314949"/>
            <a:ext cx="330937" cy="1001668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꺾인 양쪽 화살표 연결선 18">
            <a:extLst>
              <a:ext uri="{FF2B5EF4-FFF2-40B4-BE49-F238E27FC236}">
                <a16:creationId xmlns:a16="http://schemas.microsoft.com/office/drawing/2014/main" id="{78A43A62-0F9D-F60A-7890-A69085D15A5E}"/>
              </a:ext>
            </a:extLst>
          </p:cNvPr>
          <p:cNvCxnSpPr>
            <a:cxnSpLocks/>
            <a:stCxn id="11" idx="2"/>
            <a:endCxn id="15" idx="0"/>
          </p:cNvCxnSpPr>
          <p:nvPr/>
        </p:nvCxnSpPr>
        <p:spPr>
          <a:xfrm rot="5400000">
            <a:off x="1706543" y="2815167"/>
            <a:ext cx="330936" cy="1233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꺾인 양쪽 화살표 연결선 18">
            <a:extLst>
              <a:ext uri="{FF2B5EF4-FFF2-40B4-BE49-F238E27FC236}">
                <a16:creationId xmlns:a16="http://schemas.microsoft.com/office/drawing/2014/main" id="{EE1BB9E2-BF64-36D0-3D05-9AF33D77D4E9}"/>
              </a:ext>
            </a:extLst>
          </p:cNvPr>
          <p:cNvCxnSpPr>
            <a:cxnSpLocks/>
            <a:stCxn id="11" idx="2"/>
            <a:endCxn id="17" idx="0"/>
          </p:cNvCxnSpPr>
          <p:nvPr/>
        </p:nvCxnSpPr>
        <p:spPr>
          <a:xfrm rot="16200000" flipH="1">
            <a:off x="2292236" y="2230706"/>
            <a:ext cx="330935" cy="1170152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직사각형 35">
            <a:extLst>
              <a:ext uri="{FF2B5EF4-FFF2-40B4-BE49-F238E27FC236}">
                <a16:creationId xmlns:a16="http://schemas.microsoft.com/office/drawing/2014/main" id="{3252A754-9590-8DB1-9452-AE741BD65473}"/>
              </a:ext>
            </a:extLst>
          </p:cNvPr>
          <p:cNvSpPr/>
          <p:nvPr/>
        </p:nvSpPr>
        <p:spPr>
          <a:xfrm>
            <a:off x="4416733" y="2208518"/>
            <a:ext cx="1675969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상호작용</a:t>
            </a:r>
            <a:r>
              <a:rPr lang="en-US" altLang="ko-KR" dirty="0">
                <a:solidFill>
                  <a:srgbClr val="000000"/>
                </a:solidFill>
              </a:rPr>
              <a:t> </a:t>
            </a:r>
            <a:r>
              <a:rPr lang="ko-KR" altLang="en-US" dirty="0" err="1">
                <a:solidFill>
                  <a:srgbClr val="000000"/>
                </a:solidFill>
              </a:rPr>
              <a:t>스탯</a:t>
            </a:r>
            <a:endParaRPr lang="ko-KR" altLang="en-US" dirty="0">
              <a:solidFill>
                <a:srgbClr val="000000"/>
              </a:solidFill>
            </a:endParaRPr>
          </a:p>
        </p:txBody>
      </p:sp>
      <p:cxnSp>
        <p:nvCxnSpPr>
          <p:cNvPr id="37" name="꺾인 양쪽 화살표 연결선 18">
            <a:extLst>
              <a:ext uri="{FF2B5EF4-FFF2-40B4-BE49-F238E27FC236}">
                <a16:creationId xmlns:a16="http://schemas.microsoft.com/office/drawing/2014/main" id="{A2E4EFDC-011A-FE63-89A8-3A71ACEEC399}"/>
              </a:ext>
            </a:extLst>
          </p:cNvPr>
          <p:cNvCxnSpPr>
            <a:cxnSpLocks/>
            <a:stCxn id="8" idx="2"/>
            <a:endCxn id="36" idx="0"/>
          </p:cNvCxnSpPr>
          <p:nvPr/>
        </p:nvCxnSpPr>
        <p:spPr>
          <a:xfrm rot="16200000" flipH="1">
            <a:off x="4136948" y="1090748"/>
            <a:ext cx="281750" cy="1953789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꺾인 양쪽 화살표 연결선 18">
            <a:extLst>
              <a:ext uri="{FF2B5EF4-FFF2-40B4-BE49-F238E27FC236}">
                <a16:creationId xmlns:a16="http://schemas.microsoft.com/office/drawing/2014/main" id="{2696716A-4AD3-7FF5-4C3F-CABBE0838864}"/>
              </a:ext>
            </a:extLst>
          </p:cNvPr>
          <p:cNvCxnSpPr>
            <a:cxnSpLocks/>
            <a:stCxn id="36" idx="2"/>
            <a:endCxn id="13" idx="0"/>
          </p:cNvCxnSpPr>
          <p:nvPr/>
        </p:nvCxnSpPr>
        <p:spPr>
          <a:xfrm rot="16200000" flipH="1">
            <a:off x="5319062" y="2585966"/>
            <a:ext cx="637701" cy="766389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꺾인 양쪽 화살표 연결선 18">
            <a:extLst>
              <a:ext uri="{FF2B5EF4-FFF2-40B4-BE49-F238E27FC236}">
                <a16:creationId xmlns:a16="http://schemas.microsoft.com/office/drawing/2014/main" id="{22041EB2-EABF-E94E-A16E-5C19F7EAB0F0}"/>
              </a:ext>
            </a:extLst>
          </p:cNvPr>
          <p:cNvCxnSpPr>
            <a:cxnSpLocks/>
            <a:stCxn id="36" idx="2"/>
            <a:endCxn id="19" idx="0"/>
          </p:cNvCxnSpPr>
          <p:nvPr/>
        </p:nvCxnSpPr>
        <p:spPr>
          <a:xfrm rot="5400000">
            <a:off x="4670495" y="2703788"/>
            <a:ext cx="637701" cy="530746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직사각형 46">
            <a:extLst>
              <a:ext uri="{FF2B5EF4-FFF2-40B4-BE49-F238E27FC236}">
                <a16:creationId xmlns:a16="http://schemas.microsoft.com/office/drawing/2014/main" id="{247AA5C4-14BD-BC3D-CBD9-E6B9B914F62B}"/>
              </a:ext>
            </a:extLst>
          </p:cNvPr>
          <p:cNvSpPr/>
          <p:nvPr/>
        </p:nvSpPr>
        <p:spPr>
          <a:xfrm>
            <a:off x="1875356" y="4150377"/>
            <a:ext cx="1179560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배회 속도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49" name="직사각형 48">
            <a:extLst>
              <a:ext uri="{FF2B5EF4-FFF2-40B4-BE49-F238E27FC236}">
                <a16:creationId xmlns:a16="http://schemas.microsoft.com/office/drawing/2014/main" id="{2BD4CD1B-3220-C314-01FA-F57A0DA61204}"/>
              </a:ext>
            </a:extLst>
          </p:cNvPr>
          <p:cNvSpPr/>
          <p:nvPr/>
        </p:nvSpPr>
        <p:spPr>
          <a:xfrm>
            <a:off x="3262573" y="4150377"/>
            <a:ext cx="1179561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질주 </a:t>
            </a:r>
            <a:r>
              <a:rPr lang="ko-KR" altLang="en-US" dirty="0">
                <a:solidFill>
                  <a:srgbClr val="000000"/>
                </a:solidFill>
              </a:rPr>
              <a:t>속도</a:t>
            </a:r>
          </a:p>
        </p:txBody>
      </p:sp>
      <p:cxnSp>
        <p:nvCxnSpPr>
          <p:cNvPr id="50" name="꺾인 양쪽 화살표 연결선 18">
            <a:extLst>
              <a:ext uri="{FF2B5EF4-FFF2-40B4-BE49-F238E27FC236}">
                <a16:creationId xmlns:a16="http://schemas.microsoft.com/office/drawing/2014/main" id="{3FD3F5F4-C914-57C6-88AF-3621FBA3D55E}"/>
              </a:ext>
            </a:extLst>
          </p:cNvPr>
          <p:cNvCxnSpPr>
            <a:cxnSpLocks/>
            <a:stCxn id="17" idx="2"/>
            <a:endCxn id="47" idx="0"/>
          </p:cNvCxnSpPr>
          <p:nvPr/>
        </p:nvCxnSpPr>
        <p:spPr>
          <a:xfrm rot="5400000">
            <a:off x="2390291" y="3497889"/>
            <a:ext cx="727334" cy="577643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꺾인 양쪽 화살표 연결선 18">
            <a:extLst>
              <a:ext uri="{FF2B5EF4-FFF2-40B4-BE49-F238E27FC236}">
                <a16:creationId xmlns:a16="http://schemas.microsoft.com/office/drawing/2014/main" id="{9E9CF1A6-B0D7-20DE-12B4-B0FFBDF0A2B8}"/>
              </a:ext>
            </a:extLst>
          </p:cNvPr>
          <p:cNvCxnSpPr>
            <a:cxnSpLocks/>
            <a:stCxn id="17" idx="2"/>
            <a:endCxn id="49" idx="0"/>
          </p:cNvCxnSpPr>
          <p:nvPr/>
        </p:nvCxnSpPr>
        <p:spPr>
          <a:xfrm rot="16200000" flipH="1">
            <a:off x="3083899" y="3381922"/>
            <a:ext cx="727334" cy="809575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직사각형 58">
            <a:extLst>
              <a:ext uri="{FF2B5EF4-FFF2-40B4-BE49-F238E27FC236}">
                <a16:creationId xmlns:a16="http://schemas.microsoft.com/office/drawing/2014/main" id="{0BFC6BE2-4EF1-7BED-FDEB-32DECCBDB0F4}"/>
              </a:ext>
            </a:extLst>
          </p:cNvPr>
          <p:cNvSpPr/>
          <p:nvPr/>
        </p:nvSpPr>
        <p:spPr>
          <a:xfrm>
            <a:off x="4254907" y="5103298"/>
            <a:ext cx="918302" cy="647655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후각 반응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61" name="직사각형 60">
            <a:extLst>
              <a:ext uri="{FF2B5EF4-FFF2-40B4-BE49-F238E27FC236}">
                <a16:creationId xmlns:a16="http://schemas.microsoft.com/office/drawing/2014/main" id="{8DB293FE-EAEE-CE0C-6C0B-342CCD584EA6}"/>
              </a:ext>
            </a:extLst>
          </p:cNvPr>
          <p:cNvSpPr/>
          <p:nvPr/>
        </p:nvSpPr>
        <p:spPr>
          <a:xfrm>
            <a:off x="5333722" y="5103300"/>
            <a:ext cx="918302" cy="647655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시각 반응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63" name="직사각형 62">
            <a:extLst>
              <a:ext uri="{FF2B5EF4-FFF2-40B4-BE49-F238E27FC236}">
                <a16:creationId xmlns:a16="http://schemas.microsoft.com/office/drawing/2014/main" id="{EF3472ED-FA29-CBB1-4532-56A01D65F4CB}"/>
              </a:ext>
            </a:extLst>
          </p:cNvPr>
          <p:cNvSpPr/>
          <p:nvPr/>
        </p:nvSpPr>
        <p:spPr>
          <a:xfrm>
            <a:off x="6415831" y="5103299"/>
            <a:ext cx="918302" cy="647655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진동 </a:t>
            </a:r>
            <a:r>
              <a:rPr lang="ko-KR" altLang="en-US" dirty="0">
                <a:solidFill>
                  <a:srgbClr val="000000"/>
                </a:solidFill>
              </a:rPr>
              <a:t>반응</a:t>
            </a:r>
          </a:p>
        </p:txBody>
      </p:sp>
      <p:cxnSp>
        <p:nvCxnSpPr>
          <p:cNvPr id="64" name="꺾인 양쪽 화살표 연결선 18">
            <a:extLst>
              <a:ext uri="{FF2B5EF4-FFF2-40B4-BE49-F238E27FC236}">
                <a16:creationId xmlns:a16="http://schemas.microsoft.com/office/drawing/2014/main" id="{F6F0DDE9-BDCF-DC90-E66A-73403300DB16}"/>
              </a:ext>
            </a:extLst>
          </p:cNvPr>
          <p:cNvCxnSpPr>
            <a:cxnSpLocks/>
            <a:stCxn id="13" idx="2"/>
            <a:endCxn id="61" idx="0"/>
          </p:cNvCxnSpPr>
          <p:nvPr/>
        </p:nvCxnSpPr>
        <p:spPr>
          <a:xfrm rot="5400000">
            <a:off x="5220243" y="4302435"/>
            <a:ext cx="1373495" cy="228234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꺾인 양쪽 화살표 연결선 18">
            <a:extLst>
              <a:ext uri="{FF2B5EF4-FFF2-40B4-BE49-F238E27FC236}">
                <a16:creationId xmlns:a16="http://schemas.microsoft.com/office/drawing/2014/main" id="{D3727766-635A-637B-F616-13D43B88397D}"/>
              </a:ext>
            </a:extLst>
          </p:cNvPr>
          <p:cNvCxnSpPr>
            <a:cxnSpLocks/>
            <a:stCxn id="13" idx="2"/>
            <a:endCxn id="63" idx="0"/>
          </p:cNvCxnSpPr>
          <p:nvPr/>
        </p:nvCxnSpPr>
        <p:spPr>
          <a:xfrm rot="16200000" flipH="1">
            <a:off x="5761297" y="3989614"/>
            <a:ext cx="1373494" cy="853875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꺾인 양쪽 화살표 연결선 18">
            <a:extLst>
              <a:ext uri="{FF2B5EF4-FFF2-40B4-BE49-F238E27FC236}">
                <a16:creationId xmlns:a16="http://schemas.microsoft.com/office/drawing/2014/main" id="{705EF96C-EE4B-7D84-44BC-F6B70FBE3C5E}"/>
              </a:ext>
            </a:extLst>
          </p:cNvPr>
          <p:cNvCxnSpPr>
            <a:cxnSpLocks/>
            <a:stCxn id="13" idx="2"/>
            <a:endCxn id="59" idx="0"/>
          </p:cNvCxnSpPr>
          <p:nvPr/>
        </p:nvCxnSpPr>
        <p:spPr>
          <a:xfrm rot="5400000">
            <a:off x="4680837" y="3763027"/>
            <a:ext cx="1373493" cy="1307049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0B7F050E-5602-8B2C-082B-A2AF2EB36F3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86489857"/>
              </p:ext>
            </p:extLst>
          </p:nvPr>
        </p:nvGraphicFramePr>
        <p:xfrm>
          <a:off x="6592010" y="889039"/>
          <a:ext cx="5494021" cy="3337560"/>
        </p:xfrm>
        <a:graphic>
          <a:graphicData uri="http://schemas.openxmlformats.org/drawingml/2006/table">
            <a:tbl>
              <a:tblPr firstRow="1" bandRow="1">
                <a:tableStyleId>{0505E3EF-67EA-436B-97B2-0124C06EBD24}</a:tableStyleId>
              </a:tblPr>
              <a:tblGrid>
                <a:gridCol w="1259205">
                  <a:extLst>
                    <a:ext uri="{9D8B030D-6E8A-4147-A177-3AD203B41FA5}">
                      <a16:colId xmlns:a16="http://schemas.microsoft.com/office/drawing/2014/main" val="1544433689"/>
                    </a:ext>
                  </a:extLst>
                </a:gridCol>
                <a:gridCol w="1178243">
                  <a:extLst>
                    <a:ext uri="{9D8B030D-6E8A-4147-A177-3AD203B41FA5}">
                      <a16:colId xmlns:a16="http://schemas.microsoft.com/office/drawing/2014/main" val="2071900658"/>
                    </a:ext>
                  </a:extLst>
                </a:gridCol>
                <a:gridCol w="1259205">
                  <a:extLst>
                    <a:ext uri="{9D8B030D-6E8A-4147-A177-3AD203B41FA5}">
                      <a16:colId xmlns:a16="http://schemas.microsoft.com/office/drawing/2014/main" val="1274613349"/>
                    </a:ext>
                  </a:extLst>
                </a:gridCol>
                <a:gridCol w="1797368">
                  <a:extLst>
                    <a:ext uri="{9D8B030D-6E8A-4147-A177-3AD203B41FA5}">
                      <a16:colId xmlns:a16="http://schemas.microsoft.com/office/drawing/2014/main" val="428578187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latinLnBrk="1"/>
                      <a:r>
                        <a:rPr lang="ko-KR" altLang="en-US" b="0" dirty="0" err="1"/>
                        <a:t>스탯</a:t>
                      </a:r>
                      <a:r>
                        <a:rPr lang="ko-KR" altLang="en-US" b="0" dirty="0"/>
                        <a:t> 이름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b="0" dirty="0" err="1"/>
                        <a:t>스탯</a:t>
                      </a:r>
                      <a:r>
                        <a:rPr lang="ko-KR" altLang="en-US" b="0" dirty="0"/>
                        <a:t> 영문 이름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08210831"/>
                  </a:ext>
                </a:extLst>
              </a:tr>
              <a:tr h="370840">
                <a:tc rowSpan="4"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물리 </a:t>
                      </a:r>
                      <a:r>
                        <a:rPr lang="ko-KR" altLang="en-US" dirty="0" err="1"/>
                        <a:t>스탯</a:t>
                      </a:r>
                      <a:endParaRPr lang="ko-KR" altLang="en-US" dirty="0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체력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HP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21813726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 gridSpan="2"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공격력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 err="1"/>
                        <a:t>Attk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2476133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이동속도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배회 속도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 err="1"/>
                        <a:t>Wander_vel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28492332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질주 속도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 err="1"/>
                        <a:t>Sprint_vel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89749916"/>
                  </a:ext>
                </a:extLst>
              </a:tr>
              <a:tr h="370840">
                <a:tc rowSpan="4"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상호작용</a:t>
                      </a:r>
                      <a:br>
                        <a:rPr lang="en-US" altLang="ko-KR" dirty="0"/>
                      </a:br>
                      <a:r>
                        <a:rPr lang="ko-KR" altLang="en-US" dirty="0" err="1"/>
                        <a:t>스탯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반응도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후각 반응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 err="1"/>
                        <a:t>Olfac_resp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42925051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시각 반응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 err="1"/>
                        <a:t>Visual_resp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72578955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진동 반응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 err="1"/>
                        <a:t>Vib_resp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16398183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상태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Condition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19571365"/>
                  </a:ext>
                </a:extLst>
              </a:tr>
            </a:tbl>
          </a:graphicData>
        </a:graphic>
      </p:graphicFrame>
      <p:sp>
        <p:nvSpPr>
          <p:cNvPr id="24" name="직사각형 23">
            <a:extLst>
              <a:ext uri="{FF2B5EF4-FFF2-40B4-BE49-F238E27FC236}">
                <a16:creationId xmlns:a16="http://schemas.microsoft.com/office/drawing/2014/main" id="{D921FA45-D350-8C66-04FF-9B7B6854E782}"/>
              </a:ext>
            </a:extLst>
          </p:cNvPr>
          <p:cNvSpPr/>
          <p:nvPr/>
        </p:nvSpPr>
        <p:spPr>
          <a:xfrm>
            <a:off x="4833667" y="0"/>
            <a:ext cx="2524665" cy="839638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페이지 내용 수정됨</a:t>
            </a:r>
          </a:p>
        </p:txBody>
      </p:sp>
    </p:spTree>
    <p:extLst>
      <p:ext uri="{BB962C8B-B14F-4D97-AF65-F5344CB8AC3E}">
        <p14:creationId xmlns:p14="http://schemas.microsoft.com/office/powerpoint/2010/main" val="31621344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F7EE5627-6DAA-0602-4EBD-019757279F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UI_</a:t>
            </a:r>
            <a:r>
              <a:rPr lang="ko-KR" altLang="en-US" dirty="0"/>
              <a:t>플로우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25401C6E-1301-7925-0E3C-443629A89810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시스템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AD7D5C72-3ED1-9651-5CDC-5553A8E7E5A0}"/>
              </a:ext>
            </a:extLst>
          </p:cNvPr>
          <p:cNvSpPr/>
          <p:nvPr/>
        </p:nvSpPr>
        <p:spPr>
          <a:xfrm>
            <a:off x="2202495" y="1234421"/>
            <a:ext cx="1698246" cy="738187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플레이어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en-US" altLang="ko-KR" dirty="0">
                <a:solidFill>
                  <a:srgbClr val="000000"/>
                </a:solidFill>
              </a:rPr>
              <a:t>2</a:t>
            </a:r>
            <a:r>
              <a:rPr lang="ko-KR" altLang="en-US" dirty="0">
                <a:solidFill>
                  <a:srgbClr val="000000"/>
                </a:solidFill>
              </a:rPr>
              <a:t>인 접속 화면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C2666780-E618-D0A6-3450-200C04A52676}"/>
              </a:ext>
            </a:extLst>
          </p:cNvPr>
          <p:cNvSpPr/>
          <p:nvPr/>
        </p:nvSpPr>
        <p:spPr>
          <a:xfrm>
            <a:off x="1847175" y="3289203"/>
            <a:ext cx="1186887" cy="66278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게임 진행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B1A6B7E1-5C60-3F7D-CC53-7A9095CBE60D}"/>
              </a:ext>
            </a:extLst>
          </p:cNvPr>
          <p:cNvSpPr/>
          <p:nvPr/>
        </p:nvSpPr>
        <p:spPr>
          <a:xfrm>
            <a:off x="416248" y="1235437"/>
            <a:ext cx="1404937" cy="738187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시작 화면</a:t>
            </a:r>
          </a:p>
        </p:txBody>
      </p:sp>
      <p:cxnSp>
        <p:nvCxnSpPr>
          <p:cNvPr id="11" name="화살표 12">
            <a:extLst>
              <a:ext uri="{FF2B5EF4-FFF2-40B4-BE49-F238E27FC236}">
                <a16:creationId xmlns:a16="http://schemas.microsoft.com/office/drawing/2014/main" id="{BEDC569C-FB01-ACC8-35B0-4BF916C5139E}"/>
              </a:ext>
            </a:extLst>
          </p:cNvPr>
          <p:cNvCxnSpPr>
            <a:cxnSpLocks/>
            <a:endCxn id="7" idx="1"/>
          </p:cNvCxnSpPr>
          <p:nvPr/>
        </p:nvCxnSpPr>
        <p:spPr>
          <a:xfrm flipV="1">
            <a:off x="1821185" y="1603515"/>
            <a:ext cx="381310" cy="6767"/>
          </a:xfrm>
          <a:prstGeom prst="straightConnector1">
            <a:avLst/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0F1A7613-2876-7C8E-A177-2A267D4109F8}"/>
              </a:ext>
            </a:extLst>
          </p:cNvPr>
          <p:cNvSpPr txBox="1"/>
          <p:nvPr/>
        </p:nvSpPr>
        <p:spPr>
          <a:xfrm>
            <a:off x="7564760" y="1618468"/>
            <a:ext cx="10505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dirty="0"/>
              <a:t>게임</a:t>
            </a:r>
            <a:br>
              <a:rPr lang="en-US" altLang="ko-KR" sz="1400" dirty="0"/>
            </a:br>
            <a:r>
              <a:rPr lang="ko-KR" altLang="en-US" sz="1400" dirty="0"/>
              <a:t>나가기</a:t>
            </a: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A4D5B4C9-7BBF-54CA-AB62-157FFF3ABD11}"/>
              </a:ext>
            </a:extLst>
          </p:cNvPr>
          <p:cNvSpPr/>
          <p:nvPr/>
        </p:nvSpPr>
        <p:spPr>
          <a:xfrm>
            <a:off x="6351883" y="2483540"/>
            <a:ext cx="1186887" cy="662783"/>
          </a:xfrm>
          <a:prstGeom prst="rect">
            <a:avLst/>
          </a:prstGeom>
          <a:solidFill>
            <a:schemeClr val="lt1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환경설정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1B716EDE-C569-F173-5476-BB9A58D527AD}"/>
              </a:ext>
            </a:extLst>
          </p:cNvPr>
          <p:cNvSpPr/>
          <p:nvPr/>
        </p:nvSpPr>
        <p:spPr>
          <a:xfrm>
            <a:off x="4230941" y="4225903"/>
            <a:ext cx="1567131" cy="662783"/>
          </a:xfrm>
          <a:prstGeom prst="rect">
            <a:avLst/>
          </a:prstGeom>
          <a:solidFill>
            <a:schemeClr val="lt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경로 안내 </a:t>
            </a:r>
            <a:r>
              <a:rPr lang="en-US" altLang="ko-KR" dirty="0">
                <a:solidFill>
                  <a:srgbClr val="000000"/>
                </a:solidFill>
              </a:rPr>
              <a:t>UI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en-US" altLang="ko-KR" dirty="0">
                <a:solidFill>
                  <a:srgbClr val="000000"/>
                </a:solidFill>
              </a:rPr>
              <a:t>5</a:t>
            </a:r>
            <a:r>
              <a:rPr lang="ko-KR" altLang="en-US" dirty="0">
                <a:solidFill>
                  <a:srgbClr val="000000"/>
                </a:solidFill>
              </a:rPr>
              <a:t>초 지속</a:t>
            </a:r>
          </a:p>
        </p:txBody>
      </p:sp>
      <p:cxnSp>
        <p:nvCxnSpPr>
          <p:cNvPr id="21" name="꺾인 양쪽 화살표 연결선 18">
            <a:extLst>
              <a:ext uri="{FF2B5EF4-FFF2-40B4-BE49-F238E27FC236}">
                <a16:creationId xmlns:a16="http://schemas.microsoft.com/office/drawing/2014/main" id="{F543E6F6-AADC-822B-5BF6-F714F67A93FA}"/>
              </a:ext>
            </a:extLst>
          </p:cNvPr>
          <p:cNvCxnSpPr>
            <a:cxnSpLocks/>
            <a:stCxn id="8" idx="3"/>
            <a:endCxn id="18" idx="1"/>
          </p:cNvCxnSpPr>
          <p:nvPr/>
        </p:nvCxnSpPr>
        <p:spPr>
          <a:xfrm>
            <a:off x="3034062" y="3620595"/>
            <a:ext cx="1196879" cy="936700"/>
          </a:xfrm>
          <a:prstGeom prst="bentConnector3">
            <a:avLst>
              <a:gd name="adj1" fmla="val 50000"/>
            </a:avLst>
          </a:prstGeom>
          <a:ln>
            <a:solidFill>
              <a:srgbClr val="0070C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꺾인 양쪽 화살표 연결선 18">
            <a:extLst>
              <a:ext uri="{FF2B5EF4-FFF2-40B4-BE49-F238E27FC236}">
                <a16:creationId xmlns:a16="http://schemas.microsoft.com/office/drawing/2014/main" id="{9D1694CD-94CF-70B1-F109-E75D3B0C8C3E}"/>
              </a:ext>
            </a:extLst>
          </p:cNvPr>
          <p:cNvCxnSpPr>
            <a:cxnSpLocks/>
            <a:stCxn id="8" idx="3"/>
            <a:endCxn id="16" idx="1"/>
          </p:cNvCxnSpPr>
          <p:nvPr/>
        </p:nvCxnSpPr>
        <p:spPr>
          <a:xfrm flipV="1">
            <a:off x="3034062" y="2814932"/>
            <a:ext cx="3317821" cy="805663"/>
          </a:xfrm>
          <a:prstGeom prst="bentConnector3">
            <a:avLst>
              <a:gd name="adj1" fmla="val 50000"/>
            </a:avLst>
          </a:prstGeom>
          <a:ln>
            <a:solidFill>
              <a:srgbClr val="00B05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꺾인 양쪽 화살표 연결선 18">
            <a:extLst>
              <a:ext uri="{FF2B5EF4-FFF2-40B4-BE49-F238E27FC236}">
                <a16:creationId xmlns:a16="http://schemas.microsoft.com/office/drawing/2014/main" id="{F74BFFC4-1AB5-7350-1B7B-2B91013A1AC3}"/>
              </a:ext>
            </a:extLst>
          </p:cNvPr>
          <p:cNvCxnSpPr>
            <a:cxnSpLocks/>
            <a:stCxn id="16" idx="3"/>
            <a:endCxn id="8" idx="1"/>
          </p:cNvCxnSpPr>
          <p:nvPr/>
        </p:nvCxnSpPr>
        <p:spPr>
          <a:xfrm flipH="1">
            <a:off x="1847175" y="2814932"/>
            <a:ext cx="5691595" cy="805663"/>
          </a:xfrm>
          <a:prstGeom prst="bentConnector5">
            <a:avLst>
              <a:gd name="adj1" fmla="val -4016"/>
              <a:gd name="adj2" fmla="val 454332"/>
              <a:gd name="adj3" fmla="val 104016"/>
            </a:avLst>
          </a:prstGeom>
          <a:ln>
            <a:solidFill>
              <a:srgbClr val="00B05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꺾인 양쪽 화살표 연결선 18">
            <a:extLst>
              <a:ext uri="{FF2B5EF4-FFF2-40B4-BE49-F238E27FC236}">
                <a16:creationId xmlns:a16="http://schemas.microsoft.com/office/drawing/2014/main" id="{D24C7BE5-EFCF-2801-723E-8F2C6A7FAB48}"/>
              </a:ext>
            </a:extLst>
          </p:cNvPr>
          <p:cNvCxnSpPr>
            <a:cxnSpLocks/>
            <a:stCxn id="7" idx="3"/>
            <a:endCxn id="8" idx="1"/>
          </p:cNvCxnSpPr>
          <p:nvPr/>
        </p:nvCxnSpPr>
        <p:spPr>
          <a:xfrm flipH="1">
            <a:off x="1847175" y="1603515"/>
            <a:ext cx="2053566" cy="2017080"/>
          </a:xfrm>
          <a:prstGeom prst="bentConnector5">
            <a:avLst>
              <a:gd name="adj1" fmla="val -11132"/>
              <a:gd name="adj2" fmla="val 50935"/>
              <a:gd name="adj3" fmla="val 111132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꺾인 양쪽 화살표 연결선 18">
            <a:extLst>
              <a:ext uri="{FF2B5EF4-FFF2-40B4-BE49-F238E27FC236}">
                <a16:creationId xmlns:a16="http://schemas.microsoft.com/office/drawing/2014/main" id="{FE7D78D8-DB94-9169-0059-9CCD4207E262}"/>
              </a:ext>
            </a:extLst>
          </p:cNvPr>
          <p:cNvCxnSpPr>
            <a:cxnSpLocks/>
            <a:stCxn id="18" idx="3"/>
            <a:endCxn id="8" idx="1"/>
          </p:cNvCxnSpPr>
          <p:nvPr/>
        </p:nvCxnSpPr>
        <p:spPr>
          <a:xfrm flipH="1" flipV="1">
            <a:off x="1847175" y="3620595"/>
            <a:ext cx="3950897" cy="936700"/>
          </a:xfrm>
          <a:prstGeom prst="bentConnector5">
            <a:avLst>
              <a:gd name="adj1" fmla="val -5786"/>
              <a:gd name="adj2" fmla="val -195404"/>
              <a:gd name="adj3" fmla="val 105786"/>
            </a:avLst>
          </a:prstGeom>
          <a:ln>
            <a:solidFill>
              <a:schemeClr val="accent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꺾인 양쪽 화살표 연결선 18">
            <a:extLst>
              <a:ext uri="{FF2B5EF4-FFF2-40B4-BE49-F238E27FC236}">
                <a16:creationId xmlns:a16="http://schemas.microsoft.com/office/drawing/2014/main" id="{D9B7F7A4-B105-1E59-AE46-45BF37B6A0A6}"/>
              </a:ext>
            </a:extLst>
          </p:cNvPr>
          <p:cNvCxnSpPr>
            <a:cxnSpLocks/>
            <a:stCxn id="8" idx="3"/>
            <a:endCxn id="51" idx="1"/>
          </p:cNvCxnSpPr>
          <p:nvPr/>
        </p:nvCxnSpPr>
        <p:spPr>
          <a:xfrm>
            <a:off x="3034062" y="3620595"/>
            <a:ext cx="7310763" cy="45631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직사각형 50">
            <a:extLst>
              <a:ext uri="{FF2B5EF4-FFF2-40B4-BE49-F238E27FC236}">
                <a16:creationId xmlns:a16="http://schemas.microsoft.com/office/drawing/2014/main" id="{5189D951-B819-D20F-BAC2-0CE3E2C621AB}"/>
              </a:ext>
            </a:extLst>
          </p:cNvPr>
          <p:cNvSpPr/>
          <p:nvPr/>
        </p:nvSpPr>
        <p:spPr>
          <a:xfrm>
            <a:off x="10344825" y="3334834"/>
            <a:ext cx="1186887" cy="66278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엔딩 화면</a:t>
            </a:r>
            <a:r>
              <a:rPr lang="en-US" altLang="ko-KR" dirty="0">
                <a:solidFill>
                  <a:srgbClr val="000000"/>
                </a:solidFill>
              </a:rPr>
              <a:t>(</a:t>
            </a:r>
            <a:r>
              <a:rPr lang="ko-KR" altLang="en-US" dirty="0" err="1">
                <a:solidFill>
                  <a:srgbClr val="000000"/>
                </a:solidFill>
              </a:rPr>
              <a:t>컷씬</a:t>
            </a:r>
            <a:r>
              <a:rPr lang="en-US" altLang="ko-KR" dirty="0">
                <a:solidFill>
                  <a:srgbClr val="000000"/>
                </a:solidFill>
              </a:rPr>
              <a:t>)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57" name="직사각형 56">
            <a:extLst>
              <a:ext uri="{FF2B5EF4-FFF2-40B4-BE49-F238E27FC236}">
                <a16:creationId xmlns:a16="http://schemas.microsoft.com/office/drawing/2014/main" id="{9C6BCC5A-3A34-A46A-A919-95A546CA7799}"/>
              </a:ext>
            </a:extLst>
          </p:cNvPr>
          <p:cNvSpPr/>
          <p:nvPr/>
        </p:nvSpPr>
        <p:spPr>
          <a:xfrm>
            <a:off x="4230941" y="5079302"/>
            <a:ext cx="1463506" cy="829381"/>
          </a:xfrm>
          <a:prstGeom prst="rect">
            <a:avLst/>
          </a:prstGeom>
          <a:solidFill>
            <a:schemeClr val="lt1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 err="1">
                <a:solidFill>
                  <a:srgbClr val="000000"/>
                </a:solidFill>
              </a:rPr>
              <a:t>배달품</a:t>
            </a:r>
            <a:r>
              <a:rPr lang="ko-KR" altLang="en-US" dirty="0">
                <a:solidFill>
                  <a:srgbClr val="000000"/>
                </a:solidFill>
              </a:rPr>
              <a:t> 전달 대화</a:t>
            </a:r>
            <a:r>
              <a:rPr lang="en-US" altLang="ko-KR" dirty="0">
                <a:solidFill>
                  <a:srgbClr val="000000"/>
                </a:solidFill>
              </a:rPr>
              <a:t>UI</a:t>
            </a:r>
            <a:endParaRPr lang="ko-KR" altLang="en-US" dirty="0">
              <a:solidFill>
                <a:srgbClr val="000000"/>
              </a:solidFill>
            </a:endParaRPr>
          </a:p>
        </p:txBody>
      </p:sp>
      <p:cxnSp>
        <p:nvCxnSpPr>
          <p:cNvPr id="59" name="꺾인 양쪽 화살표 연결선 18">
            <a:extLst>
              <a:ext uri="{FF2B5EF4-FFF2-40B4-BE49-F238E27FC236}">
                <a16:creationId xmlns:a16="http://schemas.microsoft.com/office/drawing/2014/main" id="{7C80B770-9BEA-7512-8FF0-9C4C9255A8B3}"/>
              </a:ext>
            </a:extLst>
          </p:cNvPr>
          <p:cNvCxnSpPr>
            <a:cxnSpLocks/>
            <a:stCxn id="8" idx="3"/>
            <a:endCxn id="57" idx="1"/>
          </p:cNvCxnSpPr>
          <p:nvPr/>
        </p:nvCxnSpPr>
        <p:spPr>
          <a:xfrm>
            <a:off x="3034062" y="3620595"/>
            <a:ext cx="1196879" cy="1873398"/>
          </a:xfrm>
          <a:prstGeom prst="bentConnector3">
            <a:avLst>
              <a:gd name="adj1" fmla="val 50000"/>
            </a:avLst>
          </a:prstGeom>
          <a:ln>
            <a:solidFill>
              <a:schemeClr val="accent2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꺾인 양쪽 화살표 연결선 18">
            <a:extLst>
              <a:ext uri="{FF2B5EF4-FFF2-40B4-BE49-F238E27FC236}">
                <a16:creationId xmlns:a16="http://schemas.microsoft.com/office/drawing/2014/main" id="{774289FA-681F-CC30-0B7F-F9B5A0B1D4D0}"/>
              </a:ext>
            </a:extLst>
          </p:cNvPr>
          <p:cNvCxnSpPr>
            <a:cxnSpLocks/>
            <a:stCxn id="57" idx="3"/>
            <a:endCxn id="8" idx="1"/>
          </p:cNvCxnSpPr>
          <p:nvPr/>
        </p:nvCxnSpPr>
        <p:spPr>
          <a:xfrm flipH="1" flipV="1">
            <a:off x="1847175" y="3620595"/>
            <a:ext cx="3847272" cy="1873398"/>
          </a:xfrm>
          <a:prstGeom prst="bentConnector5">
            <a:avLst>
              <a:gd name="adj1" fmla="val -5942"/>
              <a:gd name="adj2" fmla="val -43702"/>
              <a:gd name="adj3" fmla="val 105942"/>
            </a:avLst>
          </a:prstGeom>
          <a:ln>
            <a:solidFill>
              <a:schemeClr val="accent2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꺾인 양쪽 화살표 연결선 18">
            <a:extLst>
              <a:ext uri="{FF2B5EF4-FFF2-40B4-BE49-F238E27FC236}">
                <a16:creationId xmlns:a16="http://schemas.microsoft.com/office/drawing/2014/main" id="{29D6C60E-BE35-B144-B708-8521782BE45E}"/>
              </a:ext>
            </a:extLst>
          </p:cNvPr>
          <p:cNvCxnSpPr>
            <a:cxnSpLocks/>
            <a:stCxn id="16" idx="3"/>
            <a:endCxn id="10" idx="1"/>
          </p:cNvCxnSpPr>
          <p:nvPr/>
        </p:nvCxnSpPr>
        <p:spPr>
          <a:xfrm flipH="1" flipV="1">
            <a:off x="416248" y="1604531"/>
            <a:ext cx="7122522" cy="1210401"/>
          </a:xfrm>
          <a:prstGeom prst="bentConnector5">
            <a:avLst>
              <a:gd name="adj1" fmla="val -3210"/>
              <a:gd name="adj2" fmla="val 150120"/>
              <a:gd name="adj3" fmla="val 103210"/>
            </a:avLst>
          </a:prstGeom>
          <a:ln>
            <a:solidFill>
              <a:srgbClr val="00B05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3" name="TextBox 102">
            <a:extLst>
              <a:ext uri="{FF2B5EF4-FFF2-40B4-BE49-F238E27FC236}">
                <a16:creationId xmlns:a16="http://schemas.microsoft.com/office/drawing/2014/main" id="{69C68A32-AD56-9D15-31AB-10B5CBE82878}"/>
              </a:ext>
            </a:extLst>
          </p:cNvPr>
          <p:cNvSpPr txBox="1"/>
          <p:nvPr/>
        </p:nvSpPr>
        <p:spPr>
          <a:xfrm>
            <a:off x="4053141" y="2125008"/>
            <a:ext cx="125744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dirty="0"/>
              <a:t>로딩화면</a:t>
            </a:r>
          </a:p>
        </p:txBody>
      </p:sp>
    </p:spTree>
    <p:extLst>
      <p:ext uri="{BB962C8B-B14F-4D97-AF65-F5344CB8AC3E}">
        <p14:creationId xmlns:p14="http://schemas.microsoft.com/office/powerpoint/2010/main" val="219540223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533757E-1FD6-215F-E156-3C3139CE35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dirty="0"/>
              <a:t>UI_</a:t>
            </a:r>
            <a:r>
              <a:rPr lang="ko-KR" altLang="en-US" dirty="0"/>
              <a:t>세부</a:t>
            </a:r>
            <a:r>
              <a:rPr lang="en-US" altLang="ko-KR" dirty="0"/>
              <a:t>_</a:t>
            </a:r>
            <a:r>
              <a:rPr lang="ko-KR" altLang="en-US" dirty="0"/>
              <a:t>플레이화면 참고</a:t>
            </a:r>
          </a:p>
        </p:txBody>
      </p:sp>
      <p:pic>
        <p:nvPicPr>
          <p:cNvPr id="9" name="내용 개체 틀 8">
            <a:extLst>
              <a:ext uri="{FF2B5EF4-FFF2-40B4-BE49-F238E27FC236}">
                <a16:creationId xmlns:a16="http://schemas.microsoft.com/office/drawing/2014/main" id="{81E79F0F-FDFC-E817-C0AE-BB5090B8657E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986" r="8893"/>
          <a:stretch>
            <a:fillRect/>
          </a:stretch>
        </p:blipFill>
        <p:spPr>
          <a:xfrm>
            <a:off x="838200" y="3056121"/>
            <a:ext cx="5746630" cy="3229714"/>
          </a:xfrm>
          <a:prstGeom prst="rect">
            <a:avLst/>
          </a:prstGeom>
        </p:spPr>
      </p:pic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42C8D78D-3ED4-2311-EA63-537F5F77C1C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848034" y="1825625"/>
            <a:ext cx="4505766" cy="4351338"/>
          </a:xfrm>
        </p:spPr>
        <p:txBody>
          <a:bodyPr>
            <a:normAutofit/>
          </a:bodyPr>
          <a:lstStyle/>
          <a:p>
            <a:endParaRPr lang="en-US" altLang="ko-KR" sz="2400" dirty="0"/>
          </a:p>
          <a:p>
            <a:endParaRPr lang="en-US" altLang="ko-KR" sz="2400" dirty="0"/>
          </a:p>
          <a:p>
            <a:r>
              <a:rPr lang="ko-KR" altLang="en-US" sz="2400" dirty="0"/>
              <a:t>레퍼런스 게임의 이미지 </a:t>
            </a:r>
            <a:br>
              <a:rPr lang="en-US" altLang="ko-KR" sz="2400" dirty="0"/>
            </a:br>
            <a:r>
              <a:rPr lang="ko-KR" altLang="en-US" sz="2400" dirty="0"/>
              <a:t>플레이 화면 참고</a:t>
            </a:r>
            <a:endParaRPr lang="en-US" altLang="ko-KR" sz="2400" dirty="0"/>
          </a:p>
          <a:p>
            <a:endParaRPr lang="en-US" altLang="ko-KR" sz="2400" dirty="0"/>
          </a:p>
          <a:p>
            <a:endParaRPr lang="en-US" altLang="ko-KR" sz="2400" dirty="0"/>
          </a:p>
          <a:p>
            <a:endParaRPr lang="en-US" altLang="ko-KR" sz="2400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7F95CE34-8468-8FBD-5332-DFDBCB879C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10/11/2026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099FD26-AF90-A1CC-A66F-C817032E67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31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DB089F7A-7CA1-E010-5F87-17E27A802940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시스템</a:t>
            </a: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0EA101FB-C5F7-D7BA-BAFB-2BFC8BEA716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930227"/>
            <a:ext cx="3781977" cy="2125894"/>
          </a:xfrm>
          <a:prstGeom prst="rect">
            <a:avLst/>
          </a:prstGeom>
        </p:spPr>
      </p:pic>
      <p:sp>
        <p:nvSpPr>
          <p:cNvPr id="13" name="직사각형 12">
            <a:extLst>
              <a:ext uri="{FF2B5EF4-FFF2-40B4-BE49-F238E27FC236}">
                <a16:creationId xmlns:a16="http://schemas.microsoft.com/office/drawing/2014/main" id="{6C69ABD2-5C85-6EFE-9E9C-6A167D27F917}"/>
              </a:ext>
            </a:extLst>
          </p:cNvPr>
          <p:cNvSpPr/>
          <p:nvPr/>
        </p:nvSpPr>
        <p:spPr>
          <a:xfrm>
            <a:off x="801999" y="930227"/>
            <a:ext cx="857926" cy="382894"/>
          </a:xfrm>
          <a:prstGeom prst="rect">
            <a:avLst/>
          </a:prstGeom>
          <a:solidFill>
            <a:srgbClr val="FF0000">
              <a:alpha val="13000"/>
            </a:srgbClr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567288D5-F1CD-1A04-BDA2-2AD330634E91}"/>
              </a:ext>
            </a:extLst>
          </p:cNvPr>
          <p:cNvSpPr/>
          <p:nvPr/>
        </p:nvSpPr>
        <p:spPr>
          <a:xfrm>
            <a:off x="878492" y="3056121"/>
            <a:ext cx="3119350" cy="382894"/>
          </a:xfrm>
          <a:prstGeom prst="rect">
            <a:avLst/>
          </a:prstGeom>
          <a:solidFill>
            <a:srgbClr val="FF0000">
              <a:alpha val="13000"/>
            </a:srgbClr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C588704E-B783-8AA9-FEC9-3C32AF5BFA10}"/>
              </a:ext>
            </a:extLst>
          </p:cNvPr>
          <p:cNvSpPr/>
          <p:nvPr/>
        </p:nvSpPr>
        <p:spPr>
          <a:xfrm>
            <a:off x="3147145" y="4635521"/>
            <a:ext cx="868510" cy="1292252"/>
          </a:xfrm>
          <a:prstGeom prst="rect">
            <a:avLst/>
          </a:prstGeom>
          <a:solidFill>
            <a:srgbClr val="FF0000">
              <a:alpha val="13000"/>
            </a:srgbClr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22A4487-800F-DF37-A70B-371D2746D349}"/>
              </a:ext>
            </a:extLst>
          </p:cNvPr>
          <p:cNvSpPr txBox="1"/>
          <p:nvPr/>
        </p:nvSpPr>
        <p:spPr>
          <a:xfrm>
            <a:off x="4564154" y="1477070"/>
            <a:ext cx="206817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/>
              <a:t>[</a:t>
            </a:r>
            <a:r>
              <a:rPr lang="ko-KR" altLang="en-US" sz="1400" dirty="0"/>
              <a:t>자료</a:t>
            </a:r>
            <a:r>
              <a:rPr lang="en-US" altLang="ko-KR" sz="1400" dirty="0"/>
              <a:t>4] </a:t>
            </a:r>
            <a:r>
              <a:rPr lang="ko-KR" altLang="en-US" sz="1400" dirty="0"/>
              <a:t>게임</a:t>
            </a:r>
            <a:br>
              <a:rPr lang="en-US" altLang="ko-KR" sz="1400" dirty="0"/>
            </a:br>
            <a:r>
              <a:rPr lang="en-US" altLang="ko-KR" sz="1400" dirty="0"/>
              <a:t>“</a:t>
            </a:r>
            <a:r>
              <a:rPr lang="ko-KR" altLang="en-US" sz="1400" dirty="0" err="1"/>
              <a:t>이프선셋</a:t>
            </a:r>
            <a:r>
              <a:rPr lang="en-US" altLang="ko-KR" sz="1400" dirty="0"/>
              <a:t>” </a:t>
            </a:r>
            <a:r>
              <a:rPr lang="ko-KR" altLang="en-US" sz="1400" dirty="0"/>
              <a:t>플레이 화면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6B836F7-4B29-DFB0-923C-2D74D5FD2332}"/>
              </a:ext>
            </a:extLst>
          </p:cNvPr>
          <p:cNvSpPr txBox="1"/>
          <p:nvPr/>
        </p:nvSpPr>
        <p:spPr>
          <a:xfrm>
            <a:off x="4564155" y="2345203"/>
            <a:ext cx="2020675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/>
              <a:t>[</a:t>
            </a:r>
            <a:r>
              <a:rPr lang="ko-KR" altLang="en-US" sz="1400" dirty="0"/>
              <a:t>자료</a:t>
            </a:r>
            <a:r>
              <a:rPr lang="en-US" altLang="ko-KR" sz="1400" dirty="0"/>
              <a:t>5] </a:t>
            </a:r>
            <a:r>
              <a:rPr lang="ko-KR" altLang="en-US" sz="1400" dirty="0"/>
              <a:t>게임 </a:t>
            </a:r>
            <a:r>
              <a:rPr lang="en-US" altLang="ko-KR" sz="1400" dirty="0"/>
              <a:t>“Totally Reliable Delivery Service” </a:t>
            </a:r>
            <a:r>
              <a:rPr lang="ko-KR" altLang="en-US" sz="1400" dirty="0"/>
              <a:t>플레이 화면</a:t>
            </a:r>
          </a:p>
        </p:txBody>
      </p:sp>
    </p:spTree>
    <p:extLst>
      <p:ext uri="{BB962C8B-B14F-4D97-AF65-F5344CB8AC3E}">
        <p14:creationId xmlns:p14="http://schemas.microsoft.com/office/powerpoint/2010/main" val="260067586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01E3C15-BBEC-4ECE-CB07-41C6908F15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UI_</a:t>
            </a:r>
            <a:r>
              <a:rPr lang="ko-KR" altLang="en-US" dirty="0"/>
              <a:t>세부</a:t>
            </a:r>
            <a:r>
              <a:rPr lang="en-US" altLang="ko-KR" dirty="0"/>
              <a:t>_</a:t>
            </a:r>
            <a:r>
              <a:rPr lang="ko-KR" altLang="en-US" dirty="0"/>
              <a:t>플레이화면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3C374B0-6F4C-5F64-2FB3-E6BF609F78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10/11/2026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2629E22-E88D-853E-E3FD-23646777D5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32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84DCC80B-B0BB-1B28-1AB1-A7B61EA62BF9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시스템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2E1D0332-8E04-2446-FB53-C87E8DBEDF0B}"/>
              </a:ext>
            </a:extLst>
          </p:cNvPr>
          <p:cNvSpPr/>
          <p:nvPr/>
        </p:nvSpPr>
        <p:spPr>
          <a:xfrm>
            <a:off x="1266064" y="2029659"/>
            <a:ext cx="5578413" cy="3120842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1" name="직선 연결선 10">
            <a:extLst>
              <a:ext uri="{FF2B5EF4-FFF2-40B4-BE49-F238E27FC236}">
                <a16:creationId xmlns:a16="http://schemas.microsoft.com/office/drawing/2014/main" id="{1CD61393-884B-D75C-0494-2B6F87B4171C}"/>
              </a:ext>
            </a:extLst>
          </p:cNvPr>
          <p:cNvCxnSpPr>
            <a:cxnSpLocks/>
            <a:stCxn id="9" idx="1"/>
            <a:endCxn id="9" idx="3"/>
          </p:cNvCxnSpPr>
          <p:nvPr/>
        </p:nvCxnSpPr>
        <p:spPr>
          <a:xfrm>
            <a:off x="1266064" y="3590080"/>
            <a:ext cx="5578413" cy="0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5432568F-08C5-1D22-F143-FDB7924344F6}"/>
              </a:ext>
            </a:extLst>
          </p:cNvPr>
          <p:cNvCxnSpPr>
            <a:cxnSpLocks/>
            <a:stCxn id="9" idx="0"/>
            <a:endCxn id="9" idx="2"/>
          </p:cNvCxnSpPr>
          <p:nvPr/>
        </p:nvCxnSpPr>
        <p:spPr>
          <a:xfrm>
            <a:off x="4055271" y="2029659"/>
            <a:ext cx="0" cy="3120842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pSp>
        <p:nvGrpSpPr>
          <p:cNvPr id="22" name="그래픽 19" descr="남자 단색으로 채워진">
            <a:extLst>
              <a:ext uri="{FF2B5EF4-FFF2-40B4-BE49-F238E27FC236}">
                <a16:creationId xmlns:a16="http://schemas.microsoft.com/office/drawing/2014/main" id="{F1303222-194A-EA7E-8200-B9B86AA82950}"/>
              </a:ext>
            </a:extLst>
          </p:cNvPr>
          <p:cNvGrpSpPr/>
          <p:nvPr/>
        </p:nvGrpSpPr>
        <p:grpSpPr>
          <a:xfrm>
            <a:off x="3722238" y="3759837"/>
            <a:ext cx="638514" cy="1260288"/>
            <a:chOff x="2359041" y="3569144"/>
            <a:chExt cx="763894" cy="1572305"/>
          </a:xfrm>
          <a:solidFill>
            <a:srgbClr val="000000"/>
          </a:solidFill>
        </p:grpSpPr>
        <p:sp>
          <p:nvSpPr>
            <p:cNvPr id="23" name="타원 22">
              <a:extLst>
                <a:ext uri="{FF2B5EF4-FFF2-40B4-BE49-F238E27FC236}">
                  <a16:creationId xmlns:a16="http://schemas.microsoft.com/office/drawing/2014/main" id="{89BEC900-CC8D-593E-678C-0C9B54124023}"/>
                </a:ext>
              </a:extLst>
            </p:cNvPr>
            <p:cNvSpPr/>
            <p:nvPr/>
          </p:nvSpPr>
          <p:spPr>
            <a:xfrm>
              <a:off x="2438393" y="3569144"/>
              <a:ext cx="598142" cy="580675"/>
            </a:xfrm>
            <a:prstGeom prst="ellipse">
              <a:avLst/>
            </a:prstGeom>
            <a:solidFill>
              <a:srgbClr val="000000"/>
            </a:solidFill>
            <a:ln w="222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4" name="자유형: 도형 23">
              <a:extLst>
                <a:ext uri="{FF2B5EF4-FFF2-40B4-BE49-F238E27FC236}">
                  <a16:creationId xmlns:a16="http://schemas.microsoft.com/office/drawing/2014/main" id="{9B6DFC1B-9094-BBE7-637A-A57A4A903F46}"/>
                </a:ext>
              </a:extLst>
            </p:cNvPr>
            <p:cNvSpPr/>
            <p:nvPr/>
          </p:nvSpPr>
          <p:spPr>
            <a:xfrm>
              <a:off x="2359041" y="4146956"/>
              <a:ext cx="763894" cy="994493"/>
            </a:xfrm>
            <a:custGeom>
              <a:avLst/>
              <a:gdLst>
                <a:gd name="csX0" fmla="*/ 975567 w 980021"/>
                <a:gd name="csY0" fmla="*/ 694924 h 1603671"/>
                <a:gd name="csX1" fmla="*/ 850837 w 980021"/>
                <a:gd name="csY1" fmla="*/ 164822 h 1603671"/>
                <a:gd name="csX2" fmla="*/ 824109 w 980021"/>
                <a:gd name="csY2" fmla="*/ 115821 h 1603671"/>
                <a:gd name="csX3" fmla="*/ 637014 w 980021"/>
                <a:gd name="csY3" fmla="*/ 17819 h 1603671"/>
                <a:gd name="csX4" fmla="*/ 490011 w 980021"/>
                <a:gd name="csY4" fmla="*/ 0 h 1603671"/>
                <a:gd name="csX5" fmla="*/ 343008 w 980021"/>
                <a:gd name="csY5" fmla="*/ 22273 h 1603671"/>
                <a:gd name="csX6" fmla="*/ 155913 w 980021"/>
                <a:gd name="csY6" fmla="*/ 120275 h 1603671"/>
                <a:gd name="csX7" fmla="*/ 129185 w 980021"/>
                <a:gd name="csY7" fmla="*/ 169276 h 1603671"/>
                <a:gd name="csX8" fmla="*/ 4455 w 980021"/>
                <a:gd name="csY8" fmla="*/ 699379 h 1603671"/>
                <a:gd name="csX9" fmla="*/ 0 w 980021"/>
                <a:gd name="csY9" fmla="*/ 721652 h 1603671"/>
                <a:gd name="csX10" fmla="*/ 89093 w 980021"/>
                <a:gd name="csY10" fmla="*/ 810745 h 1603671"/>
                <a:gd name="csX11" fmla="*/ 173731 w 980021"/>
                <a:gd name="csY11" fmla="*/ 743926 h 1603671"/>
                <a:gd name="csX12" fmla="*/ 267279 w 980021"/>
                <a:gd name="csY12" fmla="*/ 356372 h 1603671"/>
                <a:gd name="csX13" fmla="*/ 267279 w 980021"/>
                <a:gd name="csY13" fmla="*/ 1603672 h 1603671"/>
                <a:gd name="csX14" fmla="*/ 445464 w 980021"/>
                <a:gd name="csY14" fmla="*/ 1603672 h 1603671"/>
                <a:gd name="csX15" fmla="*/ 445464 w 980021"/>
                <a:gd name="csY15" fmla="*/ 801836 h 1603671"/>
                <a:gd name="csX16" fmla="*/ 534557 w 980021"/>
                <a:gd name="csY16" fmla="*/ 801836 h 1603671"/>
                <a:gd name="csX17" fmla="*/ 534557 w 980021"/>
                <a:gd name="csY17" fmla="*/ 1603672 h 1603671"/>
                <a:gd name="csX18" fmla="*/ 712743 w 980021"/>
                <a:gd name="csY18" fmla="*/ 1603672 h 1603671"/>
                <a:gd name="csX19" fmla="*/ 712743 w 980021"/>
                <a:gd name="csY19" fmla="*/ 351917 h 1603671"/>
                <a:gd name="csX20" fmla="*/ 806291 w 980021"/>
                <a:gd name="csY20" fmla="*/ 739471 h 1603671"/>
                <a:gd name="csX21" fmla="*/ 890929 w 980021"/>
                <a:gd name="csY21" fmla="*/ 806291 h 1603671"/>
                <a:gd name="csX22" fmla="*/ 980022 w 980021"/>
                <a:gd name="csY22" fmla="*/ 717198 h 1603671"/>
                <a:gd name="csX23" fmla="*/ 975567 w 980021"/>
                <a:gd name="csY23" fmla="*/ 694924 h 160367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980021" h="1603671">
                  <a:moveTo>
                    <a:pt x="975567" y="694924"/>
                  </a:moveTo>
                  <a:lnTo>
                    <a:pt x="850837" y="164822"/>
                  </a:lnTo>
                  <a:cubicBezTo>
                    <a:pt x="846382" y="147003"/>
                    <a:pt x="837473" y="129185"/>
                    <a:pt x="824109" y="115821"/>
                  </a:cubicBezTo>
                  <a:cubicBezTo>
                    <a:pt x="770653" y="71274"/>
                    <a:pt x="708288" y="40092"/>
                    <a:pt x="637014" y="17819"/>
                  </a:cubicBezTo>
                  <a:cubicBezTo>
                    <a:pt x="588013" y="8909"/>
                    <a:pt x="539012" y="0"/>
                    <a:pt x="490011" y="0"/>
                  </a:cubicBezTo>
                  <a:cubicBezTo>
                    <a:pt x="441010" y="0"/>
                    <a:pt x="392009" y="8909"/>
                    <a:pt x="343008" y="22273"/>
                  </a:cubicBezTo>
                  <a:cubicBezTo>
                    <a:pt x="271733" y="40092"/>
                    <a:pt x="209368" y="75729"/>
                    <a:pt x="155913" y="120275"/>
                  </a:cubicBezTo>
                  <a:cubicBezTo>
                    <a:pt x="142549" y="133639"/>
                    <a:pt x="133639" y="151458"/>
                    <a:pt x="129185" y="169276"/>
                  </a:cubicBezTo>
                  <a:lnTo>
                    <a:pt x="4455" y="699379"/>
                  </a:lnTo>
                  <a:cubicBezTo>
                    <a:pt x="4455" y="703834"/>
                    <a:pt x="0" y="712743"/>
                    <a:pt x="0" y="721652"/>
                  </a:cubicBezTo>
                  <a:cubicBezTo>
                    <a:pt x="0" y="770653"/>
                    <a:pt x="40092" y="810745"/>
                    <a:pt x="89093" y="810745"/>
                  </a:cubicBezTo>
                  <a:cubicBezTo>
                    <a:pt x="129185" y="810745"/>
                    <a:pt x="164822" y="779563"/>
                    <a:pt x="173731" y="743926"/>
                  </a:cubicBezTo>
                  <a:lnTo>
                    <a:pt x="267279" y="356372"/>
                  </a:lnTo>
                  <a:lnTo>
                    <a:pt x="267279" y="1603672"/>
                  </a:lnTo>
                  <a:lnTo>
                    <a:pt x="445464" y="1603672"/>
                  </a:lnTo>
                  <a:lnTo>
                    <a:pt x="445464" y="801836"/>
                  </a:lnTo>
                  <a:lnTo>
                    <a:pt x="534557" y="801836"/>
                  </a:lnTo>
                  <a:lnTo>
                    <a:pt x="534557" y="1603672"/>
                  </a:lnTo>
                  <a:lnTo>
                    <a:pt x="712743" y="1603672"/>
                  </a:lnTo>
                  <a:lnTo>
                    <a:pt x="712743" y="351917"/>
                  </a:lnTo>
                  <a:lnTo>
                    <a:pt x="806291" y="739471"/>
                  </a:lnTo>
                  <a:cubicBezTo>
                    <a:pt x="815200" y="775108"/>
                    <a:pt x="850837" y="806291"/>
                    <a:pt x="890929" y="806291"/>
                  </a:cubicBezTo>
                  <a:cubicBezTo>
                    <a:pt x="939930" y="806291"/>
                    <a:pt x="980022" y="766199"/>
                    <a:pt x="980022" y="717198"/>
                  </a:cubicBezTo>
                  <a:cubicBezTo>
                    <a:pt x="980022" y="708288"/>
                    <a:pt x="975567" y="699379"/>
                    <a:pt x="975567" y="694924"/>
                  </a:cubicBezTo>
                  <a:close/>
                </a:path>
              </a:pathLst>
            </a:custGeom>
            <a:solidFill>
              <a:srgbClr val="000000"/>
            </a:solidFill>
            <a:ln w="222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29" name="부분 원형 28">
            <a:extLst>
              <a:ext uri="{FF2B5EF4-FFF2-40B4-BE49-F238E27FC236}">
                <a16:creationId xmlns:a16="http://schemas.microsoft.com/office/drawing/2014/main" id="{4751DBFC-D2CE-EA5B-C23B-B0A18C6F9C73}"/>
              </a:ext>
            </a:extLst>
          </p:cNvPr>
          <p:cNvSpPr/>
          <p:nvPr/>
        </p:nvSpPr>
        <p:spPr>
          <a:xfrm>
            <a:off x="1314524" y="2069339"/>
            <a:ext cx="707066" cy="675169"/>
          </a:xfrm>
          <a:prstGeom prst="pie">
            <a:avLst>
              <a:gd name="adj1" fmla="val 1686796"/>
              <a:gd name="adj2" fmla="val 16200000"/>
            </a:avLst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30" name="직사각형 29">
            <a:extLst>
              <a:ext uri="{FF2B5EF4-FFF2-40B4-BE49-F238E27FC236}">
                <a16:creationId xmlns:a16="http://schemas.microsoft.com/office/drawing/2014/main" id="{645022E8-84C2-1229-D77E-969FA7EF1836}"/>
              </a:ext>
            </a:extLst>
          </p:cNvPr>
          <p:cNvSpPr/>
          <p:nvPr/>
        </p:nvSpPr>
        <p:spPr>
          <a:xfrm>
            <a:off x="5368599" y="5002981"/>
            <a:ext cx="1440709" cy="94107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B43C3912-C901-B9CF-518E-47D127032416}"/>
              </a:ext>
            </a:extLst>
          </p:cNvPr>
          <p:cNvSpPr/>
          <p:nvPr/>
        </p:nvSpPr>
        <p:spPr>
          <a:xfrm>
            <a:off x="5368598" y="4873939"/>
            <a:ext cx="1440709" cy="94107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0" name="그래픽 34" descr="배지 1 단색으로 채워진">
            <a:extLst>
              <a:ext uri="{FF2B5EF4-FFF2-40B4-BE49-F238E27FC236}">
                <a16:creationId xmlns:a16="http://schemas.microsoft.com/office/drawing/2014/main" id="{5B026F9F-61F3-E3E4-0375-432C034CBE51}"/>
              </a:ext>
            </a:extLst>
          </p:cNvPr>
          <p:cNvSpPr/>
          <p:nvPr/>
        </p:nvSpPr>
        <p:spPr>
          <a:xfrm>
            <a:off x="948785" y="1974847"/>
            <a:ext cx="389964" cy="389964"/>
          </a:xfrm>
          <a:custGeom>
            <a:avLst/>
            <a:gdLst>
              <a:gd name="csX0" fmla="*/ 194982 w 389964"/>
              <a:gd name="csY0" fmla="*/ 0 h 389964"/>
              <a:gd name="csX1" fmla="*/ 0 w 389964"/>
              <a:gd name="csY1" fmla="*/ 194982 h 389964"/>
              <a:gd name="csX2" fmla="*/ 194982 w 389964"/>
              <a:gd name="csY2" fmla="*/ 389964 h 389964"/>
              <a:gd name="csX3" fmla="*/ 389964 w 389964"/>
              <a:gd name="csY3" fmla="*/ 194982 h 389964"/>
              <a:gd name="csX4" fmla="*/ 389964 w 389964"/>
              <a:gd name="csY4" fmla="*/ 194962 h 389964"/>
              <a:gd name="csX5" fmla="*/ 195136 w 389964"/>
              <a:gd name="csY5" fmla="*/ 0 h 389964"/>
              <a:gd name="csX6" fmla="*/ 194982 w 389964"/>
              <a:gd name="csY6" fmla="*/ 0 h 389964"/>
              <a:gd name="csX7" fmla="*/ 216370 w 389964"/>
              <a:gd name="csY7" fmla="*/ 277747 h 389964"/>
              <a:gd name="csX8" fmla="*/ 186711 w 389964"/>
              <a:gd name="csY8" fmla="*/ 277747 h 389964"/>
              <a:gd name="csX9" fmla="*/ 186711 w 389964"/>
              <a:gd name="csY9" fmla="*/ 136096 h 389964"/>
              <a:gd name="csX10" fmla="*/ 178779 w 389964"/>
              <a:gd name="csY10" fmla="*/ 141040 h 389964"/>
              <a:gd name="csX11" fmla="*/ 170175 w 389964"/>
              <a:gd name="csY11" fmla="*/ 145301 h 389964"/>
              <a:gd name="csX12" fmla="*/ 160118 w 389964"/>
              <a:gd name="csY12" fmla="*/ 148797 h 389964"/>
              <a:gd name="csX13" fmla="*/ 148525 w 389964"/>
              <a:gd name="csY13" fmla="*/ 151950 h 389964"/>
              <a:gd name="csX14" fmla="*/ 148525 w 389964"/>
              <a:gd name="csY14" fmla="*/ 128256 h 389964"/>
              <a:gd name="csX15" fmla="*/ 156277 w 389964"/>
              <a:gd name="csY15" fmla="*/ 125869 h 389964"/>
              <a:gd name="csX16" fmla="*/ 163188 w 389964"/>
              <a:gd name="csY16" fmla="*/ 123482 h 389964"/>
              <a:gd name="csX17" fmla="*/ 170006 w 389964"/>
              <a:gd name="csY17" fmla="*/ 120668 h 389964"/>
              <a:gd name="csX18" fmla="*/ 176823 w 389964"/>
              <a:gd name="csY18" fmla="*/ 117855 h 389964"/>
              <a:gd name="csX19" fmla="*/ 183380 w 389964"/>
              <a:gd name="csY19" fmla="*/ 114446 h 389964"/>
              <a:gd name="csX20" fmla="*/ 189951 w 389964"/>
              <a:gd name="csY20" fmla="*/ 110852 h 389964"/>
              <a:gd name="csX21" fmla="*/ 197020 w 389964"/>
              <a:gd name="csY21" fmla="*/ 106745 h 389964"/>
              <a:gd name="csX22" fmla="*/ 204100 w 389964"/>
              <a:gd name="csY22" fmla="*/ 102638 h 389964"/>
              <a:gd name="csX23" fmla="*/ 216370 w 389964"/>
              <a:gd name="csY23" fmla="*/ 102638 h 38996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</a:cxnLst>
            <a:rect l="l" t="t" r="r" b="b"/>
            <a:pathLst>
              <a:path w="389964" h="389964">
                <a:moveTo>
                  <a:pt x="194982" y="0"/>
                </a:moveTo>
                <a:cubicBezTo>
                  <a:pt x="87297" y="0"/>
                  <a:pt x="0" y="87297"/>
                  <a:pt x="0" y="194982"/>
                </a:cubicBezTo>
                <a:cubicBezTo>
                  <a:pt x="0" y="302668"/>
                  <a:pt x="87297" y="389964"/>
                  <a:pt x="194982" y="389964"/>
                </a:cubicBezTo>
                <a:cubicBezTo>
                  <a:pt x="302668" y="389964"/>
                  <a:pt x="389964" y="302668"/>
                  <a:pt x="389964" y="194982"/>
                </a:cubicBezTo>
                <a:cubicBezTo>
                  <a:pt x="389964" y="194976"/>
                  <a:pt x="389964" y="194968"/>
                  <a:pt x="389964" y="194962"/>
                </a:cubicBezTo>
                <a:cubicBezTo>
                  <a:pt x="390001" y="87324"/>
                  <a:pt x="302774" y="37"/>
                  <a:pt x="195136" y="0"/>
                </a:cubicBezTo>
                <a:cubicBezTo>
                  <a:pt x="195085" y="0"/>
                  <a:pt x="195034" y="0"/>
                  <a:pt x="194982" y="0"/>
                </a:cubicBezTo>
                <a:close/>
                <a:moveTo>
                  <a:pt x="216370" y="277747"/>
                </a:moveTo>
                <a:lnTo>
                  <a:pt x="186711" y="277747"/>
                </a:lnTo>
                <a:lnTo>
                  <a:pt x="186711" y="136096"/>
                </a:lnTo>
                <a:cubicBezTo>
                  <a:pt x="184206" y="137807"/>
                  <a:pt x="181562" y="139455"/>
                  <a:pt x="178779" y="141040"/>
                </a:cubicBezTo>
                <a:cubicBezTo>
                  <a:pt x="175998" y="142630"/>
                  <a:pt x="173125" y="144052"/>
                  <a:pt x="170175" y="145301"/>
                </a:cubicBezTo>
                <a:cubicBezTo>
                  <a:pt x="166985" y="146554"/>
                  <a:pt x="163633" y="147719"/>
                  <a:pt x="160118" y="148797"/>
                </a:cubicBezTo>
                <a:cubicBezTo>
                  <a:pt x="156602" y="149875"/>
                  <a:pt x="152739" y="150926"/>
                  <a:pt x="148525" y="151950"/>
                </a:cubicBezTo>
                <a:lnTo>
                  <a:pt x="148525" y="128256"/>
                </a:lnTo>
                <a:cubicBezTo>
                  <a:pt x="151366" y="127459"/>
                  <a:pt x="153950" y="126663"/>
                  <a:pt x="156277" y="125869"/>
                </a:cubicBezTo>
                <a:cubicBezTo>
                  <a:pt x="158605" y="125075"/>
                  <a:pt x="160908" y="124279"/>
                  <a:pt x="163188" y="123482"/>
                </a:cubicBezTo>
                <a:cubicBezTo>
                  <a:pt x="165452" y="122573"/>
                  <a:pt x="167731" y="121639"/>
                  <a:pt x="170006" y="120668"/>
                </a:cubicBezTo>
                <a:cubicBezTo>
                  <a:pt x="172280" y="119698"/>
                  <a:pt x="174549" y="118769"/>
                  <a:pt x="176823" y="117855"/>
                </a:cubicBezTo>
                <a:cubicBezTo>
                  <a:pt x="178980" y="116719"/>
                  <a:pt x="181165" y="115582"/>
                  <a:pt x="183380" y="114446"/>
                </a:cubicBezTo>
                <a:cubicBezTo>
                  <a:pt x="185594" y="113310"/>
                  <a:pt x="187784" y="112112"/>
                  <a:pt x="189951" y="110852"/>
                </a:cubicBezTo>
                <a:cubicBezTo>
                  <a:pt x="192347" y="109606"/>
                  <a:pt x="194703" y="108238"/>
                  <a:pt x="197020" y="106745"/>
                </a:cubicBezTo>
                <a:cubicBezTo>
                  <a:pt x="199337" y="105253"/>
                  <a:pt x="201697" y="103884"/>
                  <a:pt x="204100" y="102638"/>
                </a:cubicBezTo>
                <a:lnTo>
                  <a:pt x="216370" y="102638"/>
                </a:lnTo>
                <a:close/>
              </a:path>
            </a:pathLst>
          </a:custGeom>
          <a:solidFill>
            <a:srgbClr val="7030A0"/>
          </a:solidFill>
          <a:ln w="5060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37" name="그래픽 36" descr="배지 단색으로 채워진">
            <a:extLst>
              <a:ext uri="{FF2B5EF4-FFF2-40B4-BE49-F238E27FC236}">
                <a16:creationId xmlns:a16="http://schemas.microsoft.com/office/drawing/2014/main" id="{33B29038-5D73-6585-F525-3B64DD9121E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961468" y="4920457"/>
            <a:ext cx="445606" cy="445606"/>
          </a:xfrm>
          <a:prstGeom prst="rect">
            <a:avLst/>
          </a:prstGeom>
        </p:spPr>
      </p:pic>
      <p:pic>
        <p:nvPicPr>
          <p:cNvPr id="39" name="그래픽 38" descr="배지 3 단색으로 채워진">
            <a:extLst>
              <a:ext uri="{FF2B5EF4-FFF2-40B4-BE49-F238E27FC236}">
                <a16:creationId xmlns:a16="http://schemas.microsoft.com/office/drawing/2014/main" id="{9DFCB7BC-DE19-2F6B-FE9F-EABB6AD0387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526988" y="4858185"/>
            <a:ext cx="445605" cy="445605"/>
          </a:xfrm>
          <a:prstGeom prst="rect">
            <a:avLst/>
          </a:prstGeom>
        </p:spPr>
      </p:pic>
      <p:sp>
        <p:nvSpPr>
          <p:cNvPr id="43" name="TextBox 42">
            <a:extLst>
              <a:ext uri="{FF2B5EF4-FFF2-40B4-BE49-F238E27FC236}">
                <a16:creationId xmlns:a16="http://schemas.microsoft.com/office/drawing/2014/main" id="{36CEDC34-E6D6-8E1D-BC69-E60E98909A7D}"/>
              </a:ext>
            </a:extLst>
          </p:cNvPr>
          <p:cNvSpPr txBox="1"/>
          <p:nvPr/>
        </p:nvSpPr>
        <p:spPr>
          <a:xfrm>
            <a:off x="7779486" y="2069339"/>
            <a:ext cx="3273827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dirty="0"/>
              <a:t>남은 배달 시간 표시</a:t>
            </a:r>
            <a:endParaRPr lang="en-US" altLang="ko-KR" sz="2000" dirty="0"/>
          </a:p>
          <a:p>
            <a:endParaRPr lang="en-US" altLang="ko-KR" sz="2000" dirty="0"/>
          </a:p>
          <a:p>
            <a:r>
              <a:rPr lang="ko-KR" altLang="en-US" sz="2000" dirty="0"/>
              <a:t>플레이어 </a:t>
            </a:r>
            <a:r>
              <a:rPr lang="en-US" altLang="ko-KR" sz="2000" dirty="0"/>
              <a:t>HP</a:t>
            </a:r>
            <a:r>
              <a:rPr lang="ko-KR" altLang="en-US" sz="2000" dirty="0"/>
              <a:t>와 달리기 </a:t>
            </a:r>
            <a:br>
              <a:rPr lang="en-US" altLang="ko-KR" sz="2000" dirty="0"/>
            </a:br>
            <a:r>
              <a:rPr lang="ko-KR" altLang="en-US" sz="2000" dirty="0" err="1"/>
              <a:t>스테미너</a:t>
            </a:r>
            <a:endParaRPr lang="en-US" altLang="ko-KR" sz="2000" dirty="0"/>
          </a:p>
          <a:p>
            <a:endParaRPr lang="en-US" altLang="ko-KR" sz="2000" dirty="0"/>
          </a:p>
          <a:p>
            <a:r>
              <a:rPr lang="ko-KR" altLang="en-US" sz="2000" dirty="0"/>
              <a:t>플레이어 비율</a:t>
            </a:r>
          </a:p>
        </p:txBody>
      </p:sp>
      <p:sp>
        <p:nvSpPr>
          <p:cNvPr id="45" name="그래픽 34" descr="배지 1 단색으로 채워진">
            <a:extLst>
              <a:ext uri="{FF2B5EF4-FFF2-40B4-BE49-F238E27FC236}">
                <a16:creationId xmlns:a16="http://schemas.microsoft.com/office/drawing/2014/main" id="{061E99F2-BB46-9E1A-A1CC-4803574FA569}"/>
              </a:ext>
            </a:extLst>
          </p:cNvPr>
          <p:cNvSpPr/>
          <p:nvPr/>
        </p:nvSpPr>
        <p:spPr>
          <a:xfrm>
            <a:off x="7276371" y="2069339"/>
            <a:ext cx="389964" cy="389964"/>
          </a:xfrm>
          <a:custGeom>
            <a:avLst/>
            <a:gdLst>
              <a:gd name="csX0" fmla="*/ 194982 w 389964"/>
              <a:gd name="csY0" fmla="*/ 0 h 389964"/>
              <a:gd name="csX1" fmla="*/ 0 w 389964"/>
              <a:gd name="csY1" fmla="*/ 194982 h 389964"/>
              <a:gd name="csX2" fmla="*/ 194982 w 389964"/>
              <a:gd name="csY2" fmla="*/ 389964 h 389964"/>
              <a:gd name="csX3" fmla="*/ 389964 w 389964"/>
              <a:gd name="csY3" fmla="*/ 194982 h 389964"/>
              <a:gd name="csX4" fmla="*/ 389964 w 389964"/>
              <a:gd name="csY4" fmla="*/ 194962 h 389964"/>
              <a:gd name="csX5" fmla="*/ 195136 w 389964"/>
              <a:gd name="csY5" fmla="*/ 0 h 389964"/>
              <a:gd name="csX6" fmla="*/ 194982 w 389964"/>
              <a:gd name="csY6" fmla="*/ 0 h 389964"/>
              <a:gd name="csX7" fmla="*/ 216370 w 389964"/>
              <a:gd name="csY7" fmla="*/ 277747 h 389964"/>
              <a:gd name="csX8" fmla="*/ 186711 w 389964"/>
              <a:gd name="csY8" fmla="*/ 277747 h 389964"/>
              <a:gd name="csX9" fmla="*/ 186711 w 389964"/>
              <a:gd name="csY9" fmla="*/ 136096 h 389964"/>
              <a:gd name="csX10" fmla="*/ 178779 w 389964"/>
              <a:gd name="csY10" fmla="*/ 141040 h 389964"/>
              <a:gd name="csX11" fmla="*/ 170175 w 389964"/>
              <a:gd name="csY11" fmla="*/ 145301 h 389964"/>
              <a:gd name="csX12" fmla="*/ 160118 w 389964"/>
              <a:gd name="csY12" fmla="*/ 148797 h 389964"/>
              <a:gd name="csX13" fmla="*/ 148525 w 389964"/>
              <a:gd name="csY13" fmla="*/ 151950 h 389964"/>
              <a:gd name="csX14" fmla="*/ 148525 w 389964"/>
              <a:gd name="csY14" fmla="*/ 128256 h 389964"/>
              <a:gd name="csX15" fmla="*/ 156277 w 389964"/>
              <a:gd name="csY15" fmla="*/ 125869 h 389964"/>
              <a:gd name="csX16" fmla="*/ 163188 w 389964"/>
              <a:gd name="csY16" fmla="*/ 123482 h 389964"/>
              <a:gd name="csX17" fmla="*/ 170006 w 389964"/>
              <a:gd name="csY17" fmla="*/ 120668 h 389964"/>
              <a:gd name="csX18" fmla="*/ 176823 w 389964"/>
              <a:gd name="csY18" fmla="*/ 117855 h 389964"/>
              <a:gd name="csX19" fmla="*/ 183380 w 389964"/>
              <a:gd name="csY19" fmla="*/ 114446 h 389964"/>
              <a:gd name="csX20" fmla="*/ 189951 w 389964"/>
              <a:gd name="csY20" fmla="*/ 110852 h 389964"/>
              <a:gd name="csX21" fmla="*/ 197020 w 389964"/>
              <a:gd name="csY21" fmla="*/ 106745 h 389964"/>
              <a:gd name="csX22" fmla="*/ 204100 w 389964"/>
              <a:gd name="csY22" fmla="*/ 102638 h 389964"/>
              <a:gd name="csX23" fmla="*/ 216370 w 389964"/>
              <a:gd name="csY23" fmla="*/ 102638 h 38996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</a:cxnLst>
            <a:rect l="l" t="t" r="r" b="b"/>
            <a:pathLst>
              <a:path w="389964" h="389964">
                <a:moveTo>
                  <a:pt x="194982" y="0"/>
                </a:moveTo>
                <a:cubicBezTo>
                  <a:pt x="87297" y="0"/>
                  <a:pt x="0" y="87297"/>
                  <a:pt x="0" y="194982"/>
                </a:cubicBezTo>
                <a:cubicBezTo>
                  <a:pt x="0" y="302668"/>
                  <a:pt x="87297" y="389964"/>
                  <a:pt x="194982" y="389964"/>
                </a:cubicBezTo>
                <a:cubicBezTo>
                  <a:pt x="302668" y="389964"/>
                  <a:pt x="389964" y="302668"/>
                  <a:pt x="389964" y="194982"/>
                </a:cubicBezTo>
                <a:cubicBezTo>
                  <a:pt x="389964" y="194976"/>
                  <a:pt x="389964" y="194968"/>
                  <a:pt x="389964" y="194962"/>
                </a:cubicBezTo>
                <a:cubicBezTo>
                  <a:pt x="390001" y="87324"/>
                  <a:pt x="302774" y="37"/>
                  <a:pt x="195136" y="0"/>
                </a:cubicBezTo>
                <a:cubicBezTo>
                  <a:pt x="195085" y="0"/>
                  <a:pt x="195034" y="0"/>
                  <a:pt x="194982" y="0"/>
                </a:cubicBezTo>
                <a:close/>
                <a:moveTo>
                  <a:pt x="216370" y="277747"/>
                </a:moveTo>
                <a:lnTo>
                  <a:pt x="186711" y="277747"/>
                </a:lnTo>
                <a:lnTo>
                  <a:pt x="186711" y="136096"/>
                </a:lnTo>
                <a:cubicBezTo>
                  <a:pt x="184206" y="137807"/>
                  <a:pt x="181562" y="139455"/>
                  <a:pt x="178779" y="141040"/>
                </a:cubicBezTo>
                <a:cubicBezTo>
                  <a:pt x="175998" y="142630"/>
                  <a:pt x="173125" y="144052"/>
                  <a:pt x="170175" y="145301"/>
                </a:cubicBezTo>
                <a:cubicBezTo>
                  <a:pt x="166985" y="146554"/>
                  <a:pt x="163633" y="147719"/>
                  <a:pt x="160118" y="148797"/>
                </a:cubicBezTo>
                <a:cubicBezTo>
                  <a:pt x="156602" y="149875"/>
                  <a:pt x="152739" y="150926"/>
                  <a:pt x="148525" y="151950"/>
                </a:cubicBezTo>
                <a:lnTo>
                  <a:pt x="148525" y="128256"/>
                </a:lnTo>
                <a:cubicBezTo>
                  <a:pt x="151366" y="127459"/>
                  <a:pt x="153950" y="126663"/>
                  <a:pt x="156277" y="125869"/>
                </a:cubicBezTo>
                <a:cubicBezTo>
                  <a:pt x="158605" y="125075"/>
                  <a:pt x="160908" y="124279"/>
                  <a:pt x="163188" y="123482"/>
                </a:cubicBezTo>
                <a:cubicBezTo>
                  <a:pt x="165452" y="122573"/>
                  <a:pt x="167731" y="121639"/>
                  <a:pt x="170006" y="120668"/>
                </a:cubicBezTo>
                <a:cubicBezTo>
                  <a:pt x="172280" y="119698"/>
                  <a:pt x="174549" y="118769"/>
                  <a:pt x="176823" y="117855"/>
                </a:cubicBezTo>
                <a:cubicBezTo>
                  <a:pt x="178980" y="116719"/>
                  <a:pt x="181165" y="115582"/>
                  <a:pt x="183380" y="114446"/>
                </a:cubicBezTo>
                <a:cubicBezTo>
                  <a:pt x="185594" y="113310"/>
                  <a:pt x="187784" y="112112"/>
                  <a:pt x="189951" y="110852"/>
                </a:cubicBezTo>
                <a:cubicBezTo>
                  <a:pt x="192347" y="109606"/>
                  <a:pt x="194703" y="108238"/>
                  <a:pt x="197020" y="106745"/>
                </a:cubicBezTo>
                <a:cubicBezTo>
                  <a:pt x="199337" y="105253"/>
                  <a:pt x="201697" y="103884"/>
                  <a:pt x="204100" y="102638"/>
                </a:cubicBezTo>
                <a:lnTo>
                  <a:pt x="216370" y="102638"/>
                </a:lnTo>
                <a:close/>
              </a:path>
            </a:pathLst>
          </a:custGeom>
          <a:solidFill>
            <a:srgbClr val="7030A0"/>
          </a:solidFill>
          <a:ln w="5060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47" name="그래픽 46" descr="배지 단색으로 채워진">
            <a:extLst>
              <a:ext uri="{FF2B5EF4-FFF2-40B4-BE49-F238E27FC236}">
                <a16:creationId xmlns:a16="http://schemas.microsoft.com/office/drawing/2014/main" id="{14F20FBB-AA7F-AC81-07D1-9FF7290BFD8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259118" y="2703470"/>
            <a:ext cx="445606" cy="445606"/>
          </a:xfrm>
          <a:prstGeom prst="rect">
            <a:avLst/>
          </a:prstGeom>
        </p:spPr>
      </p:pic>
      <p:pic>
        <p:nvPicPr>
          <p:cNvPr id="49" name="그래픽 48" descr="배지 3 단색으로 채워진">
            <a:extLst>
              <a:ext uri="{FF2B5EF4-FFF2-40B4-BE49-F238E27FC236}">
                <a16:creationId xmlns:a16="http://schemas.microsoft.com/office/drawing/2014/main" id="{101F10A2-B72E-5179-E165-2D6B7AC3EB5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248550" y="3601142"/>
            <a:ext cx="445605" cy="445605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558DBB38-6B09-F311-9B07-7D08411440D9}"/>
              </a:ext>
            </a:extLst>
          </p:cNvPr>
          <p:cNvSpPr txBox="1"/>
          <p:nvPr/>
        </p:nvSpPr>
        <p:spPr>
          <a:xfrm>
            <a:off x="1266064" y="5265509"/>
            <a:ext cx="350072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/>
              <a:t>플레이 화면 </a:t>
            </a:r>
            <a:r>
              <a:rPr lang="en-US" altLang="ko-KR" sz="1400" dirty="0"/>
              <a:t>UI </a:t>
            </a:r>
            <a:r>
              <a:rPr lang="ko-KR" altLang="en-US" sz="1400" dirty="0"/>
              <a:t>단순화</a:t>
            </a:r>
          </a:p>
        </p:txBody>
      </p:sp>
      <p:grpSp>
        <p:nvGrpSpPr>
          <p:cNvPr id="4" name="그룹 3">
            <a:extLst>
              <a:ext uri="{FF2B5EF4-FFF2-40B4-BE49-F238E27FC236}">
                <a16:creationId xmlns:a16="http://schemas.microsoft.com/office/drawing/2014/main" id="{83393A4A-5D77-A41B-95CB-C7AE8A21AA6C}"/>
              </a:ext>
            </a:extLst>
          </p:cNvPr>
          <p:cNvGrpSpPr/>
          <p:nvPr/>
        </p:nvGrpSpPr>
        <p:grpSpPr>
          <a:xfrm>
            <a:off x="3149075" y="4046747"/>
            <a:ext cx="659514" cy="768648"/>
            <a:chOff x="4943969" y="2797892"/>
            <a:chExt cx="272824" cy="325698"/>
          </a:xfrm>
        </p:grpSpPr>
        <p:sp>
          <p:nvSpPr>
            <p:cNvPr id="8" name="자유형: 도형 7">
              <a:extLst>
                <a:ext uri="{FF2B5EF4-FFF2-40B4-BE49-F238E27FC236}">
                  <a16:creationId xmlns:a16="http://schemas.microsoft.com/office/drawing/2014/main" id="{FEA4E559-DD3B-AE7E-B7D9-A812B23FF7F4}"/>
                </a:ext>
              </a:extLst>
            </p:cNvPr>
            <p:cNvSpPr/>
            <p:nvPr/>
          </p:nvSpPr>
          <p:spPr>
            <a:xfrm>
              <a:off x="4943969" y="2843117"/>
              <a:ext cx="198205" cy="120119"/>
            </a:xfrm>
            <a:custGeom>
              <a:avLst/>
              <a:gdLst>
                <a:gd name="csX0" fmla="*/ 61798 w 198205"/>
                <a:gd name="csY0" fmla="*/ 0 h 120119"/>
                <a:gd name="csX1" fmla="*/ 0 w 198205"/>
                <a:gd name="csY1" fmla="*/ 37452 h 120119"/>
                <a:gd name="csX2" fmla="*/ 136408 w 198205"/>
                <a:gd name="csY2" fmla="*/ 120120 h 120119"/>
                <a:gd name="csX3" fmla="*/ 198206 w 198205"/>
                <a:gd name="csY3" fmla="*/ 82667 h 120119"/>
                <a:gd name="csX4" fmla="*/ 61798 w 198205"/>
                <a:gd name="csY4" fmla="*/ 0 h 12011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98205" h="120119">
                  <a:moveTo>
                    <a:pt x="61798" y="0"/>
                  </a:moveTo>
                  <a:lnTo>
                    <a:pt x="0" y="37452"/>
                  </a:lnTo>
                  <a:lnTo>
                    <a:pt x="136408" y="120120"/>
                  </a:lnTo>
                  <a:lnTo>
                    <a:pt x="198206" y="82667"/>
                  </a:lnTo>
                  <a:lnTo>
                    <a:pt x="61798" y="0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0" name="자유형: 도형 9">
              <a:extLst>
                <a:ext uri="{FF2B5EF4-FFF2-40B4-BE49-F238E27FC236}">
                  <a16:creationId xmlns:a16="http://schemas.microsoft.com/office/drawing/2014/main" id="{DA4D9629-ED3A-F1AB-BAA2-31E66B815B81}"/>
                </a:ext>
              </a:extLst>
            </p:cNvPr>
            <p:cNvSpPr/>
            <p:nvPr/>
          </p:nvSpPr>
          <p:spPr>
            <a:xfrm>
              <a:off x="5021683" y="2797892"/>
              <a:ext cx="195110" cy="118224"/>
            </a:xfrm>
            <a:custGeom>
              <a:avLst/>
              <a:gdLst>
                <a:gd name="csX0" fmla="*/ 195110 w 195110"/>
                <a:gd name="csY0" fmla="*/ 82677 h 118224"/>
                <a:gd name="csX1" fmla="*/ 58693 w 195110"/>
                <a:gd name="csY1" fmla="*/ 0 h 118224"/>
                <a:gd name="csX2" fmla="*/ 0 w 195110"/>
                <a:gd name="csY2" fmla="*/ 35547 h 118224"/>
                <a:gd name="csX3" fmla="*/ 136408 w 195110"/>
                <a:gd name="csY3" fmla="*/ 118224 h 118224"/>
                <a:gd name="csX4" fmla="*/ 195110 w 195110"/>
                <a:gd name="csY4" fmla="*/ 82677 h 11822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95110" h="118224">
                  <a:moveTo>
                    <a:pt x="195110" y="82677"/>
                  </a:moveTo>
                  <a:lnTo>
                    <a:pt x="58693" y="0"/>
                  </a:lnTo>
                  <a:lnTo>
                    <a:pt x="0" y="35547"/>
                  </a:lnTo>
                  <a:lnTo>
                    <a:pt x="136408" y="118224"/>
                  </a:lnTo>
                  <a:lnTo>
                    <a:pt x="195110" y="82677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2" name="자유형: 도형 11">
              <a:extLst>
                <a:ext uri="{FF2B5EF4-FFF2-40B4-BE49-F238E27FC236}">
                  <a16:creationId xmlns:a16="http://schemas.microsoft.com/office/drawing/2014/main" id="{9AA24659-7180-61A9-E7B5-07F0F2DB0228}"/>
                </a:ext>
              </a:extLst>
            </p:cNvPr>
            <p:cNvSpPr/>
            <p:nvPr/>
          </p:nvSpPr>
          <p:spPr>
            <a:xfrm>
              <a:off x="4943969" y="2899991"/>
              <a:ext cx="128139" cy="223599"/>
            </a:xfrm>
            <a:custGeom>
              <a:avLst/>
              <a:gdLst>
                <a:gd name="csX0" fmla="*/ 0 w 128139"/>
                <a:gd name="csY0" fmla="*/ 13649 h 223599"/>
                <a:gd name="csX1" fmla="*/ 0 w 128139"/>
                <a:gd name="csY1" fmla="*/ 145923 h 223599"/>
                <a:gd name="csX2" fmla="*/ 128140 w 128139"/>
                <a:gd name="csY2" fmla="*/ 223599 h 223599"/>
                <a:gd name="csX3" fmla="*/ 128140 w 128139"/>
                <a:gd name="csY3" fmla="*/ 77638 h 223599"/>
                <a:gd name="csX4" fmla="*/ 0 w 128139"/>
                <a:gd name="csY4" fmla="*/ 0 h 223599"/>
                <a:gd name="csX5" fmla="*/ 0 w 128139"/>
                <a:gd name="csY5" fmla="*/ 13649 h 22359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139" h="223599">
                  <a:moveTo>
                    <a:pt x="0" y="13649"/>
                  </a:moveTo>
                  <a:lnTo>
                    <a:pt x="0" y="145923"/>
                  </a:lnTo>
                  <a:lnTo>
                    <a:pt x="128140" y="223599"/>
                  </a:lnTo>
                  <a:lnTo>
                    <a:pt x="128140" y="77638"/>
                  </a:lnTo>
                  <a:lnTo>
                    <a:pt x="0" y="0"/>
                  </a:lnTo>
                  <a:lnTo>
                    <a:pt x="0" y="13649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4" name="자유형: 도형 13">
              <a:extLst>
                <a:ext uri="{FF2B5EF4-FFF2-40B4-BE49-F238E27FC236}">
                  <a16:creationId xmlns:a16="http://schemas.microsoft.com/office/drawing/2014/main" id="{960F396A-E20D-32F1-D647-2E237622E48F}"/>
                </a:ext>
              </a:extLst>
            </p:cNvPr>
            <p:cNvSpPr/>
            <p:nvPr/>
          </p:nvSpPr>
          <p:spPr>
            <a:xfrm>
              <a:off x="5088644" y="2899914"/>
              <a:ext cx="128149" cy="223675"/>
            </a:xfrm>
            <a:custGeom>
              <a:avLst/>
              <a:gdLst>
                <a:gd name="csX0" fmla="*/ 45472 w 128149"/>
                <a:gd name="csY0" fmla="*/ 100527 h 223675"/>
                <a:gd name="csX1" fmla="*/ 16535 w 128149"/>
                <a:gd name="csY1" fmla="*/ 117062 h 223675"/>
                <a:gd name="csX2" fmla="*/ 16535 w 128149"/>
                <a:gd name="csY2" fmla="*/ 88125 h 223675"/>
                <a:gd name="csX3" fmla="*/ 45472 w 128149"/>
                <a:gd name="csY3" fmla="*/ 71590 h 223675"/>
                <a:gd name="csX4" fmla="*/ 0 w 128149"/>
                <a:gd name="csY4" fmla="*/ 77600 h 223675"/>
                <a:gd name="csX5" fmla="*/ 0 w 128149"/>
                <a:gd name="csY5" fmla="*/ 223676 h 223675"/>
                <a:gd name="csX6" fmla="*/ 128149 w 128149"/>
                <a:gd name="csY6" fmla="*/ 145999 h 223675"/>
                <a:gd name="csX7" fmla="*/ 128149 w 128149"/>
                <a:gd name="csY7" fmla="*/ 0 h 2236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128149" h="223675">
                  <a:moveTo>
                    <a:pt x="45472" y="100527"/>
                  </a:moveTo>
                  <a:lnTo>
                    <a:pt x="16535" y="117062"/>
                  </a:lnTo>
                  <a:lnTo>
                    <a:pt x="16535" y="88125"/>
                  </a:lnTo>
                  <a:lnTo>
                    <a:pt x="45472" y="71590"/>
                  </a:lnTo>
                  <a:close/>
                  <a:moveTo>
                    <a:pt x="0" y="77600"/>
                  </a:moveTo>
                  <a:lnTo>
                    <a:pt x="0" y="223676"/>
                  </a:lnTo>
                  <a:lnTo>
                    <a:pt x="128149" y="145999"/>
                  </a:lnTo>
                  <a:lnTo>
                    <a:pt x="128149" y="0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38126856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D27050F-272A-1BB2-9BE6-83E8B05644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UI_</a:t>
            </a:r>
            <a:r>
              <a:rPr lang="ko-KR" altLang="en-US" dirty="0"/>
              <a:t>세부</a:t>
            </a:r>
            <a:r>
              <a:rPr lang="en-US" altLang="ko-KR" dirty="0"/>
              <a:t>_</a:t>
            </a:r>
            <a:r>
              <a:rPr lang="ko-KR" altLang="en-US" dirty="0"/>
              <a:t>사격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787DFD3B-7CC6-EEC0-D5A6-B946E8517E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10/11/2026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21C69C3-C52D-227B-06D8-382BC80971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33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458D6E8A-9505-F016-5B35-DCE1AF3E516B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시스템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CFBB53B-6F9C-16BF-6FF7-32399AA469C0}"/>
              </a:ext>
            </a:extLst>
          </p:cNvPr>
          <p:cNvSpPr txBox="1"/>
          <p:nvPr/>
        </p:nvSpPr>
        <p:spPr>
          <a:xfrm>
            <a:off x="1266064" y="5265509"/>
            <a:ext cx="350072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/>
              <a:t>사격 화면 </a:t>
            </a:r>
            <a:r>
              <a:rPr lang="en-US" altLang="ko-KR" sz="1400" dirty="0"/>
              <a:t>UI </a:t>
            </a:r>
            <a:r>
              <a:rPr lang="ko-KR" altLang="en-US" sz="1400" dirty="0"/>
              <a:t>단순화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16148455-48BD-A905-0749-713FFC12B82A}"/>
              </a:ext>
            </a:extLst>
          </p:cNvPr>
          <p:cNvSpPr/>
          <p:nvPr/>
        </p:nvSpPr>
        <p:spPr>
          <a:xfrm>
            <a:off x="1266064" y="2029659"/>
            <a:ext cx="5578413" cy="3120842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1" name="직선 연결선 10">
            <a:extLst>
              <a:ext uri="{FF2B5EF4-FFF2-40B4-BE49-F238E27FC236}">
                <a16:creationId xmlns:a16="http://schemas.microsoft.com/office/drawing/2014/main" id="{55AA8159-B17C-E156-E650-AD732A462218}"/>
              </a:ext>
            </a:extLst>
          </p:cNvPr>
          <p:cNvCxnSpPr>
            <a:cxnSpLocks/>
            <a:stCxn id="10" idx="1"/>
            <a:endCxn id="10" idx="3"/>
          </p:cNvCxnSpPr>
          <p:nvPr/>
        </p:nvCxnSpPr>
        <p:spPr>
          <a:xfrm>
            <a:off x="1266064" y="3590080"/>
            <a:ext cx="5578413" cy="0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직선 연결선 11">
            <a:extLst>
              <a:ext uri="{FF2B5EF4-FFF2-40B4-BE49-F238E27FC236}">
                <a16:creationId xmlns:a16="http://schemas.microsoft.com/office/drawing/2014/main" id="{0AB653A8-4D11-93F9-C84D-49288B248979}"/>
              </a:ext>
            </a:extLst>
          </p:cNvPr>
          <p:cNvCxnSpPr>
            <a:cxnSpLocks/>
            <a:stCxn id="10" idx="0"/>
            <a:endCxn id="10" idx="2"/>
          </p:cNvCxnSpPr>
          <p:nvPr/>
        </p:nvCxnSpPr>
        <p:spPr>
          <a:xfrm>
            <a:off x="4055271" y="2029659"/>
            <a:ext cx="0" cy="3120842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11B2E506-D2E6-2921-7B09-B2D13DC73988}"/>
              </a:ext>
            </a:extLst>
          </p:cNvPr>
          <p:cNvSpPr/>
          <p:nvPr/>
        </p:nvSpPr>
        <p:spPr>
          <a:xfrm>
            <a:off x="5368599" y="5002981"/>
            <a:ext cx="1440709" cy="94107"/>
          </a:xfrm>
          <a:prstGeom prst="rect">
            <a:avLst/>
          </a:prstGeom>
          <a:solidFill>
            <a:schemeClr val="bg2">
              <a:lumMod val="90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그래픽 34" descr="배지 1 단색으로 채워진">
            <a:extLst>
              <a:ext uri="{FF2B5EF4-FFF2-40B4-BE49-F238E27FC236}">
                <a16:creationId xmlns:a16="http://schemas.microsoft.com/office/drawing/2014/main" id="{5870A0CF-B239-2368-0BEE-F56D86E9977B}"/>
              </a:ext>
            </a:extLst>
          </p:cNvPr>
          <p:cNvSpPr/>
          <p:nvPr/>
        </p:nvSpPr>
        <p:spPr>
          <a:xfrm>
            <a:off x="7280228" y="1884865"/>
            <a:ext cx="389964" cy="389964"/>
          </a:xfrm>
          <a:custGeom>
            <a:avLst/>
            <a:gdLst>
              <a:gd name="csX0" fmla="*/ 194982 w 389964"/>
              <a:gd name="csY0" fmla="*/ 0 h 389964"/>
              <a:gd name="csX1" fmla="*/ 0 w 389964"/>
              <a:gd name="csY1" fmla="*/ 194982 h 389964"/>
              <a:gd name="csX2" fmla="*/ 194982 w 389964"/>
              <a:gd name="csY2" fmla="*/ 389964 h 389964"/>
              <a:gd name="csX3" fmla="*/ 389964 w 389964"/>
              <a:gd name="csY3" fmla="*/ 194982 h 389964"/>
              <a:gd name="csX4" fmla="*/ 389964 w 389964"/>
              <a:gd name="csY4" fmla="*/ 194962 h 389964"/>
              <a:gd name="csX5" fmla="*/ 195136 w 389964"/>
              <a:gd name="csY5" fmla="*/ 0 h 389964"/>
              <a:gd name="csX6" fmla="*/ 194982 w 389964"/>
              <a:gd name="csY6" fmla="*/ 0 h 389964"/>
              <a:gd name="csX7" fmla="*/ 216370 w 389964"/>
              <a:gd name="csY7" fmla="*/ 277747 h 389964"/>
              <a:gd name="csX8" fmla="*/ 186711 w 389964"/>
              <a:gd name="csY8" fmla="*/ 277747 h 389964"/>
              <a:gd name="csX9" fmla="*/ 186711 w 389964"/>
              <a:gd name="csY9" fmla="*/ 136096 h 389964"/>
              <a:gd name="csX10" fmla="*/ 178779 w 389964"/>
              <a:gd name="csY10" fmla="*/ 141040 h 389964"/>
              <a:gd name="csX11" fmla="*/ 170175 w 389964"/>
              <a:gd name="csY11" fmla="*/ 145301 h 389964"/>
              <a:gd name="csX12" fmla="*/ 160118 w 389964"/>
              <a:gd name="csY12" fmla="*/ 148797 h 389964"/>
              <a:gd name="csX13" fmla="*/ 148525 w 389964"/>
              <a:gd name="csY13" fmla="*/ 151950 h 389964"/>
              <a:gd name="csX14" fmla="*/ 148525 w 389964"/>
              <a:gd name="csY14" fmla="*/ 128256 h 389964"/>
              <a:gd name="csX15" fmla="*/ 156277 w 389964"/>
              <a:gd name="csY15" fmla="*/ 125869 h 389964"/>
              <a:gd name="csX16" fmla="*/ 163188 w 389964"/>
              <a:gd name="csY16" fmla="*/ 123482 h 389964"/>
              <a:gd name="csX17" fmla="*/ 170006 w 389964"/>
              <a:gd name="csY17" fmla="*/ 120668 h 389964"/>
              <a:gd name="csX18" fmla="*/ 176823 w 389964"/>
              <a:gd name="csY18" fmla="*/ 117855 h 389964"/>
              <a:gd name="csX19" fmla="*/ 183380 w 389964"/>
              <a:gd name="csY19" fmla="*/ 114446 h 389964"/>
              <a:gd name="csX20" fmla="*/ 189951 w 389964"/>
              <a:gd name="csY20" fmla="*/ 110852 h 389964"/>
              <a:gd name="csX21" fmla="*/ 197020 w 389964"/>
              <a:gd name="csY21" fmla="*/ 106745 h 389964"/>
              <a:gd name="csX22" fmla="*/ 204100 w 389964"/>
              <a:gd name="csY22" fmla="*/ 102638 h 389964"/>
              <a:gd name="csX23" fmla="*/ 216370 w 389964"/>
              <a:gd name="csY23" fmla="*/ 102638 h 38996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</a:cxnLst>
            <a:rect l="l" t="t" r="r" b="b"/>
            <a:pathLst>
              <a:path w="389964" h="389964">
                <a:moveTo>
                  <a:pt x="194982" y="0"/>
                </a:moveTo>
                <a:cubicBezTo>
                  <a:pt x="87297" y="0"/>
                  <a:pt x="0" y="87297"/>
                  <a:pt x="0" y="194982"/>
                </a:cubicBezTo>
                <a:cubicBezTo>
                  <a:pt x="0" y="302668"/>
                  <a:pt x="87297" y="389964"/>
                  <a:pt x="194982" y="389964"/>
                </a:cubicBezTo>
                <a:cubicBezTo>
                  <a:pt x="302668" y="389964"/>
                  <a:pt x="389964" y="302668"/>
                  <a:pt x="389964" y="194982"/>
                </a:cubicBezTo>
                <a:cubicBezTo>
                  <a:pt x="389964" y="194976"/>
                  <a:pt x="389964" y="194968"/>
                  <a:pt x="389964" y="194962"/>
                </a:cubicBezTo>
                <a:cubicBezTo>
                  <a:pt x="390001" y="87324"/>
                  <a:pt x="302774" y="37"/>
                  <a:pt x="195136" y="0"/>
                </a:cubicBezTo>
                <a:cubicBezTo>
                  <a:pt x="195085" y="0"/>
                  <a:pt x="195034" y="0"/>
                  <a:pt x="194982" y="0"/>
                </a:cubicBezTo>
                <a:close/>
                <a:moveTo>
                  <a:pt x="216370" y="277747"/>
                </a:moveTo>
                <a:lnTo>
                  <a:pt x="186711" y="277747"/>
                </a:lnTo>
                <a:lnTo>
                  <a:pt x="186711" y="136096"/>
                </a:lnTo>
                <a:cubicBezTo>
                  <a:pt x="184206" y="137807"/>
                  <a:pt x="181562" y="139455"/>
                  <a:pt x="178779" y="141040"/>
                </a:cubicBezTo>
                <a:cubicBezTo>
                  <a:pt x="175998" y="142630"/>
                  <a:pt x="173125" y="144052"/>
                  <a:pt x="170175" y="145301"/>
                </a:cubicBezTo>
                <a:cubicBezTo>
                  <a:pt x="166985" y="146554"/>
                  <a:pt x="163633" y="147719"/>
                  <a:pt x="160118" y="148797"/>
                </a:cubicBezTo>
                <a:cubicBezTo>
                  <a:pt x="156602" y="149875"/>
                  <a:pt x="152739" y="150926"/>
                  <a:pt x="148525" y="151950"/>
                </a:cubicBezTo>
                <a:lnTo>
                  <a:pt x="148525" y="128256"/>
                </a:lnTo>
                <a:cubicBezTo>
                  <a:pt x="151366" y="127459"/>
                  <a:pt x="153950" y="126663"/>
                  <a:pt x="156277" y="125869"/>
                </a:cubicBezTo>
                <a:cubicBezTo>
                  <a:pt x="158605" y="125075"/>
                  <a:pt x="160908" y="124279"/>
                  <a:pt x="163188" y="123482"/>
                </a:cubicBezTo>
                <a:cubicBezTo>
                  <a:pt x="165452" y="122573"/>
                  <a:pt x="167731" y="121639"/>
                  <a:pt x="170006" y="120668"/>
                </a:cubicBezTo>
                <a:cubicBezTo>
                  <a:pt x="172280" y="119698"/>
                  <a:pt x="174549" y="118769"/>
                  <a:pt x="176823" y="117855"/>
                </a:cubicBezTo>
                <a:cubicBezTo>
                  <a:pt x="178980" y="116719"/>
                  <a:pt x="181165" y="115582"/>
                  <a:pt x="183380" y="114446"/>
                </a:cubicBezTo>
                <a:cubicBezTo>
                  <a:pt x="185594" y="113310"/>
                  <a:pt x="187784" y="112112"/>
                  <a:pt x="189951" y="110852"/>
                </a:cubicBezTo>
                <a:cubicBezTo>
                  <a:pt x="192347" y="109606"/>
                  <a:pt x="194703" y="108238"/>
                  <a:pt x="197020" y="106745"/>
                </a:cubicBezTo>
                <a:cubicBezTo>
                  <a:pt x="199337" y="105253"/>
                  <a:pt x="201697" y="103884"/>
                  <a:pt x="204100" y="102638"/>
                </a:cubicBezTo>
                <a:lnTo>
                  <a:pt x="216370" y="102638"/>
                </a:lnTo>
                <a:close/>
              </a:path>
            </a:pathLst>
          </a:custGeom>
          <a:solidFill>
            <a:srgbClr val="7030A0"/>
          </a:solidFill>
          <a:ln w="5060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3FDDAB14-CD89-AFA7-C7D6-81D044756CE2}"/>
              </a:ext>
            </a:extLst>
          </p:cNvPr>
          <p:cNvSpPr/>
          <p:nvPr/>
        </p:nvSpPr>
        <p:spPr>
          <a:xfrm>
            <a:off x="5909073" y="4873938"/>
            <a:ext cx="900234" cy="94107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99DE3EBD-8171-1A15-FDF2-3034FC420713}"/>
              </a:ext>
            </a:extLst>
          </p:cNvPr>
          <p:cNvSpPr/>
          <p:nvPr/>
        </p:nvSpPr>
        <p:spPr>
          <a:xfrm>
            <a:off x="5368598" y="4873939"/>
            <a:ext cx="1440709" cy="94107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33" name="그룹 32">
            <a:extLst>
              <a:ext uri="{FF2B5EF4-FFF2-40B4-BE49-F238E27FC236}">
                <a16:creationId xmlns:a16="http://schemas.microsoft.com/office/drawing/2014/main" id="{B0887347-8032-1FB2-4AB0-285D50DC644F}"/>
              </a:ext>
            </a:extLst>
          </p:cNvPr>
          <p:cNvGrpSpPr/>
          <p:nvPr/>
        </p:nvGrpSpPr>
        <p:grpSpPr>
          <a:xfrm rot="166083" flipH="1">
            <a:off x="3608027" y="3685770"/>
            <a:ext cx="1024736" cy="1370857"/>
            <a:chOff x="6014111" y="1090488"/>
            <a:chExt cx="1024736" cy="1413781"/>
          </a:xfrm>
        </p:grpSpPr>
        <p:pic>
          <p:nvPicPr>
            <p:cNvPr id="30" name="그림 29">
              <a:extLst>
                <a:ext uri="{FF2B5EF4-FFF2-40B4-BE49-F238E27FC236}">
                  <a16:creationId xmlns:a16="http://schemas.microsoft.com/office/drawing/2014/main" id="{6CC4E4A5-20C3-37D0-40D6-FD90C061BD7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/>
            <a:stretch>
              <a:fillRect/>
            </a:stretch>
          </p:blipFill>
          <p:spPr>
            <a:xfrm>
              <a:off x="6051800" y="1265209"/>
              <a:ext cx="987047" cy="1239060"/>
            </a:xfrm>
            <a:prstGeom prst="rect">
              <a:avLst/>
            </a:prstGeom>
          </p:spPr>
        </p:pic>
        <p:sp>
          <p:nvSpPr>
            <p:cNvPr id="32" name="타원 31">
              <a:extLst>
                <a:ext uri="{FF2B5EF4-FFF2-40B4-BE49-F238E27FC236}">
                  <a16:creationId xmlns:a16="http://schemas.microsoft.com/office/drawing/2014/main" id="{3A09D9BF-2BA3-F305-1CC9-86C9443253B9}"/>
                </a:ext>
              </a:extLst>
            </p:cNvPr>
            <p:cNvSpPr/>
            <p:nvPr/>
          </p:nvSpPr>
          <p:spPr>
            <a:xfrm>
              <a:off x="6014111" y="1090488"/>
              <a:ext cx="499967" cy="465443"/>
            </a:xfrm>
            <a:prstGeom prst="ellipse">
              <a:avLst/>
            </a:prstGeom>
            <a:solidFill>
              <a:srgbClr val="000000"/>
            </a:solidFill>
            <a:ln w="222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pic>
        <p:nvPicPr>
          <p:cNvPr id="35" name="내용 개체 틀 34" descr="벌집 단색으로 채워진">
            <a:extLst>
              <a:ext uri="{FF2B5EF4-FFF2-40B4-BE49-F238E27FC236}">
                <a16:creationId xmlns:a16="http://schemas.microsoft.com/office/drawing/2014/main" id="{4721B731-4DD9-DC69-8697-2DA5E64FBB68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314524" y="2916644"/>
            <a:ext cx="914400" cy="914400"/>
          </a:xfrm>
        </p:spPr>
      </p:pic>
      <p:sp>
        <p:nvSpPr>
          <p:cNvPr id="16" name="부분 원형 15">
            <a:extLst>
              <a:ext uri="{FF2B5EF4-FFF2-40B4-BE49-F238E27FC236}">
                <a16:creationId xmlns:a16="http://schemas.microsoft.com/office/drawing/2014/main" id="{C0D4BA13-D904-5DAF-0D68-BC1032A90D2B}"/>
              </a:ext>
            </a:extLst>
          </p:cNvPr>
          <p:cNvSpPr/>
          <p:nvPr/>
        </p:nvSpPr>
        <p:spPr>
          <a:xfrm>
            <a:off x="1314524" y="2069339"/>
            <a:ext cx="707066" cy="675169"/>
          </a:xfrm>
          <a:prstGeom prst="pie">
            <a:avLst>
              <a:gd name="adj1" fmla="val 1686796"/>
              <a:gd name="adj2" fmla="val 16200000"/>
            </a:avLst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48" name="원형: 비어 있음 47">
            <a:extLst>
              <a:ext uri="{FF2B5EF4-FFF2-40B4-BE49-F238E27FC236}">
                <a16:creationId xmlns:a16="http://schemas.microsoft.com/office/drawing/2014/main" id="{9C93C1C8-3C08-A636-5812-3906D5AFD3DC}"/>
              </a:ext>
            </a:extLst>
          </p:cNvPr>
          <p:cNvSpPr/>
          <p:nvPr/>
        </p:nvSpPr>
        <p:spPr>
          <a:xfrm>
            <a:off x="1266064" y="2873197"/>
            <a:ext cx="1126104" cy="1065007"/>
          </a:xfrm>
          <a:prstGeom prst="donut">
            <a:avLst>
              <a:gd name="adj" fmla="val 6486"/>
            </a:avLst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60" name="그래픽 34" descr="배지 1 단색으로 채워진">
            <a:extLst>
              <a:ext uri="{FF2B5EF4-FFF2-40B4-BE49-F238E27FC236}">
                <a16:creationId xmlns:a16="http://schemas.microsoft.com/office/drawing/2014/main" id="{940FE48E-AAC5-FC6D-1CE1-92B80000E344}"/>
              </a:ext>
            </a:extLst>
          </p:cNvPr>
          <p:cNvSpPr/>
          <p:nvPr/>
        </p:nvSpPr>
        <p:spPr>
          <a:xfrm>
            <a:off x="1177248" y="2820755"/>
            <a:ext cx="389964" cy="389964"/>
          </a:xfrm>
          <a:custGeom>
            <a:avLst/>
            <a:gdLst>
              <a:gd name="csX0" fmla="*/ 194982 w 389964"/>
              <a:gd name="csY0" fmla="*/ 0 h 389964"/>
              <a:gd name="csX1" fmla="*/ 0 w 389964"/>
              <a:gd name="csY1" fmla="*/ 194982 h 389964"/>
              <a:gd name="csX2" fmla="*/ 194982 w 389964"/>
              <a:gd name="csY2" fmla="*/ 389964 h 389964"/>
              <a:gd name="csX3" fmla="*/ 389964 w 389964"/>
              <a:gd name="csY3" fmla="*/ 194982 h 389964"/>
              <a:gd name="csX4" fmla="*/ 389964 w 389964"/>
              <a:gd name="csY4" fmla="*/ 194962 h 389964"/>
              <a:gd name="csX5" fmla="*/ 195136 w 389964"/>
              <a:gd name="csY5" fmla="*/ 0 h 389964"/>
              <a:gd name="csX6" fmla="*/ 194982 w 389964"/>
              <a:gd name="csY6" fmla="*/ 0 h 389964"/>
              <a:gd name="csX7" fmla="*/ 216370 w 389964"/>
              <a:gd name="csY7" fmla="*/ 277747 h 389964"/>
              <a:gd name="csX8" fmla="*/ 186711 w 389964"/>
              <a:gd name="csY8" fmla="*/ 277747 h 389964"/>
              <a:gd name="csX9" fmla="*/ 186711 w 389964"/>
              <a:gd name="csY9" fmla="*/ 136096 h 389964"/>
              <a:gd name="csX10" fmla="*/ 178779 w 389964"/>
              <a:gd name="csY10" fmla="*/ 141040 h 389964"/>
              <a:gd name="csX11" fmla="*/ 170175 w 389964"/>
              <a:gd name="csY11" fmla="*/ 145301 h 389964"/>
              <a:gd name="csX12" fmla="*/ 160118 w 389964"/>
              <a:gd name="csY12" fmla="*/ 148797 h 389964"/>
              <a:gd name="csX13" fmla="*/ 148525 w 389964"/>
              <a:gd name="csY13" fmla="*/ 151950 h 389964"/>
              <a:gd name="csX14" fmla="*/ 148525 w 389964"/>
              <a:gd name="csY14" fmla="*/ 128256 h 389964"/>
              <a:gd name="csX15" fmla="*/ 156277 w 389964"/>
              <a:gd name="csY15" fmla="*/ 125869 h 389964"/>
              <a:gd name="csX16" fmla="*/ 163188 w 389964"/>
              <a:gd name="csY16" fmla="*/ 123482 h 389964"/>
              <a:gd name="csX17" fmla="*/ 170006 w 389964"/>
              <a:gd name="csY17" fmla="*/ 120668 h 389964"/>
              <a:gd name="csX18" fmla="*/ 176823 w 389964"/>
              <a:gd name="csY18" fmla="*/ 117855 h 389964"/>
              <a:gd name="csX19" fmla="*/ 183380 w 389964"/>
              <a:gd name="csY19" fmla="*/ 114446 h 389964"/>
              <a:gd name="csX20" fmla="*/ 189951 w 389964"/>
              <a:gd name="csY20" fmla="*/ 110852 h 389964"/>
              <a:gd name="csX21" fmla="*/ 197020 w 389964"/>
              <a:gd name="csY21" fmla="*/ 106745 h 389964"/>
              <a:gd name="csX22" fmla="*/ 204100 w 389964"/>
              <a:gd name="csY22" fmla="*/ 102638 h 389964"/>
              <a:gd name="csX23" fmla="*/ 216370 w 389964"/>
              <a:gd name="csY23" fmla="*/ 102638 h 38996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</a:cxnLst>
            <a:rect l="l" t="t" r="r" b="b"/>
            <a:pathLst>
              <a:path w="389964" h="389964">
                <a:moveTo>
                  <a:pt x="194982" y="0"/>
                </a:moveTo>
                <a:cubicBezTo>
                  <a:pt x="87297" y="0"/>
                  <a:pt x="0" y="87297"/>
                  <a:pt x="0" y="194982"/>
                </a:cubicBezTo>
                <a:cubicBezTo>
                  <a:pt x="0" y="302668"/>
                  <a:pt x="87297" y="389964"/>
                  <a:pt x="194982" y="389964"/>
                </a:cubicBezTo>
                <a:cubicBezTo>
                  <a:pt x="302668" y="389964"/>
                  <a:pt x="389964" y="302668"/>
                  <a:pt x="389964" y="194982"/>
                </a:cubicBezTo>
                <a:cubicBezTo>
                  <a:pt x="389964" y="194976"/>
                  <a:pt x="389964" y="194968"/>
                  <a:pt x="389964" y="194962"/>
                </a:cubicBezTo>
                <a:cubicBezTo>
                  <a:pt x="390001" y="87324"/>
                  <a:pt x="302774" y="37"/>
                  <a:pt x="195136" y="0"/>
                </a:cubicBezTo>
                <a:cubicBezTo>
                  <a:pt x="195085" y="0"/>
                  <a:pt x="195034" y="0"/>
                  <a:pt x="194982" y="0"/>
                </a:cubicBezTo>
                <a:close/>
                <a:moveTo>
                  <a:pt x="216370" y="277747"/>
                </a:moveTo>
                <a:lnTo>
                  <a:pt x="186711" y="277747"/>
                </a:lnTo>
                <a:lnTo>
                  <a:pt x="186711" y="136096"/>
                </a:lnTo>
                <a:cubicBezTo>
                  <a:pt x="184206" y="137807"/>
                  <a:pt x="181562" y="139455"/>
                  <a:pt x="178779" y="141040"/>
                </a:cubicBezTo>
                <a:cubicBezTo>
                  <a:pt x="175998" y="142630"/>
                  <a:pt x="173125" y="144052"/>
                  <a:pt x="170175" y="145301"/>
                </a:cubicBezTo>
                <a:cubicBezTo>
                  <a:pt x="166985" y="146554"/>
                  <a:pt x="163633" y="147719"/>
                  <a:pt x="160118" y="148797"/>
                </a:cubicBezTo>
                <a:cubicBezTo>
                  <a:pt x="156602" y="149875"/>
                  <a:pt x="152739" y="150926"/>
                  <a:pt x="148525" y="151950"/>
                </a:cubicBezTo>
                <a:lnTo>
                  <a:pt x="148525" y="128256"/>
                </a:lnTo>
                <a:cubicBezTo>
                  <a:pt x="151366" y="127459"/>
                  <a:pt x="153950" y="126663"/>
                  <a:pt x="156277" y="125869"/>
                </a:cubicBezTo>
                <a:cubicBezTo>
                  <a:pt x="158605" y="125075"/>
                  <a:pt x="160908" y="124279"/>
                  <a:pt x="163188" y="123482"/>
                </a:cubicBezTo>
                <a:cubicBezTo>
                  <a:pt x="165452" y="122573"/>
                  <a:pt x="167731" y="121639"/>
                  <a:pt x="170006" y="120668"/>
                </a:cubicBezTo>
                <a:cubicBezTo>
                  <a:pt x="172280" y="119698"/>
                  <a:pt x="174549" y="118769"/>
                  <a:pt x="176823" y="117855"/>
                </a:cubicBezTo>
                <a:cubicBezTo>
                  <a:pt x="178980" y="116719"/>
                  <a:pt x="181165" y="115582"/>
                  <a:pt x="183380" y="114446"/>
                </a:cubicBezTo>
                <a:cubicBezTo>
                  <a:pt x="185594" y="113310"/>
                  <a:pt x="187784" y="112112"/>
                  <a:pt x="189951" y="110852"/>
                </a:cubicBezTo>
                <a:cubicBezTo>
                  <a:pt x="192347" y="109606"/>
                  <a:pt x="194703" y="108238"/>
                  <a:pt x="197020" y="106745"/>
                </a:cubicBezTo>
                <a:cubicBezTo>
                  <a:pt x="199337" y="105253"/>
                  <a:pt x="201697" y="103884"/>
                  <a:pt x="204100" y="102638"/>
                </a:cubicBezTo>
                <a:lnTo>
                  <a:pt x="216370" y="102638"/>
                </a:lnTo>
                <a:close/>
              </a:path>
            </a:pathLst>
          </a:custGeom>
          <a:solidFill>
            <a:srgbClr val="7030A0"/>
          </a:solidFill>
          <a:ln w="5060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0F1A35C7-29E2-C7A1-829E-DDE315676049}"/>
              </a:ext>
            </a:extLst>
          </p:cNvPr>
          <p:cNvSpPr txBox="1"/>
          <p:nvPr/>
        </p:nvSpPr>
        <p:spPr>
          <a:xfrm>
            <a:off x="7802490" y="1884865"/>
            <a:ext cx="327382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dirty="0"/>
              <a:t>타겟 자동 조준</a:t>
            </a:r>
          </a:p>
        </p:txBody>
      </p:sp>
    </p:spTree>
    <p:extLst>
      <p:ext uri="{BB962C8B-B14F-4D97-AF65-F5344CB8AC3E}">
        <p14:creationId xmlns:p14="http://schemas.microsoft.com/office/powerpoint/2010/main" val="374353506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>
            <a:extLst>
              <a:ext uri="{FF2B5EF4-FFF2-40B4-BE49-F238E27FC236}">
                <a16:creationId xmlns:a16="http://schemas.microsoft.com/office/drawing/2014/main" id="{BD9AE434-40A3-45F4-5B24-312B8AF82B6E}"/>
              </a:ext>
            </a:extLst>
          </p:cNvPr>
          <p:cNvSpPr/>
          <p:nvPr/>
        </p:nvSpPr>
        <p:spPr>
          <a:xfrm>
            <a:off x="1266064" y="2029659"/>
            <a:ext cx="5578413" cy="3120842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1" name="직선 연결선 10">
            <a:extLst>
              <a:ext uri="{FF2B5EF4-FFF2-40B4-BE49-F238E27FC236}">
                <a16:creationId xmlns:a16="http://schemas.microsoft.com/office/drawing/2014/main" id="{B9D4224F-91CE-0FFB-3CE5-3E951280736C}"/>
              </a:ext>
            </a:extLst>
          </p:cNvPr>
          <p:cNvCxnSpPr>
            <a:cxnSpLocks/>
            <a:stCxn id="9" idx="0"/>
            <a:endCxn id="9" idx="2"/>
          </p:cNvCxnSpPr>
          <p:nvPr/>
        </p:nvCxnSpPr>
        <p:spPr>
          <a:xfrm>
            <a:off x="4055271" y="2029659"/>
            <a:ext cx="0" cy="3120842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직선 연결선 26">
            <a:extLst>
              <a:ext uri="{FF2B5EF4-FFF2-40B4-BE49-F238E27FC236}">
                <a16:creationId xmlns:a16="http://schemas.microsoft.com/office/drawing/2014/main" id="{EABFFD6C-5952-495B-EDB1-16342967D3FF}"/>
              </a:ext>
            </a:extLst>
          </p:cNvPr>
          <p:cNvCxnSpPr>
            <a:cxnSpLocks/>
          </p:cNvCxnSpPr>
          <p:nvPr/>
        </p:nvCxnSpPr>
        <p:spPr>
          <a:xfrm>
            <a:off x="1418464" y="3742480"/>
            <a:ext cx="5578413" cy="0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" name="제목 1">
            <a:extLst>
              <a:ext uri="{FF2B5EF4-FFF2-40B4-BE49-F238E27FC236}">
                <a16:creationId xmlns:a16="http://schemas.microsoft.com/office/drawing/2014/main" id="{36B1C07E-F7EC-59D8-EF91-47071F8312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altLang="ko-KR" dirty="0"/>
              <a:t>UI_</a:t>
            </a:r>
            <a:r>
              <a:rPr lang="ko-KR" altLang="en-US" dirty="0"/>
              <a:t>세부</a:t>
            </a:r>
            <a:r>
              <a:rPr lang="en-US" altLang="ko-KR" dirty="0"/>
              <a:t>_</a:t>
            </a:r>
            <a:r>
              <a:rPr lang="ko-KR" altLang="en-US" dirty="0" err="1"/>
              <a:t>배달품</a:t>
            </a:r>
            <a:r>
              <a:rPr lang="ko-KR" altLang="en-US" dirty="0"/>
              <a:t> 전달 대화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1B716E03-C66C-9577-17B4-22F5FA7ADA9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7669725" y="1825625"/>
            <a:ext cx="3684075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ko-KR" altLang="en-US" sz="2400" dirty="0"/>
              <a:t>남은 배달 시간 표시 </a:t>
            </a:r>
            <a:r>
              <a:rPr lang="en-US" altLang="ko-KR" sz="2400" dirty="0"/>
              <a:t>UI</a:t>
            </a:r>
            <a:r>
              <a:rPr lang="ko-KR" altLang="en-US" sz="2400" dirty="0"/>
              <a:t>는 </a:t>
            </a:r>
            <a:br>
              <a:rPr lang="en-US" altLang="ko-KR" sz="2400" dirty="0"/>
            </a:br>
            <a:r>
              <a:rPr lang="ko-KR" altLang="en-US" sz="2400" dirty="0"/>
              <a:t>이때 보이지 </a:t>
            </a:r>
            <a:r>
              <a:rPr lang="en-US" altLang="ko-KR" sz="2400" dirty="0"/>
              <a:t>X</a:t>
            </a:r>
          </a:p>
          <a:p>
            <a:pPr marL="0" indent="0">
              <a:buNone/>
            </a:pPr>
            <a:endParaRPr lang="en-US" altLang="ko-KR" sz="2400" dirty="0"/>
          </a:p>
          <a:p>
            <a:pPr marL="0" indent="0">
              <a:buNone/>
            </a:pPr>
            <a:r>
              <a:rPr lang="ko-KR" altLang="en-US" sz="2400" dirty="0"/>
              <a:t>배달 수령 시 주민과의 </a:t>
            </a:r>
            <a:br>
              <a:rPr lang="en-US" altLang="ko-KR" sz="2400" dirty="0"/>
            </a:br>
            <a:r>
              <a:rPr lang="ko-KR" altLang="en-US" sz="2400" dirty="0" err="1"/>
              <a:t>대화창</a:t>
            </a:r>
            <a:endParaRPr lang="en-US" altLang="ko-KR" sz="2400" dirty="0"/>
          </a:p>
          <a:p>
            <a:pPr marL="0" indent="0">
              <a:buNone/>
            </a:pPr>
            <a:endParaRPr lang="en-US" altLang="ko-KR" sz="2400" dirty="0"/>
          </a:p>
          <a:p>
            <a:pPr marL="0" indent="0">
              <a:buNone/>
            </a:pPr>
            <a:r>
              <a:rPr lang="ko-KR" altLang="en-US" sz="2400" dirty="0"/>
              <a:t>주민과 카메라 방향</a:t>
            </a:r>
            <a:endParaRPr lang="en-US" altLang="ko-KR" sz="2400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8946E54E-956F-E70A-5CC5-4B1DB22A2E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10/11/2026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2849402-68B7-30F1-6A41-33D219C439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34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067FEE13-7745-206C-1D5C-507DFDE6708C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시스템</a:t>
            </a:r>
          </a:p>
        </p:txBody>
      </p:sp>
      <p:grpSp>
        <p:nvGrpSpPr>
          <p:cNvPr id="13" name="그래픽 19" descr="남자 단색으로 채워진">
            <a:extLst>
              <a:ext uri="{FF2B5EF4-FFF2-40B4-BE49-F238E27FC236}">
                <a16:creationId xmlns:a16="http://schemas.microsoft.com/office/drawing/2014/main" id="{CE324FDF-8776-CEE9-FF7F-7995DF4B102B}"/>
              </a:ext>
            </a:extLst>
          </p:cNvPr>
          <p:cNvGrpSpPr/>
          <p:nvPr/>
        </p:nvGrpSpPr>
        <p:grpSpPr>
          <a:xfrm>
            <a:off x="3416756" y="3429000"/>
            <a:ext cx="638514" cy="1260288"/>
            <a:chOff x="2359041" y="3569144"/>
            <a:chExt cx="763894" cy="1572305"/>
          </a:xfrm>
          <a:solidFill>
            <a:srgbClr val="000000"/>
          </a:solidFill>
        </p:grpSpPr>
        <p:sp>
          <p:nvSpPr>
            <p:cNvPr id="14" name="타원 13">
              <a:extLst>
                <a:ext uri="{FF2B5EF4-FFF2-40B4-BE49-F238E27FC236}">
                  <a16:creationId xmlns:a16="http://schemas.microsoft.com/office/drawing/2014/main" id="{F400903F-45C1-78A3-3ACC-2669A2B1C302}"/>
                </a:ext>
              </a:extLst>
            </p:cNvPr>
            <p:cNvSpPr/>
            <p:nvPr/>
          </p:nvSpPr>
          <p:spPr>
            <a:xfrm>
              <a:off x="2438393" y="3569144"/>
              <a:ext cx="598142" cy="580675"/>
            </a:xfrm>
            <a:prstGeom prst="ellipse">
              <a:avLst/>
            </a:prstGeom>
            <a:solidFill>
              <a:srgbClr val="000000"/>
            </a:solidFill>
            <a:ln w="222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5" name="자유형: 도형 14">
              <a:extLst>
                <a:ext uri="{FF2B5EF4-FFF2-40B4-BE49-F238E27FC236}">
                  <a16:creationId xmlns:a16="http://schemas.microsoft.com/office/drawing/2014/main" id="{5C04E9A1-0554-1CF6-B10E-E2F46AB4279F}"/>
                </a:ext>
              </a:extLst>
            </p:cNvPr>
            <p:cNvSpPr/>
            <p:nvPr/>
          </p:nvSpPr>
          <p:spPr>
            <a:xfrm>
              <a:off x="2359041" y="4146956"/>
              <a:ext cx="763894" cy="994493"/>
            </a:xfrm>
            <a:custGeom>
              <a:avLst/>
              <a:gdLst>
                <a:gd name="csX0" fmla="*/ 975567 w 980021"/>
                <a:gd name="csY0" fmla="*/ 694924 h 1603671"/>
                <a:gd name="csX1" fmla="*/ 850837 w 980021"/>
                <a:gd name="csY1" fmla="*/ 164822 h 1603671"/>
                <a:gd name="csX2" fmla="*/ 824109 w 980021"/>
                <a:gd name="csY2" fmla="*/ 115821 h 1603671"/>
                <a:gd name="csX3" fmla="*/ 637014 w 980021"/>
                <a:gd name="csY3" fmla="*/ 17819 h 1603671"/>
                <a:gd name="csX4" fmla="*/ 490011 w 980021"/>
                <a:gd name="csY4" fmla="*/ 0 h 1603671"/>
                <a:gd name="csX5" fmla="*/ 343008 w 980021"/>
                <a:gd name="csY5" fmla="*/ 22273 h 1603671"/>
                <a:gd name="csX6" fmla="*/ 155913 w 980021"/>
                <a:gd name="csY6" fmla="*/ 120275 h 1603671"/>
                <a:gd name="csX7" fmla="*/ 129185 w 980021"/>
                <a:gd name="csY7" fmla="*/ 169276 h 1603671"/>
                <a:gd name="csX8" fmla="*/ 4455 w 980021"/>
                <a:gd name="csY8" fmla="*/ 699379 h 1603671"/>
                <a:gd name="csX9" fmla="*/ 0 w 980021"/>
                <a:gd name="csY9" fmla="*/ 721652 h 1603671"/>
                <a:gd name="csX10" fmla="*/ 89093 w 980021"/>
                <a:gd name="csY10" fmla="*/ 810745 h 1603671"/>
                <a:gd name="csX11" fmla="*/ 173731 w 980021"/>
                <a:gd name="csY11" fmla="*/ 743926 h 1603671"/>
                <a:gd name="csX12" fmla="*/ 267279 w 980021"/>
                <a:gd name="csY12" fmla="*/ 356372 h 1603671"/>
                <a:gd name="csX13" fmla="*/ 267279 w 980021"/>
                <a:gd name="csY13" fmla="*/ 1603672 h 1603671"/>
                <a:gd name="csX14" fmla="*/ 445464 w 980021"/>
                <a:gd name="csY14" fmla="*/ 1603672 h 1603671"/>
                <a:gd name="csX15" fmla="*/ 445464 w 980021"/>
                <a:gd name="csY15" fmla="*/ 801836 h 1603671"/>
                <a:gd name="csX16" fmla="*/ 534557 w 980021"/>
                <a:gd name="csY16" fmla="*/ 801836 h 1603671"/>
                <a:gd name="csX17" fmla="*/ 534557 w 980021"/>
                <a:gd name="csY17" fmla="*/ 1603672 h 1603671"/>
                <a:gd name="csX18" fmla="*/ 712743 w 980021"/>
                <a:gd name="csY18" fmla="*/ 1603672 h 1603671"/>
                <a:gd name="csX19" fmla="*/ 712743 w 980021"/>
                <a:gd name="csY19" fmla="*/ 351917 h 1603671"/>
                <a:gd name="csX20" fmla="*/ 806291 w 980021"/>
                <a:gd name="csY20" fmla="*/ 739471 h 1603671"/>
                <a:gd name="csX21" fmla="*/ 890929 w 980021"/>
                <a:gd name="csY21" fmla="*/ 806291 h 1603671"/>
                <a:gd name="csX22" fmla="*/ 980022 w 980021"/>
                <a:gd name="csY22" fmla="*/ 717198 h 1603671"/>
                <a:gd name="csX23" fmla="*/ 975567 w 980021"/>
                <a:gd name="csY23" fmla="*/ 694924 h 160367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980021" h="1603671">
                  <a:moveTo>
                    <a:pt x="975567" y="694924"/>
                  </a:moveTo>
                  <a:lnTo>
                    <a:pt x="850837" y="164822"/>
                  </a:lnTo>
                  <a:cubicBezTo>
                    <a:pt x="846382" y="147003"/>
                    <a:pt x="837473" y="129185"/>
                    <a:pt x="824109" y="115821"/>
                  </a:cubicBezTo>
                  <a:cubicBezTo>
                    <a:pt x="770653" y="71274"/>
                    <a:pt x="708288" y="40092"/>
                    <a:pt x="637014" y="17819"/>
                  </a:cubicBezTo>
                  <a:cubicBezTo>
                    <a:pt x="588013" y="8909"/>
                    <a:pt x="539012" y="0"/>
                    <a:pt x="490011" y="0"/>
                  </a:cubicBezTo>
                  <a:cubicBezTo>
                    <a:pt x="441010" y="0"/>
                    <a:pt x="392009" y="8909"/>
                    <a:pt x="343008" y="22273"/>
                  </a:cubicBezTo>
                  <a:cubicBezTo>
                    <a:pt x="271733" y="40092"/>
                    <a:pt x="209368" y="75729"/>
                    <a:pt x="155913" y="120275"/>
                  </a:cubicBezTo>
                  <a:cubicBezTo>
                    <a:pt x="142549" y="133639"/>
                    <a:pt x="133639" y="151458"/>
                    <a:pt x="129185" y="169276"/>
                  </a:cubicBezTo>
                  <a:lnTo>
                    <a:pt x="4455" y="699379"/>
                  </a:lnTo>
                  <a:cubicBezTo>
                    <a:pt x="4455" y="703834"/>
                    <a:pt x="0" y="712743"/>
                    <a:pt x="0" y="721652"/>
                  </a:cubicBezTo>
                  <a:cubicBezTo>
                    <a:pt x="0" y="770653"/>
                    <a:pt x="40092" y="810745"/>
                    <a:pt x="89093" y="810745"/>
                  </a:cubicBezTo>
                  <a:cubicBezTo>
                    <a:pt x="129185" y="810745"/>
                    <a:pt x="164822" y="779563"/>
                    <a:pt x="173731" y="743926"/>
                  </a:cubicBezTo>
                  <a:lnTo>
                    <a:pt x="267279" y="356372"/>
                  </a:lnTo>
                  <a:lnTo>
                    <a:pt x="267279" y="1603672"/>
                  </a:lnTo>
                  <a:lnTo>
                    <a:pt x="445464" y="1603672"/>
                  </a:lnTo>
                  <a:lnTo>
                    <a:pt x="445464" y="801836"/>
                  </a:lnTo>
                  <a:lnTo>
                    <a:pt x="534557" y="801836"/>
                  </a:lnTo>
                  <a:lnTo>
                    <a:pt x="534557" y="1603672"/>
                  </a:lnTo>
                  <a:lnTo>
                    <a:pt x="712743" y="1603672"/>
                  </a:lnTo>
                  <a:lnTo>
                    <a:pt x="712743" y="351917"/>
                  </a:lnTo>
                  <a:lnTo>
                    <a:pt x="806291" y="739471"/>
                  </a:lnTo>
                  <a:cubicBezTo>
                    <a:pt x="815200" y="775108"/>
                    <a:pt x="850837" y="806291"/>
                    <a:pt x="890929" y="806291"/>
                  </a:cubicBezTo>
                  <a:cubicBezTo>
                    <a:pt x="939930" y="806291"/>
                    <a:pt x="980022" y="766199"/>
                    <a:pt x="980022" y="717198"/>
                  </a:cubicBezTo>
                  <a:cubicBezTo>
                    <a:pt x="980022" y="708288"/>
                    <a:pt x="975567" y="699379"/>
                    <a:pt x="975567" y="694924"/>
                  </a:cubicBezTo>
                  <a:close/>
                </a:path>
              </a:pathLst>
            </a:custGeom>
            <a:solidFill>
              <a:srgbClr val="000000"/>
            </a:solidFill>
            <a:ln w="222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54DC1EAA-421A-ADA7-C901-B1CF0B947D22}"/>
              </a:ext>
            </a:extLst>
          </p:cNvPr>
          <p:cNvSpPr/>
          <p:nvPr/>
        </p:nvSpPr>
        <p:spPr>
          <a:xfrm>
            <a:off x="1266064" y="4263051"/>
            <a:ext cx="5578413" cy="894799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테스트가 적히는 곳</a:t>
            </a:r>
          </a:p>
        </p:txBody>
      </p:sp>
      <p:grpSp>
        <p:nvGrpSpPr>
          <p:cNvPr id="31" name="그래픽 16" descr="천사 같은 얼굴(윤곽선) 윤곽선">
            <a:extLst>
              <a:ext uri="{FF2B5EF4-FFF2-40B4-BE49-F238E27FC236}">
                <a16:creationId xmlns:a16="http://schemas.microsoft.com/office/drawing/2014/main" id="{056A0A10-C7F1-2AE6-2301-ACAF635FFAE2}"/>
              </a:ext>
            </a:extLst>
          </p:cNvPr>
          <p:cNvGrpSpPr/>
          <p:nvPr/>
        </p:nvGrpSpPr>
        <p:grpSpPr>
          <a:xfrm>
            <a:off x="4216848" y="3080941"/>
            <a:ext cx="723900" cy="790575"/>
            <a:chOff x="4216848" y="3080941"/>
            <a:chExt cx="723900" cy="790575"/>
          </a:xfrm>
          <a:solidFill>
            <a:srgbClr val="00B050"/>
          </a:solidFill>
        </p:grpSpPr>
        <p:sp>
          <p:nvSpPr>
            <p:cNvPr id="32" name="자유형: 도형 31">
              <a:extLst>
                <a:ext uri="{FF2B5EF4-FFF2-40B4-BE49-F238E27FC236}">
                  <a16:creationId xmlns:a16="http://schemas.microsoft.com/office/drawing/2014/main" id="{F2C7783B-08E7-527A-1026-2A77FDF559E0}"/>
                </a:ext>
              </a:extLst>
            </p:cNvPr>
            <p:cNvSpPr/>
            <p:nvPr/>
          </p:nvSpPr>
          <p:spPr>
            <a:xfrm>
              <a:off x="4264473" y="3080941"/>
              <a:ext cx="628650" cy="140969"/>
            </a:xfrm>
            <a:custGeom>
              <a:avLst/>
              <a:gdLst>
                <a:gd name="csX0" fmla="*/ 561975 w 628650"/>
                <a:gd name="csY0" fmla="*/ 126682 h 140969"/>
                <a:gd name="csX1" fmla="*/ 578168 w 628650"/>
                <a:gd name="csY1" fmla="*/ 140970 h 140969"/>
                <a:gd name="csX2" fmla="*/ 628650 w 628650"/>
                <a:gd name="csY2" fmla="*/ 90488 h 140969"/>
                <a:gd name="csX3" fmla="*/ 314325 w 628650"/>
                <a:gd name="csY3" fmla="*/ 0 h 140969"/>
                <a:gd name="csX4" fmla="*/ 0 w 628650"/>
                <a:gd name="csY4" fmla="*/ 90488 h 140969"/>
                <a:gd name="csX5" fmla="*/ 50482 w 628650"/>
                <a:gd name="csY5" fmla="*/ 140970 h 140969"/>
                <a:gd name="csX6" fmla="*/ 66675 w 628650"/>
                <a:gd name="csY6" fmla="*/ 126682 h 140969"/>
                <a:gd name="csX7" fmla="*/ 19050 w 628650"/>
                <a:gd name="csY7" fmla="*/ 90488 h 140969"/>
                <a:gd name="csX8" fmla="*/ 314325 w 628650"/>
                <a:gd name="csY8" fmla="*/ 19050 h 140969"/>
                <a:gd name="csX9" fmla="*/ 609600 w 628650"/>
                <a:gd name="csY9" fmla="*/ 90488 h 140969"/>
                <a:gd name="csX10" fmla="*/ 561975 w 628650"/>
                <a:gd name="csY10" fmla="*/ 126682 h 14096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628650" h="140969">
                  <a:moveTo>
                    <a:pt x="561975" y="126682"/>
                  </a:moveTo>
                  <a:cubicBezTo>
                    <a:pt x="567690" y="131445"/>
                    <a:pt x="572453" y="136208"/>
                    <a:pt x="578168" y="140970"/>
                  </a:cubicBezTo>
                  <a:cubicBezTo>
                    <a:pt x="609600" y="127635"/>
                    <a:pt x="628650" y="110490"/>
                    <a:pt x="628650" y="90488"/>
                  </a:cubicBezTo>
                  <a:cubicBezTo>
                    <a:pt x="628650" y="31433"/>
                    <a:pt x="466725" y="0"/>
                    <a:pt x="314325" y="0"/>
                  </a:cubicBezTo>
                  <a:cubicBezTo>
                    <a:pt x="161925" y="0"/>
                    <a:pt x="0" y="31433"/>
                    <a:pt x="0" y="90488"/>
                  </a:cubicBezTo>
                  <a:cubicBezTo>
                    <a:pt x="0" y="110490"/>
                    <a:pt x="19050" y="127635"/>
                    <a:pt x="50482" y="140970"/>
                  </a:cubicBezTo>
                  <a:cubicBezTo>
                    <a:pt x="56197" y="136208"/>
                    <a:pt x="60960" y="131445"/>
                    <a:pt x="66675" y="126682"/>
                  </a:cubicBezTo>
                  <a:cubicBezTo>
                    <a:pt x="36195" y="114300"/>
                    <a:pt x="19050" y="101918"/>
                    <a:pt x="19050" y="90488"/>
                  </a:cubicBezTo>
                  <a:cubicBezTo>
                    <a:pt x="19050" y="60960"/>
                    <a:pt x="131445" y="19050"/>
                    <a:pt x="314325" y="19050"/>
                  </a:cubicBezTo>
                  <a:cubicBezTo>
                    <a:pt x="497205" y="19050"/>
                    <a:pt x="609600" y="60960"/>
                    <a:pt x="609600" y="90488"/>
                  </a:cubicBezTo>
                  <a:cubicBezTo>
                    <a:pt x="609600" y="101918"/>
                    <a:pt x="593408" y="115253"/>
                    <a:pt x="561975" y="126682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3" name="자유형: 도형 32">
              <a:extLst>
                <a:ext uri="{FF2B5EF4-FFF2-40B4-BE49-F238E27FC236}">
                  <a16:creationId xmlns:a16="http://schemas.microsoft.com/office/drawing/2014/main" id="{9D77AB37-181B-925D-1078-3B5366CC313B}"/>
                </a:ext>
              </a:extLst>
            </p:cNvPr>
            <p:cNvSpPr/>
            <p:nvPr/>
          </p:nvSpPr>
          <p:spPr>
            <a:xfrm>
              <a:off x="4216848" y="3147616"/>
              <a:ext cx="723900" cy="723900"/>
            </a:xfrm>
            <a:custGeom>
              <a:avLst/>
              <a:gdLst>
                <a:gd name="csX0" fmla="*/ 361950 w 723900"/>
                <a:gd name="csY0" fmla="*/ 723900 h 723900"/>
                <a:gd name="csX1" fmla="*/ 723900 w 723900"/>
                <a:gd name="csY1" fmla="*/ 361950 h 723900"/>
                <a:gd name="csX2" fmla="*/ 361950 w 723900"/>
                <a:gd name="csY2" fmla="*/ 0 h 723900"/>
                <a:gd name="csX3" fmla="*/ 0 w 723900"/>
                <a:gd name="csY3" fmla="*/ 361950 h 723900"/>
                <a:gd name="csX4" fmla="*/ 361950 w 723900"/>
                <a:gd name="csY4" fmla="*/ 723900 h 723900"/>
                <a:gd name="csX5" fmla="*/ 361950 w 723900"/>
                <a:gd name="csY5" fmla="*/ 19050 h 723900"/>
                <a:gd name="csX6" fmla="*/ 704850 w 723900"/>
                <a:gd name="csY6" fmla="*/ 361950 h 723900"/>
                <a:gd name="csX7" fmla="*/ 361950 w 723900"/>
                <a:gd name="csY7" fmla="*/ 704850 h 723900"/>
                <a:gd name="csX8" fmla="*/ 19050 w 723900"/>
                <a:gd name="csY8" fmla="*/ 361950 h 723900"/>
                <a:gd name="csX9" fmla="*/ 361950 w 723900"/>
                <a:gd name="csY9" fmla="*/ 19050 h 7239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723900" h="723900">
                  <a:moveTo>
                    <a:pt x="361950" y="723900"/>
                  </a:moveTo>
                  <a:cubicBezTo>
                    <a:pt x="561975" y="723900"/>
                    <a:pt x="723900" y="561975"/>
                    <a:pt x="723900" y="361950"/>
                  </a:cubicBezTo>
                  <a:cubicBezTo>
                    <a:pt x="723900" y="161925"/>
                    <a:pt x="561975" y="0"/>
                    <a:pt x="361950" y="0"/>
                  </a:cubicBezTo>
                  <a:cubicBezTo>
                    <a:pt x="161925" y="0"/>
                    <a:pt x="0" y="161925"/>
                    <a:pt x="0" y="361950"/>
                  </a:cubicBezTo>
                  <a:cubicBezTo>
                    <a:pt x="0" y="561975"/>
                    <a:pt x="161925" y="723900"/>
                    <a:pt x="361950" y="723900"/>
                  </a:cubicBezTo>
                  <a:close/>
                  <a:moveTo>
                    <a:pt x="361950" y="19050"/>
                  </a:moveTo>
                  <a:cubicBezTo>
                    <a:pt x="551498" y="19050"/>
                    <a:pt x="704850" y="172403"/>
                    <a:pt x="704850" y="361950"/>
                  </a:cubicBezTo>
                  <a:cubicBezTo>
                    <a:pt x="704850" y="551498"/>
                    <a:pt x="551498" y="704850"/>
                    <a:pt x="361950" y="704850"/>
                  </a:cubicBezTo>
                  <a:cubicBezTo>
                    <a:pt x="172403" y="704850"/>
                    <a:pt x="19050" y="551498"/>
                    <a:pt x="19050" y="361950"/>
                  </a:cubicBezTo>
                  <a:cubicBezTo>
                    <a:pt x="19050" y="172403"/>
                    <a:pt x="172403" y="19050"/>
                    <a:pt x="361950" y="1905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4" name="자유형: 도형 33">
              <a:extLst>
                <a:ext uri="{FF2B5EF4-FFF2-40B4-BE49-F238E27FC236}">
                  <a16:creationId xmlns:a16="http://schemas.microsoft.com/office/drawing/2014/main" id="{0642FA02-F4D2-B1AB-857E-9DBE99C98C09}"/>
                </a:ext>
              </a:extLst>
            </p:cNvPr>
            <p:cNvSpPr/>
            <p:nvPr/>
          </p:nvSpPr>
          <p:spPr>
            <a:xfrm>
              <a:off x="4391399" y="3643348"/>
              <a:ext cx="375086" cy="105067"/>
            </a:xfrm>
            <a:custGeom>
              <a:avLst/>
              <a:gdLst>
                <a:gd name="csX0" fmla="*/ 16901 w 375086"/>
                <a:gd name="csY0" fmla="*/ 3378 h 105067"/>
                <a:gd name="csX1" fmla="*/ 3566 w 375086"/>
                <a:gd name="csY1" fmla="*/ 2425 h 105067"/>
                <a:gd name="csX2" fmla="*/ 1661 w 375086"/>
                <a:gd name="csY2" fmla="*/ 15760 h 105067"/>
                <a:gd name="csX3" fmla="*/ 335989 w 375086"/>
                <a:gd name="csY3" fmla="*/ 52908 h 105067"/>
                <a:gd name="csX4" fmla="*/ 373136 w 375086"/>
                <a:gd name="csY4" fmla="*/ 15760 h 105067"/>
                <a:gd name="csX5" fmla="*/ 371232 w 375086"/>
                <a:gd name="csY5" fmla="*/ 2425 h 105067"/>
                <a:gd name="csX6" fmla="*/ 357897 w 375086"/>
                <a:gd name="csY6" fmla="*/ 4330 h 105067"/>
                <a:gd name="csX7" fmla="*/ 51191 w 375086"/>
                <a:gd name="csY7" fmla="*/ 37668 h 105067"/>
                <a:gd name="csX8" fmla="*/ 16901 w 375086"/>
                <a:gd name="csY8" fmla="*/ 3378 h 105067"/>
                <a:gd name="csX9" fmla="*/ 16901 w 375086"/>
                <a:gd name="csY9" fmla="*/ 3378 h 10506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375086" h="105067">
                  <a:moveTo>
                    <a:pt x="16901" y="3378"/>
                  </a:moveTo>
                  <a:cubicBezTo>
                    <a:pt x="13091" y="-432"/>
                    <a:pt x="7376" y="-1385"/>
                    <a:pt x="3566" y="2425"/>
                  </a:cubicBezTo>
                  <a:cubicBezTo>
                    <a:pt x="-244" y="5283"/>
                    <a:pt x="-1196" y="10998"/>
                    <a:pt x="1661" y="15760"/>
                  </a:cubicBezTo>
                  <a:cubicBezTo>
                    <a:pt x="83576" y="118630"/>
                    <a:pt x="233119" y="134823"/>
                    <a:pt x="335989" y="52908"/>
                  </a:cubicBezTo>
                  <a:cubicBezTo>
                    <a:pt x="349324" y="41478"/>
                    <a:pt x="361707" y="29095"/>
                    <a:pt x="373136" y="15760"/>
                  </a:cubicBezTo>
                  <a:cubicBezTo>
                    <a:pt x="375994" y="11950"/>
                    <a:pt x="375994" y="5283"/>
                    <a:pt x="371232" y="2425"/>
                  </a:cubicBezTo>
                  <a:cubicBezTo>
                    <a:pt x="367422" y="-432"/>
                    <a:pt x="360754" y="-432"/>
                    <a:pt x="357897" y="4330"/>
                  </a:cubicBezTo>
                  <a:cubicBezTo>
                    <a:pt x="282649" y="97675"/>
                    <a:pt x="145489" y="112915"/>
                    <a:pt x="51191" y="37668"/>
                  </a:cubicBezTo>
                  <a:cubicBezTo>
                    <a:pt x="37856" y="27190"/>
                    <a:pt x="26426" y="15760"/>
                    <a:pt x="16901" y="3378"/>
                  </a:cubicBezTo>
                  <a:lnTo>
                    <a:pt x="16901" y="3378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5" name="자유형: 도형 34">
              <a:extLst>
                <a:ext uri="{FF2B5EF4-FFF2-40B4-BE49-F238E27FC236}">
                  <a16:creationId xmlns:a16="http://schemas.microsoft.com/office/drawing/2014/main" id="{451B6FF8-54F0-94CF-57A1-28FCFA9D8C45}"/>
                </a:ext>
              </a:extLst>
            </p:cNvPr>
            <p:cNvSpPr/>
            <p:nvPr/>
          </p:nvSpPr>
          <p:spPr>
            <a:xfrm>
              <a:off x="4353825" y="3405701"/>
              <a:ext cx="173719" cy="75876"/>
            </a:xfrm>
            <a:custGeom>
              <a:avLst/>
              <a:gdLst>
                <a:gd name="csX0" fmla="*/ 6850 w 173719"/>
                <a:gd name="csY0" fmla="*/ 75289 h 75876"/>
                <a:gd name="csX1" fmla="*/ 18280 w 173719"/>
                <a:gd name="csY1" fmla="*/ 68622 h 75876"/>
                <a:gd name="csX2" fmla="*/ 18280 w 173719"/>
                <a:gd name="csY2" fmla="*/ 68622 h 75876"/>
                <a:gd name="csX3" fmla="*/ 107815 w 173719"/>
                <a:gd name="csY3" fmla="*/ 20997 h 75876"/>
                <a:gd name="csX4" fmla="*/ 155440 w 173719"/>
                <a:gd name="csY4" fmla="*/ 68622 h 75876"/>
                <a:gd name="csX5" fmla="*/ 166870 w 173719"/>
                <a:gd name="csY5" fmla="*/ 75289 h 75876"/>
                <a:gd name="csX6" fmla="*/ 173537 w 173719"/>
                <a:gd name="csY6" fmla="*/ 63859 h 75876"/>
                <a:gd name="csX7" fmla="*/ 173537 w 173719"/>
                <a:gd name="csY7" fmla="*/ 63859 h 75876"/>
                <a:gd name="csX8" fmla="*/ 60190 w 173719"/>
                <a:gd name="csY8" fmla="*/ 3852 h 75876"/>
                <a:gd name="csX9" fmla="*/ 183 w 173719"/>
                <a:gd name="csY9" fmla="*/ 63859 h 75876"/>
                <a:gd name="csX10" fmla="*/ 6850 w 173719"/>
                <a:gd name="csY10" fmla="*/ 75289 h 7587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173719" h="75876">
                  <a:moveTo>
                    <a:pt x="6850" y="75289"/>
                  </a:moveTo>
                  <a:cubicBezTo>
                    <a:pt x="11613" y="77194"/>
                    <a:pt x="17328" y="74337"/>
                    <a:pt x="18280" y="68622"/>
                  </a:cubicBezTo>
                  <a:cubicBezTo>
                    <a:pt x="18280" y="68622"/>
                    <a:pt x="18280" y="68622"/>
                    <a:pt x="18280" y="68622"/>
                  </a:cubicBezTo>
                  <a:cubicBezTo>
                    <a:pt x="29710" y="30522"/>
                    <a:pt x="69715" y="9567"/>
                    <a:pt x="107815" y="20997"/>
                  </a:cubicBezTo>
                  <a:cubicBezTo>
                    <a:pt x="130675" y="27664"/>
                    <a:pt x="147820" y="45762"/>
                    <a:pt x="155440" y="68622"/>
                  </a:cubicBezTo>
                  <a:cubicBezTo>
                    <a:pt x="157345" y="73384"/>
                    <a:pt x="162108" y="76242"/>
                    <a:pt x="166870" y="75289"/>
                  </a:cubicBezTo>
                  <a:cubicBezTo>
                    <a:pt x="171633" y="74337"/>
                    <a:pt x="174490" y="68622"/>
                    <a:pt x="173537" y="63859"/>
                  </a:cubicBezTo>
                  <a:cubicBezTo>
                    <a:pt x="173537" y="63859"/>
                    <a:pt x="173537" y="63859"/>
                    <a:pt x="173537" y="63859"/>
                  </a:cubicBezTo>
                  <a:cubicBezTo>
                    <a:pt x="159250" y="16234"/>
                    <a:pt x="107815" y="-10436"/>
                    <a:pt x="60190" y="3852"/>
                  </a:cubicBezTo>
                  <a:cubicBezTo>
                    <a:pt x="31615" y="12424"/>
                    <a:pt x="8755" y="35284"/>
                    <a:pt x="183" y="63859"/>
                  </a:cubicBezTo>
                  <a:cubicBezTo>
                    <a:pt x="-770" y="67669"/>
                    <a:pt x="2088" y="73384"/>
                    <a:pt x="6850" y="7528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6" name="자유형: 도형 35">
              <a:extLst>
                <a:ext uri="{FF2B5EF4-FFF2-40B4-BE49-F238E27FC236}">
                  <a16:creationId xmlns:a16="http://schemas.microsoft.com/office/drawing/2014/main" id="{914C10B6-57D5-CFF6-6467-0D212F76AC8B}"/>
                </a:ext>
              </a:extLst>
            </p:cNvPr>
            <p:cNvSpPr/>
            <p:nvPr/>
          </p:nvSpPr>
          <p:spPr>
            <a:xfrm>
              <a:off x="4630050" y="3405701"/>
              <a:ext cx="173719" cy="75876"/>
            </a:xfrm>
            <a:custGeom>
              <a:avLst/>
              <a:gdLst>
                <a:gd name="csX0" fmla="*/ 6850 w 173719"/>
                <a:gd name="csY0" fmla="*/ 75289 h 75876"/>
                <a:gd name="csX1" fmla="*/ 18280 w 173719"/>
                <a:gd name="csY1" fmla="*/ 68622 h 75876"/>
                <a:gd name="csX2" fmla="*/ 18280 w 173719"/>
                <a:gd name="csY2" fmla="*/ 68622 h 75876"/>
                <a:gd name="csX3" fmla="*/ 107815 w 173719"/>
                <a:gd name="csY3" fmla="*/ 20997 h 75876"/>
                <a:gd name="csX4" fmla="*/ 155440 w 173719"/>
                <a:gd name="csY4" fmla="*/ 68622 h 75876"/>
                <a:gd name="csX5" fmla="*/ 166870 w 173719"/>
                <a:gd name="csY5" fmla="*/ 75289 h 75876"/>
                <a:gd name="csX6" fmla="*/ 173537 w 173719"/>
                <a:gd name="csY6" fmla="*/ 63859 h 75876"/>
                <a:gd name="csX7" fmla="*/ 173537 w 173719"/>
                <a:gd name="csY7" fmla="*/ 63859 h 75876"/>
                <a:gd name="csX8" fmla="*/ 60190 w 173719"/>
                <a:gd name="csY8" fmla="*/ 3852 h 75876"/>
                <a:gd name="csX9" fmla="*/ 183 w 173719"/>
                <a:gd name="csY9" fmla="*/ 63859 h 75876"/>
                <a:gd name="csX10" fmla="*/ 6850 w 173719"/>
                <a:gd name="csY10" fmla="*/ 75289 h 7587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173719" h="75876">
                  <a:moveTo>
                    <a:pt x="6850" y="75289"/>
                  </a:moveTo>
                  <a:cubicBezTo>
                    <a:pt x="11612" y="77194"/>
                    <a:pt x="17328" y="74337"/>
                    <a:pt x="18280" y="68622"/>
                  </a:cubicBezTo>
                  <a:cubicBezTo>
                    <a:pt x="18280" y="68622"/>
                    <a:pt x="18280" y="68622"/>
                    <a:pt x="18280" y="68622"/>
                  </a:cubicBezTo>
                  <a:cubicBezTo>
                    <a:pt x="29710" y="30522"/>
                    <a:pt x="69715" y="9567"/>
                    <a:pt x="107815" y="20997"/>
                  </a:cubicBezTo>
                  <a:cubicBezTo>
                    <a:pt x="130675" y="27664"/>
                    <a:pt x="147820" y="45762"/>
                    <a:pt x="155440" y="68622"/>
                  </a:cubicBezTo>
                  <a:cubicBezTo>
                    <a:pt x="157345" y="73384"/>
                    <a:pt x="162108" y="76242"/>
                    <a:pt x="166870" y="75289"/>
                  </a:cubicBezTo>
                  <a:cubicBezTo>
                    <a:pt x="171633" y="73384"/>
                    <a:pt x="174490" y="68622"/>
                    <a:pt x="173537" y="63859"/>
                  </a:cubicBezTo>
                  <a:cubicBezTo>
                    <a:pt x="173537" y="63859"/>
                    <a:pt x="173537" y="63859"/>
                    <a:pt x="173537" y="63859"/>
                  </a:cubicBezTo>
                  <a:cubicBezTo>
                    <a:pt x="159250" y="16234"/>
                    <a:pt x="107815" y="-10436"/>
                    <a:pt x="60190" y="3852"/>
                  </a:cubicBezTo>
                  <a:cubicBezTo>
                    <a:pt x="31615" y="12424"/>
                    <a:pt x="8755" y="35284"/>
                    <a:pt x="183" y="63859"/>
                  </a:cubicBezTo>
                  <a:cubicBezTo>
                    <a:pt x="-770" y="67669"/>
                    <a:pt x="2087" y="73384"/>
                    <a:pt x="6850" y="7528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21" name="그래픽 34" descr="배지 1 단색으로 채워진">
            <a:extLst>
              <a:ext uri="{FF2B5EF4-FFF2-40B4-BE49-F238E27FC236}">
                <a16:creationId xmlns:a16="http://schemas.microsoft.com/office/drawing/2014/main" id="{A8B00338-DFF6-D6FF-213C-09D601B1642B}"/>
              </a:ext>
            </a:extLst>
          </p:cNvPr>
          <p:cNvSpPr/>
          <p:nvPr/>
        </p:nvSpPr>
        <p:spPr>
          <a:xfrm>
            <a:off x="1134646" y="2079847"/>
            <a:ext cx="389964" cy="389964"/>
          </a:xfrm>
          <a:custGeom>
            <a:avLst/>
            <a:gdLst>
              <a:gd name="csX0" fmla="*/ 194982 w 389964"/>
              <a:gd name="csY0" fmla="*/ 0 h 389964"/>
              <a:gd name="csX1" fmla="*/ 0 w 389964"/>
              <a:gd name="csY1" fmla="*/ 194982 h 389964"/>
              <a:gd name="csX2" fmla="*/ 194982 w 389964"/>
              <a:gd name="csY2" fmla="*/ 389964 h 389964"/>
              <a:gd name="csX3" fmla="*/ 389964 w 389964"/>
              <a:gd name="csY3" fmla="*/ 194982 h 389964"/>
              <a:gd name="csX4" fmla="*/ 389964 w 389964"/>
              <a:gd name="csY4" fmla="*/ 194962 h 389964"/>
              <a:gd name="csX5" fmla="*/ 195136 w 389964"/>
              <a:gd name="csY5" fmla="*/ 0 h 389964"/>
              <a:gd name="csX6" fmla="*/ 194982 w 389964"/>
              <a:gd name="csY6" fmla="*/ 0 h 389964"/>
              <a:gd name="csX7" fmla="*/ 216370 w 389964"/>
              <a:gd name="csY7" fmla="*/ 277747 h 389964"/>
              <a:gd name="csX8" fmla="*/ 186711 w 389964"/>
              <a:gd name="csY8" fmla="*/ 277747 h 389964"/>
              <a:gd name="csX9" fmla="*/ 186711 w 389964"/>
              <a:gd name="csY9" fmla="*/ 136096 h 389964"/>
              <a:gd name="csX10" fmla="*/ 178779 w 389964"/>
              <a:gd name="csY10" fmla="*/ 141040 h 389964"/>
              <a:gd name="csX11" fmla="*/ 170175 w 389964"/>
              <a:gd name="csY11" fmla="*/ 145301 h 389964"/>
              <a:gd name="csX12" fmla="*/ 160118 w 389964"/>
              <a:gd name="csY12" fmla="*/ 148797 h 389964"/>
              <a:gd name="csX13" fmla="*/ 148525 w 389964"/>
              <a:gd name="csY13" fmla="*/ 151950 h 389964"/>
              <a:gd name="csX14" fmla="*/ 148525 w 389964"/>
              <a:gd name="csY14" fmla="*/ 128256 h 389964"/>
              <a:gd name="csX15" fmla="*/ 156277 w 389964"/>
              <a:gd name="csY15" fmla="*/ 125869 h 389964"/>
              <a:gd name="csX16" fmla="*/ 163188 w 389964"/>
              <a:gd name="csY16" fmla="*/ 123482 h 389964"/>
              <a:gd name="csX17" fmla="*/ 170006 w 389964"/>
              <a:gd name="csY17" fmla="*/ 120668 h 389964"/>
              <a:gd name="csX18" fmla="*/ 176823 w 389964"/>
              <a:gd name="csY18" fmla="*/ 117855 h 389964"/>
              <a:gd name="csX19" fmla="*/ 183380 w 389964"/>
              <a:gd name="csY19" fmla="*/ 114446 h 389964"/>
              <a:gd name="csX20" fmla="*/ 189951 w 389964"/>
              <a:gd name="csY20" fmla="*/ 110852 h 389964"/>
              <a:gd name="csX21" fmla="*/ 197020 w 389964"/>
              <a:gd name="csY21" fmla="*/ 106745 h 389964"/>
              <a:gd name="csX22" fmla="*/ 204100 w 389964"/>
              <a:gd name="csY22" fmla="*/ 102638 h 389964"/>
              <a:gd name="csX23" fmla="*/ 216370 w 389964"/>
              <a:gd name="csY23" fmla="*/ 102638 h 38996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</a:cxnLst>
            <a:rect l="l" t="t" r="r" b="b"/>
            <a:pathLst>
              <a:path w="389964" h="389964">
                <a:moveTo>
                  <a:pt x="194982" y="0"/>
                </a:moveTo>
                <a:cubicBezTo>
                  <a:pt x="87297" y="0"/>
                  <a:pt x="0" y="87297"/>
                  <a:pt x="0" y="194982"/>
                </a:cubicBezTo>
                <a:cubicBezTo>
                  <a:pt x="0" y="302668"/>
                  <a:pt x="87297" y="389964"/>
                  <a:pt x="194982" y="389964"/>
                </a:cubicBezTo>
                <a:cubicBezTo>
                  <a:pt x="302668" y="389964"/>
                  <a:pt x="389964" y="302668"/>
                  <a:pt x="389964" y="194982"/>
                </a:cubicBezTo>
                <a:cubicBezTo>
                  <a:pt x="389964" y="194976"/>
                  <a:pt x="389964" y="194968"/>
                  <a:pt x="389964" y="194962"/>
                </a:cubicBezTo>
                <a:cubicBezTo>
                  <a:pt x="390001" y="87324"/>
                  <a:pt x="302774" y="37"/>
                  <a:pt x="195136" y="0"/>
                </a:cubicBezTo>
                <a:cubicBezTo>
                  <a:pt x="195085" y="0"/>
                  <a:pt x="195034" y="0"/>
                  <a:pt x="194982" y="0"/>
                </a:cubicBezTo>
                <a:close/>
                <a:moveTo>
                  <a:pt x="216370" y="277747"/>
                </a:moveTo>
                <a:lnTo>
                  <a:pt x="186711" y="277747"/>
                </a:lnTo>
                <a:lnTo>
                  <a:pt x="186711" y="136096"/>
                </a:lnTo>
                <a:cubicBezTo>
                  <a:pt x="184206" y="137807"/>
                  <a:pt x="181562" y="139455"/>
                  <a:pt x="178779" y="141040"/>
                </a:cubicBezTo>
                <a:cubicBezTo>
                  <a:pt x="175998" y="142630"/>
                  <a:pt x="173125" y="144052"/>
                  <a:pt x="170175" y="145301"/>
                </a:cubicBezTo>
                <a:cubicBezTo>
                  <a:pt x="166985" y="146554"/>
                  <a:pt x="163633" y="147719"/>
                  <a:pt x="160118" y="148797"/>
                </a:cubicBezTo>
                <a:cubicBezTo>
                  <a:pt x="156602" y="149875"/>
                  <a:pt x="152739" y="150926"/>
                  <a:pt x="148525" y="151950"/>
                </a:cubicBezTo>
                <a:lnTo>
                  <a:pt x="148525" y="128256"/>
                </a:lnTo>
                <a:cubicBezTo>
                  <a:pt x="151366" y="127459"/>
                  <a:pt x="153950" y="126663"/>
                  <a:pt x="156277" y="125869"/>
                </a:cubicBezTo>
                <a:cubicBezTo>
                  <a:pt x="158605" y="125075"/>
                  <a:pt x="160908" y="124279"/>
                  <a:pt x="163188" y="123482"/>
                </a:cubicBezTo>
                <a:cubicBezTo>
                  <a:pt x="165452" y="122573"/>
                  <a:pt x="167731" y="121639"/>
                  <a:pt x="170006" y="120668"/>
                </a:cubicBezTo>
                <a:cubicBezTo>
                  <a:pt x="172280" y="119698"/>
                  <a:pt x="174549" y="118769"/>
                  <a:pt x="176823" y="117855"/>
                </a:cubicBezTo>
                <a:cubicBezTo>
                  <a:pt x="178980" y="116719"/>
                  <a:pt x="181165" y="115582"/>
                  <a:pt x="183380" y="114446"/>
                </a:cubicBezTo>
                <a:cubicBezTo>
                  <a:pt x="185594" y="113310"/>
                  <a:pt x="187784" y="112112"/>
                  <a:pt x="189951" y="110852"/>
                </a:cubicBezTo>
                <a:cubicBezTo>
                  <a:pt x="192347" y="109606"/>
                  <a:pt x="194703" y="108238"/>
                  <a:pt x="197020" y="106745"/>
                </a:cubicBezTo>
                <a:cubicBezTo>
                  <a:pt x="199337" y="105253"/>
                  <a:pt x="201697" y="103884"/>
                  <a:pt x="204100" y="102638"/>
                </a:cubicBezTo>
                <a:lnTo>
                  <a:pt x="216370" y="102638"/>
                </a:lnTo>
                <a:close/>
              </a:path>
            </a:pathLst>
          </a:custGeom>
          <a:solidFill>
            <a:srgbClr val="7030A0"/>
          </a:solidFill>
          <a:ln w="5060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3" name="그래픽 22" descr="배지 단색으로 채워진">
            <a:extLst>
              <a:ext uri="{FF2B5EF4-FFF2-40B4-BE49-F238E27FC236}">
                <a16:creationId xmlns:a16="http://schemas.microsoft.com/office/drawing/2014/main" id="{300DF055-558F-0015-5F5E-E83AEC0785D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43261" y="4263051"/>
            <a:ext cx="445606" cy="445606"/>
          </a:xfrm>
          <a:prstGeom prst="rect">
            <a:avLst/>
          </a:prstGeom>
        </p:spPr>
      </p:pic>
      <p:pic>
        <p:nvPicPr>
          <p:cNvPr id="25" name="그래픽 24" descr="배지 3 단색으로 채워진">
            <a:extLst>
              <a:ext uri="{FF2B5EF4-FFF2-40B4-BE49-F238E27FC236}">
                <a16:creationId xmlns:a16="http://schemas.microsoft.com/office/drawing/2014/main" id="{3E7B92E4-E0DC-1C20-6500-F5C79F08E9D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781753" y="2917333"/>
            <a:ext cx="445605" cy="445605"/>
          </a:xfrm>
          <a:prstGeom prst="rect">
            <a:avLst/>
          </a:prstGeom>
        </p:spPr>
      </p:pic>
      <p:sp>
        <p:nvSpPr>
          <p:cNvPr id="38" name="그래픽 34" descr="배지 1 단색으로 채워진">
            <a:extLst>
              <a:ext uri="{FF2B5EF4-FFF2-40B4-BE49-F238E27FC236}">
                <a16:creationId xmlns:a16="http://schemas.microsoft.com/office/drawing/2014/main" id="{6926DFA0-38F3-D148-8E9D-0B2A994372AE}"/>
              </a:ext>
            </a:extLst>
          </p:cNvPr>
          <p:cNvSpPr/>
          <p:nvPr/>
        </p:nvSpPr>
        <p:spPr>
          <a:xfrm>
            <a:off x="7280228" y="1884865"/>
            <a:ext cx="389964" cy="389964"/>
          </a:xfrm>
          <a:custGeom>
            <a:avLst/>
            <a:gdLst>
              <a:gd name="csX0" fmla="*/ 194982 w 389964"/>
              <a:gd name="csY0" fmla="*/ 0 h 389964"/>
              <a:gd name="csX1" fmla="*/ 0 w 389964"/>
              <a:gd name="csY1" fmla="*/ 194982 h 389964"/>
              <a:gd name="csX2" fmla="*/ 194982 w 389964"/>
              <a:gd name="csY2" fmla="*/ 389964 h 389964"/>
              <a:gd name="csX3" fmla="*/ 389964 w 389964"/>
              <a:gd name="csY3" fmla="*/ 194982 h 389964"/>
              <a:gd name="csX4" fmla="*/ 389964 w 389964"/>
              <a:gd name="csY4" fmla="*/ 194962 h 389964"/>
              <a:gd name="csX5" fmla="*/ 195136 w 389964"/>
              <a:gd name="csY5" fmla="*/ 0 h 389964"/>
              <a:gd name="csX6" fmla="*/ 194982 w 389964"/>
              <a:gd name="csY6" fmla="*/ 0 h 389964"/>
              <a:gd name="csX7" fmla="*/ 216370 w 389964"/>
              <a:gd name="csY7" fmla="*/ 277747 h 389964"/>
              <a:gd name="csX8" fmla="*/ 186711 w 389964"/>
              <a:gd name="csY8" fmla="*/ 277747 h 389964"/>
              <a:gd name="csX9" fmla="*/ 186711 w 389964"/>
              <a:gd name="csY9" fmla="*/ 136096 h 389964"/>
              <a:gd name="csX10" fmla="*/ 178779 w 389964"/>
              <a:gd name="csY10" fmla="*/ 141040 h 389964"/>
              <a:gd name="csX11" fmla="*/ 170175 w 389964"/>
              <a:gd name="csY11" fmla="*/ 145301 h 389964"/>
              <a:gd name="csX12" fmla="*/ 160118 w 389964"/>
              <a:gd name="csY12" fmla="*/ 148797 h 389964"/>
              <a:gd name="csX13" fmla="*/ 148525 w 389964"/>
              <a:gd name="csY13" fmla="*/ 151950 h 389964"/>
              <a:gd name="csX14" fmla="*/ 148525 w 389964"/>
              <a:gd name="csY14" fmla="*/ 128256 h 389964"/>
              <a:gd name="csX15" fmla="*/ 156277 w 389964"/>
              <a:gd name="csY15" fmla="*/ 125869 h 389964"/>
              <a:gd name="csX16" fmla="*/ 163188 w 389964"/>
              <a:gd name="csY16" fmla="*/ 123482 h 389964"/>
              <a:gd name="csX17" fmla="*/ 170006 w 389964"/>
              <a:gd name="csY17" fmla="*/ 120668 h 389964"/>
              <a:gd name="csX18" fmla="*/ 176823 w 389964"/>
              <a:gd name="csY18" fmla="*/ 117855 h 389964"/>
              <a:gd name="csX19" fmla="*/ 183380 w 389964"/>
              <a:gd name="csY19" fmla="*/ 114446 h 389964"/>
              <a:gd name="csX20" fmla="*/ 189951 w 389964"/>
              <a:gd name="csY20" fmla="*/ 110852 h 389964"/>
              <a:gd name="csX21" fmla="*/ 197020 w 389964"/>
              <a:gd name="csY21" fmla="*/ 106745 h 389964"/>
              <a:gd name="csX22" fmla="*/ 204100 w 389964"/>
              <a:gd name="csY22" fmla="*/ 102638 h 389964"/>
              <a:gd name="csX23" fmla="*/ 216370 w 389964"/>
              <a:gd name="csY23" fmla="*/ 102638 h 38996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</a:cxnLst>
            <a:rect l="l" t="t" r="r" b="b"/>
            <a:pathLst>
              <a:path w="389964" h="389964">
                <a:moveTo>
                  <a:pt x="194982" y="0"/>
                </a:moveTo>
                <a:cubicBezTo>
                  <a:pt x="87297" y="0"/>
                  <a:pt x="0" y="87297"/>
                  <a:pt x="0" y="194982"/>
                </a:cubicBezTo>
                <a:cubicBezTo>
                  <a:pt x="0" y="302668"/>
                  <a:pt x="87297" y="389964"/>
                  <a:pt x="194982" y="389964"/>
                </a:cubicBezTo>
                <a:cubicBezTo>
                  <a:pt x="302668" y="389964"/>
                  <a:pt x="389964" y="302668"/>
                  <a:pt x="389964" y="194982"/>
                </a:cubicBezTo>
                <a:cubicBezTo>
                  <a:pt x="389964" y="194976"/>
                  <a:pt x="389964" y="194968"/>
                  <a:pt x="389964" y="194962"/>
                </a:cubicBezTo>
                <a:cubicBezTo>
                  <a:pt x="390001" y="87324"/>
                  <a:pt x="302774" y="37"/>
                  <a:pt x="195136" y="0"/>
                </a:cubicBezTo>
                <a:cubicBezTo>
                  <a:pt x="195085" y="0"/>
                  <a:pt x="195034" y="0"/>
                  <a:pt x="194982" y="0"/>
                </a:cubicBezTo>
                <a:close/>
                <a:moveTo>
                  <a:pt x="216370" y="277747"/>
                </a:moveTo>
                <a:lnTo>
                  <a:pt x="186711" y="277747"/>
                </a:lnTo>
                <a:lnTo>
                  <a:pt x="186711" y="136096"/>
                </a:lnTo>
                <a:cubicBezTo>
                  <a:pt x="184206" y="137807"/>
                  <a:pt x="181562" y="139455"/>
                  <a:pt x="178779" y="141040"/>
                </a:cubicBezTo>
                <a:cubicBezTo>
                  <a:pt x="175998" y="142630"/>
                  <a:pt x="173125" y="144052"/>
                  <a:pt x="170175" y="145301"/>
                </a:cubicBezTo>
                <a:cubicBezTo>
                  <a:pt x="166985" y="146554"/>
                  <a:pt x="163633" y="147719"/>
                  <a:pt x="160118" y="148797"/>
                </a:cubicBezTo>
                <a:cubicBezTo>
                  <a:pt x="156602" y="149875"/>
                  <a:pt x="152739" y="150926"/>
                  <a:pt x="148525" y="151950"/>
                </a:cubicBezTo>
                <a:lnTo>
                  <a:pt x="148525" y="128256"/>
                </a:lnTo>
                <a:cubicBezTo>
                  <a:pt x="151366" y="127459"/>
                  <a:pt x="153950" y="126663"/>
                  <a:pt x="156277" y="125869"/>
                </a:cubicBezTo>
                <a:cubicBezTo>
                  <a:pt x="158605" y="125075"/>
                  <a:pt x="160908" y="124279"/>
                  <a:pt x="163188" y="123482"/>
                </a:cubicBezTo>
                <a:cubicBezTo>
                  <a:pt x="165452" y="122573"/>
                  <a:pt x="167731" y="121639"/>
                  <a:pt x="170006" y="120668"/>
                </a:cubicBezTo>
                <a:cubicBezTo>
                  <a:pt x="172280" y="119698"/>
                  <a:pt x="174549" y="118769"/>
                  <a:pt x="176823" y="117855"/>
                </a:cubicBezTo>
                <a:cubicBezTo>
                  <a:pt x="178980" y="116719"/>
                  <a:pt x="181165" y="115582"/>
                  <a:pt x="183380" y="114446"/>
                </a:cubicBezTo>
                <a:cubicBezTo>
                  <a:pt x="185594" y="113310"/>
                  <a:pt x="187784" y="112112"/>
                  <a:pt x="189951" y="110852"/>
                </a:cubicBezTo>
                <a:cubicBezTo>
                  <a:pt x="192347" y="109606"/>
                  <a:pt x="194703" y="108238"/>
                  <a:pt x="197020" y="106745"/>
                </a:cubicBezTo>
                <a:cubicBezTo>
                  <a:pt x="199337" y="105253"/>
                  <a:pt x="201697" y="103884"/>
                  <a:pt x="204100" y="102638"/>
                </a:cubicBezTo>
                <a:lnTo>
                  <a:pt x="216370" y="102638"/>
                </a:lnTo>
                <a:close/>
              </a:path>
            </a:pathLst>
          </a:custGeom>
          <a:solidFill>
            <a:srgbClr val="7030A0"/>
          </a:solidFill>
          <a:ln w="5060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1" name="그래픽 39" descr="배지 단색으로 채워진">
            <a:extLst>
              <a:ext uri="{FF2B5EF4-FFF2-40B4-BE49-F238E27FC236}">
                <a16:creationId xmlns:a16="http://schemas.microsoft.com/office/drawing/2014/main" id="{C59B779A-98FE-7563-D8FE-33B93524BFEF}"/>
              </a:ext>
            </a:extLst>
          </p:cNvPr>
          <p:cNvSpPr/>
          <p:nvPr/>
        </p:nvSpPr>
        <p:spPr>
          <a:xfrm>
            <a:off x="7280694" y="3210719"/>
            <a:ext cx="389031" cy="389964"/>
          </a:xfrm>
          <a:custGeom>
            <a:avLst/>
            <a:gdLst>
              <a:gd name="csX0" fmla="*/ 176368 w 352735"/>
              <a:gd name="csY0" fmla="*/ 0 h 352735"/>
              <a:gd name="csX1" fmla="*/ 0 w 352735"/>
              <a:gd name="csY1" fmla="*/ 176368 h 352735"/>
              <a:gd name="csX2" fmla="*/ 176368 w 352735"/>
              <a:gd name="csY2" fmla="*/ 352736 h 352735"/>
              <a:gd name="csX3" fmla="*/ 352735 w 352735"/>
              <a:gd name="csY3" fmla="*/ 176368 h 352735"/>
              <a:gd name="csX4" fmla="*/ 352735 w 352735"/>
              <a:gd name="csY4" fmla="*/ 176354 h 352735"/>
              <a:gd name="csX5" fmla="*/ 176502 w 352735"/>
              <a:gd name="csY5" fmla="*/ 0 h 352735"/>
              <a:gd name="csX6" fmla="*/ 176368 w 352735"/>
              <a:gd name="csY6" fmla="*/ 0 h 352735"/>
              <a:gd name="csX7" fmla="*/ 226790 w 352735"/>
              <a:gd name="csY7" fmla="*/ 255452 h 352735"/>
              <a:gd name="csX8" fmla="*/ 125950 w 352735"/>
              <a:gd name="csY8" fmla="*/ 255452 h 352735"/>
              <a:gd name="csX9" fmla="*/ 125950 w 352735"/>
              <a:gd name="csY9" fmla="*/ 240652 h 352735"/>
              <a:gd name="csX10" fmla="*/ 129340 w 352735"/>
              <a:gd name="csY10" fmla="*/ 222541 h 352735"/>
              <a:gd name="csX11" fmla="*/ 138665 w 352735"/>
              <a:gd name="csY11" fmla="*/ 207681 h 352735"/>
              <a:gd name="csX12" fmla="*/ 152471 w 352735"/>
              <a:gd name="csY12" fmla="*/ 195041 h 352735"/>
              <a:gd name="csX13" fmla="*/ 169430 w 352735"/>
              <a:gd name="csY13" fmla="*/ 183631 h 352735"/>
              <a:gd name="csX14" fmla="*/ 183826 w 352735"/>
              <a:gd name="csY14" fmla="*/ 173298 h 352735"/>
              <a:gd name="csX15" fmla="*/ 192784 w 352735"/>
              <a:gd name="csY15" fmla="*/ 163463 h 352735"/>
              <a:gd name="csX16" fmla="*/ 197339 w 352735"/>
              <a:gd name="csY16" fmla="*/ 153515 h 352735"/>
              <a:gd name="csX17" fmla="*/ 198570 w 352735"/>
              <a:gd name="csY17" fmla="*/ 142412 h 352735"/>
              <a:gd name="csX18" fmla="*/ 197028 w 352735"/>
              <a:gd name="csY18" fmla="*/ 132855 h 352735"/>
              <a:gd name="csX19" fmla="*/ 192477 w 352735"/>
              <a:gd name="csY19" fmla="*/ 124761 h 352735"/>
              <a:gd name="csX20" fmla="*/ 184768 w 352735"/>
              <a:gd name="csY20" fmla="*/ 119188 h 352735"/>
              <a:gd name="csX21" fmla="*/ 173902 w 352735"/>
              <a:gd name="csY21" fmla="*/ 117108 h 352735"/>
              <a:gd name="csX22" fmla="*/ 152930 w 352735"/>
              <a:gd name="csY22" fmla="*/ 122044 h 352735"/>
              <a:gd name="csX23" fmla="*/ 134276 w 352735"/>
              <a:gd name="csY23" fmla="*/ 135302 h 352735"/>
              <a:gd name="csX24" fmla="*/ 134276 w 352735"/>
              <a:gd name="csY24" fmla="*/ 111247 h 352735"/>
              <a:gd name="csX25" fmla="*/ 153005 w 352735"/>
              <a:gd name="csY25" fmla="*/ 100455 h 352735"/>
              <a:gd name="csX26" fmla="*/ 176224 w 352735"/>
              <a:gd name="csY26" fmla="*/ 97205 h 352735"/>
              <a:gd name="csX27" fmla="*/ 194725 w 352735"/>
              <a:gd name="csY27" fmla="*/ 99991 h 352735"/>
              <a:gd name="csX28" fmla="*/ 209836 w 352735"/>
              <a:gd name="csY28" fmla="*/ 108085 h 352735"/>
              <a:gd name="csX29" fmla="*/ 220015 w 352735"/>
              <a:gd name="csY29" fmla="*/ 121343 h 352735"/>
              <a:gd name="csX30" fmla="*/ 223730 w 352735"/>
              <a:gd name="csY30" fmla="*/ 139454 h 352735"/>
              <a:gd name="csX31" fmla="*/ 221794 w 352735"/>
              <a:gd name="csY31" fmla="*/ 156102 h 352735"/>
              <a:gd name="csX32" fmla="*/ 215441 w 352735"/>
              <a:gd name="csY32" fmla="*/ 170493 h 352735"/>
              <a:gd name="csX33" fmla="*/ 203961 w 352735"/>
              <a:gd name="csY33" fmla="*/ 183603 h 352735"/>
              <a:gd name="csX34" fmla="*/ 186691 w 352735"/>
              <a:gd name="csY34" fmla="*/ 196397 h 352735"/>
              <a:gd name="csX35" fmla="*/ 171886 w 352735"/>
              <a:gd name="csY35" fmla="*/ 206111 h 352735"/>
              <a:gd name="csX36" fmla="*/ 160857 w 352735"/>
              <a:gd name="csY36" fmla="*/ 214976 h 352735"/>
              <a:gd name="csX37" fmla="*/ 154003 w 352735"/>
              <a:gd name="csY37" fmla="*/ 224074 h 352735"/>
              <a:gd name="csX38" fmla="*/ 151681 w 352735"/>
              <a:gd name="csY38" fmla="*/ 234485 h 352735"/>
              <a:gd name="csX39" fmla="*/ 226772 w 352735"/>
              <a:gd name="csY39" fmla="*/ 234485 h 35273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</a:cxnLst>
            <a:rect l="l" t="t" r="r" b="b"/>
            <a:pathLst>
              <a:path w="352735" h="352735">
                <a:moveTo>
                  <a:pt x="176368" y="0"/>
                </a:moveTo>
                <a:cubicBezTo>
                  <a:pt x="78963" y="0"/>
                  <a:pt x="0" y="78963"/>
                  <a:pt x="0" y="176368"/>
                </a:cubicBezTo>
                <a:cubicBezTo>
                  <a:pt x="0" y="273773"/>
                  <a:pt x="78963" y="352736"/>
                  <a:pt x="176368" y="352736"/>
                </a:cubicBezTo>
                <a:cubicBezTo>
                  <a:pt x="273773" y="352736"/>
                  <a:pt x="352735" y="273773"/>
                  <a:pt x="352735" y="176368"/>
                </a:cubicBezTo>
                <a:cubicBezTo>
                  <a:pt x="352735" y="176363"/>
                  <a:pt x="352735" y="176358"/>
                  <a:pt x="352735" y="176354"/>
                </a:cubicBezTo>
                <a:cubicBezTo>
                  <a:pt x="352769" y="78990"/>
                  <a:pt x="273867" y="33"/>
                  <a:pt x="176502" y="0"/>
                </a:cubicBezTo>
                <a:cubicBezTo>
                  <a:pt x="176457" y="0"/>
                  <a:pt x="176413" y="0"/>
                  <a:pt x="176368" y="0"/>
                </a:cubicBezTo>
                <a:close/>
                <a:moveTo>
                  <a:pt x="226790" y="255452"/>
                </a:moveTo>
                <a:lnTo>
                  <a:pt x="125950" y="255452"/>
                </a:lnTo>
                <a:lnTo>
                  <a:pt x="125950" y="240652"/>
                </a:lnTo>
                <a:cubicBezTo>
                  <a:pt x="125858" y="234449"/>
                  <a:pt x="127010" y="228291"/>
                  <a:pt x="129340" y="222541"/>
                </a:cubicBezTo>
                <a:cubicBezTo>
                  <a:pt x="131623" y="217115"/>
                  <a:pt x="134772" y="212096"/>
                  <a:pt x="138665" y="207681"/>
                </a:cubicBezTo>
                <a:cubicBezTo>
                  <a:pt x="142807" y="202992"/>
                  <a:pt x="147435" y="198755"/>
                  <a:pt x="152471" y="195041"/>
                </a:cubicBezTo>
                <a:cubicBezTo>
                  <a:pt x="157715" y="191137"/>
                  <a:pt x="163368" y="187333"/>
                  <a:pt x="169430" y="183631"/>
                </a:cubicBezTo>
                <a:cubicBezTo>
                  <a:pt x="174506" y="180591"/>
                  <a:pt x="179321" y="177135"/>
                  <a:pt x="183826" y="173298"/>
                </a:cubicBezTo>
                <a:cubicBezTo>
                  <a:pt x="187212" y="170408"/>
                  <a:pt x="190222" y="167104"/>
                  <a:pt x="192784" y="163463"/>
                </a:cubicBezTo>
                <a:cubicBezTo>
                  <a:pt x="194892" y="160450"/>
                  <a:pt x="196436" y="157080"/>
                  <a:pt x="197339" y="153515"/>
                </a:cubicBezTo>
                <a:cubicBezTo>
                  <a:pt x="198186" y="149876"/>
                  <a:pt x="198600" y="146149"/>
                  <a:pt x="198570" y="142412"/>
                </a:cubicBezTo>
                <a:cubicBezTo>
                  <a:pt x="198575" y="139164"/>
                  <a:pt x="198055" y="135937"/>
                  <a:pt x="197028" y="132855"/>
                </a:cubicBezTo>
                <a:cubicBezTo>
                  <a:pt x="196061" y="129883"/>
                  <a:pt x="194514" y="127132"/>
                  <a:pt x="192477" y="124761"/>
                </a:cubicBezTo>
                <a:cubicBezTo>
                  <a:pt x="190354" y="122353"/>
                  <a:pt x="187721" y="120449"/>
                  <a:pt x="184768" y="119188"/>
                </a:cubicBezTo>
                <a:cubicBezTo>
                  <a:pt x="181332" y="117742"/>
                  <a:pt x="177630" y="117033"/>
                  <a:pt x="173902" y="117108"/>
                </a:cubicBezTo>
                <a:cubicBezTo>
                  <a:pt x="166620" y="117081"/>
                  <a:pt x="159435" y="118772"/>
                  <a:pt x="152930" y="122044"/>
                </a:cubicBezTo>
                <a:cubicBezTo>
                  <a:pt x="146090" y="125516"/>
                  <a:pt x="139803" y="129983"/>
                  <a:pt x="134276" y="135302"/>
                </a:cubicBezTo>
                <a:lnTo>
                  <a:pt x="134276" y="111247"/>
                </a:lnTo>
                <a:cubicBezTo>
                  <a:pt x="139617" y="106273"/>
                  <a:pt x="146022" y="102581"/>
                  <a:pt x="153005" y="100455"/>
                </a:cubicBezTo>
                <a:cubicBezTo>
                  <a:pt x="160539" y="98221"/>
                  <a:pt x="168366" y="97125"/>
                  <a:pt x="176224" y="97205"/>
                </a:cubicBezTo>
                <a:cubicBezTo>
                  <a:pt x="182499" y="97161"/>
                  <a:pt x="188741" y="98101"/>
                  <a:pt x="194725" y="99991"/>
                </a:cubicBezTo>
                <a:cubicBezTo>
                  <a:pt x="200231" y="101704"/>
                  <a:pt x="205359" y="104451"/>
                  <a:pt x="209836" y="108085"/>
                </a:cubicBezTo>
                <a:cubicBezTo>
                  <a:pt x="214188" y="111677"/>
                  <a:pt x="217669" y="116210"/>
                  <a:pt x="220015" y="121343"/>
                </a:cubicBezTo>
                <a:cubicBezTo>
                  <a:pt x="222569" y="127034"/>
                  <a:pt x="223837" y="133217"/>
                  <a:pt x="223730" y="139454"/>
                </a:cubicBezTo>
                <a:cubicBezTo>
                  <a:pt x="223784" y="145063"/>
                  <a:pt x="223134" y="150656"/>
                  <a:pt x="221794" y="156102"/>
                </a:cubicBezTo>
                <a:cubicBezTo>
                  <a:pt x="220480" y="161215"/>
                  <a:pt x="218334" y="166078"/>
                  <a:pt x="215441" y="170493"/>
                </a:cubicBezTo>
                <a:cubicBezTo>
                  <a:pt x="212216" y="175355"/>
                  <a:pt x="208355" y="179764"/>
                  <a:pt x="203961" y="183603"/>
                </a:cubicBezTo>
                <a:cubicBezTo>
                  <a:pt x="198553" y="188319"/>
                  <a:pt x="192778" y="192597"/>
                  <a:pt x="186691" y="196397"/>
                </a:cubicBezTo>
                <a:cubicBezTo>
                  <a:pt x="181137" y="199895"/>
                  <a:pt x="176202" y="203133"/>
                  <a:pt x="171886" y="206111"/>
                </a:cubicBezTo>
                <a:cubicBezTo>
                  <a:pt x="167977" y="208765"/>
                  <a:pt x="164289" y="211730"/>
                  <a:pt x="160857" y="214976"/>
                </a:cubicBezTo>
                <a:cubicBezTo>
                  <a:pt x="158066" y="217592"/>
                  <a:pt x="155748" y="220670"/>
                  <a:pt x="154003" y="224074"/>
                </a:cubicBezTo>
                <a:cubicBezTo>
                  <a:pt x="152434" y="227318"/>
                  <a:pt x="151639" y="230882"/>
                  <a:pt x="151681" y="234485"/>
                </a:cubicBezTo>
                <a:lnTo>
                  <a:pt x="226772" y="234485"/>
                </a:lnTo>
                <a:close/>
              </a:path>
            </a:pathLst>
          </a:custGeom>
          <a:solidFill>
            <a:srgbClr val="7030A0"/>
          </a:solidFill>
          <a:ln w="4564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4" name="그래픽 42" descr="배지 3 단색으로 채워진">
            <a:extLst>
              <a:ext uri="{FF2B5EF4-FFF2-40B4-BE49-F238E27FC236}">
                <a16:creationId xmlns:a16="http://schemas.microsoft.com/office/drawing/2014/main" id="{D5B52964-A1F1-1B2C-3714-89A36C476AA3}"/>
              </a:ext>
            </a:extLst>
          </p:cNvPr>
          <p:cNvSpPr/>
          <p:nvPr/>
        </p:nvSpPr>
        <p:spPr>
          <a:xfrm>
            <a:off x="7280695" y="4563479"/>
            <a:ext cx="389031" cy="389963"/>
          </a:xfrm>
          <a:custGeom>
            <a:avLst/>
            <a:gdLst>
              <a:gd name="csX0" fmla="*/ 176297 w 352584"/>
              <a:gd name="csY0" fmla="*/ 0 h 352584"/>
              <a:gd name="csX1" fmla="*/ 0 w 352584"/>
              <a:gd name="csY1" fmla="*/ 176288 h 352584"/>
              <a:gd name="csX2" fmla="*/ 176288 w 352584"/>
              <a:gd name="csY2" fmla="*/ 352585 h 352584"/>
              <a:gd name="csX3" fmla="*/ 352585 w 352584"/>
              <a:gd name="csY3" fmla="*/ 176297 h 352584"/>
              <a:gd name="csX4" fmla="*/ 352585 w 352584"/>
              <a:gd name="csY4" fmla="*/ 176279 h 352584"/>
              <a:gd name="csX5" fmla="*/ 176436 w 352584"/>
              <a:gd name="csY5" fmla="*/ 0 h 352584"/>
              <a:gd name="csX6" fmla="*/ 176297 w 352584"/>
              <a:gd name="csY6" fmla="*/ 0 h 352584"/>
              <a:gd name="csX7" fmla="*/ 222937 w 352584"/>
              <a:gd name="csY7" fmla="*/ 229914 h 352584"/>
              <a:gd name="csX8" fmla="*/ 209755 w 352584"/>
              <a:gd name="csY8" fmla="*/ 244400 h 352584"/>
              <a:gd name="csX9" fmla="*/ 190417 w 352584"/>
              <a:gd name="csY9" fmla="*/ 253261 h 352584"/>
              <a:gd name="csX10" fmla="*/ 167209 w 352584"/>
              <a:gd name="csY10" fmla="*/ 256269 h 352584"/>
              <a:gd name="csX11" fmla="*/ 143629 w 352584"/>
              <a:gd name="csY11" fmla="*/ 254185 h 352584"/>
              <a:gd name="csX12" fmla="*/ 124983 w 352584"/>
              <a:gd name="csY12" fmla="*/ 247947 h 352584"/>
              <a:gd name="csX13" fmla="*/ 124983 w 352584"/>
              <a:gd name="csY13" fmla="*/ 224195 h 352584"/>
              <a:gd name="csX14" fmla="*/ 145406 w 352584"/>
              <a:gd name="csY14" fmla="*/ 233599 h 352584"/>
              <a:gd name="csX15" fmla="*/ 167979 w 352584"/>
              <a:gd name="csY15" fmla="*/ 236681 h 352584"/>
              <a:gd name="csX16" fmla="*/ 178924 w 352584"/>
              <a:gd name="csY16" fmla="*/ 235600 h 352584"/>
              <a:gd name="csX17" fmla="*/ 189795 w 352584"/>
              <a:gd name="csY17" fmla="*/ 231673 h 352584"/>
              <a:gd name="csX18" fmla="*/ 198118 w 352584"/>
              <a:gd name="csY18" fmla="*/ 223889 h 352584"/>
              <a:gd name="csX19" fmla="*/ 201423 w 352584"/>
              <a:gd name="csY19" fmla="*/ 211407 h 352584"/>
              <a:gd name="csX20" fmla="*/ 198271 w 352584"/>
              <a:gd name="csY20" fmla="*/ 198536 h 352584"/>
              <a:gd name="csX21" fmla="*/ 189484 w 352584"/>
              <a:gd name="csY21" fmla="*/ 189907 h 352584"/>
              <a:gd name="csX22" fmla="*/ 176232 w 352584"/>
              <a:gd name="csY22" fmla="*/ 185051 h 352584"/>
              <a:gd name="csX23" fmla="*/ 159657 w 352584"/>
              <a:gd name="csY23" fmla="*/ 183510 h 352584"/>
              <a:gd name="csX24" fmla="*/ 145332 w 352584"/>
              <a:gd name="csY24" fmla="*/ 183510 h 352584"/>
              <a:gd name="csX25" fmla="*/ 145332 w 352584"/>
              <a:gd name="csY25" fmla="*/ 163783 h 352584"/>
              <a:gd name="csX26" fmla="*/ 158895 w 352584"/>
              <a:gd name="csY26" fmla="*/ 163783 h 352584"/>
              <a:gd name="csX27" fmla="*/ 173619 w 352584"/>
              <a:gd name="csY27" fmla="*/ 162391 h 352584"/>
              <a:gd name="csX28" fmla="*/ 185177 w 352584"/>
              <a:gd name="csY28" fmla="*/ 157846 h 352584"/>
              <a:gd name="csX29" fmla="*/ 192729 w 352584"/>
              <a:gd name="csY29" fmla="*/ 149751 h 352584"/>
              <a:gd name="csX30" fmla="*/ 195426 w 352584"/>
              <a:gd name="csY30" fmla="*/ 137734 h 352584"/>
              <a:gd name="csX31" fmla="*/ 192887 w 352584"/>
              <a:gd name="csY31" fmla="*/ 126867 h 352584"/>
              <a:gd name="csX32" fmla="*/ 186388 w 352584"/>
              <a:gd name="csY32" fmla="*/ 120239 h 352584"/>
              <a:gd name="csX33" fmla="*/ 177829 w 352584"/>
              <a:gd name="csY33" fmla="*/ 116925 h 352584"/>
              <a:gd name="csX34" fmla="*/ 168894 w 352584"/>
              <a:gd name="csY34" fmla="*/ 115997 h 352584"/>
              <a:gd name="csX35" fmla="*/ 149779 w 352584"/>
              <a:gd name="csY35" fmla="*/ 118782 h 352584"/>
              <a:gd name="csX36" fmla="*/ 131593 w 352584"/>
              <a:gd name="csY36" fmla="*/ 127100 h 352584"/>
              <a:gd name="csX37" fmla="*/ 131593 w 352584"/>
              <a:gd name="csY37" fmla="*/ 105232 h 352584"/>
              <a:gd name="csX38" fmla="*/ 149904 w 352584"/>
              <a:gd name="csY38" fmla="*/ 98525 h 352584"/>
              <a:gd name="csX39" fmla="*/ 171089 w 352584"/>
              <a:gd name="csY39" fmla="*/ 96292 h 352584"/>
              <a:gd name="csX40" fmla="*/ 189976 w 352584"/>
              <a:gd name="csY40" fmla="*/ 98525 h 352584"/>
              <a:gd name="csX41" fmla="*/ 206222 w 352584"/>
              <a:gd name="csY41" fmla="*/ 105386 h 352584"/>
              <a:gd name="csX42" fmla="*/ 217553 w 352584"/>
              <a:gd name="csY42" fmla="*/ 117097 h 352584"/>
              <a:gd name="csX43" fmla="*/ 221786 w 352584"/>
              <a:gd name="csY43" fmla="*/ 133895 h 352584"/>
              <a:gd name="csX44" fmla="*/ 212930 w 352584"/>
              <a:gd name="csY44" fmla="*/ 159174 h 352584"/>
              <a:gd name="csX45" fmla="*/ 188653 w 352584"/>
              <a:gd name="csY45" fmla="*/ 172579 h 352584"/>
              <a:gd name="csX46" fmla="*/ 203293 w 352584"/>
              <a:gd name="csY46" fmla="*/ 176293 h 352584"/>
              <a:gd name="csX47" fmla="*/ 215858 w 352584"/>
              <a:gd name="csY47" fmla="*/ 184077 h 352584"/>
              <a:gd name="csX48" fmla="*/ 224562 w 352584"/>
              <a:gd name="csY48" fmla="*/ 195481 h 352584"/>
              <a:gd name="csX49" fmla="*/ 227811 w 352584"/>
              <a:gd name="csY49" fmla="*/ 209894 h 352584"/>
              <a:gd name="csX50" fmla="*/ 222937 w 352584"/>
              <a:gd name="csY50" fmla="*/ 229914 h 35258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</a:cxnLst>
            <a:rect l="l" t="t" r="r" b="b"/>
            <a:pathLst>
              <a:path w="352584" h="352584">
                <a:moveTo>
                  <a:pt x="176297" y="0"/>
                </a:moveTo>
                <a:cubicBezTo>
                  <a:pt x="78933" y="-3"/>
                  <a:pt x="3" y="78924"/>
                  <a:pt x="0" y="176288"/>
                </a:cubicBezTo>
                <a:cubicBezTo>
                  <a:pt x="-3" y="273652"/>
                  <a:pt x="78924" y="352582"/>
                  <a:pt x="176288" y="352585"/>
                </a:cubicBezTo>
                <a:cubicBezTo>
                  <a:pt x="273652" y="352587"/>
                  <a:pt x="352582" y="273661"/>
                  <a:pt x="352585" y="176297"/>
                </a:cubicBezTo>
                <a:cubicBezTo>
                  <a:pt x="352585" y="176291"/>
                  <a:pt x="352585" y="176285"/>
                  <a:pt x="352585" y="176279"/>
                </a:cubicBezTo>
                <a:cubicBezTo>
                  <a:pt x="352621" y="78958"/>
                  <a:pt x="273757" y="36"/>
                  <a:pt x="176436" y="0"/>
                </a:cubicBezTo>
                <a:cubicBezTo>
                  <a:pt x="176390" y="0"/>
                  <a:pt x="176344" y="0"/>
                  <a:pt x="176297" y="0"/>
                </a:cubicBezTo>
                <a:close/>
                <a:moveTo>
                  <a:pt x="222937" y="229914"/>
                </a:moveTo>
                <a:cubicBezTo>
                  <a:pt x="219694" y="235676"/>
                  <a:pt x="215187" y="240630"/>
                  <a:pt x="209755" y="244400"/>
                </a:cubicBezTo>
                <a:cubicBezTo>
                  <a:pt x="203875" y="248459"/>
                  <a:pt x="197330" y="251458"/>
                  <a:pt x="190417" y="253261"/>
                </a:cubicBezTo>
                <a:cubicBezTo>
                  <a:pt x="182850" y="255295"/>
                  <a:pt x="175044" y="256307"/>
                  <a:pt x="167209" y="256269"/>
                </a:cubicBezTo>
                <a:cubicBezTo>
                  <a:pt x="159301" y="256297"/>
                  <a:pt x="151409" y="255599"/>
                  <a:pt x="143629" y="254185"/>
                </a:cubicBezTo>
                <a:cubicBezTo>
                  <a:pt x="137115" y="253136"/>
                  <a:pt x="130817" y="251028"/>
                  <a:pt x="124983" y="247947"/>
                </a:cubicBezTo>
                <a:lnTo>
                  <a:pt x="124983" y="224195"/>
                </a:lnTo>
                <a:cubicBezTo>
                  <a:pt x="131177" y="228519"/>
                  <a:pt x="138093" y="231704"/>
                  <a:pt x="145406" y="233599"/>
                </a:cubicBezTo>
                <a:cubicBezTo>
                  <a:pt x="152763" y="235614"/>
                  <a:pt x="160352" y="236651"/>
                  <a:pt x="167979" y="236681"/>
                </a:cubicBezTo>
                <a:cubicBezTo>
                  <a:pt x="171653" y="236655"/>
                  <a:pt x="175317" y="236293"/>
                  <a:pt x="178924" y="235600"/>
                </a:cubicBezTo>
                <a:cubicBezTo>
                  <a:pt x="182744" y="234913"/>
                  <a:pt x="186419" y="233586"/>
                  <a:pt x="189795" y="231673"/>
                </a:cubicBezTo>
                <a:cubicBezTo>
                  <a:pt x="193140" y="229764"/>
                  <a:pt x="195990" y="227098"/>
                  <a:pt x="198118" y="223889"/>
                </a:cubicBezTo>
                <a:cubicBezTo>
                  <a:pt x="200444" y="220153"/>
                  <a:pt x="201595" y="215805"/>
                  <a:pt x="201423" y="211407"/>
                </a:cubicBezTo>
                <a:cubicBezTo>
                  <a:pt x="201559" y="206910"/>
                  <a:pt x="200469" y="202461"/>
                  <a:pt x="198271" y="198536"/>
                </a:cubicBezTo>
                <a:cubicBezTo>
                  <a:pt x="196125" y="194957"/>
                  <a:pt x="193101" y="191987"/>
                  <a:pt x="189484" y="189907"/>
                </a:cubicBezTo>
                <a:cubicBezTo>
                  <a:pt x="185368" y="187563"/>
                  <a:pt x="180889" y="185922"/>
                  <a:pt x="176232" y="185051"/>
                </a:cubicBezTo>
                <a:cubicBezTo>
                  <a:pt x="170772" y="183989"/>
                  <a:pt x="165219" y="183473"/>
                  <a:pt x="159657" y="183510"/>
                </a:cubicBezTo>
                <a:lnTo>
                  <a:pt x="145332" y="183510"/>
                </a:lnTo>
                <a:lnTo>
                  <a:pt x="145332" y="163783"/>
                </a:lnTo>
                <a:lnTo>
                  <a:pt x="158895" y="163783"/>
                </a:lnTo>
                <a:cubicBezTo>
                  <a:pt x="163838" y="163819"/>
                  <a:pt x="168771" y="163353"/>
                  <a:pt x="173619" y="162391"/>
                </a:cubicBezTo>
                <a:cubicBezTo>
                  <a:pt x="177722" y="161614"/>
                  <a:pt x="181643" y="160072"/>
                  <a:pt x="185177" y="157846"/>
                </a:cubicBezTo>
                <a:cubicBezTo>
                  <a:pt x="188334" y="155825"/>
                  <a:pt x="190932" y="153041"/>
                  <a:pt x="192729" y="149751"/>
                </a:cubicBezTo>
                <a:cubicBezTo>
                  <a:pt x="194626" y="146036"/>
                  <a:pt x="195554" y="141903"/>
                  <a:pt x="195426" y="137734"/>
                </a:cubicBezTo>
                <a:cubicBezTo>
                  <a:pt x="195580" y="133948"/>
                  <a:pt x="194703" y="130192"/>
                  <a:pt x="192887" y="126867"/>
                </a:cubicBezTo>
                <a:cubicBezTo>
                  <a:pt x="191300" y="124156"/>
                  <a:pt x="189067" y="121880"/>
                  <a:pt x="186388" y="120239"/>
                </a:cubicBezTo>
                <a:cubicBezTo>
                  <a:pt x="183752" y="118641"/>
                  <a:pt x="180854" y="117519"/>
                  <a:pt x="177829" y="116925"/>
                </a:cubicBezTo>
                <a:cubicBezTo>
                  <a:pt x="174888" y="116322"/>
                  <a:pt x="171895" y="116011"/>
                  <a:pt x="168894" y="115997"/>
                </a:cubicBezTo>
                <a:cubicBezTo>
                  <a:pt x="162425" y="116056"/>
                  <a:pt x="155995" y="116994"/>
                  <a:pt x="149779" y="118782"/>
                </a:cubicBezTo>
                <a:cubicBezTo>
                  <a:pt x="143302" y="120539"/>
                  <a:pt x="137158" y="123349"/>
                  <a:pt x="131593" y="127100"/>
                </a:cubicBezTo>
                <a:lnTo>
                  <a:pt x="131593" y="105232"/>
                </a:lnTo>
                <a:cubicBezTo>
                  <a:pt x="137363" y="102174"/>
                  <a:pt x="143524" y="99918"/>
                  <a:pt x="149904" y="98525"/>
                </a:cubicBezTo>
                <a:cubicBezTo>
                  <a:pt x="156862" y="97003"/>
                  <a:pt x="163967" y="96254"/>
                  <a:pt x="171089" y="96292"/>
                </a:cubicBezTo>
                <a:cubicBezTo>
                  <a:pt x="177452" y="96281"/>
                  <a:pt x="183792" y="97031"/>
                  <a:pt x="189976" y="98525"/>
                </a:cubicBezTo>
                <a:cubicBezTo>
                  <a:pt x="195741" y="99874"/>
                  <a:pt x="201235" y="102194"/>
                  <a:pt x="206222" y="105386"/>
                </a:cubicBezTo>
                <a:cubicBezTo>
                  <a:pt x="210849" y="108367"/>
                  <a:pt x="214726" y="112374"/>
                  <a:pt x="217553" y="117097"/>
                </a:cubicBezTo>
                <a:cubicBezTo>
                  <a:pt x="220473" y="122204"/>
                  <a:pt x="221937" y="128014"/>
                  <a:pt x="221786" y="133895"/>
                </a:cubicBezTo>
                <a:cubicBezTo>
                  <a:pt x="222154" y="143140"/>
                  <a:pt x="218987" y="152179"/>
                  <a:pt x="212930" y="159174"/>
                </a:cubicBezTo>
                <a:cubicBezTo>
                  <a:pt x="206443" y="166077"/>
                  <a:pt x="197951" y="170766"/>
                  <a:pt x="188653" y="172579"/>
                </a:cubicBezTo>
                <a:cubicBezTo>
                  <a:pt x="193688" y="173099"/>
                  <a:pt x="198620" y="174350"/>
                  <a:pt x="203293" y="176293"/>
                </a:cubicBezTo>
                <a:cubicBezTo>
                  <a:pt x="207887" y="178167"/>
                  <a:pt x="212134" y="180798"/>
                  <a:pt x="215858" y="184077"/>
                </a:cubicBezTo>
                <a:cubicBezTo>
                  <a:pt x="219473" y="187276"/>
                  <a:pt x="222430" y="191150"/>
                  <a:pt x="224562" y="195481"/>
                </a:cubicBezTo>
                <a:cubicBezTo>
                  <a:pt x="226751" y="199967"/>
                  <a:pt x="227864" y="204902"/>
                  <a:pt x="227811" y="209894"/>
                </a:cubicBezTo>
                <a:cubicBezTo>
                  <a:pt x="227957" y="216878"/>
                  <a:pt x="226277" y="223778"/>
                  <a:pt x="222937" y="229914"/>
                </a:cubicBezTo>
                <a:close/>
              </a:path>
            </a:pathLst>
          </a:custGeom>
          <a:solidFill>
            <a:srgbClr val="7030A0"/>
          </a:solidFill>
          <a:ln w="4564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55E291D-4206-099A-29B9-4D6E47F0B05E}"/>
              </a:ext>
            </a:extLst>
          </p:cNvPr>
          <p:cNvSpPr txBox="1"/>
          <p:nvPr/>
        </p:nvSpPr>
        <p:spPr>
          <a:xfrm>
            <a:off x="1266064" y="5265509"/>
            <a:ext cx="350072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 err="1"/>
              <a:t>배달품</a:t>
            </a:r>
            <a:r>
              <a:rPr lang="ko-KR" altLang="en-US" sz="1400" dirty="0"/>
              <a:t> 전달 시 대화 화면</a:t>
            </a:r>
          </a:p>
        </p:txBody>
      </p:sp>
    </p:spTree>
    <p:extLst>
      <p:ext uri="{BB962C8B-B14F-4D97-AF65-F5344CB8AC3E}">
        <p14:creationId xmlns:p14="http://schemas.microsoft.com/office/powerpoint/2010/main" val="1104985766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B50D5B3-5D67-15C9-B0E9-9B7C4B4196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UI_</a:t>
            </a:r>
            <a:r>
              <a:rPr lang="ko-KR" altLang="en-US" dirty="0"/>
              <a:t>세부</a:t>
            </a:r>
            <a:r>
              <a:rPr lang="en-US" altLang="ko-KR" dirty="0"/>
              <a:t>_</a:t>
            </a:r>
            <a:r>
              <a:rPr lang="ko-KR" altLang="en-US" dirty="0"/>
              <a:t>경로 안내 참고</a:t>
            </a:r>
          </a:p>
        </p:txBody>
      </p:sp>
      <p:pic>
        <p:nvPicPr>
          <p:cNvPr id="9" name="내용 개체 틀 8">
            <a:extLst>
              <a:ext uri="{FF2B5EF4-FFF2-40B4-BE49-F238E27FC236}">
                <a16:creationId xmlns:a16="http://schemas.microsoft.com/office/drawing/2014/main" id="{5032B7D5-375E-F1B5-D4A7-27FCCFE236CA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232" r="9047"/>
          <a:stretch>
            <a:fillRect/>
          </a:stretch>
        </p:blipFill>
        <p:spPr>
          <a:xfrm>
            <a:off x="550653" y="2053138"/>
            <a:ext cx="5621547" cy="3174919"/>
          </a:xfrm>
          <a:prstGeom prst="rect">
            <a:avLst/>
          </a:prstGeom>
        </p:spPr>
      </p:pic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03294A18-7686-FCDB-7105-CC5F8EC2D699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ko-KR" altLang="en-US" dirty="0"/>
              <a:t>경로 안내 </a:t>
            </a:r>
            <a:r>
              <a:rPr lang="en-US" altLang="ko-KR" dirty="0"/>
              <a:t>UI </a:t>
            </a:r>
            <a:r>
              <a:rPr lang="ko-KR" altLang="en-US" dirty="0"/>
              <a:t>레퍼런스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ABE60CC-7223-D6EA-9600-7DC2EB568A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10/11/2026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66CC933-EDE8-A29F-F92B-67644A9C2D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35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232D19E2-2D28-A6E5-8058-B27390643B1D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시스템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90CF7DDC-A34A-0C76-59AD-05080944D4A4}"/>
              </a:ext>
            </a:extLst>
          </p:cNvPr>
          <p:cNvSpPr/>
          <p:nvPr/>
        </p:nvSpPr>
        <p:spPr>
          <a:xfrm>
            <a:off x="3036498" y="2053138"/>
            <a:ext cx="1610264" cy="3174919"/>
          </a:xfrm>
          <a:prstGeom prst="rect">
            <a:avLst/>
          </a:prstGeom>
          <a:solidFill>
            <a:srgbClr val="FF0000">
              <a:alpha val="13000"/>
            </a:srgbClr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59738379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1233B79-3571-3AB6-91FE-211A8F4C46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UI_</a:t>
            </a:r>
            <a:r>
              <a:rPr lang="ko-KR" altLang="en-US" dirty="0"/>
              <a:t>세부</a:t>
            </a:r>
            <a:r>
              <a:rPr lang="en-US" altLang="ko-KR" dirty="0"/>
              <a:t>_</a:t>
            </a:r>
            <a:r>
              <a:rPr lang="ko-KR" altLang="en-US" dirty="0"/>
              <a:t>경로 안내 </a:t>
            </a:r>
            <a:r>
              <a:rPr lang="en-US" altLang="ko-KR" dirty="0"/>
              <a:t>UI</a:t>
            </a:r>
            <a:endParaRPr lang="ko-KR" altLang="en-US" dirty="0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DFBBE03F-2F45-B0C5-93CF-316A7A40119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7436520" y="1825625"/>
            <a:ext cx="3917279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ko-KR" altLang="en-US" sz="2400" dirty="0"/>
              <a:t>목적지까지의 경로 방향 </a:t>
            </a:r>
            <a:br>
              <a:rPr lang="en-US" altLang="ko-KR" sz="2400" dirty="0"/>
            </a:br>
            <a:r>
              <a:rPr lang="ko-KR" altLang="en-US" sz="2400" dirty="0"/>
              <a:t>일시 시각화</a:t>
            </a:r>
            <a:endParaRPr lang="en-US" altLang="ko-KR" sz="2400" dirty="0"/>
          </a:p>
          <a:p>
            <a:pPr marL="0" indent="0">
              <a:buNone/>
            </a:pPr>
            <a:r>
              <a:rPr lang="ko-KR" altLang="en-US" sz="2400" dirty="0"/>
              <a:t>해당 경로로 이동 시 예측 시간 표시</a:t>
            </a:r>
            <a:endParaRPr lang="en-US" altLang="ko-KR" sz="2400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DA6E0A3A-E10C-A6C2-176D-3E1058CC2C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10/11/2026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EDFB634-331A-7B57-6CCB-2F5E369157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36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A505E5B4-B73C-F543-A5FD-32620B57FA78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시스템</a:t>
            </a:r>
          </a:p>
        </p:txBody>
      </p:sp>
      <p:sp>
        <p:nvSpPr>
          <p:cNvPr id="45" name="직사각형 44">
            <a:extLst>
              <a:ext uri="{FF2B5EF4-FFF2-40B4-BE49-F238E27FC236}">
                <a16:creationId xmlns:a16="http://schemas.microsoft.com/office/drawing/2014/main" id="{CC824EC7-B62D-5BBB-2C24-F6380CFE97A9}"/>
              </a:ext>
            </a:extLst>
          </p:cNvPr>
          <p:cNvSpPr/>
          <p:nvPr/>
        </p:nvSpPr>
        <p:spPr>
          <a:xfrm>
            <a:off x="1266064" y="2029659"/>
            <a:ext cx="5578413" cy="3120842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46" name="직선 연결선 45">
            <a:extLst>
              <a:ext uri="{FF2B5EF4-FFF2-40B4-BE49-F238E27FC236}">
                <a16:creationId xmlns:a16="http://schemas.microsoft.com/office/drawing/2014/main" id="{07DB1C08-4D02-7CC8-ADAF-467584B46215}"/>
              </a:ext>
            </a:extLst>
          </p:cNvPr>
          <p:cNvCxnSpPr>
            <a:cxnSpLocks/>
            <a:stCxn id="45" idx="1"/>
            <a:endCxn id="45" idx="3"/>
          </p:cNvCxnSpPr>
          <p:nvPr/>
        </p:nvCxnSpPr>
        <p:spPr>
          <a:xfrm>
            <a:off x="1266064" y="3590080"/>
            <a:ext cx="5578413" cy="0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8" name="직선 연결선 47">
            <a:extLst>
              <a:ext uri="{FF2B5EF4-FFF2-40B4-BE49-F238E27FC236}">
                <a16:creationId xmlns:a16="http://schemas.microsoft.com/office/drawing/2014/main" id="{06E83863-9E50-B5C8-44EE-E00B6AE6A52C}"/>
              </a:ext>
            </a:extLst>
          </p:cNvPr>
          <p:cNvCxnSpPr>
            <a:cxnSpLocks/>
            <a:stCxn id="45" idx="0"/>
            <a:endCxn id="45" idx="2"/>
          </p:cNvCxnSpPr>
          <p:nvPr/>
        </p:nvCxnSpPr>
        <p:spPr>
          <a:xfrm>
            <a:off x="4055271" y="2029659"/>
            <a:ext cx="0" cy="3120842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0" name="직사각형 49">
            <a:extLst>
              <a:ext uri="{FF2B5EF4-FFF2-40B4-BE49-F238E27FC236}">
                <a16:creationId xmlns:a16="http://schemas.microsoft.com/office/drawing/2014/main" id="{DF760DD5-3247-73AD-AA57-1EC69F09A758}"/>
              </a:ext>
            </a:extLst>
          </p:cNvPr>
          <p:cNvSpPr/>
          <p:nvPr/>
        </p:nvSpPr>
        <p:spPr>
          <a:xfrm>
            <a:off x="5368599" y="5002981"/>
            <a:ext cx="1440709" cy="94107"/>
          </a:xfrm>
          <a:prstGeom prst="rect">
            <a:avLst/>
          </a:prstGeom>
          <a:solidFill>
            <a:schemeClr val="bg2">
              <a:lumMod val="90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1" name="직사각형 50">
            <a:extLst>
              <a:ext uri="{FF2B5EF4-FFF2-40B4-BE49-F238E27FC236}">
                <a16:creationId xmlns:a16="http://schemas.microsoft.com/office/drawing/2014/main" id="{14C3B404-B82A-CD58-7009-67F5BE08402F}"/>
              </a:ext>
            </a:extLst>
          </p:cNvPr>
          <p:cNvSpPr/>
          <p:nvPr/>
        </p:nvSpPr>
        <p:spPr>
          <a:xfrm>
            <a:off x="5909073" y="4873938"/>
            <a:ext cx="900234" cy="94107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2" name="직사각형 51">
            <a:extLst>
              <a:ext uri="{FF2B5EF4-FFF2-40B4-BE49-F238E27FC236}">
                <a16:creationId xmlns:a16="http://schemas.microsoft.com/office/drawing/2014/main" id="{4C10570F-C505-65B3-04BF-C9AFBE1FE990}"/>
              </a:ext>
            </a:extLst>
          </p:cNvPr>
          <p:cNvSpPr/>
          <p:nvPr/>
        </p:nvSpPr>
        <p:spPr>
          <a:xfrm>
            <a:off x="5368598" y="4873939"/>
            <a:ext cx="1440709" cy="94107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3" name="부분 원형 52">
            <a:extLst>
              <a:ext uri="{FF2B5EF4-FFF2-40B4-BE49-F238E27FC236}">
                <a16:creationId xmlns:a16="http://schemas.microsoft.com/office/drawing/2014/main" id="{6CE3B42A-5025-E122-74F4-F0F334A3880A}"/>
              </a:ext>
            </a:extLst>
          </p:cNvPr>
          <p:cNvSpPr/>
          <p:nvPr/>
        </p:nvSpPr>
        <p:spPr>
          <a:xfrm>
            <a:off x="1314524" y="2069339"/>
            <a:ext cx="707066" cy="675169"/>
          </a:xfrm>
          <a:prstGeom prst="pie">
            <a:avLst>
              <a:gd name="adj1" fmla="val 1686796"/>
              <a:gd name="adj2" fmla="val 16200000"/>
            </a:avLst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grpSp>
        <p:nvGrpSpPr>
          <p:cNvPr id="61" name="그룹 60">
            <a:extLst>
              <a:ext uri="{FF2B5EF4-FFF2-40B4-BE49-F238E27FC236}">
                <a16:creationId xmlns:a16="http://schemas.microsoft.com/office/drawing/2014/main" id="{B4FB360E-5421-7BA3-A82A-6EECEB3D2E8E}"/>
              </a:ext>
            </a:extLst>
          </p:cNvPr>
          <p:cNvGrpSpPr/>
          <p:nvPr/>
        </p:nvGrpSpPr>
        <p:grpSpPr>
          <a:xfrm rot="2011594">
            <a:off x="4767883" y="2383006"/>
            <a:ext cx="1599830" cy="3098573"/>
            <a:chOff x="4349276" y="1987776"/>
            <a:chExt cx="1599830" cy="2710430"/>
          </a:xfrm>
          <a:scene3d>
            <a:camera prst="perspectiveHeroicExtremeRightFacing"/>
            <a:lightRig rig="threePt" dir="t"/>
          </a:scene3d>
        </p:grpSpPr>
        <p:sp>
          <p:nvSpPr>
            <p:cNvPr id="63" name="화살표: 갈매기형 수장 62">
              <a:extLst>
                <a:ext uri="{FF2B5EF4-FFF2-40B4-BE49-F238E27FC236}">
                  <a16:creationId xmlns:a16="http://schemas.microsoft.com/office/drawing/2014/main" id="{7E16D4AD-70CC-AF6E-75DE-ED47F559141E}"/>
                </a:ext>
              </a:extLst>
            </p:cNvPr>
            <p:cNvSpPr/>
            <p:nvPr/>
          </p:nvSpPr>
          <p:spPr>
            <a:xfrm rot="17792637">
              <a:off x="4346353" y="4261121"/>
              <a:ext cx="440008" cy="434161"/>
            </a:xfrm>
            <a:prstGeom prst="chevron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64" name="화살표: 갈매기형 수장 63">
              <a:extLst>
                <a:ext uri="{FF2B5EF4-FFF2-40B4-BE49-F238E27FC236}">
                  <a16:creationId xmlns:a16="http://schemas.microsoft.com/office/drawing/2014/main" id="{40B5D477-DCBC-071B-3187-AE4FAAC98C2F}"/>
                </a:ext>
              </a:extLst>
            </p:cNvPr>
            <p:cNvSpPr/>
            <p:nvPr/>
          </p:nvSpPr>
          <p:spPr>
            <a:xfrm rot="17792637">
              <a:off x="4525540" y="3913884"/>
              <a:ext cx="440008" cy="434161"/>
            </a:xfrm>
            <a:prstGeom prst="chevron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65" name="화살표: 갈매기형 수장 64">
              <a:extLst>
                <a:ext uri="{FF2B5EF4-FFF2-40B4-BE49-F238E27FC236}">
                  <a16:creationId xmlns:a16="http://schemas.microsoft.com/office/drawing/2014/main" id="{5A846DE9-B7F5-BEEA-E8F7-0047D63D71DF}"/>
                </a:ext>
              </a:extLst>
            </p:cNvPr>
            <p:cNvSpPr/>
            <p:nvPr/>
          </p:nvSpPr>
          <p:spPr>
            <a:xfrm rot="17792637">
              <a:off x="4696317" y="3566646"/>
              <a:ext cx="440008" cy="434161"/>
            </a:xfrm>
            <a:prstGeom prst="chevron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67" name="화살표: 갈매기형 수장 66">
              <a:extLst>
                <a:ext uri="{FF2B5EF4-FFF2-40B4-BE49-F238E27FC236}">
                  <a16:creationId xmlns:a16="http://schemas.microsoft.com/office/drawing/2014/main" id="{DA5D6ACE-5064-01D6-1308-661F415F803F}"/>
                </a:ext>
              </a:extLst>
            </p:cNvPr>
            <p:cNvSpPr/>
            <p:nvPr/>
          </p:nvSpPr>
          <p:spPr>
            <a:xfrm rot="17792637">
              <a:off x="4850391" y="3272822"/>
              <a:ext cx="440008" cy="434161"/>
            </a:xfrm>
            <a:prstGeom prst="chevron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68" name="화살표: 갈매기형 수장 67">
              <a:extLst>
                <a:ext uri="{FF2B5EF4-FFF2-40B4-BE49-F238E27FC236}">
                  <a16:creationId xmlns:a16="http://schemas.microsoft.com/office/drawing/2014/main" id="{A81A2ED8-786F-842A-5987-9DF639080B01}"/>
                </a:ext>
              </a:extLst>
            </p:cNvPr>
            <p:cNvSpPr/>
            <p:nvPr/>
          </p:nvSpPr>
          <p:spPr>
            <a:xfrm rot="17792637">
              <a:off x="5007984" y="2978998"/>
              <a:ext cx="440008" cy="434161"/>
            </a:xfrm>
            <a:prstGeom prst="chevron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69" name="화살표: 갈매기형 수장 68">
              <a:extLst>
                <a:ext uri="{FF2B5EF4-FFF2-40B4-BE49-F238E27FC236}">
                  <a16:creationId xmlns:a16="http://schemas.microsoft.com/office/drawing/2014/main" id="{C52160BD-0F84-3BAD-78DA-470EB2238179}"/>
                </a:ext>
              </a:extLst>
            </p:cNvPr>
            <p:cNvSpPr/>
            <p:nvPr/>
          </p:nvSpPr>
          <p:spPr>
            <a:xfrm rot="17792637">
              <a:off x="5187171" y="2631761"/>
              <a:ext cx="440008" cy="434161"/>
            </a:xfrm>
            <a:prstGeom prst="chevron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70" name="화살표: 갈매기형 수장 69">
              <a:extLst>
                <a:ext uri="{FF2B5EF4-FFF2-40B4-BE49-F238E27FC236}">
                  <a16:creationId xmlns:a16="http://schemas.microsoft.com/office/drawing/2014/main" id="{220B541E-D55E-F550-2377-978ABAD26F65}"/>
                </a:ext>
              </a:extLst>
            </p:cNvPr>
            <p:cNvSpPr/>
            <p:nvPr/>
          </p:nvSpPr>
          <p:spPr>
            <a:xfrm rot="17792637">
              <a:off x="5357948" y="2284523"/>
              <a:ext cx="440008" cy="434161"/>
            </a:xfrm>
            <a:prstGeom prst="chevron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71" name="화살표: 갈매기형 수장 70">
              <a:extLst>
                <a:ext uri="{FF2B5EF4-FFF2-40B4-BE49-F238E27FC236}">
                  <a16:creationId xmlns:a16="http://schemas.microsoft.com/office/drawing/2014/main" id="{12AA950A-2D0C-EFEF-AC4B-4AAA8D84344A}"/>
                </a:ext>
              </a:extLst>
            </p:cNvPr>
            <p:cNvSpPr/>
            <p:nvPr/>
          </p:nvSpPr>
          <p:spPr>
            <a:xfrm rot="17792637">
              <a:off x="5512022" y="1990699"/>
              <a:ext cx="440008" cy="434161"/>
            </a:xfrm>
            <a:prstGeom prst="chevron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</p:grpSp>
      <p:pic>
        <p:nvPicPr>
          <p:cNvPr id="72" name="그림 71">
            <a:extLst>
              <a:ext uri="{FF2B5EF4-FFF2-40B4-BE49-F238E27FC236}">
                <a16:creationId xmlns:a16="http://schemas.microsoft.com/office/drawing/2014/main" id="{509DA4D6-803C-0808-7E2A-AC24026437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6496921">
            <a:off x="2154168" y="3174343"/>
            <a:ext cx="1059360" cy="2665916"/>
          </a:xfrm>
          <a:prstGeom prst="rect">
            <a:avLst/>
          </a:prstGeom>
          <a:scene3d>
            <a:camera prst="perspectiveContrastingRightFacing"/>
            <a:lightRig rig="threePt" dir="t"/>
          </a:scene3d>
        </p:spPr>
      </p:pic>
      <p:grpSp>
        <p:nvGrpSpPr>
          <p:cNvPr id="73" name="그래픽 19" descr="남자 단색으로 채워진">
            <a:extLst>
              <a:ext uri="{FF2B5EF4-FFF2-40B4-BE49-F238E27FC236}">
                <a16:creationId xmlns:a16="http://schemas.microsoft.com/office/drawing/2014/main" id="{2799056A-18E6-BADC-895E-745EDB114595}"/>
              </a:ext>
            </a:extLst>
          </p:cNvPr>
          <p:cNvGrpSpPr/>
          <p:nvPr/>
        </p:nvGrpSpPr>
        <p:grpSpPr>
          <a:xfrm>
            <a:off x="3773997" y="3774083"/>
            <a:ext cx="638514" cy="1260288"/>
            <a:chOff x="2359041" y="3569144"/>
            <a:chExt cx="763894" cy="1572305"/>
          </a:xfrm>
          <a:solidFill>
            <a:srgbClr val="000000"/>
          </a:solidFill>
        </p:grpSpPr>
        <p:sp>
          <p:nvSpPr>
            <p:cNvPr id="74" name="타원 73">
              <a:extLst>
                <a:ext uri="{FF2B5EF4-FFF2-40B4-BE49-F238E27FC236}">
                  <a16:creationId xmlns:a16="http://schemas.microsoft.com/office/drawing/2014/main" id="{857BE383-17B5-A5B0-69CE-A7B16A2C4555}"/>
                </a:ext>
              </a:extLst>
            </p:cNvPr>
            <p:cNvSpPr/>
            <p:nvPr/>
          </p:nvSpPr>
          <p:spPr>
            <a:xfrm>
              <a:off x="2438393" y="3569144"/>
              <a:ext cx="598142" cy="580675"/>
            </a:xfrm>
            <a:prstGeom prst="ellipse">
              <a:avLst/>
            </a:prstGeom>
            <a:solidFill>
              <a:srgbClr val="000000"/>
            </a:solidFill>
            <a:ln w="222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75" name="자유형: 도형 74">
              <a:extLst>
                <a:ext uri="{FF2B5EF4-FFF2-40B4-BE49-F238E27FC236}">
                  <a16:creationId xmlns:a16="http://schemas.microsoft.com/office/drawing/2014/main" id="{0F9D220B-487B-0FA0-7CB0-37705C5C795E}"/>
                </a:ext>
              </a:extLst>
            </p:cNvPr>
            <p:cNvSpPr/>
            <p:nvPr/>
          </p:nvSpPr>
          <p:spPr>
            <a:xfrm>
              <a:off x="2359041" y="4146956"/>
              <a:ext cx="763894" cy="994493"/>
            </a:xfrm>
            <a:custGeom>
              <a:avLst/>
              <a:gdLst>
                <a:gd name="csX0" fmla="*/ 975567 w 980021"/>
                <a:gd name="csY0" fmla="*/ 694924 h 1603671"/>
                <a:gd name="csX1" fmla="*/ 850837 w 980021"/>
                <a:gd name="csY1" fmla="*/ 164822 h 1603671"/>
                <a:gd name="csX2" fmla="*/ 824109 w 980021"/>
                <a:gd name="csY2" fmla="*/ 115821 h 1603671"/>
                <a:gd name="csX3" fmla="*/ 637014 w 980021"/>
                <a:gd name="csY3" fmla="*/ 17819 h 1603671"/>
                <a:gd name="csX4" fmla="*/ 490011 w 980021"/>
                <a:gd name="csY4" fmla="*/ 0 h 1603671"/>
                <a:gd name="csX5" fmla="*/ 343008 w 980021"/>
                <a:gd name="csY5" fmla="*/ 22273 h 1603671"/>
                <a:gd name="csX6" fmla="*/ 155913 w 980021"/>
                <a:gd name="csY6" fmla="*/ 120275 h 1603671"/>
                <a:gd name="csX7" fmla="*/ 129185 w 980021"/>
                <a:gd name="csY7" fmla="*/ 169276 h 1603671"/>
                <a:gd name="csX8" fmla="*/ 4455 w 980021"/>
                <a:gd name="csY8" fmla="*/ 699379 h 1603671"/>
                <a:gd name="csX9" fmla="*/ 0 w 980021"/>
                <a:gd name="csY9" fmla="*/ 721652 h 1603671"/>
                <a:gd name="csX10" fmla="*/ 89093 w 980021"/>
                <a:gd name="csY10" fmla="*/ 810745 h 1603671"/>
                <a:gd name="csX11" fmla="*/ 173731 w 980021"/>
                <a:gd name="csY11" fmla="*/ 743926 h 1603671"/>
                <a:gd name="csX12" fmla="*/ 267279 w 980021"/>
                <a:gd name="csY12" fmla="*/ 356372 h 1603671"/>
                <a:gd name="csX13" fmla="*/ 267279 w 980021"/>
                <a:gd name="csY13" fmla="*/ 1603672 h 1603671"/>
                <a:gd name="csX14" fmla="*/ 445464 w 980021"/>
                <a:gd name="csY14" fmla="*/ 1603672 h 1603671"/>
                <a:gd name="csX15" fmla="*/ 445464 w 980021"/>
                <a:gd name="csY15" fmla="*/ 801836 h 1603671"/>
                <a:gd name="csX16" fmla="*/ 534557 w 980021"/>
                <a:gd name="csY16" fmla="*/ 801836 h 1603671"/>
                <a:gd name="csX17" fmla="*/ 534557 w 980021"/>
                <a:gd name="csY17" fmla="*/ 1603672 h 1603671"/>
                <a:gd name="csX18" fmla="*/ 712743 w 980021"/>
                <a:gd name="csY18" fmla="*/ 1603672 h 1603671"/>
                <a:gd name="csX19" fmla="*/ 712743 w 980021"/>
                <a:gd name="csY19" fmla="*/ 351917 h 1603671"/>
                <a:gd name="csX20" fmla="*/ 806291 w 980021"/>
                <a:gd name="csY20" fmla="*/ 739471 h 1603671"/>
                <a:gd name="csX21" fmla="*/ 890929 w 980021"/>
                <a:gd name="csY21" fmla="*/ 806291 h 1603671"/>
                <a:gd name="csX22" fmla="*/ 980022 w 980021"/>
                <a:gd name="csY22" fmla="*/ 717198 h 1603671"/>
                <a:gd name="csX23" fmla="*/ 975567 w 980021"/>
                <a:gd name="csY23" fmla="*/ 694924 h 160367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980021" h="1603671">
                  <a:moveTo>
                    <a:pt x="975567" y="694924"/>
                  </a:moveTo>
                  <a:lnTo>
                    <a:pt x="850837" y="164822"/>
                  </a:lnTo>
                  <a:cubicBezTo>
                    <a:pt x="846382" y="147003"/>
                    <a:pt x="837473" y="129185"/>
                    <a:pt x="824109" y="115821"/>
                  </a:cubicBezTo>
                  <a:cubicBezTo>
                    <a:pt x="770653" y="71274"/>
                    <a:pt x="708288" y="40092"/>
                    <a:pt x="637014" y="17819"/>
                  </a:cubicBezTo>
                  <a:cubicBezTo>
                    <a:pt x="588013" y="8909"/>
                    <a:pt x="539012" y="0"/>
                    <a:pt x="490011" y="0"/>
                  </a:cubicBezTo>
                  <a:cubicBezTo>
                    <a:pt x="441010" y="0"/>
                    <a:pt x="392009" y="8909"/>
                    <a:pt x="343008" y="22273"/>
                  </a:cubicBezTo>
                  <a:cubicBezTo>
                    <a:pt x="271733" y="40092"/>
                    <a:pt x="209368" y="75729"/>
                    <a:pt x="155913" y="120275"/>
                  </a:cubicBezTo>
                  <a:cubicBezTo>
                    <a:pt x="142549" y="133639"/>
                    <a:pt x="133639" y="151458"/>
                    <a:pt x="129185" y="169276"/>
                  </a:cubicBezTo>
                  <a:lnTo>
                    <a:pt x="4455" y="699379"/>
                  </a:lnTo>
                  <a:cubicBezTo>
                    <a:pt x="4455" y="703834"/>
                    <a:pt x="0" y="712743"/>
                    <a:pt x="0" y="721652"/>
                  </a:cubicBezTo>
                  <a:cubicBezTo>
                    <a:pt x="0" y="770653"/>
                    <a:pt x="40092" y="810745"/>
                    <a:pt x="89093" y="810745"/>
                  </a:cubicBezTo>
                  <a:cubicBezTo>
                    <a:pt x="129185" y="810745"/>
                    <a:pt x="164822" y="779563"/>
                    <a:pt x="173731" y="743926"/>
                  </a:cubicBezTo>
                  <a:lnTo>
                    <a:pt x="267279" y="356372"/>
                  </a:lnTo>
                  <a:lnTo>
                    <a:pt x="267279" y="1603672"/>
                  </a:lnTo>
                  <a:lnTo>
                    <a:pt x="445464" y="1603672"/>
                  </a:lnTo>
                  <a:lnTo>
                    <a:pt x="445464" y="801836"/>
                  </a:lnTo>
                  <a:lnTo>
                    <a:pt x="534557" y="801836"/>
                  </a:lnTo>
                  <a:lnTo>
                    <a:pt x="534557" y="1603672"/>
                  </a:lnTo>
                  <a:lnTo>
                    <a:pt x="712743" y="1603672"/>
                  </a:lnTo>
                  <a:lnTo>
                    <a:pt x="712743" y="351917"/>
                  </a:lnTo>
                  <a:lnTo>
                    <a:pt x="806291" y="739471"/>
                  </a:lnTo>
                  <a:cubicBezTo>
                    <a:pt x="815200" y="775108"/>
                    <a:pt x="850837" y="806291"/>
                    <a:pt x="890929" y="806291"/>
                  </a:cubicBezTo>
                  <a:cubicBezTo>
                    <a:pt x="939930" y="806291"/>
                    <a:pt x="980022" y="766199"/>
                    <a:pt x="980022" y="717198"/>
                  </a:cubicBezTo>
                  <a:cubicBezTo>
                    <a:pt x="980022" y="708288"/>
                    <a:pt x="975567" y="699379"/>
                    <a:pt x="975567" y="694924"/>
                  </a:cubicBezTo>
                  <a:close/>
                </a:path>
              </a:pathLst>
            </a:custGeom>
            <a:solidFill>
              <a:srgbClr val="000000"/>
            </a:solidFill>
            <a:ln w="222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76" name="그래픽 34" descr="배지 1 단색으로 채워진">
            <a:extLst>
              <a:ext uri="{FF2B5EF4-FFF2-40B4-BE49-F238E27FC236}">
                <a16:creationId xmlns:a16="http://schemas.microsoft.com/office/drawing/2014/main" id="{36326A99-6C25-8FAB-65FD-F88441ADA8DF}"/>
              </a:ext>
            </a:extLst>
          </p:cNvPr>
          <p:cNvSpPr/>
          <p:nvPr/>
        </p:nvSpPr>
        <p:spPr>
          <a:xfrm>
            <a:off x="3233328" y="4265312"/>
            <a:ext cx="389964" cy="389964"/>
          </a:xfrm>
          <a:custGeom>
            <a:avLst/>
            <a:gdLst>
              <a:gd name="csX0" fmla="*/ 194982 w 389964"/>
              <a:gd name="csY0" fmla="*/ 0 h 389964"/>
              <a:gd name="csX1" fmla="*/ 0 w 389964"/>
              <a:gd name="csY1" fmla="*/ 194982 h 389964"/>
              <a:gd name="csX2" fmla="*/ 194982 w 389964"/>
              <a:gd name="csY2" fmla="*/ 389964 h 389964"/>
              <a:gd name="csX3" fmla="*/ 389964 w 389964"/>
              <a:gd name="csY3" fmla="*/ 194982 h 389964"/>
              <a:gd name="csX4" fmla="*/ 389964 w 389964"/>
              <a:gd name="csY4" fmla="*/ 194962 h 389964"/>
              <a:gd name="csX5" fmla="*/ 195136 w 389964"/>
              <a:gd name="csY5" fmla="*/ 0 h 389964"/>
              <a:gd name="csX6" fmla="*/ 194982 w 389964"/>
              <a:gd name="csY6" fmla="*/ 0 h 389964"/>
              <a:gd name="csX7" fmla="*/ 216370 w 389964"/>
              <a:gd name="csY7" fmla="*/ 277747 h 389964"/>
              <a:gd name="csX8" fmla="*/ 186711 w 389964"/>
              <a:gd name="csY8" fmla="*/ 277747 h 389964"/>
              <a:gd name="csX9" fmla="*/ 186711 w 389964"/>
              <a:gd name="csY9" fmla="*/ 136096 h 389964"/>
              <a:gd name="csX10" fmla="*/ 178779 w 389964"/>
              <a:gd name="csY10" fmla="*/ 141040 h 389964"/>
              <a:gd name="csX11" fmla="*/ 170175 w 389964"/>
              <a:gd name="csY11" fmla="*/ 145301 h 389964"/>
              <a:gd name="csX12" fmla="*/ 160118 w 389964"/>
              <a:gd name="csY12" fmla="*/ 148797 h 389964"/>
              <a:gd name="csX13" fmla="*/ 148525 w 389964"/>
              <a:gd name="csY13" fmla="*/ 151950 h 389964"/>
              <a:gd name="csX14" fmla="*/ 148525 w 389964"/>
              <a:gd name="csY14" fmla="*/ 128256 h 389964"/>
              <a:gd name="csX15" fmla="*/ 156277 w 389964"/>
              <a:gd name="csY15" fmla="*/ 125869 h 389964"/>
              <a:gd name="csX16" fmla="*/ 163188 w 389964"/>
              <a:gd name="csY16" fmla="*/ 123482 h 389964"/>
              <a:gd name="csX17" fmla="*/ 170006 w 389964"/>
              <a:gd name="csY17" fmla="*/ 120668 h 389964"/>
              <a:gd name="csX18" fmla="*/ 176823 w 389964"/>
              <a:gd name="csY18" fmla="*/ 117855 h 389964"/>
              <a:gd name="csX19" fmla="*/ 183380 w 389964"/>
              <a:gd name="csY19" fmla="*/ 114446 h 389964"/>
              <a:gd name="csX20" fmla="*/ 189951 w 389964"/>
              <a:gd name="csY20" fmla="*/ 110852 h 389964"/>
              <a:gd name="csX21" fmla="*/ 197020 w 389964"/>
              <a:gd name="csY21" fmla="*/ 106745 h 389964"/>
              <a:gd name="csX22" fmla="*/ 204100 w 389964"/>
              <a:gd name="csY22" fmla="*/ 102638 h 389964"/>
              <a:gd name="csX23" fmla="*/ 216370 w 389964"/>
              <a:gd name="csY23" fmla="*/ 102638 h 38996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</a:cxnLst>
            <a:rect l="l" t="t" r="r" b="b"/>
            <a:pathLst>
              <a:path w="389964" h="389964">
                <a:moveTo>
                  <a:pt x="194982" y="0"/>
                </a:moveTo>
                <a:cubicBezTo>
                  <a:pt x="87297" y="0"/>
                  <a:pt x="0" y="87297"/>
                  <a:pt x="0" y="194982"/>
                </a:cubicBezTo>
                <a:cubicBezTo>
                  <a:pt x="0" y="302668"/>
                  <a:pt x="87297" y="389964"/>
                  <a:pt x="194982" y="389964"/>
                </a:cubicBezTo>
                <a:cubicBezTo>
                  <a:pt x="302668" y="389964"/>
                  <a:pt x="389964" y="302668"/>
                  <a:pt x="389964" y="194982"/>
                </a:cubicBezTo>
                <a:cubicBezTo>
                  <a:pt x="389964" y="194976"/>
                  <a:pt x="389964" y="194968"/>
                  <a:pt x="389964" y="194962"/>
                </a:cubicBezTo>
                <a:cubicBezTo>
                  <a:pt x="390001" y="87324"/>
                  <a:pt x="302774" y="37"/>
                  <a:pt x="195136" y="0"/>
                </a:cubicBezTo>
                <a:cubicBezTo>
                  <a:pt x="195085" y="0"/>
                  <a:pt x="195034" y="0"/>
                  <a:pt x="194982" y="0"/>
                </a:cubicBezTo>
                <a:close/>
                <a:moveTo>
                  <a:pt x="216370" y="277747"/>
                </a:moveTo>
                <a:lnTo>
                  <a:pt x="186711" y="277747"/>
                </a:lnTo>
                <a:lnTo>
                  <a:pt x="186711" y="136096"/>
                </a:lnTo>
                <a:cubicBezTo>
                  <a:pt x="184206" y="137807"/>
                  <a:pt x="181562" y="139455"/>
                  <a:pt x="178779" y="141040"/>
                </a:cubicBezTo>
                <a:cubicBezTo>
                  <a:pt x="175998" y="142630"/>
                  <a:pt x="173125" y="144052"/>
                  <a:pt x="170175" y="145301"/>
                </a:cubicBezTo>
                <a:cubicBezTo>
                  <a:pt x="166985" y="146554"/>
                  <a:pt x="163633" y="147719"/>
                  <a:pt x="160118" y="148797"/>
                </a:cubicBezTo>
                <a:cubicBezTo>
                  <a:pt x="156602" y="149875"/>
                  <a:pt x="152739" y="150926"/>
                  <a:pt x="148525" y="151950"/>
                </a:cubicBezTo>
                <a:lnTo>
                  <a:pt x="148525" y="128256"/>
                </a:lnTo>
                <a:cubicBezTo>
                  <a:pt x="151366" y="127459"/>
                  <a:pt x="153950" y="126663"/>
                  <a:pt x="156277" y="125869"/>
                </a:cubicBezTo>
                <a:cubicBezTo>
                  <a:pt x="158605" y="125075"/>
                  <a:pt x="160908" y="124279"/>
                  <a:pt x="163188" y="123482"/>
                </a:cubicBezTo>
                <a:cubicBezTo>
                  <a:pt x="165452" y="122573"/>
                  <a:pt x="167731" y="121639"/>
                  <a:pt x="170006" y="120668"/>
                </a:cubicBezTo>
                <a:cubicBezTo>
                  <a:pt x="172280" y="119698"/>
                  <a:pt x="174549" y="118769"/>
                  <a:pt x="176823" y="117855"/>
                </a:cubicBezTo>
                <a:cubicBezTo>
                  <a:pt x="178980" y="116719"/>
                  <a:pt x="181165" y="115582"/>
                  <a:pt x="183380" y="114446"/>
                </a:cubicBezTo>
                <a:cubicBezTo>
                  <a:pt x="185594" y="113310"/>
                  <a:pt x="187784" y="112112"/>
                  <a:pt x="189951" y="110852"/>
                </a:cubicBezTo>
                <a:cubicBezTo>
                  <a:pt x="192347" y="109606"/>
                  <a:pt x="194703" y="108238"/>
                  <a:pt x="197020" y="106745"/>
                </a:cubicBezTo>
                <a:cubicBezTo>
                  <a:pt x="199337" y="105253"/>
                  <a:pt x="201697" y="103884"/>
                  <a:pt x="204100" y="102638"/>
                </a:cubicBezTo>
                <a:lnTo>
                  <a:pt x="216370" y="102638"/>
                </a:lnTo>
                <a:close/>
              </a:path>
            </a:pathLst>
          </a:custGeom>
          <a:solidFill>
            <a:srgbClr val="7030A0"/>
          </a:solidFill>
          <a:ln w="5060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7" name="그래픽 34" descr="배지 1 단색으로 채워진">
            <a:extLst>
              <a:ext uri="{FF2B5EF4-FFF2-40B4-BE49-F238E27FC236}">
                <a16:creationId xmlns:a16="http://schemas.microsoft.com/office/drawing/2014/main" id="{57B6EDB8-5405-A48B-321A-FAFD0D9477FA}"/>
              </a:ext>
            </a:extLst>
          </p:cNvPr>
          <p:cNvSpPr/>
          <p:nvPr/>
        </p:nvSpPr>
        <p:spPr>
          <a:xfrm>
            <a:off x="6968412" y="1887337"/>
            <a:ext cx="389964" cy="389964"/>
          </a:xfrm>
          <a:custGeom>
            <a:avLst/>
            <a:gdLst>
              <a:gd name="csX0" fmla="*/ 194982 w 389964"/>
              <a:gd name="csY0" fmla="*/ 0 h 389964"/>
              <a:gd name="csX1" fmla="*/ 0 w 389964"/>
              <a:gd name="csY1" fmla="*/ 194982 h 389964"/>
              <a:gd name="csX2" fmla="*/ 194982 w 389964"/>
              <a:gd name="csY2" fmla="*/ 389964 h 389964"/>
              <a:gd name="csX3" fmla="*/ 389964 w 389964"/>
              <a:gd name="csY3" fmla="*/ 194982 h 389964"/>
              <a:gd name="csX4" fmla="*/ 389964 w 389964"/>
              <a:gd name="csY4" fmla="*/ 194962 h 389964"/>
              <a:gd name="csX5" fmla="*/ 195136 w 389964"/>
              <a:gd name="csY5" fmla="*/ 0 h 389964"/>
              <a:gd name="csX6" fmla="*/ 194982 w 389964"/>
              <a:gd name="csY6" fmla="*/ 0 h 389964"/>
              <a:gd name="csX7" fmla="*/ 216370 w 389964"/>
              <a:gd name="csY7" fmla="*/ 277747 h 389964"/>
              <a:gd name="csX8" fmla="*/ 186711 w 389964"/>
              <a:gd name="csY8" fmla="*/ 277747 h 389964"/>
              <a:gd name="csX9" fmla="*/ 186711 w 389964"/>
              <a:gd name="csY9" fmla="*/ 136096 h 389964"/>
              <a:gd name="csX10" fmla="*/ 178779 w 389964"/>
              <a:gd name="csY10" fmla="*/ 141040 h 389964"/>
              <a:gd name="csX11" fmla="*/ 170175 w 389964"/>
              <a:gd name="csY11" fmla="*/ 145301 h 389964"/>
              <a:gd name="csX12" fmla="*/ 160118 w 389964"/>
              <a:gd name="csY12" fmla="*/ 148797 h 389964"/>
              <a:gd name="csX13" fmla="*/ 148525 w 389964"/>
              <a:gd name="csY13" fmla="*/ 151950 h 389964"/>
              <a:gd name="csX14" fmla="*/ 148525 w 389964"/>
              <a:gd name="csY14" fmla="*/ 128256 h 389964"/>
              <a:gd name="csX15" fmla="*/ 156277 w 389964"/>
              <a:gd name="csY15" fmla="*/ 125869 h 389964"/>
              <a:gd name="csX16" fmla="*/ 163188 w 389964"/>
              <a:gd name="csY16" fmla="*/ 123482 h 389964"/>
              <a:gd name="csX17" fmla="*/ 170006 w 389964"/>
              <a:gd name="csY17" fmla="*/ 120668 h 389964"/>
              <a:gd name="csX18" fmla="*/ 176823 w 389964"/>
              <a:gd name="csY18" fmla="*/ 117855 h 389964"/>
              <a:gd name="csX19" fmla="*/ 183380 w 389964"/>
              <a:gd name="csY19" fmla="*/ 114446 h 389964"/>
              <a:gd name="csX20" fmla="*/ 189951 w 389964"/>
              <a:gd name="csY20" fmla="*/ 110852 h 389964"/>
              <a:gd name="csX21" fmla="*/ 197020 w 389964"/>
              <a:gd name="csY21" fmla="*/ 106745 h 389964"/>
              <a:gd name="csX22" fmla="*/ 204100 w 389964"/>
              <a:gd name="csY22" fmla="*/ 102638 h 389964"/>
              <a:gd name="csX23" fmla="*/ 216370 w 389964"/>
              <a:gd name="csY23" fmla="*/ 102638 h 38996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</a:cxnLst>
            <a:rect l="l" t="t" r="r" b="b"/>
            <a:pathLst>
              <a:path w="389964" h="389964">
                <a:moveTo>
                  <a:pt x="194982" y="0"/>
                </a:moveTo>
                <a:cubicBezTo>
                  <a:pt x="87297" y="0"/>
                  <a:pt x="0" y="87297"/>
                  <a:pt x="0" y="194982"/>
                </a:cubicBezTo>
                <a:cubicBezTo>
                  <a:pt x="0" y="302668"/>
                  <a:pt x="87297" y="389964"/>
                  <a:pt x="194982" y="389964"/>
                </a:cubicBezTo>
                <a:cubicBezTo>
                  <a:pt x="302668" y="389964"/>
                  <a:pt x="389964" y="302668"/>
                  <a:pt x="389964" y="194982"/>
                </a:cubicBezTo>
                <a:cubicBezTo>
                  <a:pt x="389964" y="194976"/>
                  <a:pt x="389964" y="194968"/>
                  <a:pt x="389964" y="194962"/>
                </a:cubicBezTo>
                <a:cubicBezTo>
                  <a:pt x="390001" y="87324"/>
                  <a:pt x="302774" y="37"/>
                  <a:pt x="195136" y="0"/>
                </a:cubicBezTo>
                <a:cubicBezTo>
                  <a:pt x="195085" y="0"/>
                  <a:pt x="195034" y="0"/>
                  <a:pt x="194982" y="0"/>
                </a:cubicBezTo>
                <a:close/>
                <a:moveTo>
                  <a:pt x="216370" y="277747"/>
                </a:moveTo>
                <a:lnTo>
                  <a:pt x="186711" y="277747"/>
                </a:lnTo>
                <a:lnTo>
                  <a:pt x="186711" y="136096"/>
                </a:lnTo>
                <a:cubicBezTo>
                  <a:pt x="184206" y="137807"/>
                  <a:pt x="181562" y="139455"/>
                  <a:pt x="178779" y="141040"/>
                </a:cubicBezTo>
                <a:cubicBezTo>
                  <a:pt x="175998" y="142630"/>
                  <a:pt x="173125" y="144052"/>
                  <a:pt x="170175" y="145301"/>
                </a:cubicBezTo>
                <a:cubicBezTo>
                  <a:pt x="166985" y="146554"/>
                  <a:pt x="163633" y="147719"/>
                  <a:pt x="160118" y="148797"/>
                </a:cubicBezTo>
                <a:cubicBezTo>
                  <a:pt x="156602" y="149875"/>
                  <a:pt x="152739" y="150926"/>
                  <a:pt x="148525" y="151950"/>
                </a:cubicBezTo>
                <a:lnTo>
                  <a:pt x="148525" y="128256"/>
                </a:lnTo>
                <a:cubicBezTo>
                  <a:pt x="151366" y="127459"/>
                  <a:pt x="153950" y="126663"/>
                  <a:pt x="156277" y="125869"/>
                </a:cubicBezTo>
                <a:cubicBezTo>
                  <a:pt x="158605" y="125075"/>
                  <a:pt x="160908" y="124279"/>
                  <a:pt x="163188" y="123482"/>
                </a:cubicBezTo>
                <a:cubicBezTo>
                  <a:pt x="165452" y="122573"/>
                  <a:pt x="167731" y="121639"/>
                  <a:pt x="170006" y="120668"/>
                </a:cubicBezTo>
                <a:cubicBezTo>
                  <a:pt x="172280" y="119698"/>
                  <a:pt x="174549" y="118769"/>
                  <a:pt x="176823" y="117855"/>
                </a:cubicBezTo>
                <a:cubicBezTo>
                  <a:pt x="178980" y="116719"/>
                  <a:pt x="181165" y="115582"/>
                  <a:pt x="183380" y="114446"/>
                </a:cubicBezTo>
                <a:cubicBezTo>
                  <a:pt x="185594" y="113310"/>
                  <a:pt x="187784" y="112112"/>
                  <a:pt x="189951" y="110852"/>
                </a:cubicBezTo>
                <a:cubicBezTo>
                  <a:pt x="192347" y="109606"/>
                  <a:pt x="194703" y="108238"/>
                  <a:pt x="197020" y="106745"/>
                </a:cubicBezTo>
                <a:cubicBezTo>
                  <a:pt x="199337" y="105253"/>
                  <a:pt x="201697" y="103884"/>
                  <a:pt x="204100" y="102638"/>
                </a:cubicBezTo>
                <a:lnTo>
                  <a:pt x="216370" y="102638"/>
                </a:lnTo>
                <a:close/>
              </a:path>
            </a:pathLst>
          </a:custGeom>
          <a:solidFill>
            <a:srgbClr val="7030A0"/>
          </a:solidFill>
          <a:ln w="5060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8" name="직사각형 77">
            <a:extLst>
              <a:ext uri="{FF2B5EF4-FFF2-40B4-BE49-F238E27FC236}">
                <a16:creationId xmlns:a16="http://schemas.microsoft.com/office/drawing/2014/main" id="{A37D6EB5-24FD-45AB-7346-41DDF2873B51}"/>
              </a:ext>
            </a:extLst>
          </p:cNvPr>
          <p:cNvSpPr/>
          <p:nvPr/>
        </p:nvSpPr>
        <p:spPr>
          <a:xfrm>
            <a:off x="1230532" y="3594130"/>
            <a:ext cx="898002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altLang="ko-KR" sz="3200" b="1" cap="none" spc="0" dirty="0">
                <a:ln w="0"/>
                <a:gradFill>
                  <a:gsLst>
                    <a:gs pos="0">
                      <a:schemeClr val="accent5">
                        <a:lumMod val="50000"/>
                      </a:schemeClr>
                    </a:gs>
                    <a:gs pos="50000">
                      <a:schemeClr val="accent5"/>
                    </a:gs>
                    <a:gs pos="100000">
                      <a:schemeClr val="accent5">
                        <a:lumMod val="60000"/>
                        <a:lumOff val="40000"/>
                      </a:schemeClr>
                    </a:gs>
                  </a:gsLst>
                  <a:lin ang="5400000"/>
                </a:gradFill>
                <a:effectLst>
                  <a:reflection blurRad="6350" stA="53000" endA="300" endPos="35500" dir="5400000" sy="-90000" algn="bl" rotWithShape="0"/>
                </a:effectLst>
              </a:rPr>
              <a:t>20T</a:t>
            </a:r>
          </a:p>
        </p:txBody>
      </p:sp>
      <p:sp>
        <p:nvSpPr>
          <p:cNvPr id="79" name="직사각형 78">
            <a:extLst>
              <a:ext uri="{FF2B5EF4-FFF2-40B4-BE49-F238E27FC236}">
                <a16:creationId xmlns:a16="http://schemas.microsoft.com/office/drawing/2014/main" id="{195E1AE7-5E20-D553-A24C-7F76C8B91F31}"/>
              </a:ext>
            </a:extLst>
          </p:cNvPr>
          <p:cNvSpPr/>
          <p:nvPr/>
        </p:nvSpPr>
        <p:spPr>
          <a:xfrm>
            <a:off x="5699161" y="2685306"/>
            <a:ext cx="898003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altLang="ko-KR" sz="3200" b="1" dirty="0">
                <a:ln w="0"/>
                <a:gradFill>
                  <a:gsLst>
                    <a:gs pos="0">
                      <a:schemeClr val="accent5">
                        <a:lumMod val="50000"/>
                      </a:schemeClr>
                    </a:gs>
                    <a:gs pos="50000">
                      <a:schemeClr val="accent5"/>
                    </a:gs>
                    <a:gs pos="100000">
                      <a:schemeClr val="accent5">
                        <a:lumMod val="60000"/>
                        <a:lumOff val="40000"/>
                      </a:schemeClr>
                    </a:gs>
                  </a:gsLst>
                  <a:lin ang="5400000"/>
                </a:gradFill>
                <a:effectLst>
                  <a:reflection blurRad="6350" stA="53000" endA="300" endPos="35500" dir="5400000" sy="-90000" algn="bl" rotWithShape="0"/>
                </a:effectLst>
              </a:rPr>
              <a:t>1</a:t>
            </a:r>
            <a:r>
              <a:rPr lang="en-US" altLang="ko-KR" sz="3200" b="1" cap="none" spc="0" dirty="0">
                <a:ln w="0"/>
                <a:gradFill>
                  <a:gsLst>
                    <a:gs pos="0">
                      <a:schemeClr val="accent5">
                        <a:lumMod val="50000"/>
                      </a:schemeClr>
                    </a:gs>
                    <a:gs pos="50000">
                      <a:schemeClr val="accent5"/>
                    </a:gs>
                    <a:gs pos="100000">
                      <a:schemeClr val="accent5">
                        <a:lumMod val="60000"/>
                        <a:lumOff val="40000"/>
                      </a:schemeClr>
                    </a:gs>
                  </a:gsLst>
                  <a:lin ang="5400000"/>
                </a:gradFill>
                <a:effectLst>
                  <a:reflection blurRad="6350" stA="53000" endA="300" endPos="35500" dir="5400000" sy="-90000" algn="bl" rotWithShape="0"/>
                </a:effectLst>
              </a:rPr>
              <a:t>0T</a:t>
            </a:r>
          </a:p>
        </p:txBody>
      </p:sp>
      <p:sp>
        <p:nvSpPr>
          <p:cNvPr id="80" name="그래픽 39" descr="배지 단색으로 채워진">
            <a:extLst>
              <a:ext uri="{FF2B5EF4-FFF2-40B4-BE49-F238E27FC236}">
                <a16:creationId xmlns:a16="http://schemas.microsoft.com/office/drawing/2014/main" id="{EF394799-83CA-71BF-0AFE-911233ED6887}"/>
              </a:ext>
            </a:extLst>
          </p:cNvPr>
          <p:cNvSpPr/>
          <p:nvPr/>
        </p:nvSpPr>
        <p:spPr>
          <a:xfrm>
            <a:off x="5452627" y="2552966"/>
            <a:ext cx="389031" cy="389964"/>
          </a:xfrm>
          <a:custGeom>
            <a:avLst/>
            <a:gdLst>
              <a:gd name="csX0" fmla="*/ 176368 w 352735"/>
              <a:gd name="csY0" fmla="*/ 0 h 352735"/>
              <a:gd name="csX1" fmla="*/ 0 w 352735"/>
              <a:gd name="csY1" fmla="*/ 176368 h 352735"/>
              <a:gd name="csX2" fmla="*/ 176368 w 352735"/>
              <a:gd name="csY2" fmla="*/ 352736 h 352735"/>
              <a:gd name="csX3" fmla="*/ 352735 w 352735"/>
              <a:gd name="csY3" fmla="*/ 176368 h 352735"/>
              <a:gd name="csX4" fmla="*/ 352735 w 352735"/>
              <a:gd name="csY4" fmla="*/ 176354 h 352735"/>
              <a:gd name="csX5" fmla="*/ 176502 w 352735"/>
              <a:gd name="csY5" fmla="*/ 0 h 352735"/>
              <a:gd name="csX6" fmla="*/ 176368 w 352735"/>
              <a:gd name="csY6" fmla="*/ 0 h 352735"/>
              <a:gd name="csX7" fmla="*/ 226790 w 352735"/>
              <a:gd name="csY7" fmla="*/ 255452 h 352735"/>
              <a:gd name="csX8" fmla="*/ 125950 w 352735"/>
              <a:gd name="csY8" fmla="*/ 255452 h 352735"/>
              <a:gd name="csX9" fmla="*/ 125950 w 352735"/>
              <a:gd name="csY9" fmla="*/ 240652 h 352735"/>
              <a:gd name="csX10" fmla="*/ 129340 w 352735"/>
              <a:gd name="csY10" fmla="*/ 222541 h 352735"/>
              <a:gd name="csX11" fmla="*/ 138665 w 352735"/>
              <a:gd name="csY11" fmla="*/ 207681 h 352735"/>
              <a:gd name="csX12" fmla="*/ 152471 w 352735"/>
              <a:gd name="csY12" fmla="*/ 195041 h 352735"/>
              <a:gd name="csX13" fmla="*/ 169430 w 352735"/>
              <a:gd name="csY13" fmla="*/ 183631 h 352735"/>
              <a:gd name="csX14" fmla="*/ 183826 w 352735"/>
              <a:gd name="csY14" fmla="*/ 173298 h 352735"/>
              <a:gd name="csX15" fmla="*/ 192784 w 352735"/>
              <a:gd name="csY15" fmla="*/ 163463 h 352735"/>
              <a:gd name="csX16" fmla="*/ 197339 w 352735"/>
              <a:gd name="csY16" fmla="*/ 153515 h 352735"/>
              <a:gd name="csX17" fmla="*/ 198570 w 352735"/>
              <a:gd name="csY17" fmla="*/ 142412 h 352735"/>
              <a:gd name="csX18" fmla="*/ 197028 w 352735"/>
              <a:gd name="csY18" fmla="*/ 132855 h 352735"/>
              <a:gd name="csX19" fmla="*/ 192477 w 352735"/>
              <a:gd name="csY19" fmla="*/ 124761 h 352735"/>
              <a:gd name="csX20" fmla="*/ 184768 w 352735"/>
              <a:gd name="csY20" fmla="*/ 119188 h 352735"/>
              <a:gd name="csX21" fmla="*/ 173902 w 352735"/>
              <a:gd name="csY21" fmla="*/ 117108 h 352735"/>
              <a:gd name="csX22" fmla="*/ 152930 w 352735"/>
              <a:gd name="csY22" fmla="*/ 122044 h 352735"/>
              <a:gd name="csX23" fmla="*/ 134276 w 352735"/>
              <a:gd name="csY23" fmla="*/ 135302 h 352735"/>
              <a:gd name="csX24" fmla="*/ 134276 w 352735"/>
              <a:gd name="csY24" fmla="*/ 111247 h 352735"/>
              <a:gd name="csX25" fmla="*/ 153005 w 352735"/>
              <a:gd name="csY25" fmla="*/ 100455 h 352735"/>
              <a:gd name="csX26" fmla="*/ 176224 w 352735"/>
              <a:gd name="csY26" fmla="*/ 97205 h 352735"/>
              <a:gd name="csX27" fmla="*/ 194725 w 352735"/>
              <a:gd name="csY27" fmla="*/ 99991 h 352735"/>
              <a:gd name="csX28" fmla="*/ 209836 w 352735"/>
              <a:gd name="csY28" fmla="*/ 108085 h 352735"/>
              <a:gd name="csX29" fmla="*/ 220015 w 352735"/>
              <a:gd name="csY29" fmla="*/ 121343 h 352735"/>
              <a:gd name="csX30" fmla="*/ 223730 w 352735"/>
              <a:gd name="csY30" fmla="*/ 139454 h 352735"/>
              <a:gd name="csX31" fmla="*/ 221794 w 352735"/>
              <a:gd name="csY31" fmla="*/ 156102 h 352735"/>
              <a:gd name="csX32" fmla="*/ 215441 w 352735"/>
              <a:gd name="csY32" fmla="*/ 170493 h 352735"/>
              <a:gd name="csX33" fmla="*/ 203961 w 352735"/>
              <a:gd name="csY33" fmla="*/ 183603 h 352735"/>
              <a:gd name="csX34" fmla="*/ 186691 w 352735"/>
              <a:gd name="csY34" fmla="*/ 196397 h 352735"/>
              <a:gd name="csX35" fmla="*/ 171886 w 352735"/>
              <a:gd name="csY35" fmla="*/ 206111 h 352735"/>
              <a:gd name="csX36" fmla="*/ 160857 w 352735"/>
              <a:gd name="csY36" fmla="*/ 214976 h 352735"/>
              <a:gd name="csX37" fmla="*/ 154003 w 352735"/>
              <a:gd name="csY37" fmla="*/ 224074 h 352735"/>
              <a:gd name="csX38" fmla="*/ 151681 w 352735"/>
              <a:gd name="csY38" fmla="*/ 234485 h 352735"/>
              <a:gd name="csX39" fmla="*/ 226772 w 352735"/>
              <a:gd name="csY39" fmla="*/ 234485 h 35273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</a:cxnLst>
            <a:rect l="l" t="t" r="r" b="b"/>
            <a:pathLst>
              <a:path w="352735" h="352735">
                <a:moveTo>
                  <a:pt x="176368" y="0"/>
                </a:moveTo>
                <a:cubicBezTo>
                  <a:pt x="78963" y="0"/>
                  <a:pt x="0" y="78963"/>
                  <a:pt x="0" y="176368"/>
                </a:cubicBezTo>
                <a:cubicBezTo>
                  <a:pt x="0" y="273773"/>
                  <a:pt x="78963" y="352736"/>
                  <a:pt x="176368" y="352736"/>
                </a:cubicBezTo>
                <a:cubicBezTo>
                  <a:pt x="273773" y="352736"/>
                  <a:pt x="352735" y="273773"/>
                  <a:pt x="352735" y="176368"/>
                </a:cubicBezTo>
                <a:cubicBezTo>
                  <a:pt x="352735" y="176363"/>
                  <a:pt x="352735" y="176358"/>
                  <a:pt x="352735" y="176354"/>
                </a:cubicBezTo>
                <a:cubicBezTo>
                  <a:pt x="352769" y="78990"/>
                  <a:pt x="273867" y="33"/>
                  <a:pt x="176502" y="0"/>
                </a:cubicBezTo>
                <a:cubicBezTo>
                  <a:pt x="176457" y="0"/>
                  <a:pt x="176413" y="0"/>
                  <a:pt x="176368" y="0"/>
                </a:cubicBezTo>
                <a:close/>
                <a:moveTo>
                  <a:pt x="226790" y="255452"/>
                </a:moveTo>
                <a:lnTo>
                  <a:pt x="125950" y="255452"/>
                </a:lnTo>
                <a:lnTo>
                  <a:pt x="125950" y="240652"/>
                </a:lnTo>
                <a:cubicBezTo>
                  <a:pt x="125858" y="234449"/>
                  <a:pt x="127010" y="228291"/>
                  <a:pt x="129340" y="222541"/>
                </a:cubicBezTo>
                <a:cubicBezTo>
                  <a:pt x="131623" y="217115"/>
                  <a:pt x="134772" y="212096"/>
                  <a:pt x="138665" y="207681"/>
                </a:cubicBezTo>
                <a:cubicBezTo>
                  <a:pt x="142807" y="202992"/>
                  <a:pt x="147435" y="198755"/>
                  <a:pt x="152471" y="195041"/>
                </a:cubicBezTo>
                <a:cubicBezTo>
                  <a:pt x="157715" y="191137"/>
                  <a:pt x="163368" y="187333"/>
                  <a:pt x="169430" y="183631"/>
                </a:cubicBezTo>
                <a:cubicBezTo>
                  <a:pt x="174506" y="180591"/>
                  <a:pt x="179321" y="177135"/>
                  <a:pt x="183826" y="173298"/>
                </a:cubicBezTo>
                <a:cubicBezTo>
                  <a:pt x="187212" y="170408"/>
                  <a:pt x="190222" y="167104"/>
                  <a:pt x="192784" y="163463"/>
                </a:cubicBezTo>
                <a:cubicBezTo>
                  <a:pt x="194892" y="160450"/>
                  <a:pt x="196436" y="157080"/>
                  <a:pt x="197339" y="153515"/>
                </a:cubicBezTo>
                <a:cubicBezTo>
                  <a:pt x="198186" y="149876"/>
                  <a:pt x="198600" y="146149"/>
                  <a:pt x="198570" y="142412"/>
                </a:cubicBezTo>
                <a:cubicBezTo>
                  <a:pt x="198575" y="139164"/>
                  <a:pt x="198055" y="135937"/>
                  <a:pt x="197028" y="132855"/>
                </a:cubicBezTo>
                <a:cubicBezTo>
                  <a:pt x="196061" y="129883"/>
                  <a:pt x="194514" y="127132"/>
                  <a:pt x="192477" y="124761"/>
                </a:cubicBezTo>
                <a:cubicBezTo>
                  <a:pt x="190354" y="122353"/>
                  <a:pt x="187721" y="120449"/>
                  <a:pt x="184768" y="119188"/>
                </a:cubicBezTo>
                <a:cubicBezTo>
                  <a:pt x="181332" y="117742"/>
                  <a:pt x="177630" y="117033"/>
                  <a:pt x="173902" y="117108"/>
                </a:cubicBezTo>
                <a:cubicBezTo>
                  <a:pt x="166620" y="117081"/>
                  <a:pt x="159435" y="118772"/>
                  <a:pt x="152930" y="122044"/>
                </a:cubicBezTo>
                <a:cubicBezTo>
                  <a:pt x="146090" y="125516"/>
                  <a:pt x="139803" y="129983"/>
                  <a:pt x="134276" y="135302"/>
                </a:cubicBezTo>
                <a:lnTo>
                  <a:pt x="134276" y="111247"/>
                </a:lnTo>
                <a:cubicBezTo>
                  <a:pt x="139617" y="106273"/>
                  <a:pt x="146022" y="102581"/>
                  <a:pt x="153005" y="100455"/>
                </a:cubicBezTo>
                <a:cubicBezTo>
                  <a:pt x="160539" y="98221"/>
                  <a:pt x="168366" y="97125"/>
                  <a:pt x="176224" y="97205"/>
                </a:cubicBezTo>
                <a:cubicBezTo>
                  <a:pt x="182499" y="97161"/>
                  <a:pt x="188741" y="98101"/>
                  <a:pt x="194725" y="99991"/>
                </a:cubicBezTo>
                <a:cubicBezTo>
                  <a:pt x="200231" y="101704"/>
                  <a:pt x="205359" y="104451"/>
                  <a:pt x="209836" y="108085"/>
                </a:cubicBezTo>
                <a:cubicBezTo>
                  <a:pt x="214188" y="111677"/>
                  <a:pt x="217669" y="116210"/>
                  <a:pt x="220015" y="121343"/>
                </a:cubicBezTo>
                <a:cubicBezTo>
                  <a:pt x="222569" y="127034"/>
                  <a:pt x="223837" y="133217"/>
                  <a:pt x="223730" y="139454"/>
                </a:cubicBezTo>
                <a:cubicBezTo>
                  <a:pt x="223784" y="145063"/>
                  <a:pt x="223134" y="150656"/>
                  <a:pt x="221794" y="156102"/>
                </a:cubicBezTo>
                <a:cubicBezTo>
                  <a:pt x="220480" y="161215"/>
                  <a:pt x="218334" y="166078"/>
                  <a:pt x="215441" y="170493"/>
                </a:cubicBezTo>
                <a:cubicBezTo>
                  <a:pt x="212216" y="175355"/>
                  <a:pt x="208355" y="179764"/>
                  <a:pt x="203961" y="183603"/>
                </a:cubicBezTo>
                <a:cubicBezTo>
                  <a:pt x="198553" y="188319"/>
                  <a:pt x="192778" y="192597"/>
                  <a:pt x="186691" y="196397"/>
                </a:cubicBezTo>
                <a:cubicBezTo>
                  <a:pt x="181137" y="199895"/>
                  <a:pt x="176202" y="203133"/>
                  <a:pt x="171886" y="206111"/>
                </a:cubicBezTo>
                <a:cubicBezTo>
                  <a:pt x="167977" y="208765"/>
                  <a:pt x="164289" y="211730"/>
                  <a:pt x="160857" y="214976"/>
                </a:cubicBezTo>
                <a:cubicBezTo>
                  <a:pt x="158066" y="217592"/>
                  <a:pt x="155748" y="220670"/>
                  <a:pt x="154003" y="224074"/>
                </a:cubicBezTo>
                <a:cubicBezTo>
                  <a:pt x="152434" y="227318"/>
                  <a:pt x="151639" y="230882"/>
                  <a:pt x="151681" y="234485"/>
                </a:cubicBezTo>
                <a:lnTo>
                  <a:pt x="226772" y="234485"/>
                </a:lnTo>
                <a:close/>
              </a:path>
            </a:pathLst>
          </a:custGeom>
          <a:solidFill>
            <a:srgbClr val="7030A0"/>
          </a:solidFill>
          <a:ln w="4564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1" name="그래픽 39" descr="배지 단색으로 채워진">
            <a:extLst>
              <a:ext uri="{FF2B5EF4-FFF2-40B4-BE49-F238E27FC236}">
                <a16:creationId xmlns:a16="http://schemas.microsoft.com/office/drawing/2014/main" id="{8687A0D9-F965-3AB4-AC66-F6FC35F00E83}"/>
              </a:ext>
            </a:extLst>
          </p:cNvPr>
          <p:cNvSpPr/>
          <p:nvPr/>
        </p:nvSpPr>
        <p:spPr>
          <a:xfrm>
            <a:off x="1053783" y="3367257"/>
            <a:ext cx="389031" cy="389964"/>
          </a:xfrm>
          <a:custGeom>
            <a:avLst/>
            <a:gdLst>
              <a:gd name="csX0" fmla="*/ 176368 w 352735"/>
              <a:gd name="csY0" fmla="*/ 0 h 352735"/>
              <a:gd name="csX1" fmla="*/ 0 w 352735"/>
              <a:gd name="csY1" fmla="*/ 176368 h 352735"/>
              <a:gd name="csX2" fmla="*/ 176368 w 352735"/>
              <a:gd name="csY2" fmla="*/ 352736 h 352735"/>
              <a:gd name="csX3" fmla="*/ 352735 w 352735"/>
              <a:gd name="csY3" fmla="*/ 176368 h 352735"/>
              <a:gd name="csX4" fmla="*/ 352735 w 352735"/>
              <a:gd name="csY4" fmla="*/ 176354 h 352735"/>
              <a:gd name="csX5" fmla="*/ 176502 w 352735"/>
              <a:gd name="csY5" fmla="*/ 0 h 352735"/>
              <a:gd name="csX6" fmla="*/ 176368 w 352735"/>
              <a:gd name="csY6" fmla="*/ 0 h 352735"/>
              <a:gd name="csX7" fmla="*/ 226790 w 352735"/>
              <a:gd name="csY7" fmla="*/ 255452 h 352735"/>
              <a:gd name="csX8" fmla="*/ 125950 w 352735"/>
              <a:gd name="csY8" fmla="*/ 255452 h 352735"/>
              <a:gd name="csX9" fmla="*/ 125950 w 352735"/>
              <a:gd name="csY9" fmla="*/ 240652 h 352735"/>
              <a:gd name="csX10" fmla="*/ 129340 w 352735"/>
              <a:gd name="csY10" fmla="*/ 222541 h 352735"/>
              <a:gd name="csX11" fmla="*/ 138665 w 352735"/>
              <a:gd name="csY11" fmla="*/ 207681 h 352735"/>
              <a:gd name="csX12" fmla="*/ 152471 w 352735"/>
              <a:gd name="csY12" fmla="*/ 195041 h 352735"/>
              <a:gd name="csX13" fmla="*/ 169430 w 352735"/>
              <a:gd name="csY13" fmla="*/ 183631 h 352735"/>
              <a:gd name="csX14" fmla="*/ 183826 w 352735"/>
              <a:gd name="csY14" fmla="*/ 173298 h 352735"/>
              <a:gd name="csX15" fmla="*/ 192784 w 352735"/>
              <a:gd name="csY15" fmla="*/ 163463 h 352735"/>
              <a:gd name="csX16" fmla="*/ 197339 w 352735"/>
              <a:gd name="csY16" fmla="*/ 153515 h 352735"/>
              <a:gd name="csX17" fmla="*/ 198570 w 352735"/>
              <a:gd name="csY17" fmla="*/ 142412 h 352735"/>
              <a:gd name="csX18" fmla="*/ 197028 w 352735"/>
              <a:gd name="csY18" fmla="*/ 132855 h 352735"/>
              <a:gd name="csX19" fmla="*/ 192477 w 352735"/>
              <a:gd name="csY19" fmla="*/ 124761 h 352735"/>
              <a:gd name="csX20" fmla="*/ 184768 w 352735"/>
              <a:gd name="csY20" fmla="*/ 119188 h 352735"/>
              <a:gd name="csX21" fmla="*/ 173902 w 352735"/>
              <a:gd name="csY21" fmla="*/ 117108 h 352735"/>
              <a:gd name="csX22" fmla="*/ 152930 w 352735"/>
              <a:gd name="csY22" fmla="*/ 122044 h 352735"/>
              <a:gd name="csX23" fmla="*/ 134276 w 352735"/>
              <a:gd name="csY23" fmla="*/ 135302 h 352735"/>
              <a:gd name="csX24" fmla="*/ 134276 w 352735"/>
              <a:gd name="csY24" fmla="*/ 111247 h 352735"/>
              <a:gd name="csX25" fmla="*/ 153005 w 352735"/>
              <a:gd name="csY25" fmla="*/ 100455 h 352735"/>
              <a:gd name="csX26" fmla="*/ 176224 w 352735"/>
              <a:gd name="csY26" fmla="*/ 97205 h 352735"/>
              <a:gd name="csX27" fmla="*/ 194725 w 352735"/>
              <a:gd name="csY27" fmla="*/ 99991 h 352735"/>
              <a:gd name="csX28" fmla="*/ 209836 w 352735"/>
              <a:gd name="csY28" fmla="*/ 108085 h 352735"/>
              <a:gd name="csX29" fmla="*/ 220015 w 352735"/>
              <a:gd name="csY29" fmla="*/ 121343 h 352735"/>
              <a:gd name="csX30" fmla="*/ 223730 w 352735"/>
              <a:gd name="csY30" fmla="*/ 139454 h 352735"/>
              <a:gd name="csX31" fmla="*/ 221794 w 352735"/>
              <a:gd name="csY31" fmla="*/ 156102 h 352735"/>
              <a:gd name="csX32" fmla="*/ 215441 w 352735"/>
              <a:gd name="csY32" fmla="*/ 170493 h 352735"/>
              <a:gd name="csX33" fmla="*/ 203961 w 352735"/>
              <a:gd name="csY33" fmla="*/ 183603 h 352735"/>
              <a:gd name="csX34" fmla="*/ 186691 w 352735"/>
              <a:gd name="csY34" fmla="*/ 196397 h 352735"/>
              <a:gd name="csX35" fmla="*/ 171886 w 352735"/>
              <a:gd name="csY35" fmla="*/ 206111 h 352735"/>
              <a:gd name="csX36" fmla="*/ 160857 w 352735"/>
              <a:gd name="csY36" fmla="*/ 214976 h 352735"/>
              <a:gd name="csX37" fmla="*/ 154003 w 352735"/>
              <a:gd name="csY37" fmla="*/ 224074 h 352735"/>
              <a:gd name="csX38" fmla="*/ 151681 w 352735"/>
              <a:gd name="csY38" fmla="*/ 234485 h 352735"/>
              <a:gd name="csX39" fmla="*/ 226772 w 352735"/>
              <a:gd name="csY39" fmla="*/ 234485 h 35273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</a:cxnLst>
            <a:rect l="l" t="t" r="r" b="b"/>
            <a:pathLst>
              <a:path w="352735" h="352735">
                <a:moveTo>
                  <a:pt x="176368" y="0"/>
                </a:moveTo>
                <a:cubicBezTo>
                  <a:pt x="78963" y="0"/>
                  <a:pt x="0" y="78963"/>
                  <a:pt x="0" y="176368"/>
                </a:cubicBezTo>
                <a:cubicBezTo>
                  <a:pt x="0" y="273773"/>
                  <a:pt x="78963" y="352736"/>
                  <a:pt x="176368" y="352736"/>
                </a:cubicBezTo>
                <a:cubicBezTo>
                  <a:pt x="273773" y="352736"/>
                  <a:pt x="352735" y="273773"/>
                  <a:pt x="352735" y="176368"/>
                </a:cubicBezTo>
                <a:cubicBezTo>
                  <a:pt x="352735" y="176363"/>
                  <a:pt x="352735" y="176358"/>
                  <a:pt x="352735" y="176354"/>
                </a:cubicBezTo>
                <a:cubicBezTo>
                  <a:pt x="352769" y="78990"/>
                  <a:pt x="273867" y="33"/>
                  <a:pt x="176502" y="0"/>
                </a:cubicBezTo>
                <a:cubicBezTo>
                  <a:pt x="176457" y="0"/>
                  <a:pt x="176413" y="0"/>
                  <a:pt x="176368" y="0"/>
                </a:cubicBezTo>
                <a:close/>
                <a:moveTo>
                  <a:pt x="226790" y="255452"/>
                </a:moveTo>
                <a:lnTo>
                  <a:pt x="125950" y="255452"/>
                </a:lnTo>
                <a:lnTo>
                  <a:pt x="125950" y="240652"/>
                </a:lnTo>
                <a:cubicBezTo>
                  <a:pt x="125858" y="234449"/>
                  <a:pt x="127010" y="228291"/>
                  <a:pt x="129340" y="222541"/>
                </a:cubicBezTo>
                <a:cubicBezTo>
                  <a:pt x="131623" y="217115"/>
                  <a:pt x="134772" y="212096"/>
                  <a:pt x="138665" y="207681"/>
                </a:cubicBezTo>
                <a:cubicBezTo>
                  <a:pt x="142807" y="202992"/>
                  <a:pt x="147435" y="198755"/>
                  <a:pt x="152471" y="195041"/>
                </a:cubicBezTo>
                <a:cubicBezTo>
                  <a:pt x="157715" y="191137"/>
                  <a:pt x="163368" y="187333"/>
                  <a:pt x="169430" y="183631"/>
                </a:cubicBezTo>
                <a:cubicBezTo>
                  <a:pt x="174506" y="180591"/>
                  <a:pt x="179321" y="177135"/>
                  <a:pt x="183826" y="173298"/>
                </a:cubicBezTo>
                <a:cubicBezTo>
                  <a:pt x="187212" y="170408"/>
                  <a:pt x="190222" y="167104"/>
                  <a:pt x="192784" y="163463"/>
                </a:cubicBezTo>
                <a:cubicBezTo>
                  <a:pt x="194892" y="160450"/>
                  <a:pt x="196436" y="157080"/>
                  <a:pt x="197339" y="153515"/>
                </a:cubicBezTo>
                <a:cubicBezTo>
                  <a:pt x="198186" y="149876"/>
                  <a:pt x="198600" y="146149"/>
                  <a:pt x="198570" y="142412"/>
                </a:cubicBezTo>
                <a:cubicBezTo>
                  <a:pt x="198575" y="139164"/>
                  <a:pt x="198055" y="135937"/>
                  <a:pt x="197028" y="132855"/>
                </a:cubicBezTo>
                <a:cubicBezTo>
                  <a:pt x="196061" y="129883"/>
                  <a:pt x="194514" y="127132"/>
                  <a:pt x="192477" y="124761"/>
                </a:cubicBezTo>
                <a:cubicBezTo>
                  <a:pt x="190354" y="122353"/>
                  <a:pt x="187721" y="120449"/>
                  <a:pt x="184768" y="119188"/>
                </a:cubicBezTo>
                <a:cubicBezTo>
                  <a:pt x="181332" y="117742"/>
                  <a:pt x="177630" y="117033"/>
                  <a:pt x="173902" y="117108"/>
                </a:cubicBezTo>
                <a:cubicBezTo>
                  <a:pt x="166620" y="117081"/>
                  <a:pt x="159435" y="118772"/>
                  <a:pt x="152930" y="122044"/>
                </a:cubicBezTo>
                <a:cubicBezTo>
                  <a:pt x="146090" y="125516"/>
                  <a:pt x="139803" y="129983"/>
                  <a:pt x="134276" y="135302"/>
                </a:cubicBezTo>
                <a:lnTo>
                  <a:pt x="134276" y="111247"/>
                </a:lnTo>
                <a:cubicBezTo>
                  <a:pt x="139617" y="106273"/>
                  <a:pt x="146022" y="102581"/>
                  <a:pt x="153005" y="100455"/>
                </a:cubicBezTo>
                <a:cubicBezTo>
                  <a:pt x="160539" y="98221"/>
                  <a:pt x="168366" y="97125"/>
                  <a:pt x="176224" y="97205"/>
                </a:cubicBezTo>
                <a:cubicBezTo>
                  <a:pt x="182499" y="97161"/>
                  <a:pt x="188741" y="98101"/>
                  <a:pt x="194725" y="99991"/>
                </a:cubicBezTo>
                <a:cubicBezTo>
                  <a:pt x="200231" y="101704"/>
                  <a:pt x="205359" y="104451"/>
                  <a:pt x="209836" y="108085"/>
                </a:cubicBezTo>
                <a:cubicBezTo>
                  <a:pt x="214188" y="111677"/>
                  <a:pt x="217669" y="116210"/>
                  <a:pt x="220015" y="121343"/>
                </a:cubicBezTo>
                <a:cubicBezTo>
                  <a:pt x="222569" y="127034"/>
                  <a:pt x="223837" y="133217"/>
                  <a:pt x="223730" y="139454"/>
                </a:cubicBezTo>
                <a:cubicBezTo>
                  <a:pt x="223784" y="145063"/>
                  <a:pt x="223134" y="150656"/>
                  <a:pt x="221794" y="156102"/>
                </a:cubicBezTo>
                <a:cubicBezTo>
                  <a:pt x="220480" y="161215"/>
                  <a:pt x="218334" y="166078"/>
                  <a:pt x="215441" y="170493"/>
                </a:cubicBezTo>
                <a:cubicBezTo>
                  <a:pt x="212216" y="175355"/>
                  <a:pt x="208355" y="179764"/>
                  <a:pt x="203961" y="183603"/>
                </a:cubicBezTo>
                <a:cubicBezTo>
                  <a:pt x="198553" y="188319"/>
                  <a:pt x="192778" y="192597"/>
                  <a:pt x="186691" y="196397"/>
                </a:cubicBezTo>
                <a:cubicBezTo>
                  <a:pt x="181137" y="199895"/>
                  <a:pt x="176202" y="203133"/>
                  <a:pt x="171886" y="206111"/>
                </a:cubicBezTo>
                <a:cubicBezTo>
                  <a:pt x="167977" y="208765"/>
                  <a:pt x="164289" y="211730"/>
                  <a:pt x="160857" y="214976"/>
                </a:cubicBezTo>
                <a:cubicBezTo>
                  <a:pt x="158066" y="217592"/>
                  <a:pt x="155748" y="220670"/>
                  <a:pt x="154003" y="224074"/>
                </a:cubicBezTo>
                <a:cubicBezTo>
                  <a:pt x="152434" y="227318"/>
                  <a:pt x="151639" y="230882"/>
                  <a:pt x="151681" y="234485"/>
                </a:cubicBezTo>
                <a:lnTo>
                  <a:pt x="226772" y="234485"/>
                </a:lnTo>
                <a:close/>
              </a:path>
            </a:pathLst>
          </a:custGeom>
          <a:solidFill>
            <a:srgbClr val="7030A0"/>
          </a:solidFill>
          <a:ln w="4564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2" name="그래픽 39" descr="배지 단색으로 채워진">
            <a:extLst>
              <a:ext uri="{FF2B5EF4-FFF2-40B4-BE49-F238E27FC236}">
                <a16:creationId xmlns:a16="http://schemas.microsoft.com/office/drawing/2014/main" id="{C8CB77A5-7712-7DCE-D7D9-138813288481}"/>
              </a:ext>
            </a:extLst>
          </p:cNvPr>
          <p:cNvSpPr/>
          <p:nvPr/>
        </p:nvSpPr>
        <p:spPr>
          <a:xfrm>
            <a:off x="6963928" y="2746657"/>
            <a:ext cx="389031" cy="389964"/>
          </a:xfrm>
          <a:custGeom>
            <a:avLst/>
            <a:gdLst>
              <a:gd name="csX0" fmla="*/ 176368 w 352735"/>
              <a:gd name="csY0" fmla="*/ 0 h 352735"/>
              <a:gd name="csX1" fmla="*/ 0 w 352735"/>
              <a:gd name="csY1" fmla="*/ 176368 h 352735"/>
              <a:gd name="csX2" fmla="*/ 176368 w 352735"/>
              <a:gd name="csY2" fmla="*/ 352736 h 352735"/>
              <a:gd name="csX3" fmla="*/ 352735 w 352735"/>
              <a:gd name="csY3" fmla="*/ 176368 h 352735"/>
              <a:gd name="csX4" fmla="*/ 352735 w 352735"/>
              <a:gd name="csY4" fmla="*/ 176354 h 352735"/>
              <a:gd name="csX5" fmla="*/ 176502 w 352735"/>
              <a:gd name="csY5" fmla="*/ 0 h 352735"/>
              <a:gd name="csX6" fmla="*/ 176368 w 352735"/>
              <a:gd name="csY6" fmla="*/ 0 h 352735"/>
              <a:gd name="csX7" fmla="*/ 226790 w 352735"/>
              <a:gd name="csY7" fmla="*/ 255452 h 352735"/>
              <a:gd name="csX8" fmla="*/ 125950 w 352735"/>
              <a:gd name="csY8" fmla="*/ 255452 h 352735"/>
              <a:gd name="csX9" fmla="*/ 125950 w 352735"/>
              <a:gd name="csY9" fmla="*/ 240652 h 352735"/>
              <a:gd name="csX10" fmla="*/ 129340 w 352735"/>
              <a:gd name="csY10" fmla="*/ 222541 h 352735"/>
              <a:gd name="csX11" fmla="*/ 138665 w 352735"/>
              <a:gd name="csY11" fmla="*/ 207681 h 352735"/>
              <a:gd name="csX12" fmla="*/ 152471 w 352735"/>
              <a:gd name="csY12" fmla="*/ 195041 h 352735"/>
              <a:gd name="csX13" fmla="*/ 169430 w 352735"/>
              <a:gd name="csY13" fmla="*/ 183631 h 352735"/>
              <a:gd name="csX14" fmla="*/ 183826 w 352735"/>
              <a:gd name="csY14" fmla="*/ 173298 h 352735"/>
              <a:gd name="csX15" fmla="*/ 192784 w 352735"/>
              <a:gd name="csY15" fmla="*/ 163463 h 352735"/>
              <a:gd name="csX16" fmla="*/ 197339 w 352735"/>
              <a:gd name="csY16" fmla="*/ 153515 h 352735"/>
              <a:gd name="csX17" fmla="*/ 198570 w 352735"/>
              <a:gd name="csY17" fmla="*/ 142412 h 352735"/>
              <a:gd name="csX18" fmla="*/ 197028 w 352735"/>
              <a:gd name="csY18" fmla="*/ 132855 h 352735"/>
              <a:gd name="csX19" fmla="*/ 192477 w 352735"/>
              <a:gd name="csY19" fmla="*/ 124761 h 352735"/>
              <a:gd name="csX20" fmla="*/ 184768 w 352735"/>
              <a:gd name="csY20" fmla="*/ 119188 h 352735"/>
              <a:gd name="csX21" fmla="*/ 173902 w 352735"/>
              <a:gd name="csY21" fmla="*/ 117108 h 352735"/>
              <a:gd name="csX22" fmla="*/ 152930 w 352735"/>
              <a:gd name="csY22" fmla="*/ 122044 h 352735"/>
              <a:gd name="csX23" fmla="*/ 134276 w 352735"/>
              <a:gd name="csY23" fmla="*/ 135302 h 352735"/>
              <a:gd name="csX24" fmla="*/ 134276 w 352735"/>
              <a:gd name="csY24" fmla="*/ 111247 h 352735"/>
              <a:gd name="csX25" fmla="*/ 153005 w 352735"/>
              <a:gd name="csY25" fmla="*/ 100455 h 352735"/>
              <a:gd name="csX26" fmla="*/ 176224 w 352735"/>
              <a:gd name="csY26" fmla="*/ 97205 h 352735"/>
              <a:gd name="csX27" fmla="*/ 194725 w 352735"/>
              <a:gd name="csY27" fmla="*/ 99991 h 352735"/>
              <a:gd name="csX28" fmla="*/ 209836 w 352735"/>
              <a:gd name="csY28" fmla="*/ 108085 h 352735"/>
              <a:gd name="csX29" fmla="*/ 220015 w 352735"/>
              <a:gd name="csY29" fmla="*/ 121343 h 352735"/>
              <a:gd name="csX30" fmla="*/ 223730 w 352735"/>
              <a:gd name="csY30" fmla="*/ 139454 h 352735"/>
              <a:gd name="csX31" fmla="*/ 221794 w 352735"/>
              <a:gd name="csY31" fmla="*/ 156102 h 352735"/>
              <a:gd name="csX32" fmla="*/ 215441 w 352735"/>
              <a:gd name="csY32" fmla="*/ 170493 h 352735"/>
              <a:gd name="csX33" fmla="*/ 203961 w 352735"/>
              <a:gd name="csY33" fmla="*/ 183603 h 352735"/>
              <a:gd name="csX34" fmla="*/ 186691 w 352735"/>
              <a:gd name="csY34" fmla="*/ 196397 h 352735"/>
              <a:gd name="csX35" fmla="*/ 171886 w 352735"/>
              <a:gd name="csY35" fmla="*/ 206111 h 352735"/>
              <a:gd name="csX36" fmla="*/ 160857 w 352735"/>
              <a:gd name="csY36" fmla="*/ 214976 h 352735"/>
              <a:gd name="csX37" fmla="*/ 154003 w 352735"/>
              <a:gd name="csY37" fmla="*/ 224074 h 352735"/>
              <a:gd name="csX38" fmla="*/ 151681 w 352735"/>
              <a:gd name="csY38" fmla="*/ 234485 h 352735"/>
              <a:gd name="csX39" fmla="*/ 226772 w 352735"/>
              <a:gd name="csY39" fmla="*/ 234485 h 35273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</a:cxnLst>
            <a:rect l="l" t="t" r="r" b="b"/>
            <a:pathLst>
              <a:path w="352735" h="352735">
                <a:moveTo>
                  <a:pt x="176368" y="0"/>
                </a:moveTo>
                <a:cubicBezTo>
                  <a:pt x="78963" y="0"/>
                  <a:pt x="0" y="78963"/>
                  <a:pt x="0" y="176368"/>
                </a:cubicBezTo>
                <a:cubicBezTo>
                  <a:pt x="0" y="273773"/>
                  <a:pt x="78963" y="352736"/>
                  <a:pt x="176368" y="352736"/>
                </a:cubicBezTo>
                <a:cubicBezTo>
                  <a:pt x="273773" y="352736"/>
                  <a:pt x="352735" y="273773"/>
                  <a:pt x="352735" y="176368"/>
                </a:cubicBezTo>
                <a:cubicBezTo>
                  <a:pt x="352735" y="176363"/>
                  <a:pt x="352735" y="176358"/>
                  <a:pt x="352735" y="176354"/>
                </a:cubicBezTo>
                <a:cubicBezTo>
                  <a:pt x="352769" y="78990"/>
                  <a:pt x="273867" y="33"/>
                  <a:pt x="176502" y="0"/>
                </a:cubicBezTo>
                <a:cubicBezTo>
                  <a:pt x="176457" y="0"/>
                  <a:pt x="176413" y="0"/>
                  <a:pt x="176368" y="0"/>
                </a:cubicBezTo>
                <a:close/>
                <a:moveTo>
                  <a:pt x="226790" y="255452"/>
                </a:moveTo>
                <a:lnTo>
                  <a:pt x="125950" y="255452"/>
                </a:lnTo>
                <a:lnTo>
                  <a:pt x="125950" y="240652"/>
                </a:lnTo>
                <a:cubicBezTo>
                  <a:pt x="125858" y="234449"/>
                  <a:pt x="127010" y="228291"/>
                  <a:pt x="129340" y="222541"/>
                </a:cubicBezTo>
                <a:cubicBezTo>
                  <a:pt x="131623" y="217115"/>
                  <a:pt x="134772" y="212096"/>
                  <a:pt x="138665" y="207681"/>
                </a:cubicBezTo>
                <a:cubicBezTo>
                  <a:pt x="142807" y="202992"/>
                  <a:pt x="147435" y="198755"/>
                  <a:pt x="152471" y="195041"/>
                </a:cubicBezTo>
                <a:cubicBezTo>
                  <a:pt x="157715" y="191137"/>
                  <a:pt x="163368" y="187333"/>
                  <a:pt x="169430" y="183631"/>
                </a:cubicBezTo>
                <a:cubicBezTo>
                  <a:pt x="174506" y="180591"/>
                  <a:pt x="179321" y="177135"/>
                  <a:pt x="183826" y="173298"/>
                </a:cubicBezTo>
                <a:cubicBezTo>
                  <a:pt x="187212" y="170408"/>
                  <a:pt x="190222" y="167104"/>
                  <a:pt x="192784" y="163463"/>
                </a:cubicBezTo>
                <a:cubicBezTo>
                  <a:pt x="194892" y="160450"/>
                  <a:pt x="196436" y="157080"/>
                  <a:pt x="197339" y="153515"/>
                </a:cubicBezTo>
                <a:cubicBezTo>
                  <a:pt x="198186" y="149876"/>
                  <a:pt x="198600" y="146149"/>
                  <a:pt x="198570" y="142412"/>
                </a:cubicBezTo>
                <a:cubicBezTo>
                  <a:pt x="198575" y="139164"/>
                  <a:pt x="198055" y="135937"/>
                  <a:pt x="197028" y="132855"/>
                </a:cubicBezTo>
                <a:cubicBezTo>
                  <a:pt x="196061" y="129883"/>
                  <a:pt x="194514" y="127132"/>
                  <a:pt x="192477" y="124761"/>
                </a:cubicBezTo>
                <a:cubicBezTo>
                  <a:pt x="190354" y="122353"/>
                  <a:pt x="187721" y="120449"/>
                  <a:pt x="184768" y="119188"/>
                </a:cubicBezTo>
                <a:cubicBezTo>
                  <a:pt x="181332" y="117742"/>
                  <a:pt x="177630" y="117033"/>
                  <a:pt x="173902" y="117108"/>
                </a:cubicBezTo>
                <a:cubicBezTo>
                  <a:pt x="166620" y="117081"/>
                  <a:pt x="159435" y="118772"/>
                  <a:pt x="152930" y="122044"/>
                </a:cubicBezTo>
                <a:cubicBezTo>
                  <a:pt x="146090" y="125516"/>
                  <a:pt x="139803" y="129983"/>
                  <a:pt x="134276" y="135302"/>
                </a:cubicBezTo>
                <a:lnTo>
                  <a:pt x="134276" y="111247"/>
                </a:lnTo>
                <a:cubicBezTo>
                  <a:pt x="139617" y="106273"/>
                  <a:pt x="146022" y="102581"/>
                  <a:pt x="153005" y="100455"/>
                </a:cubicBezTo>
                <a:cubicBezTo>
                  <a:pt x="160539" y="98221"/>
                  <a:pt x="168366" y="97125"/>
                  <a:pt x="176224" y="97205"/>
                </a:cubicBezTo>
                <a:cubicBezTo>
                  <a:pt x="182499" y="97161"/>
                  <a:pt x="188741" y="98101"/>
                  <a:pt x="194725" y="99991"/>
                </a:cubicBezTo>
                <a:cubicBezTo>
                  <a:pt x="200231" y="101704"/>
                  <a:pt x="205359" y="104451"/>
                  <a:pt x="209836" y="108085"/>
                </a:cubicBezTo>
                <a:cubicBezTo>
                  <a:pt x="214188" y="111677"/>
                  <a:pt x="217669" y="116210"/>
                  <a:pt x="220015" y="121343"/>
                </a:cubicBezTo>
                <a:cubicBezTo>
                  <a:pt x="222569" y="127034"/>
                  <a:pt x="223837" y="133217"/>
                  <a:pt x="223730" y="139454"/>
                </a:cubicBezTo>
                <a:cubicBezTo>
                  <a:pt x="223784" y="145063"/>
                  <a:pt x="223134" y="150656"/>
                  <a:pt x="221794" y="156102"/>
                </a:cubicBezTo>
                <a:cubicBezTo>
                  <a:pt x="220480" y="161215"/>
                  <a:pt x="218334" y="166078"/>
                  <a:pt x="215441" y="170493"/>
                </a:cubicBezTo>
                <a:cubicBezTo>
                  <a:pt x="212216" y="175355"/>
                  <a:pt x="208355" y="179764"/>
                  <a:pt x="203961" y="183603"/>
                </a:cubicBezTo>
                <a:cubicBezTo>
                  <a:pt x="198553" y="188319"/>
                  <a:pt x="192778" y="192597"/>
                  <a:pt x="186691" y="196397"/>
                </a:cubicBezTo>
                <a:cubicBezTo>
                  <a:pt x="181137" y="199895"/>
                  <a:pt x="176202" y="203133"/>
                  <a:pt x="171886" y="206111"/>
                </a:cubicBezTo>
                <a:cubicBezTo>
                  <a:pt x="167977" y="208765"/>
                  <a:pt x="164289" y="211730"/>
                  <a:pt x="160857" y="214976"/>
                </a:cubicBezTo>
                <a:cubicBezTo>
                  <a:pt x="158066" y="217592"/>
                  <a:pt x="155748" y="220670"/>
                  <a:pt x="154003" y="224074"/>
                </a:cubicBezTo>
                <a:cubicBezTo>
                  <a:pt x="152434" y="227318"/>
                  <a:pt x="151639" y="230882"/>
                  <a:pt x="151681" y="234485"/>
                </a:cubicBezTo>
                <a:lnTo>
                  <a:pt x="226772" y="234485"/>
                </a:lnTo>
                <a:close/>
              </a:path>
            </a:pathLst>
          </a:custGeom>
          <a:solidFill>
            <a:srgbClr val="7030A0"/>
          </a:solidFill>
          <a:ln w="4564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19993505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7E1F475-5B50-81EF-0BF8-C560EC3EEF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컨트롤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BACF930E-0FCE-98B8-C18D-FD71745D0C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10/11/2026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61665B5-D155-106B-9932-0B5F391F23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37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EC7A1E43-FD2C-0569-0801-ACD96B520527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시스템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A2E81E2-7069-3A85-302B-DD8B8E805CA9}"/>
              </a:ext>
            </a:extLst>
          </p:cNvPr>
          <p:cNvSpPr txBox="1"/>
          <p:nvPr/>
        </p:nvSpPr>
        <p:spPr>
          <a:xfrm>
            <a:off x="914399" y="829386"/>
            <a:ext cx="35941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키보드 </a:t>
            </a: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6681B940-E3E2-C582-AC0D-D2AA8E97BFB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399" y="1132867"/>
            <a:ext cx="10248975" cy="3267099"/>
          </a:xfrm>
          <a:prstGeom prst="rect">
            <a:avLst/>
          </a:prstGeom>
        </p:spPr>
      </p:pic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1478716C-9552-6E46-3A6C-44E0FF677670}"/>
              </a:ext>
            </a:extLst>
          </p:cNvPr>
          <p:cNvSpPr/>
          <p:nvPr/>
        </p:nvSpPr>
        <p:spPr>
          <a:xfrm>
            <a:off x="1130291" y="3223458"/>
            <a:ext cx="1022350" cy="441325"/>
          </a:xfrm>
          <a:prstGeom prst="roundRect">
            <a:avLst/>
          </a:prstGeom>
          <a:solidFill>
            <a:srgbClr val="00B050">
              <a:alpha val="10000"/>
            </a:srgbClr>
          </a:solidFill>
          <a:ln w="57150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자유형: 도형 15">
            <a:extLst>
              <a:ext uri="{FF2B5EF4-FFF2-40B4-BE49-F238E27FC236}">
                <a16:creationId xmlns:a16="http://schemas.microsoft.com/office/drawing/2014/main" id="{86FD070B-25F5-4733-F586-051C9247A6CD}"/>
              </a:ext>
            </a:extLst>
          </p:cNvPr>
          <p:cNvSpPr/>
          <p:nvPr/>
        </p:nvSpPr>
        <p:spPr>
          <a:xfrm>
            <a:off x="1932668" y="2386592"/>
            <a:ext cx="1250950" cy="825500"/>
          </a:xfrm>
          <a:custGeom>
            <a:avLst/>
            <a:gdLst>
              <a:gd name="csX0" fmla="*/ 3175 w 1250950"/>
              <a:gd name="csY0" fmla="*/ 793750 h 825500"/>
              <a:gd name="csX1" fmla="*/ 0 w 1250950"/>
              <a:gd name="csY1" fmla="*/ 422275 h 825500"/>
              <a:gd name="csX2" fmla="*/ 384175 w 1250950"/>
              <a:gd name="csY2" fmla="*/ 420687 h 825500"/>
              <a:gd name="csX3" fmla="*/ 376237 w 1250950"/>
              <a:gd name="csY3" fmla="*/ 52387 h 825500"/>
              <a:gd name="csX4" fmla="*/ 392112 w 1250950"/>
              <a:gd name="csY4" fmla="*/ 1587 h 825500"/>
              <a:gd name="csX5" fmla="*/ 746125 w 1250950"/>
              <a:gd name="csY5" fmla="*/ 0 h 825500"/>
              <a:gd name="csX6" fmla="*/ 763587 w 1250950"/>
              <a:gd name="csY6" fmla="*/ 34925 h 825500"/>
              <a:gd name="csX7" fmla="*/ 766762 w 1250950"/>
              <a:gd name="csY7" fmla="*/ 406400 h 825500"/>
              <a:gd name="csX8" fmla="*/ 1225550 w 1250950"/>
              <a:gd name="csY8" fmla="*/ 409575 h 825500"/>
              <a:gd name="csX9" fmla="*/ 1250950 w 1250950"/>
              <a:gd name="csY9" fmla="*/ 442912 h 825500"/>
              <a:gd name="csX10" fmla="*/ 1250950 w 1250950"/>
              <a:gd name="csY10" fmla="*/ 825500 h 825500"/>
              <a:gd name="csX11" fmla="*/ 3175 w 1250950"/>
              <a:gd name="csY11" fmla="*/ 793750 h 825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</a:cxnLst>
            <a:rect l="l" t="t" r="r" b="b"/>
            <a:pathLst>
              <a:path w="1250950" h="825500">
                <a:moveTo>
                  <a:pt x="3175" y="793750"/>
                </a:moveTo>
                <a:cubicBezTo>
                  <a:pt x="2117" y="669925"/>
                  <a:pt x="1058" y="546100"/>
                  <a:pt x="0" y="422275"/>
                </a:cubicBezTo>
                <a:lnTo>
                  <a:pt x="384175" y="420687"/>
                </a:lnTo>
                <a:lnTo>
                  <a:pt x="376237" y="52387"/>
                </a:lnTo>
                <a:lnTo>
                  <a:pt x="392112" y="1587"/>
                </a:lnTo>
                <a:lnTo>
                  <a:pt x="746125" y="0"/>
                </a:lnTo>
                <a:lnTo>
                  <a:pt x="763587" y="34925"/>
                </a:lnTo>
                <a:cubicBezTo>
                  <a:pt x="764645" y="158750"/>
                  <a:pt x="765704" y="282575"/>
                  <a:pt x="766762" y="406400"/>
                </a:cubicBezTo>
                <a:lnTo>
                  <a:pt x="1225550" y="409575"/>
                </a:lnTo>
                <a:lnTo>
                  <a:pt x="1250950" y="442912"/>
                </a:lnTo>
                <a:lnTo>
                  <a:pt x="1250950" y="825500"/>
                </a:lnTo>
                <a:lnTo>
                  <a:pt x="3175" y="793750"/>
                </a:lnTo>
                <a:close/>
              </a:path>
            </a:pathLst>
          </a:custGeom>
          <a:solidFill>
            <a:srgbClr val="00B0F0">
              <a:alpha val="10000"/>
            </a:srgbClr>
          </a:solidFill>
          <a:ln w="5715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사각형: 둥근 모서리 17">
            <a:extLst>
              <a:ext uri="{FF2B5EF4-FFF2-40B4-BE49-F238E27FC236}">
                <a16:creationId xmlns:a16="http://schemas.microsoft.com/office/drawing/2014/main" id="{04C216CB-B9D5-FB6C-3DB9-97923E8626DD}"/>
              </a:ext>
            </a:extLst>
          </p:cNvPr>
          <p:cNvSpPr/>
          <p:nvPr/>
        </p:nvSpPr>
        <p:spPr>
          <a:xfrm>
            <a:off x="3219923" y="2804499"/>
            <a:ext cx="385314" cy="401248"/>
          </a:xfrm>
          <a:prstGeom prst="roundRect">
            <a:avLst/>
          </a:prstGeom>
          <a:solidFill>
            <a:srgbClr val="FFFF00">
              <a:alpha val="10000"/>
            </a:srgbClr>
          </a:solidFill>
          <a:ln w="5715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20" name="그림 19">
            <a:extLst>
              <a:ext uri="{FF2B5EF4-FFF2-40B4-BE49-F238E27FC236}">
                <a16:creationId xmlns:a16="http://schemas.microsoft.com/office/drawing/2014/main" id="{5D354653-EC62-818A-CDFF-BCC86B9CD77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4780" t="2892" r="9749" b="6038"/>
          <a:stretch>
            <a:fillRect/>
          </a:stretch>
        </p:blipFill>
        <p:spPr>
          <a:xfrm>
            <a:off x="8505642" y="1940977"/>
            <a:ext cx="1390510" cy="2237206"/>
          </a:xfrm>
          <a:prstGeom prst="rect">
            <a:avLst/>
          </a:prstGeom>
        </p:spPr>
      </p:pic>
      <p:sp>
        <p:nvSpPr>
          <p:cNvPr id="22" name="화살표: 원형 21">
            <a:extLst>
              <a:ext uri="{FF2B5EF4-FFF2-40B4-BE49-F238E27FC236}">
                <a16:creationId xmlns:a16="http://schemas.microsoft.com/office/drawing/2014/main" id="{81DDF3B1-E1A7-0732-86D9-063291983360}"/>
              </a:ext>
            </a:extLst>
          </p:cNvPr>
          <p:cNvSpPr/>
          <p:nvPr/>
        </p:nvSpPr>
        <p:spPr>
          <a:xfrm>
            <a:off x="8313777" y="1198718"/>
            <a:ext cx="1763275" cy="1712893"/>
          </a:xfrm>
          <a:prstGeom prst="circularArrow">
            <a:avLst>
              <a:gd name="adj1" fmla="val 12500"/>
              <a:gd name="adj2" fmla="val 1142319"/>
              <a:gd name="adj3" fmla="val 20457681"/>
              <a:gd name="adj4" fmla="val 16206914"/>
              <a:gd name="adj5" fmla="val 12500"/>
            </a:avLst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24" name="화살표: 원형 23">
            <a:extLst>
              <a:ext uri="{FF2B5EF4-FFF2-40B4-BE49-F238E27FC236}">
                <a16:creationId xmlns:a16="http://schemas.microsoft.com/office/drawing/2014/main" id="{A77F9669-6D41-741A-39A2-B0DD08474AD0}"/>
              </a:ext>
            </a:extLst>
          </p:cNvPr>
          <p:cNvSpPr/>
          <p:nvPr/>
        </p:nvSpPr>
        <p:spPr>
          <a:xfrm flipH="1">
            <a:off x="8313777" y="1198718"/>
            <a:ext cx="1763275" cy="1712893"/>
          </a:xfrm>
          <a:prstGeom prst="circularArrow">
            <a:avLst>
              <a:gd name="adj1" fmla="val 12500"/>
              <a:gd name="adj2" fmla="val 1142319"/>
              <a:gd name="adj3" fmla="val 20457681"/>
              <a:gd name="adj4" fmla="val 16012437"/>
              <a:gd name="adj5" fmla="val 12500"/>
            </a:avLst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26" name="사각형: 둥근 모서리 25">
            <a:extLst>
              <a:ext uri="{FF2B5EF4-FFF2-40B4-BE49-F238E27FC236}">
                <a16:creationId xmlns:a16="http://schemas.microsoft.com/office/drawing/2014/main" id="{C85C2768-F5BD-D7B1-FD97-6AB99AEDB144}"/>
              </a:ext>
            </a:extLst>
          </p:cNvPr>
          <p:cNvSpPr/>
          <p:nvPr/>
        </p:nvSpPr>
        <p:spPr>
          <a:xfrm>
            <a:off x="8547698" y="2005226"/>
            <a:ext cx="519776" cy="1119393"/>
          </a:xfrm>
          <a:prstGeom prst="roundRect">
            <a:avLst>
              <a:gd name="adj" fmla="val 30053"/>
            </a:avLst>
          </a:prstGeom>
          <a:solidFill>
            <a:srgbClr val="FF0000">
              <a:alpha val="10000"/>
            </a:srgbClr>
          </a:solidFill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사각형: 둥근 모서리 27">
            <a:extLst>
              <a:ext uri="{FF2B5EF4-FFF2-40B4-BE49-F238E27FC236}">
                <a16:creationId xmlns:a16="http://schemas.microsoft.com/office/drawing/2014/main" id="{AABD8B81-B05A-87B8-4093-2DB156AF6F58}"/>
              </a:ext>
            </a:extLst>
          </p:cNvPr>
          <p:cNvSpPr/>
          <p:nvPr/>
        </p:nvSpPr>
        <p:spPr>
          <a:xfrm>
            <a:off x="3255264" y="3683341"/>
            <a:ext cx="1707800" cy="441325"/>
          </a:xfrm>
          <a:prstGeom prst="roundRect">
            <a:avLst/>
          </a:prstGeom>
          <a:solidFill>
            <a:srgbClr val="00B050">
              <a:alpha val="10000"/>
            </a:srgbClr>
          </a:solidFill>
          <a:ln w="57150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aphicFrame>
        <p:nvGraphicFramePr>
          <p:cNvPr id="30" name="표 29">
            <a:extLst>
              <a:ext uri="{FF2B5EF4-FFF2-40B4-BE49-F238E27FC236}">
                <a16:creationId xmlns:a16="http://schemas.microsoft.com/office/drawing/2014/main" id="{BDBF397A-F5A2-BABE-F5F8-F0EF9CB5B37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85521782"/>
              </p:ext>
            </p:extLst>
          </p:nvPr>
        </p:nvGraphicFramePr>
        <p:xfrm>
          <a:off x="1074508" y="4428198"/>
          <a:ext cx="9928756" cy="9499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098282">
                  <a:extLst>
                    <a:ext uri="{9D8B030D-6E8A-4147-A177-3AD203B41FA5}">
                      <a16:colId xmlns:a16="http://schemas.microsoft.com/office/drawing/2014/main" val="4197245890"/>
                    </a:ext>
                  </a:extLst>
                </a:gridCol>
                <a:gridCol w="1143688">
                  <a:extLst>
                    <a:ext uri="{9D8B030D-6E8A-4147-A177-3AD203B41FA5}">
                      <a16:colId xmlns:a16="http://schemas.microsoft.com/office/drawing/2014/main" val="4209761999"/>
                    </a:ext>
                  </a:extLst>
                </a:gridCol>
                <a:gridCol w="1131649">
                  <a:extLst>
                    <a:ext uri="{9D8B030D-6E8A-4147-A177-3AD203B41FA5}">
                      <a16:colId xmlns:a16="http://schemas.microsoft.com/office/drawing/2014/main" val="4220247498"/>
                    </a:ext>
                  </a:extLst>
                </a:gridCol>
                <a:gridCol w="1107284">
                  <a:extLst>
                    <a:ext uri="{9D8B030D-6E8A-4147-A177-3AD203B41FA5}">
                      <a16:colId xmlns:a16="http://schemas.microsoft.com/office/drawing/2014/main" val="1951899160"/>
                    </a:ext>
                  </a:extLst>
                </a:gridCol>
                <a:gridCol w="1500997">
                  <a:extLst>
                    <a:ext uri="{9D8B030D-6E8A-4147-A177-3AD203B41FA5}">
                      <a16:colId xmlns:a16="http://schemas.microsoft.com/office/drawing/2014/main" val="3814890661"/>
                    </a:ext>
                  </a:extLst>
                </a:gridCol>
                <a:gridCol w="1322717">
                  <a:extLst>
                    <a:ext uri="{9D8B030D-6E8A-4147-A177-3AD203B41FA5}">
                      <a16:colId xmlns:a16="http://schemas.microsoft.com/office/drawing/2014/main" val="2511956926"/>
                    </a:ext>
                  </a:extLst>
                </a:gridCol>
                <a:gridCol w="1374475">
                  <a:extLst>
                    <a:ext uri="{9D8B030D-6E8A-4147-A177-3AD203B41FA5}">
                      <a16:colId xmlns:a16="http://schemas.microsoft.com/office/drawing/2014/main" val="1245850054"/>
                    </a:ext>
                  </a:extLst>
                </a:gridCol>
                <a:gridCol w="1249664">
                  <a:extLst>
                    <a:ext uri="{9D8B030D-6E8A-4147-A177-3AD203B41FA5}">
                      <a16:colId xmlns:a16="http://schemas.microsoft.com/office/drawing/2014/main" val="222434930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이동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달리기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점프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상호작용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회전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총 조준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총 발사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경로 안내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189170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 err="1"/>
                        <a:t>Wasd</a:t>
                      </a:r>
                      <a:endParaRPr lang="ko-KR" altLang="en-US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/>
                        <a:t>Shift</a:t>
                      </a:r>
                      <a:endParaRPr lang="ko-KR" altLang="en-US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/>
                        <a:t>Space</a:t>
                      </a:r>
                      <a:endParaRPr lang="ko-KR" altLang="en-US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/>
                        <a:t>F</a:t>
                      </a:r>
                      <a:endParaRPr lang="ko-KR" altLang="en-US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마우스 좌우</a:t>
                      </a:r>
                      <a:br>
                        <a:rPr lang="en-US" altLang="ko-KR" sz="1600" dirty="0"/>
                      </a:br>
                      <a:r>
                        <a:rPr lang="ko-KR" altLang="en-US" sz="1600" dirty="0"/>
                        <a:t>움직임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마우스</a:t>
                      </a:r>
                      <a:br>
                        <a:rPr lang="en-US" altLang="ko-KR" sz="1600" dirty="0"/>
                      </a:br>
                      <a:r>
                        <a:rPr lang="ko-KR" altLang="en-US" sz="1600" dirty="0" err="1"/>
                        <a:t>우클릭</a:t>
                      </a:r>
                      <a:endParaRPr lang="ko-KR" altLang="en-US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마우스</a:t>
                      </a:r>
                      <a:br>
                        <a:rPr lang="en-US" altLang="ko-KR" sz="1600" dirty="0"/>
                      </a:br>
                      <a:r>
                        <a:rPr lang="ko-KR" altLang="en-US" sz="1600" dirty="0" err="1"/>
                        <a:t>좌클릭</a:t>
                      </a:r>
                      <a:endParaRPr lang="ko-KR" altLang="en-US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마우스</a:t>
                      </a:r>
                      <a:br>
                        <a:rPr lang="en-US" altLang="ko-KR" sz="1600" dirty="0"/>
                      </a:br>
                      <a:r>
                        <a:rPr lang="ko-KR" altLang="en-US" sz="1600" dirty="0"/>
                        <a:t>휠 클릭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76475309"/>
                  </a:ext>
                </a:extLst>
              </a:tr>
            </a:tbl>
          </a:graphicData>
        </a:graphic>
      </p:graphicFrame>
      <p:sp>
        <p:nvSpPr>
          <p:cNvPr id="33" name="사각형: 둥근 모서리 32">
            <a:extLst>
              <a:ext uri="{FF2B5EF4-FFF2-40B4-BE49-F238E27FC236}">
                <a16:creationId xmlns:a16="http://schemas.microsoft.com/office/drawing/2014/main" id="{2D617EA0-F4B8-682D-6728-5E7DA72B9BDA}"/>
              </a:ext>
            </a:extLst>
          </p:cNvPr>
          <p:cNvSpPr/>
          <p:nvPr/>
        </p:nvSpPr>
        <p:spPr>
          <a:xfrm>
            <a:off x="9367786" y="2036465"/>
            <a:ext cx="519776" cy="1119393"/>
          </a:xfrm>
          <a:prstGeom prst="roundRect">
            <a:avLst>
              <a:gd name="adj" fmla="val 30053"/>
            </a:avLst>
          </a:prstGeom>
          <a:solidFill>
            <a:srgbClr val="FF0000">
              <a:alpha val="10000"/>
            </a:srgbClr>
          </a:solidFill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9CB54980-D93C-BB36-4337-10581FF81870}"/>
              </a:ext>
            </a:extLst>
          </p:cNvPr>
          <p:cNvSpPr/>
          <p:nvPr/>
        </p:nvSpPr>
        <p:spPr>
          <a:xfrm>
            <a:off x="9067474" y="2225215"/>
            <a:ext cx="276927" cy="525820"/>
          </a:xfrm>
          <a:prstGeom prst="roundRect">
            <a:avLst/>
          </a:prstGeom>
          <a:solidFill>
            <a:srgbClr val="FFFF00">
              <a:alpha val="10000"/>
            </a:srgbClr>
          </a:solidFill>
          <a:ln w="5715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53734615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0EEDB22-F445-1C8F-61D8-CBB7CD53AC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참고문헌 및 출처</a:t>
            </a:r>
            <a:endParaRPr lang="en-US" altLang="ko-KR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1A6B7D82-5A93-A32E-08C0-ED202AFB57C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03060099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53B8EAFD-03FA-8944-B1DF-F230D2C49F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이미지 자료 출처</a:t>
            </a:r>
          </a:p>
        </p:txBody>
      </p:sp>
      <p:sp>
        <p:nvSpPr>
          <p:cNvPr id="9" name="내용 개체 틀 8">
            <a:extLst>
              <a:ext uri="{FF2B5EF4-FFF2-40B4-BE49-F238E27FC236}">
                <a16:creationId xmlns:a16="http://schemas.microsoft.com/office/drawing/2014/main" id="{D8BD448A-07B9-B4A3-5EB1-9258F8A869C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891396"/>
            <a:ext cx="10515600" cy="5285567"/>
          </a:xfrm>
        </p:spPr>
        <p:txBody>
          <a:bodyPr>
            <a:normAutofit/>
          </a:bodyPr>
          <a:lstStyle/>
          <a:p>
            <a:r>
              <a:rPr lang="ko-KR" altLang="en-US" sz="1600" dirty="0"/>
              <a:t>자료</a:t>
            </a:r>
            <a:r>
              <a:rPr lang="en-US" altLang="ko-KR" sz="1600" dirty="0"/>
              <a:t>1 </a:t>
            </a:r>
            <a:r>
              <a:rPr lang="ko-KR" altLang="en-US" sz="1600" dirty="0" err="1"/>
              <a:t>플레임</a:t>
            </a:r>
            <a:r>
              <a:rPr lang="en-US" altLang="ko-KR" sz="1600" dirty="0"/>
              <a:t>&lt;</a:t>
            </a:r>
            <a:r>
              <a:rPr lang="ko-KR" altLang="en-US" sz="1600" dirty="0"/>
              <a:t>나 배달 </a:t>
            </a:r>
            <a:r>
              <a:rPr lang="ko-KR" altLang="en-US" sz="1600" dirty="0" err="1"/>
              <a:t>안해</a:t>
            </a:r>
            <a:r>
              <a:rPr lang="en-US" altLang="ko-KR" sz="1600" dirty="0"/>
              <a:t>&gt;</a:t>
            </a:r>
            <a:r>
              <a:rPr lang="ko-KR" altLang="en-US" sz="1600" dirty="0"/>
              <a:t>영상</a:t>
            </a:r>
            <a:endParaRPr lang="en-US" altLang="ko-KR" sz="1600" dirty="0"/>
          </a:p>
          <a:p>
            <a:r>
              <a:rPr lang="ko-KR" altLang="en-US" sz="1600" dirty="0"/>
              <a:t>자료</a:t>
            </a:r>
            <a:r>
              <a:rPr lang="en-US" altLang="ko-KR" sz="1600" dirty="0"/>
              <a:t>2  </a:t>
            </a:r>
            <a:r>
              <a:rPr lang="en-US" altLang="ko-KR" sz="1600" dirty="0">
                <a:hlinkClick r:id="rId2"/>
              </a:rPr>
              <a:t>https://namu.wiki/w/%EB%8F%99%EB%AC%BC%EC%9D%98%20%EC%88%B2%20%EC%8B%9C%EB%A6%AC%EC%A6%88/%EC%9D%BC%EB%B0%98%20%EC%A3%BC%EB%AF%BC/%EA%B3%B0</a:t>
            </a:r>
            <a:endParaRPr lang="en-US" altLang="ko-KR" sz="1600" dirty="0"/>
          </a:p>
          <a:p>
            <a:r>
              <a:rPr lang="ko-KR" altLang="en-US" sz="1600" dirty="0"/>
              <a:t>자료</a:t>
            </a:r>
            <a:r>
              <a:rPr lang="en-US" altLang="ko-KR" sz="1600" dirty="0"/>
              <a:t>3 </a:t>
            </a:r>
            <a:r>
              <a:rPr lang="en-US" altLang="ko-KR" sz="1600" dirty="0">
                <a:hlinkClick r:id="rId3"/>
              </a:rPr>
              <a:t>https://www.reddit.com/r/PartyAnimalsGame/comments/1b0dmqw/how_to_get_a_new_exclusive_tiagra_skin/</a:t>
            </a:r>
            <a:endParaRPr lang="en-US" altLang="ko-KR" sz="1600" dirty="0"/>
          </a:p>
          <a:p>
            <a:r>
              <a:rPr lang="ko-KR" altLang="en-US" sz="1600" dirty="0"/>
              <a:t>자료</a:t>
            </a:r>
            <a:r>
              <a:rPr lang="en-US" altLang="ko-KR" sz="1600" dirty="0"/>
              <a:t>4 </a:t>
            </a:r>
            <a:r>
              <a:rPr lang="en-US" altLang="ko-KR" sz="1600" dirty="0">
                <a:hlinkClick r:id="rId4"/>
              </a:rPr>
              <a:t>https://page.onstove.com/indie/global/view/9597749</a:t>
            </a:r>
            <a:r>
              <a:rPr lang="en-US" altLang="ko-KR" sz="1600" dirty="0"/>
              <a:t> </a:t>
            </a:r>
          </a:p>
          <a:p>
            <a:r>
              <a:rPr lang="ko-KR" altLang="en-US" sz="1600" dirty="0"/>
              <a:t>자료</a:t>
            </a:r>
            <a:r>
              <a:rPr lang="en-US" altLang="ko-KR" sz="1600" dirty="0"/>
              <a:t>5 </a:t>
            </a:r>
            <a:r>
              <a:rPr lang="en-US" altLang="ko-KR" sz="1600" dirty="0">
                <a:hlinkClick r:id="rId5"/>
              </a:rPr>
              <a:t>https://www.youtube.com/watch?v=eNRvtvpl1Io&amp;t=872s</a:t>
            </a:r>
            <a:endParaRPr lang="en-US" altLang="ko-KR" sz="1600" dirty="0"/>
          </a:p>
          <a:p>
            <a:endParaRPr lang="en-US" altLang="ko-KR" sz="1600" dirty="0"/>
          </a:p>
          <a:p>
            <a:endParaRPr lang="en-US" altLang="ko-KR" sz="1600" dirty="0"/>
          </a:p>
          <a:p>
            <a:r>
              <a:rPr lang="en-US" altLang="ko-KR" sz="1600" dirty="0"/>
              <a:t>*</a:t>
            </a:r>
            <a:r>
              <a:rPr lang="ko-KR" altLang="en-US" sz="1600" dirty="0" err="1"/>
              <a:t>어떤느낌</a:t>
            </a:r>
            <a:r>
              <a:rPr lang="ko-KR" altLang="en-US" sz="1600" dirty="0"/>
              <a:t> 이미지</a:t>
            </a:r>
            <a:r>
              <a:rPr lang="en-US" altLang="ko-KR" sz="1600" dirty="0"/>
              <a:t> </a:t>
            </a:r>
            <a:r>
              <a:rPr lang="ko-KR" altLang="en-US" sz="1600" dirty="0"/>
              <a:t>베틀그라운드 </a:t>
            </a:r>
            <a:r>
              <a:rPr lang="en-US" altLang="ko-KR" sz="1600" dirty="0">
                <a:hlinkClick r:id="rId6"/>
              </a:rPr>
              <a:t>%EC%9D%B8%EC%B9%AD-Back-view-%EC%8A%88%ED%8C%85%EA%B2%8C%EC%9E%84TPS-%ED%94%84%EB%A1%9C%EC%A0%9D%ED%8A%B8-%EC%8B%9C%EC%9E%91</a:t>
            </a:r>
            <a:endParaRPr lang="en-US" altLang="ko-KR" sz="1600" dirty="0"/>
          </a:p>
          <a:p>
            <a:endParaRPr lang="en-US" altLang="ko-KR" sz="1600" dirty="0"/>
          </a:p>
          <a:p>
            <a:r>
              <a:rPr lang="ko-KR" altLang="en-US" sz="1600" dirty="0"/>
              <a:t>키보드 이미지 </a:t>
            </a:r>
            <a:r>
              <a:rPr lang="en-US" altLang="ko-KR" sz="1600" dirty="0">
                <a:hlinkClick r:id="rId7"/>
              </a:rPr>
              <a:t>https://creatorjoseph.com/268#google_vignette</a:t>
            </a:r>
            <a:endParaRPr lang="en-US" altLang="ko-KR" sz="1600" dirty="0"/>
          </a:p>
          <a:p>
            <a:r>
              <a:rPr lang="ko-KR" altLang="en-US" sz="1600" dirty="0"/>
              <a:t>마우스 이미지 </a:t>
            </a:r>
            <a:r>
              <a:rPr lang="en-US" altLang="ko-KR" sz="1600" dirty="0">
                <a:hlinkClick r:id="rId8"/>
              </a:rPr>
              <a:t>https://kor.pngtree.com/so/%EB%A7%88%EC%9A%B0%EC%8A%A4</a:t>
            </a:r>
            <a:endParaRPr lang="en-US" altLang="ko-KR" sz="1600" dirty="0"/>
          </a:p>
          <a:p>
            <a:endParaRPr lang="en-US" altLang="ko-KR" sz="1600" dirty="0"/>
          </a:p>
          <a:p>
            <a:endParaRPr lang="en-US" altLang="ko-KR" sz="1600" dirty="0"/>
          </a:p>
          <a:p>
            <a:endParaRPr lang="en-US" altLang="ko-KR" sz="1600" dirty="0"/>
          </a:p>
          <a:p>
            <a:endParaRPr lang="ko-KR" altLang="en-US" sz="1600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04226ECB-2B1C-B2A7-4CB5-00358793D9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10/11/2026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9C2F74C-0F26-5025-9369-77AED66278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39</a:t>
            </a:fld>
            <a:endParaRPr lang="ko-KR" altLang="en-US"/>
          </a:p>
        </p:txBody>
      </p:sp>
      <p:sp>
        <p:nvSpPr>
          <p:cNvPr id="10" name="내용 개체 틀 9">
            <a:extLst>
              <a:ext uri="{FF2B5EF4-FFF2-40B4-BE49-F238E27FC236}">
                <a16:creationId xmlns:a16="http://schemas.microsoft.com/office/drawing/2014/main" id="{8907003B-E921-5E38-C139-5AE6158C7401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74975270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474E2C0-C57B-EAFD-5D06-3FD508613C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히스토리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BD4289B-9D87-792E-04C1-D2A2923E4F6C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E8F9BD28-1458-AB7B-F84E-98312AF8DEDC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10955562-3507-C911-F98D-4843A5F5F5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10/11/2026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EE91E00-6114-C081-D877-7821267FF2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40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0DDDFA48-0E3E-215C-F127-6CCD55406619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94547877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B317DE-7DC4-1DA0-74CB-001BCA1C00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820C2E3-6320-9489-4E68-947F5A323D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부록</a:t>
            </a:r>
            <a:endParaRPr lang="en-US" altLang="ko-KR" dirty="0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0D2FD4BF-BA8A-6F73-F997-07EC85AC13E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추가 설명란과 폐기된 아이디어</a:t>
            </a:r>
          </a:p>
        </p:txBody>
      </p:sp>
    </p:spTree>
    <p:extLst>
      <p:ext uri="{BB962C8B-B14F-4D97-AF65-F5344CB8AC3E}">
        <p14:creationId xmlns:p14="http://schemas.microsoft.com/office/powerpoint/2010/main" val="3612021088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4B93ED8D-A4DF-5611-FF36-58D5EAA1F5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5" name="내용 개체 틀 4">
            <a:extLst>
              <a:ext uri="{FF2B5EF4-FFF2-40B4-BE49-F238E27FC236}">
                <a16:creationId xmlns:a16="http://schemas.microsoft.com/office/drawing/2014/main" id="{35D48AEC-BAAE-C0EE-7E52-1E48A8482A4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ko-KR" altLang="en-US" dirty="0"/>
              <a:t>기획발표 기획서</a:t>
            </a:r>
            <a:br>
              <a:rPr lang="en-US" altLang="ko-KR" dirty="0"/>
            </a:br>
            <a:r>
              <a:rPr lang="en-US" altLang="ko-KR" dirty="0"/>
              <a:t>&gt; </a:t>
            </a:r>
            <a:r>
              <a:rPr lang="ko-KR" altLang="en-US" dirty="0"/>
              <a:t>기획 의도</a:t>
            </a:r>
            <a:r>
              <a:rPr lang="en-US" altLang="ko-KR" dirty="0"/>
              <a:t>(2</a:t>
            </a:r>
            <a:r>
              <a:rPr lang="ko-KR" altLang="en-US" dirty="0"/>
              <a:t>인 협동의 이유가 있나</a:t>
            </a:r>
            <a:r>
              <a:rPr lang="en-US" altLang="ko-KR" dirty="0"/>
              <a:t>?? </a:t>
            </a:r>
            <a:r>
              <a:rPr lang="ko-KR" altLang="en-US" dirty="0"/>
              <a:t>굳이 </a:t>
            </a:r>
            <a:r>
              <a:rPr lang="en-US" altLang="ko-KR" dirty="0"/>
              <a:t>2</a:t>
            </a:r>
            <a:r>
              <a:rPr lang="ko-KR" altLang="en-US" dirty="0" err="1"/>
              <a:t>인이어야하나</a:t>
            </a:r>
            <a:r>
              <a:rPr lang="en-US" altLang="ko-KR" dirty="0"/>
              <a:t>?)</a:t>
            </a:r>
            <a:br>
              <a:rPr lang="en-US" altLang="ko-KR" dirty="0"/>
            </a:br>
            <a:r>
              <a:rPr lang="en-US" altLang="ko-KR" dirty="0"/>
              <a:t>&gt; </a:t>
            </a:r>
            <a:r>
              <a:rPr lang="ko-KR" altLang="en-US" dirty="0"/>
              <a:t>기획자를 향한 기획서</a:t>
            </a:r>
            <a:endParaRPr lang="en-US" altLang="ko-KR" dirty="0"/>
          </a:p>
          <a:p>
            <a:r>
              <a:rPr lang="ko-KR" altLang="en-US" dirty="0"/>
              <a:t>연구주제 기획서</a:t>
            </a:r>
            <a:br>
              <a:rPr lang="en-US" altLang="ko-KR" dirty="0"/>
            </a:br>
            <a:r>
              <a:rPr lang="en-US" altLang="ko-KR" dirty="0"/>
              <a:t>&gt; </a:t>
            </a:r>
            <a:r>
              <a:rPr lang="ko-KR" altLang="en-US" dirty="0"/>
              <a:t>연구 주제 추가</a:t>
            </a:r>
            <a:r>
              <a:rPr lang="en-US" altLang="ko-KR" dirty="0"/>
              <a:t>, </a:t>
            </a:r>
            <a:r>
              <a:rPr lang="ko-KR" altLang="en-US" dirty="0"/>
              <a:t>어떻게 </a:t>
            </a:r>
            <a:r>
              <a:rPr lang="ko-KR" altLang="en-US" dirty="0" err="1"/>
              <a:t>구현하겠다에</a:t>
            </a:r>
            <a:r>
              <a:rPr lang="ko-KR" altLang="en-US" dirty="0"/>
              <a:t> 대한 계획과 기획</a:t>
            </a:r>
            <a:br>
              <a:rPr lang="en-US" altLang="ko-KR" dirty="0"/>
            </a:br>
            <a:r>
              <a:rPr lang="en-US" altLang="ko-KR" dirty="0"/>
              <a:t>&gt; </a:t>
            </a:r>
            <a:r>
              <a:rPr lang="ko-KR" altLang="en-US" dirty="0"/>
              <a:t>프로그래머를 향한 기획서</a:t>
            </a:r>
            <a:endParaRPr lang="en-US" altLang="ko-KR" dirty="0"/>
          </a:p>
          <a:p>
            <a:r>
              <a:rPr lang="ko-KR" altLang="en-US" dirty="0"/>
              <a:t>팀원 공유 기획서</a:t>
            </a:r>
            <a:br>
              <a:rPr lang="en-US" altLang="ko-KR" dirty="0"/>
            </a:br>
            <a:r>
              <a:rPr lang="en-US" altLang="ko-KR" dirty="0"/>
              <a:t>&gt; </a:t>
            </a:r>
            <a:r>
              <a:rPr lang="ko-KR" altLang="en-US" dirty="0"/>
              <a:t>기획 세부 내용</a:t>
            </a:r>
            <a:endParaRPr lang="en-US" altLang="ko-KR" dirty="0"/>
          </a:p>
          <a:p>
            <a:endParaRPr lang="en-US" altLang="ko-KR" dirty="0"/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2DAEC38E-F7F5-111A-9006-FE8FD05119EC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54948876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2F7D7EE-3DE5-1BD9-35E5-37F9E1FF28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이후 사용 가능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07DD9361-CC15-4C39-F844-0B591E49D5BB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en-US" altLang="ko-KR" dirty="0"/>
          </a:p>
          <a:p>
            <a:r>
              <a:rPr lang="en-US" altLang="ko-KR" b="1" dirty="0"/>
              <a:t>**</a:t>
            </a:r>
            <a:r>
              <a:rPr lang="ko-KR" altLang="en-US" b="1" dirty="0"/>
              <a:t>화면에 필요한 것</a:t>
            </a:r>
            <a:br>
              <a:rPr lang="en-US" altLang="ko-KR" b="1" dirty="0"/>
            </a:br>
            <a:r>
              <a:rPr lang="ko-KR" altLang="en-US" b="1" dirty="0"/>
              <a:t>어디 경로 선택지 표시</a:t>
            </a:r>
            <a:r>
              <a:rPr lang="en-US" altLang="ko-KR" b="1" dirty="0"/>
              <a:t>, </a:t>
            </a:r>
            <a:r>
              <a:rPr lang="ko-KR" altLang="en-US" b="1" dirty="0"/>
              <a:t>경로 선택 후 경로를 안내하는 화살표</a:t>
            </a:r>
            <a:endParaRPr lang="en-US" altLang="ko-KR" b="1" dirty="0"/>
          </a:p>
          <a:p>
            <a:endParaRPr lang="ko-KR" altLang="en-US" dirty="0"/>
          </a:p>
          <a:p>
            <a:endParaRPr lang="ko-KR" altLang="en-US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52D26FB4-7390-2550-A4C9-6700054192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10/11/2026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40215FE-1961-73FF-95E9-3D78003F16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43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6A0D3D40-2BD2-2885-B7A9-E532CC149BE7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택배 상태</a:t>
            </a:r>
          </a:p>
        </p:txBody>
      </p:sp>
      <p:pic>
        <p:nvPicPr>
          <p:cNvPr id="15" name="그래픽 14" descr="청각 장애인 단색으로 채워진">
            <a:extLst>
              <a:ext uri="{FF2B5EF4-FFF2-40B4-BE49-F238E27FC236}">
                <a16:creationId xmlns:a16="http://schemas.microsoft.com/office/drawing/2014/main" id="{FD64F41E-05E6-1601-577E-8956F652A46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389992" y="4105763"/>
            <a:ext cx="914400" cy="914400"/>
          </a:xfrm>
          <a:prstGeom prst="rect">
            <a:avLst/>
          </a:prstGeom>
        </p:spPr>
      </p:pic>
      <p:pic>
        <p:nvPicPr>
          <p:cNvPr id="17" name="그래픽 16" descr="폭발 단색으로 채워진">
            <a:extLst>
              <a:ext uri="{FF2B5EF4-FFF2-40B4-BE49-F238E27FC236}">
                <a16:creationId xmlns:a16="http://schemas.microsoft.com/office/drawing/2014/main" id="{14D3EE94-1ED3-E171-7945-1C1392F1103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306786" y="4056527"/>
            <a:ext cx="914400" cy="914400"/>
          </a:xfrm>
          <a:prstGeom prst="rect">
            <a:avLst/>
          </a:prstGeom>
        </p:spPr>
      </p:pic>
      <p:pic>
        <p:nvPicPr>
          <p:cNvPr id="19" name="그래픽 18" descr="가연성 단색으로 채워진">
            <a:extLst>
              <a:ext uri="{FF2B5EF4-FFF2-40B4-BE49-F238E27FC236}">
                <a16:creationId xmlns:a16="http://schemas.microsoft.com/office/drawing/2014/main" id="{B1DBA925-63AD-7FD2-9A28-1987D39BC7D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355773" y="4056527"/>
            <a:ext cx="914400" cy="914400"/>
          </a:xfrm>
          <a:prstGeom prst="rect">
            <a:avLst/>
          </a:prstGeom>
        </p:spPr>
      </p:pic>
      <p:pic>
        <p:nvPicPr>
          <p:cNvPr id="21" name="그래픽 20" descr="고전압 단색으로 채워진">
            <a:extLst>
              <a:ext uri="{FF2B5EF4-FFF2-40B4-BE49-F238E27FC236}">
                <a16:creationId xmlns:a16="http://schemas.microsoft.com/office/drawing/2014/main" id="{5D1196DC-A71A-F175-C042-5E7D627819D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359732" y="4056527"/>
            <a:ext cx="914400" cy="914400"/>
          </a:xfrm>
          <a:prstGeom prst="rect">
            <a:avLst/>
          </a:prstGeom>
        </p:spPr>
      </p:pic>
      <p:pic>
        <p:nvPicPr>
          <p:cNvPr id="8" name="그래픽 7" descr="지속적인 개선 단색으로 채워진">
            <a:extLst>
              <a:ext uri="{FF2B5EF4-FFF2-40B4-BE49-F238E27FC236}">
                <a16:creationId xmlns:a16="http://schemas.microsoft.com/office/drawing/2014/main" id="{0D0E0612-78ED-BF89-4FAD-ED1F1594716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160814" y="1735771"/>
            <a:ext cx="914400" cy="914400"/>
          </a:xfrm>
          <a:prstGeom prst="rect">
            <a:avLst/>
          </a:prstGeom>
        </p:spPr>
      </p:pic>
      <p:pic>
        <p:nvPicPr>
          <p:cNvPr id="10" name="그래픽 9" descr="지속적인 개선 윤곽선">
            <a:extLst>
              <a:ext uri="{FF2B5EF4-FFF2-40B4-BE49-F238E27FC236}">
                <a16:creationId xmlns:a16="http://schemas.microsoft.com/office/drawing/2014/main" id="{178B322E-84E1-38DE-6ABE-A6F9F929FB6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2667000" y="1890819"/>
            <a:ext cx="914400" cy="914400"/>
          </a:xfrm>
          <a:prstGeom prst="rect">
            <a:avLst/>
          </a:prstGeom>
        </p:spPr>
      </p:pic>
      <p:pic>
        <p:nvPicPr>
          <p:cNvPr id="12" name="그래픽 11" descr="하비 공 65% 단색으로 채워진">
            <a:extLst>
              <a:ext uri="{FF2B5EF4-FFF2-40B4-BE49-F238E27FC236}">
                <a16:creationId xmlns:a16="http://schemas.microsoft.com/office/drawing/2014/main" id="{BEC253AC-A8B5-43B5-33A3-D60E273979B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295400" y="2344273"/>
            <a:ext cx="914400" cy="914400"/>
          </a:xfrm>
          <a:prstGeom prst="rect">
            <a:avLst/>
          </a:prstGeom>
        </p:spPr>
      </p:pic>
      <p:grpSp>
        <p:nvGrpSpPr>
          <p:cNvPr id="27" name="그룹 26">
            <a:extLst>
              <a:ext uri="{FF2B5EF4-FFF2-40B4-BE49-F238E27FC236}">
                <a16:creationId xmlns:a16="http://schemas.microsoft.com/office/drawing/2014/main" id="{CAE25721-75DD-A818-1577-BD7F5AA4DB91}"/>
              </a:ext>
            </a:extLst>
          </p:cNvPr>
          <p:cNvGrpSpPr/>
          <p:nvPr/>
        </p:nvGrpSpPr>
        <p:grpSpPr>
          <a:xfrm>
            <a:off x="4943969" y="2797892"/>
            <a:ext cx="272824" cy="325698"/>
            <a:chOff x="4943969" y="2797892"/>
            <a:chExt cx="272824" cy="325698"/>
          </a:xfrm>
        </p:grpSpPr>
        <p:sp>
          <p:nvSpPr>
            <p:cNvPr id="23" name="자유형: 도형 22">
              <a:extLst>
                <a:ext uri="{FF2B5EF4-FFF2-40B4-BE49-F238E27FC236}">
                  <a16:creationId xmlns:a16="http://schemas.microsoft.com/office/drawing/2014/main" id="{B4EA4EFC-B3DA-A1A0-6037-816F577E7241}"/>
                </a:ext>
              </a:extLst>
            </p:cNvPr>
            <p:cNvSpPr/>
            <p:nvPr/>
          </p:nvSpPr>
          <p:spPr>
            <a:xfrm>
              <a:off x="4943969" y="2843117"/>
              <a:ext cx="198205" cy="120119"/>
            </a:xfrm>
            <a:custGeom>
              <a:avLst/>
              <a:gdLst>
                <a:gd name="csX0" fmla="*/ 61798 w 198205"/>
                <a:gd name="csY0" fmla="*/ 0 h 120119"/>
                <a:gd name="csX1" fmla="*/ 0 w 198205"/>
                <a:gd name="csY1" fmla="*/ 37452 h 120119"/>
                <a:gd name="csX2" fmla="*/ 136408 w 198205"/>
                <a:gd name="csY2" fmla="*/ 120120 h 120119"/>
                <a:gd name="csX3" fmla="*/ 198206 w 198205"/>
                <a:gd name="csY3" fmla="*/ 82667 h 120119"/>
                <a:gd name="csX4" fmla="*/ 61798 w 198205"/>
                <a:gd name="csY4" fmla="*/ 0 h 12011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98205" h="120119">
                  <a:moveTo>
                    <a:pt x="61798" y="0"/>
                  </a:moveTo>
                  <a:lnTo>
                    <a:pt x="0" y="37452"/>
                  </a:lnTo>
                  <a:lnTo>
                    <a:pt x="136408" y="120120"/>
                  </a:lnTo>
                  <a:lnTo>
                    <a:pt x="198206" y="82667"/>
                  </a:lnTo>
                  <a:lnTo>
                    <a:pt x="61798" y="0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4" name="자유형: 도형 23">
              <a:extLst>
                <a:ext uri="{FF2B5EF4-FFF2-40B4-BE49-F238E27FC236}">
                  <a16:creationId xmlns:a16="http://schemas.microsoft.com/office/drawing/2014/main" id="{A83F4BE3-02DD-7710-1820-3CCCE3B09F79}"/>
                </a:ext>
              </a:extLst>
            </p:cNvPr>
            <p:cNvSpPr/>
            <p:nvPr/>
          </p:nvSpPr>
          <p:spPr>
            <a:xfrm>
              <a:off x="5021683" y="2797892"/>
              <a:ext cx="195110" cy="118224"/>
            </a:xfrm>
            <a:custGeom>
              <a:avLst/>
              <a:gdLst>
                <a:gd name="csX0" fmla="*/ 195110 w 195110"/>
                <a:gd name="csY0" fmla="*/ 82677 h 118224"/>
                <a:gd name="csX1" fmla="*/ 58693 w 195110"/>
                <a:gd name="csY1" fmla="*/ 0 h 118224"/>
                <a:gd name="csX2" fmla="*/ 0 w 195110"/>
                <a:gd name="csY2" fmla="*/ 35547 h 118224"/>
                <a:gd name="csX3" fmla="*/ 136408 w 195110"/>
                <a:gd name="csY3" fmla="*/ 118224 h 118224"/>
                <a:gd name="csX4" fmla="*/ 195110 w 195110"/>
                <a:gd name="csY4" fmla="*/ 82677 h 11822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95110" h="118224">
                  <a:moveTo>
                    <a:pt x="195110" y="82677"/>
                  </a:moveTo>
                  <a:lnTo>
                    <a:pt x="58693" y="0"/>
                  </a:lnTo>
                  <a:lnTo>
                    <a:pt x="0" y="35547"/>
                  </a:lnTo>
                  <a:lnTo>
                    <a:pt x="136408" y="118224"/>
                  </a:lnTo>
                  <a:lnTo>
                    <a:pt x="195110" y="82677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5" name="자유형: 도형 24">
              <a:extLst>
                <a:ext uri="{FF2B5EF4-FFF2-40B4-BE49-F238E27FC236}">
                  <a16:creationId xmlns:a16="http://schemas.microsoft.com/office/drawing/2014/main" id="{B469D8E0-7094-8CEB-0C16-1AF87B1D7277}"/>
                </a:ext>
              </a:extLst>
            </p:cNvPr>
            <p:cNvSpPr/>
            <p:nvPr/>
          </p:nvSpPr>
          <p:spPr>
            <a:xfrm>
              <a:off x="4943969" y="2899991"/>
              <a:ext cx="128139" cy="223599"/>
            </a:xfrm>
            <a:custGeom>
              <a:avLst/>
              <a:gdLst>
                <a:gd name="csX0" fmla="*/ 0 w 128139"/>
                <a:gd name="csY0" fmla="*/ 13649 h 223599"/>
                <a:gd name="csX1" fmla="*/ 0 w 128139"/>
                <a:gd name="csY1" fmla="*/ 145923 h 223599"/>
                <a:gd name="csX2" fmla="*/ 128140 w 128139"/>
                <a:gd name="csY2" fmla="*/ 223599 h 223599"/>
                <a:gd name="csX3" fmla="*/ 128140 w 128139"/>
                <a:gd name="csY3" fmla="*/ 77638 h 223599"/>
                <a:gd name="csX4" fmla="*/ 0 w 128139"/>
                <a:gd name="csY4" fmla="*/ 0 h 223599"/>
                <a:gd name="csX5" fmla="*/ 0 w 128139"/>
                <a:gd name="csY5" fmla="*/ 13649 h 22359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139" h="223599">
                  <a:moveTo>
                    <a:pt x="0" y="13649"/>
                  </a:moveTo>
                  <a:lnTo>
                    <a:pt x="0" y="145923"/>
                  </a:lnTo>
                  <a:lnTo>
                    <a:pt x="128140" y="223599"/>
                  </a:lnTo>
                  <a:lnTo>
                    <a:pt x="128140" y="77638"/>
                  </a:lnTo>
                  <a:lnTo>
                    <a:pt x="0" y="0"/>
                  </a:lnTo>
                  <a:lnTo>
                    <a:pt x="0" y="13649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6" name="자유형: 도형 25">
              <a:extLst>
                <a:ext uri="{FF2B5EF4-FFF2-40B4-BE49-F238E27FC236}">
                  <a16:creationId xmlns:a16="http://schemas.microsoft.com/office/drawing/2014/main" id="{BA16980F-5E58-138A-2B7B-D8120F2D87A9}"/>
                </a:ext>
              </a:extLst>
            </p:cNvPr>
            <p:cNvSpPr/>
            <p:nvPr/>
          </p:nvSpPr>
          <p:spPr>
            <a:xfrm>
              <a:off x="5088644" y="2899914"/>
              <a:ext cx="128149" cy="223675"/>
            </a:xfrm>
            <a:custGeom>
              <a:avLst/>
              <a:gdLst>
                <a:gd name="csX0" fmla="*/ 45472 w 128149"/>
                <a:gd name="csY0" fmla="*/ 100527 h 223675"/>
                <a:gd name="csX1" fmla="*/ 16535 w 128149"/>
                <a:gd name="csY1" fmla="*/ 117062 h 223675"/>
                <a:gd name="csX2" fmla="*/ 16535 w 128149"/>
                <a:gd name="csY2" fmla="*/ 88125 h 223675"/>
                <a:gd name="csX3" fmla="*/ 45472 w 128149"/>
                <a:gd name="csY3" fmla="*/ 71590 h 223675"/>
                <a:gd name="csX4" fmla="*/ 0 w 128149"/>
                <a:gd name="csY4" fmla="*/ 77600 h 223675"/>
                <a:gd name="csX5" fmla="*/ 0 w 128149"/>
                <a:gd name="csY5" fmla="*/ 223676 h 223675"/>
                <a:gd name="csX6" fmla="*/ 128149 w 128149"/>
                <a:gd name="csY6" fmla="*/ 145999 h 223675"/>
                <a:gd name="csX7" fmla="*/ 128149 w 128149"/>
                <a:gd name="csY7" fmla="*/ 0 h 2236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128149" h="223675">
                  <a:moveTo>
                    <a:pt x="45472" y="100527"/>
                  </a:moveTo>
                  <a:lnTo>
                    <a:pt x="16535" y="117062"/>
                  </a:lnTo>
                  <a:lnTo>
                    <a:pt x="16535" y="88125"/>
                  </a:lnTo>
                  <a:lnTo>
                    <a:pt x="45472" y="71590"/>
                  </a:lnTo>
                  <a:close/>
                  <a:moveTo>
                    <a:pt x="0" y="77600"/>
                  </a:moveTo>
                  <a:lnTo>
                    <a:pt x="0" y="223676"/>
                  </a:lnTo>
                  <a:lnTo>
                    <a:pt x="128149" y="145999"/>
                  </a:lnTo>
                  <a:lnTo>
                    <a:pt x="128149" y="0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162223334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D294D51-F217-67D8-15C1-2C6574975A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1" y="0"/>
            <a:ext cx="5664679" cy="662782"/>
          </a:xfrm>
        </p:spPr>
        <p:txBody>
          <a:bodyPr>
            <a:normAutofit fontScale="90000"/>
          </a:bodyPr>
          <a:lstStyle/>
          <a:p>
            <a:r>
              <a:rPr lang="en-US" altLang="ko-KR"/>
              <a:t>UI_</a:t>
            </a:r>
            <a:r>
              <a:rPr lang="ko-KR" altLang="en-US"/>
              <a:t>세부</a:t>
            </a:r>
            <a:r>
              <a:rPr lang="en-US" altLang="ko-KR"/>
              <a:t>_</a:t>
            </a:r>
            <a:r>
              <a:rPr lang="ko-KR" altLang="en-US"/>
              <a:t>시간예측분석</a:t>
            </a:r>
            <a:r>
              <a:rPr lang="en-US" altLang="ko-KR"/>
              <a:t>UI</a:t>
            </a:r>
            <a:r>
              <a:rPr lang="en-US" altLang="ko-KR">
                <a:solidFill>
                  <a:schemeClr val="accent3"/>
                </a:solidFill>
              </a:rPr>
              <a:t>_</a:t>
            </a:r>
            <a:r>
              <a:rPr lang="ko-KR" altLang="en-US">
                <a:solidFill>
                  <a:schemeClr val="accent3"/>
                </a:solidFill>
              </a:rPr>
              <a:t>후보</a:t>
            </a:r>
            <a:r>
              <a:rPr lang="en-US" altLang="ko-KR">
                <a:solidFill>
                  <a:schemeClr val="accent3"/>
                </a:solidFill>
              </a:rPr>
              <a:t>1</a:t>
            </a:r>
            <a:endParaRPr lang="ko-KR" altLang="en-US" dirty="0">
              <a:solidFill>
                <a:schemeClr val="accent3"/>
              </a:solidFill>
            </a:endParaRP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C57975F-8ACE-F4FA-8AB0-07475DFB4391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155F8528-CD96-16F4-2F05-6811FC98372B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lnSpcReduction="10000"/>
          </a:bodyPr>
          <a:lstStyle/>
          <a:p>
            <a:pPr>
              <a:lnSpc>
                <a:spcPct val="110000"/>
              </a:lnSpc>
            </a:pPr>
            <a:r>
              <a:rPr lang="ko-KR" altLang="en-US" sz="2400" dirty="0"/>
              <a:t>결과 </a:t>
            </a:r>
            <a:r>
              <a:rPr lang="en-US" altLang="ko-KR" sz="2400" dirty="0"/>
              <a:t>: </a:t>
            </a:r>
            <a:r>
              <a:rPr lang="ko-KR" altLang="en-US" sz="2400" dirty="0"/>
              <a:t>폐기</a:t>
            </a:r>
            <a:endParaRPr lang="en-US" altLang="ko-KR" sz="2400" dirty="0"/>
          </a:p>
          <a:p>
            <a:pPr>
              <a:lnSpc>
                <a:spcPct val="110000"/>
              </a:lnSpc>
            </a:pPr>
            <a:r>
              <a:rPr lang="ko-KR" altLang="en-US" sz="2400" dirty="0"/>
              <a:t>까닭 </a:t>
            </a:r>
            <a:r>
              <a:rPr lang="en-US" altLang="ko-KR" sz="2400" dirty="0"/>
              <a:t>: </a:t>
            </a:r>
            <a:r>
              <a:rPr lang="ko-KR" altLang="en-US" sz="2400" dirty="0"/>
              <a:t>다른 후보들에 비해 가장 쉽게 </a:t>
            </a:r>
            <a:r>
              <a:rPr lang="en-US" altLang="ko-KR" sz="2400" dirty="0"/>
              <a:t>3</a:t>
            </a:r>
            <a:r>
              <a:rPr lang="ko-KR" altLang="en-US" sz="2400" dirty="0"/>
              <a:t>인칭에 녹여낼 있으나</a:t>
            </a:r>
            <a:r>
              <a:rPr lang="en-US" altLang="ko-KR" sz="2400" dirty="0"/>
              <a:t>, </a:t>
            </a:r>
            <a:r>
              <a:rPr lang="ko-KR" altLang="en-US" sz="2400" dirty="0"/>
              <a:t>마찬가지로 다른 </a:t>
            </a:r>
            <a:r>
              <a:rPr lang="en-US" altLang="ko-KR" sz="2400" dirty="0"/>
              <a:t>3</a:t>
            </a:r>
            <a:r>
              <a:rPr lang="ko-KR" altLang="en-US" sz="2400" dirty="0"/>
              <a:t>인칭 </a:t>
            </a:r>
            <a:r>
              <a:rPr lang="en-US" altLang="ko-KR" sz="2400" dirty="0"/>
              <a:t>UI</a:t>
            </a:r>
            <a:r>
              <a:rPr lang="ko-KR" altLang="en-US" sz="2400" dirty="0"/>
              <a:t>에서 아이디어를 얻거나 통합하는 것이 더 나은 방안이라 판단함</a:t>
            </a:r>
            <a:endParaRPr lang="en-US" altLang="ko-KR" sz="2400" dirty="0"/>
          </a:p>
          <a:p>
            <a:pPr>
              <a:lnSpc>
                <a:spcPct val="110000"/>
              </a:lnSpc>
            </a:pPr>
            <a:endParaRPr lang="en-US" altLang="ko-KR" sz="2400" dirty="0"/>
          </a:p>
          <a:p>
            <a:pPr>
              <a:lnSpc>
                <a:spcPct val="110000"/>
              </a:lnSpc>
            </a:pPr>
            <a:r>
              <a:rPr lang="ko-KR" altLang="en-US" sz="2400" dirty="0" err="1"/>
              <a:t>핍보이</a:t>
            </a:r>
            <a:r>
              <a:rPr lang="ko-KR" altLang="en-US" sz="2400" dirty="0"/>
              <a:t> </a:t>
            </a:r>
            <a:r>
              <a:rPr lang="en-US" altLang="ko-KR" sz="2400" dirty="0"/>
              <a:t>UI </a:t>
            </a:r>
            <a:r>
              <a:rPr lang="ko-KR" altLang="en-US" sz="2400" dirty="0"/>
              <a:t>이미지 </a:t>
            </a:r>
            <a:r>
              <a:rPr lang="en-US" altLang="ko-KR" sz="2400" dirty="0">
                <a:hlinkClick r:id="rId2"/>
              </a:rPr>
              <a:t>https://arca.live/b/fallout76/19323367</a:t>
            </a:r>
            <a:endParaRPr lang="en-US" altLang="ko-KR" sz="2400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8E8EFC82-39C1-37D5-A2C1-BD71091030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10/11/2026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D1AC843-7DC9-A361-45FE-6B5FA433B6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44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67C3D725-686D-219D-E3F9-FCDBA598323D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664678" y="0"/>
            <a:ext cx="6527322" cy="662782"/>
          </a:xfrm>
        </p:spPr>
        <p:txBody>
          <a:bodyPr/>
          <a:lstStyle/>
          <a:p>
            <a:r>
              <a:rPr lang="ko-KR" altLang="en-US" dirty="0"/>
              <a:t>시스템</a:t>
            </a: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6FC82763-7EB2-6DBD-BD2A-89C2169C820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1892060"/>
            <a:ext cx="5266640" cy="2962485"/>
          </a:xfrm>
          <a:prstGeom prst="rect">
            <a:avLst/>
          </a:prstGeom>
        </p:spPr>
      </p:pic>
      <p:sp>
        <p:nvSpPr>
          <p:cNvPr id="10" name="직사각형 9">
            <a:extLst>
              <a:ext uri="{FF2B5EF4-FFF2-40B4-BE49-F238E27FC236}">
                <a16:creationId xmlns:a16="http://schemas.microsoft.com/office/drawing/2014/main" id="{847BB6AC-574F-23F8-798C-FE5AED8C901E}"/>
              </a:ext>
            </a:extLst>
          </p:cNvPr>
          <p:cNvSpPr/>
          <p:nvPr/>
        </p:nvSpPr>
        <p:spPr>
          <a:xfrm>
            <a:off x="9667335" y="9705"/>
            <a:ext cx="2524665" cy="83963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폐기됨</a:t>
            </a:r>
          </a:p>
        </p:txBody>
      </p:sp>
    </p:spTree>
    <p:extLst>
      <p:ext uri="{BB962C8B-B14F-4D97-AF65-F5344CB8AC3E}">
        <p14:creationId xmlns:p14="http://schemas.microsoft.com/office/powerpoint/2010/main" val="3066405523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53ED21-0446-B325-480B-8AEDED03ED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FC2B022-CC93-5BD3-2FB3-7C520F2710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1" y="0"/>
            <a:ext cx="5664679" cy="662782"/>
          </a:xfrm>
        </p:spPr>
        <p:txBody>
          <a:bodyPr>
            <a:normAutofit fontScale="90000"/>
          </a:bodyPr>
          <a:lstStyle/>
          <a:p>
            <a:r>
              <a:rPr lang="en-US" altLang="ko-KR" dirty="0"/>
              <a:t>UI_</a:t>
            </a:r>
            <a:r>
              <a:rPr lang="ko-KR" altLang="en-US" dirty="0"/>
              <a:t>세부</a:t>
            </a:r>
            <a:r>
              <a:rPr lang="en-US" altLang="ko-KR" dirty="0"/>
              <a:t>_</a:t>
            </a:r>
            <a:r>
              <a:rPr lang="ko-KR" altLang="en-US" dirty="0"/>
              <a:t>시간예측분석</a:t>
            </a:r>
            <a:r>
              <a:rPr lang="en-US" altLang="ko-KR" dirty="0"/>
              <a:t>UI</a:t>
            </a:r>
            <a:r>
              <a:rPr lang="en-US" altLang="ko-KR" dirty="0">
                <a:solidFill>
                  <a:schemeClr val="accent3"/>
                </a:solidFill>
              </a:rPr>
              <a:t>_</a:t>
            </a:r>
            <a:r>
              <a:rPr lang="ko-KR" altLang="en-US" dirty="0">
                <a:solidFill>
                  <a:schemeClr val="accent3"/>
                </a:solidFill>
              </a:rPr>
              <a:t>후보</a:t>
            </a:r>
            <a:r>
              <a:rPr lang="en-US" altLang="ko-KR" dirty="0">
                <a:solidFill>
                  <a:schemeClr val="accent3"/>
                </a:solidFill>
              </a:rPr>
              <a:t>2</a:t>
            </a:r>
            <a:endParaRPr lang="ko-KR" altLang="en-US" dirty="0">
              <a:solidFill>
                <a:schemeClr val="accent3"/>
              </a:solidFill>
            </a:endParaRP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720B2E1-7D68-E4DC-0EA7-BE29AF19FB24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B81FF18E-C4C2-7C23-480E-50C000752660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lnSpcReduction="10000"/>
          </a:bodyPr>
          <a:lstStyle/>
          <a:p>
            <a:pPr>
              <a:lnSpc>
                <a:spcPct val="120000"/>
              </a:lnSpc>
            </a:pPr>
            <a:r>
              <a:rPr lang="ko-KR" altLang="en-US" sz="1600" dirty="0" err="1"/>
              <a:t>테블릿</a:t>
            </a:r>
            <a:r>
              <a:rPr lang="ko-KR" altLang="en-US" sz="1600" dirty="0"/>
              <a:t> </a:t>
            </a:r>
            <a:r>
              <a:rPr lang="en-US" altLang="ko-KR" sz="1600" dirty="0"/>
              <a:t>UI </a:t>
            </a:r>
            <a:r>
              <a:rPr lang="ko-KR" altLang="en-US" sz="1600" dirty="0"/>
              <a:t>차용 시 </a:t>
            </a:r>
            <a:r>
              <a:rPr lang="en-US" altLang="ko-KR" sz="1600" dirty="0"/>
              <a:t>:</a:t>
            </a:r>
            <a:br>
              <a:rPr lang="en-US" altLang="ko-KR" sz="1600" dirty="0"/>
            </a:br>
            <a:r>
              <a:rPr lang="ko-KR" altLang="en-US" sz="1600" dirty="0"/>
              <a:t>화면을 덮을 크기</a:t>
            </a:r>
            <a:r>
              <a:rPr lang="en-US" altLang="ko-KR" sz="1600" dirty="0"/>
              <a:t>, </a:t>
            </a:r>
            <a:r>
              <a:rPr lang="ko-KR" altLang="en-US" sz="1600" dirty="0"/>
              <a:t>투명도는 방식에 따라 필요가 </a:t>
            </a:r>
            <a:r>
              <a:rPr lang="ko-KR" altLang="en-US" sz="1600" dirty="0" err="1"/>
              <a:t>정해짐</a:t>
            </a:r>
            <a:r>
              <a:rPr lang="en-US" altLang="ko-KR" sz="1600" dirty="0"/>
              <a:t>, </a:t>
            </a:r>
            <a:r>
              <a:rPr lang="ko-KR" altLang="en-US" sz="1600" dirty="0"/>
              <a:t>만약 </a:t>
            </a:r>
            <a:r>
              <a:rPr lang="ko-KR" altLang="en-US" sz="1600" dirty="0" err="1"/>
              <a:t>미니맵</a:t>
            </a:r>
            <a:r>
              <a:rPr lang="ko-KR" altLang="en-US" sz="1600" dirty="0"/>
              <a:t> </a:t>
            </a:r>
            <a:r>
              <a:rPr lang="ko-KR" altLang="en-US" sz="1600" dirty="0" err="1"/>
              <a:t>탑뷰로</a:t>
            </a:r>
            <a:r>
              <a:rPr lang="ko-KR" altLang="en-US" sz="1600" dirty="0"/>
              <a:t> 경로를 알려준다면 투명도 필요 없음</a:t>
            </a:r>
            <a:r>
              <a:rPr lang="en-US" altLang="ko-KR" sz="1600" dirty="0"/>
              <a:t>, </a:t>
            </a:r>
            <a:r>
              <a:rPr lang="ko-KR" altLang="en-US" sz="1600" dirty="0"/>
              <a:t>눈 앞의 경로를 알려준다면 투명도 필요</a:t>
            </a:r>
            <a:endParaRPr lang="en-US" altLang="ko-KR" sz="1600" dirty="0"/>
          </a:p>
          <a:p>
            <a:pPr>
              <a:lnSpc>
                <a:spcPct val="120000"/>
              </a:lnSpc>
            </a:pPr>
            <a:endParaRPr lang="en-US" altLang="ko-KR" sz="1600" dirty="0"/>
          </a:p>
          <a:p>
            <a:pPr>
              <a:lnSpc>
                <a:spcPct val="120000"/>
              </a:lnSpc>
            </a:pPr>
            <a:r>
              <a:rPr lang="ko-KR" altLang="en-US" sz="1600" dirty="0"/>
              <a:t>결과 </a:t>
            </a:r>
            <a:r>
              <a:rPr lang="en-US" altLang="ko-KR" sz="1600" dirty="0"/>
              <a:t>: </a:t>
            </a:r>
            <a:r>
              <a:rPr lang="ko-KR" altLang="en-US" sz="1600" dirty="0"/>
              <a:t>폐기</a:t>
            </a:r>
            <a:endParaRPr lang="en-US" altLang="ko-KR" sz="1600" dirty="0"/>
          </a:p>
          <a:p>
            <a:pPr>
              <a:lnSpc>
                <a:spcPct val="120000"/>
              </a:lnSpc>
            </a:pPr>
            <a:r>
              <a:rPr lang="ko-KR" altLang="en-US" sz="1600" dirty="0"/>
              <a:t>까닭 </a:t>
            </a:r>
            <a:r>
              <a:rPr lang="en-US" altLang="ko-KR" sz="1600" dirty="0"/>
              <a:t>: 3</a:t>
            </a:r>
            <a:r>
              <a:rPr lang="ko-KR" altLang="en-US" sz="1600" dirty="0"/>
              <a:t>인칭 진행에서 자연스럽게 디자인할 방안을 찾지 못함</a:t>
            </a:r>
            <a:endParaRPr lang="en-US" altLang="ko-KR" sz="1600" dirty="0"/>
          </a:p>
          <a:p>
            <a:pPr>
              <a:lnSpc>
                <a:spcPct val="120000"/>
              </a:lnSpc>
            </a:pPr>
            <a:endParaRPr lang="en-US" altLang="ko-KR" sz="1600" dirty="0"/>
          </a:p>
          <a:p>
            <a:pPr>
              <a:lnSpc>
                <a:spcPct val="120000"/>
              </a:lnSpc>
            </a:pPr>
            <a:r>
              <a:rPr lang="ko-KR" altLang="en-US" sz="1600" dirty="0" err="1"/>
              <a:t>서브노티카</a:t>
            </a:r>
            <a:r>
              <a:rPr lang="en-US" altLang="ko-KR" sz="1600" dirty="0"/>
              <a:t> UI </a:t>
            </a:r>
            <a:r>
              <a:rPr lang="ko-KR" altLang="en-US" sz="1600" dirty="0"/>
              <a:t>이미지 </a:t>
            </a:r>
            <a:r>
              <a:rPr lang="en-US" altLang="ko-KR" sz="1600" dirty="0">
                <a:hlinkClick r:id="rId2"/>
              </a:rPr>
              <a:t>https://gameuidatabase.com/index.php?&amp;scrn=71&amp;set=1&amp;plat=1&amp;tag=131&amp;series=106&amp;sort=2&amp;r=4</a:t>
            </a:r>
            <a:endParaRPr lang="en-US" altLang="ko-KR" sz="1600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64AEB7CD-9D5E-B089-9D35-D9AF3542D3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10/11/2026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55F2533-7743-0CAA-E193-5A96F503BA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45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920614F1-FB8C-4B4B-8C14-E7CF485B3AB5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664678" y="0"/>
            <a:ext cx="6527322" cy="662782"/>
          </a:xfrm>
        </p:spPr>
        <p:txBody>
          <a:bodyPr/>
          <a:lstStyle/>
          <a:p>
            <a:r>
              <a:rPr lang="ko-KR" altLang="en-US" dirty="0"/>
              <a:t>시스템</a:t>
            </a: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A4E6418C-1FA6-12EF-E3A5-687928F69EA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0064" y="1119112"/>
            <a:ext cx="5197870" cy="2923801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3A6E254F-D347-9C8F-D15D-BFD13989A04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7019" y="4065917"/>
            <a:ext cx="5003961" cy="2111046"/>
          </a:xfrm>
          <a:prstGeom prst="rect">
            <a:avLst/>
          </a:prstGeom>
        </p:spPr>
      </p:pic>
      <p:sp>
        <p:nvSpPr>
          <p:cNvPr id="11" name="직사각형 10">
            <a:extLst>
              <a:ext uri="{FF2B5EF4-FFF2-40B4-BE49-F238E27FC236}">
                <a16:creationId xmlns:a16="http://schemas.microsoft.com/office/drawing/2014/main" id="{CC28EEAA-D802-B5E2-4634-5801BDADAFC3}"/>
              </a:ext>
            </a:extLst>
          </p:cNvPr>
          <p:cNvSpPr/>
          <p:nvPr/>
        </p:nvSpPr>
        <p:spPr>
          <a:xfrm>
            <a:off x="9667335" y="9705"/>
            <a:ext cx="2524665" cy="83963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폐기됨</a:t>
            </a:r>
          </a:p>
        </p:txBody>
      </p:sp>
    </p:spTree>
    <p:extLst>
      <p:ext uri="{BB962C8B-B14F-4D97-AF65-F5344CB8AC3E}">
        <p14:creationId xmlns:p14="http://schemas.microsoft.com/office/powerpoint/2010/main" val="2954105285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405E5E-B71B-3E00-C88E-EB1061C3EF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F6DB0DB-4DCE-11D7-B365-3F83F67826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1" y="0"/>
            <a:ext cx="5664679" cy="662782"/>
          </a:xfrm>
        </p:spPr>
        <p:txBody>
          <a:bodyPr>
            <a:normAutofit fontScale="90000"/>
          </a:bodyPr>
          <a:lstStyle/>
          <a:p>
            <a:r>
              <a:rPr lang="en-US" altLang="ko-KR" dirty="0"/>
              <a:t>UI_</a:t>
            </a:r>
            <a:r>
              <a:rPr lang="ko-KR" altLang="en-US" dirty="0"/>
              <a:t>세부</a:t>
            </a:r>
            <a:r>
              <a:rPr lang="en-US" altLang="ko-KR" dirty="0"/>
              <a:t>_</a:t>
            </a:r>
            <a:r>
              <a:rPr lang="ko-KR" altLang="en-US" dirty="0"/>
              <a:t>시간예측분석</a:t>
            </a:r>
            <a:r>
              <a:rPr lang="en-US" altLang="ko-KR" dirty="0"/>
              <a:t>UI</a:t>
            </a:r>
            <a:r>
              <a:rPr lang="en-US" altLang="ko-KR" dirty="0">
                <a:solidFill>
                  <a:schemeClr val="accent3"/>
                </a:solidFill>
              </a:rPr>
              <a:t>_</a:t>
            </a:r>
            <a:r>
              <a:rPr lang="ko-KR" altLang="en-US" dirty="0">
                <a:solidFill>
                  <a:schemeClr val="accent3"/>
                </a:solidFill>
              </a:rPr>
              <a:t>후보</a:t>
            </a:r>
            <a:r>
              <a:rPr lang="en-US" altLang="ko-KR" dirty="0">
                <a:solidFill>
                  <a:schemeClr val="accent3"/>
                </a:solidFill>
              </a:rPr>
              <a:t>3</a:t>
            </a:r>
            <a:endParaRPr lang="ko-KR" altLang="en-US" dirty="0">
              <a:solidFill>
                <a:schemeClr val="accent3"/>
              </a:solidFill>
            </a:endParaRP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2283826-6FD3-BF10-B452-319AE5A86E73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FBCC3A1F-E50B-52CB-1E8A-D38165C4736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181916"/>
            <a:ext cx="5181600" cy="4995047"/>
          </a:xfrm>
        </p:spPr>
        <p:txBody>
          <a:bodyPr>
            <a:normAutofit fontScale="92500" lnSpcReduction="10000"/>
          </a:bodyPr>
          <a:lstStyle/>
          <a:p>
            <a:pPr>
              <a:lnSpc>
                <a:spcPct val="120000"/>
              </a:lnSpc>
            </a:pPr>
            <a:r>
              <a:rPr lang="ko-KR" altLang="en-US" sz="1600" dirty="0"/>
              <a:t>시계 </a:t>
            </a:r>
            <a:r>
              <a:rPr lang="en-US" altLang="ko-KR" sz="1600" dirty="0"/>
              <a:t>UI </a:t>
            </a:r>
            <a:r>
              <a:rPr lang="ko-KR" altLang="en-US" sz="1600" dirty="0"/>
              <a:t>차용 시</a:t>
            </a:r>
            <a:r>
              <a:rPr lang="en-US" altLang="ko-KR" sz="1600" dirty="0"/>
              <a:t> :</a:t>
            </a:r>
            <a:br>
              <a:rPr lang="en-US" altLang="ko-KR" sz="1600" dirty="0"/>
            </a:br>
            <a:r>
              <a:rPr lang="ko-KR" altLang="en-US" sz="1600" dirty="0"/>
              <a:t>시계는 크기가 </a:t>
            </a:r>
            <a:r>
              <a:rPr lang="ko-KR" altLang="en-US" sz="1600" dirty="0" err="1"/>
              <a:t>커야함</a:t>
            </a:r>
            <a:r>
              <a:rPr lang="en-US" altLang="ko-KR" sz="1600" dirty="0"/>
              <a:t>, </a:t>
            </a:r>
            <a:r>
              <a:rPr lang="ko-KR" altLang="en-US" sz="1600" dirty="0"/>
              <a:t>직관적이고 선명한 색의 이미지</a:t>
            </a:r>
            <a:r>
              <a:rPr lang="en-US" altLang="ko-KR" sz="1600" dirty="0"/>
              <a:t>, </a:t>
            </a:r>
            <a:r>
              <a:rPr lang="ko-KR" altLang="en-US" sz="1600" dirty="0"/>
              <a:t>중앙에는 화살표로 경로의 위치를 확인할 수 있도록 해야함</a:t>
            </a:r>
            <a:endParaRPr lang="en-US" altLang="ko-KR" sz="1600" dirty="0"/>
          </a:p>
          <a:p>
            <a:pPr>
              <a:lnSpc>
                <a:spcPct val="120000"/>
              </a:lnSpc>
            </a:pPr>
            <a:endParaRPr lang="en-US" altLang="ko-KR" sz="1600" dirty="0"/>
          </a:p>
          <a:p>
            <a:pPr>
              <a:lnSpc>
                <a:spcPct val="120000"/>
              </a:lnSpc>
            </a:pPr>
            <a:r>
              <a:rPr lang="ko-KR" altLang="en-US" sz="1600" dirty="0"/>
              <a:t>결과 </a:t>
            </a:r>
            <a:r>
              <a:rPr lang="en-US" altLang="ko-KR" sz="1600" dirty="0"/>
              <a:t>: </a:t>
            </a:r>
            <a:r>
              <a:rPr lang="ko-KR" altLang="en-US" sz="1600" dirty="0"/>
              <a:t>폐기</a:t>
            </a:r>
            <a:endParaRPr lang="en-US" altLang="ko-KR" sz="1600" dirty="0"/>
          </a:p>
          <a:p>
            <a:pPr>
              <a:lnSpc>
                <a:spcPct val="120000"/>
              </a:lnSpc>
            </a:pPr>
            <a:r>
              <a:rPr lang="ko-KR" altLang="en-US" sz="1600" dirty="0"/>
              <a:t>까닭 </a:t>
            </a:r>
            <a:r>
              <a:rPr lang="en-US" altLang="ko-KR" sz="1600" dirty="0"/>
              <a:t>: </a:t>
            </a:r>
            <a:r>
              <a:rPr lang="ko-KR" altLang="en-US" sz="1600" dirty="0"/>
              <a:t>실시간 컨셉과 맞지 않다고 판단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배달품</a:t>
            </a:r>
            <a:r>
              <a:rPr lang="ko-KR" altLang="en-US" sz="1600" dirty="0"/>
              <a:t> 소지 시 손목을 볼 수 없거나 구현이 곤란해짐</a:t>
            </a:r>
            <a:endParaRPr lang="en-US" altLang="ko-KR" sz="1600" dirty="0"/>
          </a:p>
          <a:p>
            <a:pPr>
              <a:lnSpc>
                <a:spcPct val="120000"/>
              </a:lnSpc>
            </a:pPr>
            <a:endParaRPr lang="en-US" altLang="ko-KR" sz="1600" dirty="0"/>
          </a:p>
          <a:p>
            <a:pPr>
              <a:lnSpc>
                <a:spcPct val="120000"/>
              </a:lnSpc>
            </a:pPr>
            <a:r>
              <a:rPr lang="ko-KR" altLang="en-US" sz="1600" dirty="0" err="1"/>
              <a:t>그린헬</a:t>
            </a:r>
            <a:r>
              <a:rPr lang="ko-KR" altLang="en-US" sz="1600" dirty="0"/>
              <a:t> 손목시계 </a:t>
            </a:r>
            <a:r>
              <a:rPr lang="en-US" altLang="ko-KR" sz="1600" dirty="0"/>
              <a:t>UI </a:t>
            </a:r>
            <a:r>
              <a:rPr lang="ko-KR" altLang="en-US" sz="1600" dirty="0"/>
              <a:t>이미지 </a:t>
            </a:r>
            <a:r>
              <a:rPr lang="en-US" altLang="ko-KR" sz="1600" dirty="0">
                <a:hlinkClick r:id="rId2"/>
              </a:rPr>
              <a:t>https://constante.tistory.com/entry/%EA%B7%B8%EB%A6%B0-%ED%97%ACGreen-Hell-%EC%B4%88%EB%B3%B4%EA%B0%80%EC%9D%B4%EB%93%9C-%ED%8A%9C%ED%86%A0%EB%A6%AC%EC%96%BC-%ED%95%B4%EC%95%BC-%ED%95%98%EB%8A%94-%EC%9D%B4%EC%9C%A0</a:t>
            </a:r>
            <a:endParaRPr lang="en-US" altLang="ko-KR" sz="1600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91C9BB43-0277-F6FA-BBC7-4CA345E2C3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10/11/2026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E96AA24-EF56-CAB7-B5BB-9D1F17030C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46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868ECF64-4803-31DC-51AA-50E8624A344D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664678" y="0"/>
            <a:ext cx="6527322" cy="662782"/>
          </a:xfrm>
        </p:spPr>
        <p:txBody>
          <a:bodyPr/>
          <a:lstStyle/>
          <a:p>
            <a:r>
              <a:rPr lang="ko-KR" altLang="en-US" dirty="0"/>
              <a:t>시스템</a:t>
            </a: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EAD80CA8-A303-4ECC-BDB8-24B3AFB89C6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2954152"/>
            <a:ext cx="5181600" cy="2932280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2866009D-C93F-161B-09F5-E69904A8F07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8200" y="1181916"/>
            <a:ext cx="5181600" cy="2963409"/>
          </a:xfrm>
          <a:prstGeom prst="rect">
            <a:avLst/>
          </a:prstGeom>
        </p:spPr>
      </p:pic>
      <p:sp>
        <p:nvSpPr>
          <p:cNvPr id="10" name="직사각형 9">
            <a:extLst>
              <a:ext uri="{FF2B5EF4-FFF2-40B4-BE49-F238E27FC236}">
                <a16:creationId xmlns:a16="http://schemas.microsoft.com/office/drawing/2014/main" id="{3060AB15-8ACC-8D8E-F1D0-86A263E9E1FF}"/>
              </a:ext>
            </a:extLst>
          </p:cNvPr>
          <p:cNvSpPr/>
          <p:nvPr/>
        </p:nvSpPr>
        <p:spPr>
          <a:xfrm>
            <a:off x="9667335" y="9705"/>
            <a:ext cx="2524665" cy="83963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폐기됨</a:t>
            </a:r>
          </a:p>
        </p:txBody>
      </p:sp>
    </p:spTree>
    <p:extLst>
      <p:ext uri="{BB962C8B-B14F-4D97-AF65-F5344CB8AC3E}">
        <p14:creationId xmlns:p14="http://schemas.microsoft.com/office/powerpoint/2010/main" val="751271471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F8F461-14B0-BB36-311E-F0C2506F05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A9FF308-2CD8-B301-36CC-07AFAD5F89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프로토타입 플로우</a:t>
            </a:r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55E3038B-C0FA-5E5A-5CAD-6210C3334C43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967B4A19-A40C-231E-13BA-53A5983D5D61}"/>
              </a:ext>
            </a:extLst>
          </p:cNvPr>
          <p:cNvSpPr/>
          <p:nvPr/>
        </p:nvSpPr>
        <p:spPr>
          <a:xfrm>
            <a:off x="4109741" y="1115617"/>
            <a:ext cx="1540360" cy="823308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본거지에서 랜덤 </a:t>
            </a:r>
            <a:r>
              <a:rPr lang="ko-KR" altLang="en-US" dirty="0" err="1">
                <a:solidFill>
                  <a:srgbClr val="000000"/>
                </a:solidFill>
              </a:rPr>
              <a:t>배다품</a:t>
            </a:r>
            <a:r>
              <a:rPr lang="ko-KR" altLang="en-US" dirty="0">
                <a:solidFill>
                  <a:srgbClr val="000000"/>
                </a:solidFill>
              </a:rPr>
              <a:t> 조달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69A57F16-D0B3-1B9A-37D2-4C66D1F8F559}"/>
              </a:ext>
            </a:extLst>
          </p:cNvPr>
          <p:cNvSpPr/>
          <p:nvPr/>
        </p:nvSpPr>
        <p:spPr>
          <a:xfrm>
            <a:off x="8401609" y="800285"/>
            <a:ext cx="1818245" cy="1458316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두 플레이어 중 누가 배달품을 운반할지 결정</a:t>
            </a:r>
            <a:r>
              <a:rPr lang="en-US" altLang="ko-KR" dirty="0">
                <a:solidFill>
                  <a:srgbClr val="000000"/>
                </a:solidFill>
              </a:rPr>
              <a:t>,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배달품의 배송지 파악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1520F480-58C7-2D5A-5B79-C2939DFD97C0}"/>
              </a:ext>
            </a:extLst>
          </p:cNvPr>
          <p:cNvSpPr/>
          <p:nvPr/>
        </p:nvSpPr>
        <p:spPr>
          <a:xfrm>
            <a:off x="3739433" y="2819301"/>
            <a:ext cx="1687574" cy="892298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협동하며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경로와 안내를 따라 진행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33667A37-D258-2A8D-9046-72399B6DF659}"/>
              </a:ext>
            </a:extLst>
          </p:cNvPr>
          <p:cNvSpPr/>
          <p:nvPr/>
        </p:nvSpPr>
        <p:spPr>
          <a:xfrm>
            <a:off x="6106410" y="2672427"/>
            <a:ext cx="2074261" cy="857522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시간 안에 배달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성공 시 보수 지급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9C7E71A8-1AD4-7AE5-CC48-FF3FA646E6F5}"/>
              </a:ext>
            </a:extLst>
          </p:cNvPr>
          <p:cNvSpPr/>
          <p:nvPr/>
        </p:nvSpPr>
        <p:spPr>
          <a:xfrm>
            <a:off x="6106410" y="3621123"/>
            <a:ext cx="2074261" cy="738187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배달 시간 초과 시 </a:t>
            </a:r>
            <a:r>
              <a:rPr lang="ko-KR" altLang="en-US">
                <a:solidFill>
                  <a:srgbClr val="000000"/>
                </a:solidFill>
              </a:rPr>
              <a:t>보수 미지급</a:t>
            </a:r>
            <a:endParaRPr lang="en-US" altLang="ko-KR" dirty="0">
              <a:solidFill>
                <a:srgbClr val="000000"/>
              </a:solidFill>
            </a:endParaRP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29852B5A-2957-F499-1C31-8FCD7C57B816}"/>
              </a:ext>
            </a:extLst>
          </p:cNvPr>
          <p:cNvSpPr/>
          <p:nvPr/>
        </p:nvSpPr>
        <p:spPr>
          <a:xfrm>
            <a:off x="6130402" y="5571286"/>
            <a:ext cx="1460848" cy="843421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충분한 보수 보유</a:t>
            </a:r>
          </a:p>
        </p:txBody>
      </p:sp>
      <p:cxnSp>
        <p:nvCxnSpPr>
          <p:cNvPr id="17" name="화살표 12">
            <a:extLst>
              <a:ext uri="{FF2B5EF4-FFF2-40B4-BE49-F238E27FC236}">
                <a16:creationId xmlns:a16="http://schemas.microsoft.com/office/drawing/2014/main" id="{1918198C-FB21-2611-8580-230602B3D4CA}"/>
              </a:ext>
            </a:extLst>
          </p:cNvPr>
          <p:cNvCxnSpPr>
            <a:cxnSpLocks/>
            <a:stCxn id="9" idx="3"/>
            <a:endCxn id="33" idx="1"/>
          </p:cNvCxnSpPr>
          <p:nvPr/>
        </p:nvCxnSpPr>
        <p:spPr>
          <a:xfrm>
            <a:off x="5650101" y="1527271"/>
            <a:ext cx="369601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4B897AEB-6EE7-87EC-3E2D-C30561AF01DA}"/>
              </a:ext>
            </a:extLst>
          </p:cNvPr>
          <p:cNvSpPr/>
          <p:nvPr/>
        </p:nvSpPr>
        <p:spPr>
          <a:xfrm>
            <a:off x="6130402" y="4672933"/>
            <a:ext cx="1460849" cy="843421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충분한 보수 </a:t>
            </a:r>
            <a:r>
              <a:rPr lang="ko-KR" altLang="en-US" dirty="0" err="1">
                <a:solidFill>
                  <a:srgbClr val="000000"/>
                </a:solidFill>
              </a:rPr>
              <a:t>미보유</a:t>
            </a:r>
            <a:endParaRPr lang="ko-KR" altLang="en-US" dirty="0">
              <a:solidFill>
                <a:srgbClr val="000000"/>
              </a:solidFill>
            </a:endParaRPr>
          </a:p>
        </p:txBody>
      </p:sp>
      <p:cxnSp>
        <p:nvCxnSpPr>
          <p:cNvPr id="52" name="화살표 12">
            <a:extLst>
              <a:ext uri="{FF2B5EF4-FFF2-40B4-BE49-F238E27FC236}">
                <a16:creationId xmlns:a16="http://schemas.microsoft.com/office/drawing/2014/main" id="{BB2388B9-A5ED-45B0-C29F-652541C5E543}"/>
              </a:ext>
            </a:extLst>
          </p:cNvPr>
          <p:cNvCxnSpPr>
            <a:cxnSpLocks/>
            <a:stCxn id="185" idx="3"/>
            <a:endCxn id="4" idx="1"/>
          </p:cNvCxnSpPr>
          <p:nvPr/>
        </p:nvCxnSpPr>
        <p:spPr>
          <a:xfrm flipV="1">
            <a:off x="1855419" y="1527272"/>
            <a:ext cx="256418" cy="1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" name="꺾인 양쪽 화살표 연결선 18">
            <a:extLst>
              <a:ext uri="{FF2B5EF4-FFF2-40B4-BE49-F238E27FC236}">
                <a16:creationId xmlns:a16="http://schemas.microsoft.com/office/drawing/2014/main" id="{DB7E95AC-5157-F2D2-BDF0-0AE378CDEC48}"/>
              </a:ext>
            </a:extLst>
          </p:cNvPr>
          <p:cNvCxnSpPr>
            <a:cxnSpLocks/>
            <a:stCxn id="12" idx="3"/>
            <a:endCxn id="13" idx="1"/>
          </p:cNvCxnSpPr>
          <p:nvPr/>
        </p:nvCxnSpPr>
        <p:spPr>
          <a:xfrm flipV="1">
            <a:off x="5427007" y="3101188"/>
            <a:ext cx="679403" cy="164262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" name="꺾인 양쪽 화살표 연결선 18">
            <a:extLst>
              <a:ext uri="{FF2B5EF4-FFF2-40B4-BE49-F238E27FC236}">
                <a16:creationId xmlns:a16="http://schemas.microsoft.com/office/drawing/2014/main" id="{6C0BFD02-9B5C-64B3-DC0C-9FAF5DDD9D85}"/>
              </a:ext>
            </a:extLst>
          </p:cNvPr>
          <p:cNvCxnSpPr>
            <a:cxnSpLocks/>
            <a:stCxn id="12" idx="3"/>
            <a:endCxn id="14" idx="1"/>
          </p:cNvCxnSpPr>
          <p:nvPr/>
        </p:nvCxnSpPr>
        <p:spPr>
          <a:xfrm>
            <a:off x="5427007" y="3265450"/>
            <a:ext cx="679403" cy="724767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2" name="꺾인 양쪽 화살표 연결선 20">
            <a:extLst>
              <a:ext uri="{FF2B5EF4-FFF2-40B4-BE49-F238E27FC236}">
                <a16:creationId xmlns:a16="http://schemas.microsoft.com/office/drawing/2014/main" id="{EA952F6D-1E8E-24F6-FBBE-58606F879584}"/>
              </a:ext>
            </a:extLst>
          </p:cNvPr>
          <p:cNvCxnSpPr>
            <a:cxnSpLocks/>
            <a:stCxn id="218" idx="3"/>
            <a:endCxn id="25" idx="1"/>
          </p:cNvCxnSpPr>
          <p:nvPr/>
        </p:nvCxnSpPr>
        <p:spPr>
          <a:xfrm flipV="1">
            <a:off x="5885801" y="5094644"/>
            <a:ext cx="244601" cy="266165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5" name="꺾인 양쪽 화살표 연결선 20">
            <a:extLst>
              <a:ext uri="{FF2B5EF4-FFF2-40B4-BE49-F238E27FC236}">
                <a16:creationId xmlns:a16="http://schemas.microsoft.com/office/drawing/2014/main" id="{64665EAA-0FAB-A742-3FDC-70048DA1C678}"/>
              </a:ext>
            </a:extLst>
          </p:cNvPr>
          <p:cNvCxnSpPr>
            <a:cxnSpLocks/>
            <a:stCxn id="218" idx="3"/>
            <a:endCxn id="16" idx="1"/>
          </p:cNvCxnSpPr>
          <p:nvPr/>
        </p:nvCxnSpPr>
        <p:spPr>
          <a:xfrm>
            <a:off x="5885801" y="5360809"/>
            <a:ext cx="244601" cy="632188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6" name="꺾인 양쪽 화살표 연결선 20">
            <a:extLst>
              <a:ext uri="{FF2B5EF4-FFF2-40B4-BE49-F238E27FC236}">
                <a16:creationId xmlns:a16="http://schemas.microsoft.com/office/drawing/2014/main" id="{4315DA8E-3106-C294-9726-7ADC3B59BEF8}"/>
              </a:ext>
            </a:extLst>
          </p:cNvPr>
          <p:cNvCxnSpPr>
            <a:cxnSpLocks/>
            <a:stCxn id="13" idx="3"/>
            <a:endCxn id="218" idx="1"/>
          </p:cNvCxnSpPr>
          <p:nvPr/>
        </p:nvCxnSpPr>
        <p:spPr>
          <a:xfrm flipH="1">
            <a:off x="3781647" y="3101188"/>
            <a:ext cx="4399024" cy="2259621"/>
          </a:xfrm>
          <a:prstGeom prst="bentConnector5">
            <a:avLst>
              <a:gd name="adj1" fmla="val -5197"/>
              <a:gd name="adj2" fmla="val 61461"/>
              <a:gd name="adj3" fmla="val 105197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7" name="화살표 14">
            <a:extLst>
              <a:ext uri="{FF2B5EF4-FFF2-40B4-BE49-F238E27FC236}">
                <a16:creationId xmlns:a16="http://schemas.microsoft.com/office/drawing/2014/main" id="{36077822-9C4B-7262-E4F1-29FEF4A09CD7}"/>
              </a:ext>
            </a:extLst>
          </p:cNvPr>
          <p:cNvCxnSpPr>
            <a:cxnSpLocks/>
            <a:stCxn id="25" idx="3"/>
            <a:endCxn id="207" idx="1"/>
          </p:cNvCxnSpPr>
          <p:nvPr/>
        </p:nvCxnSpPr>
        <p:spPr>
          <a:xfrm flipV="1">
            <a:off x="7591251" y="5094643"/>
            <a:ext cx="547805" cy="1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0" name="화살표 14">
            <a:extLst>
              <a:ext uri="{FF2B5EF4-FFF2-40B4-BE49-F238E27FC236}">
                <a16:creationId xmlns:a16="http://schemas.microsoft.com/office/drawing/2014/main" id="{6FA01B67-4475-7248-4FFC-CF2D73F9E927}"/>
              </a:ext>
            </a:extLst>
          </p:cNvPr>
          <p:cNvCxnSpPr>
            <a:cxnSpLocks/>
            <a:stCxn id="16" idx="3"/>
            <a:endCxn id="212" idx="1"/>
          </p:cNvCxnSpPr>
          <p:nvPr/>
        </p:nvCxnSpPr>
        <p:spPr>
          <a:xfrm flipV="1">
            <a:off x="7591250" y="5988054"/>
            <a:ext cx="547806" cy="4943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5" name="사각형: 둥근 모서리 184">
            <a:extLst>
              <a:ext uri="{FF2B5EF4-FFF2-40B4-BE49-F238E27FC236}">
                <a16:creationId xmlns:a16="http://schemas.microsoft.com/office/drawing/2014/main" id="{138E0AF3-24A6-BB1B-E7CA-81ED48DCAD28}"/>
              </a:ext>
            </a:extLst>
          </p:cNvPr>
          <p:cNvSpPr/>
          <p:nvPr/>
        </p:nvSpPr>
        <p:spPr>
          <a:xfrm>
            <a:off x="429839" y="1148366"/>
            <a:ext cx="1425580" cy="757813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플레이어</a:t>
            </a:r>
            <a:br>
              <a:rPr lang="en-US" altLang="ko-KR">
                <a:solidFill>
                  <a:srgbClr val="000000"/>
                </a:solidFill>
              </a:rPr>
            </a:br>
            <a:r>
              <a:rPr lang="en-US" altLang="ko-KR">
                <a:solidFill>
                  <a:srgbClr val="000000"/>
                </a:solidFill>
              </a:rPr>
              <a:t>2</a:t>
            </a:r>
            <a:r>
              <a:rPr lang="ko-KR" altLang="en-US">
                <a:solidFill>
                  <a:srgbClr val="000000"/>
                </a:solidFill>
              </a:rPr>
              <a:t>인 접속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207" name="사각형: 둥근 모서리 206">
            <a:extLst>
              <a:ext uri="{FF2B5EF4-FFF2-40B4-BE49-F238E27FC236}">
                <a16:creationId xmlns:a16="http://schemas.microsoft.com/office/drawing/2014/main" id="{298BC00F-AB13-843C-521E-9E77FF86FA48}"/>
              </a:ext>
            </a:extLst>
          </p:cNvPr>
          <p:cNvSpPr/>
          <p:nvPr/>
        </p:nvSpPr>
        <p:spPr>
          <a:xfrm>
            <a:off x="8139056" y="4711677"/>
            <a:ext cx="1501630" cy="765932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생태계 파괴 엔딩</a:t>
            </a:r>
          </a:p>
        </p:txBody>
      </p:sp>
      <p:sp>
        <p:nvSpPr>
          <p:cNvPr id="212" name="사각형: 둥근 모서리 211">
            <a:extLst>
              <a:ext uri="{FF2B5EF4-FFF2-40B4-BE49-F238E27FC236}">
                <a16:creationId xmlns:a16="http://schemas.microsoft.com/office/drawing/2014/main" id="{A3C28926-8FEE-D426-9BED-A5BE8A93619B}"/>
              </a:ext>
            </a:extLst>
          </p:cNvPr>
          <p:cNvSpPr/>
          <p:nvPr/>
        </p:nvSpPr>
        <p:spPr>
          <a:xfrm>
            <a:off x="8139056" y="5605088"/>
            <a:ext cx="1501630" cy="765932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생태계 복구 엔딩</a:t>
            </a:r>
          </a:p>
        </p:txBody>
      </p:sp>
      <p:sp>
        <p:nvSpPr>
          <p:cNvPr id="218" name="사각형: 둥근 모서리 217">
            <a:extLst>
              <a:ext uri="{FF2B5EF4-FFF2-40B4-BE49-F238E27FC236}">
                <a16:creationId xmlns:a16="http://schemas.microsoft.com/office/drawing/2014/main" id="{E2963922-933C-401E-5F2B-039143BEA027}"/>
              </a:ext>
            </a:extLst>
          </p:cNvPr>
          <p:cNvSpPr/>
          <p:nvPr/>
        </p:nvSpPr>
        <p:spPr>
          <a:xfrm>
            <a:off x="3781647" y="4851939"/>
            <a:ext cx="2104154" cy="1017739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본거지로 복귀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en-US" altLang="ko-KR" dirty="0">
                <a:solidFill>
                  <a:srgbClr val="000000"/>
                </a:solidFill>
              </a:rPr>
              <a:t>(=</a:t>
            </a:r>
            <a:r>
              <a:rPr lang="ko-KR" altLang="en-US" dirty="0">
                <a:solidFill>
                  <a:srgbClr val="000000"/>
                </a:solidFill>
              </a:rPr>
              <a:t>지정된 모든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 err="1">
                <a:solidFill>
                  <a:srgbClr val="000000"/>
                </a:solidFill>
              </a:rPr>
              <a:t>배달품</a:t>
            </a:r>
            <a:r>
              <a:rPr lang="ko-KR" altLang="en-US" dirty="0">
                <a:solidFill>
                  <a:srgbClr val="000000"/>
                </a:solidFill>
              </a:rPr>
              <a:t> 배달 완료</a:t>
            </a:r>
            <a:r>
              <a:rPr lang="en-US" altLang="ko-KR" dirty="0">
                <a:solidFill>
                  <a:srgbClr val="000000"/>
                </a:solidFill>
              </a:rPr>
              <a:t>)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4C29C595-3733-C2E2-DB35-F9BEE0C1E5CD}"/>
              </a:ext>
            </a:extLst>
          </p:cNvPr>
          <p:cNvSpPr/>
          <p:nvPr/>
        </p:nvSpPr>
        <p:spPr>
          <a:xfrm>
            <a:off x="2111837" y="1158178"/>
            <a:ext cx="1632960" cy="738187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각 플레이어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캐릭터 선택</a:t>
            </a:r>
          </a:p>
        </p:txBody>
      </p:sp>
      <p:cxnSp>
        <p:nvCxnSpPr>
          <p:cNvPr id="21" name="화살표 12">
            <a:extLst>
              <a:ext uri="{FF2B5EF4-FFF2-40B4-BE49-F238E27FC236}">
                <a16:creationId xmlns:a16="http://schemas.microsoft.com/office/drawing/2014/main" id="{DB7ADB23-D008-0403-68F9-C111546AD64B}"/>
              </a:ext>
            </a:extLst>
          </p:cNvPr>
          <p:cNvCxnSpPr>
            <a:cxnSpLocks/>
            <a:stCxn id="4" idx="3"/>
            <a:endCxn id="9" idx="1"/>
          </p:cNvCxnSpPr>
          <p:nvPr/>
        </p:nvCxnSpPr>
        <p:spPr>
          <a:xfrm flipV="1">
            <a:off x="3744797" y="1527271"/>
            <a:ext cx="364944" cy="1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화살표 12">
            <a:extLst>
              <a:ext uri="{FF2B5EF4-FFF2-40B4-BE49-F238E27FC236}">
                <a16:creationId xmlns:a16="http://schemas.microsoft.com/office/drawing/2014/main" id="{4F8C28DF-58ED-F47B-F109-DC5DEACE25FD}"/>
              </a:ext>
            </a:extLst>
          </p:cNvPr>
          <p:cNvCxnSpPr>
            <a:cxnSpLocks/>
            <a:stCxn id="185" idx="3"/>
            <a:endCxn id="4" idx="1"/>
          </p:cNvCxnSpPr>
          <p:nvPr/>
        </p:nvCxnSpPr>
        <p:spPr>
          <a:xfrm flipV="1">
            <a:off x="1855419" y="1527272"/>
            <a:ext cx="256418" cy="1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8DBD74BA-DB7D-C800-5F83-19D5A2966C14}"/>
              </a:ext>
            </a:extLst>
          </p:cNvPr>
          <p:cNvSpPr/>
          <p:nvPr/>
        </p:nvSpPr>
        <p:spPr>
          <a:xfrm>
            <a:off x="6019702" y="1115617"/>
            <a:ext cx="1889378" cy="823308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벌꿀이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배송품으로</a:t>
            </a:r>
            <a:r>
              <a:rPr lang="en-US" altLang="ko-KR" dirty="0">
                <a:solidFill>
                  <a:srgbClr val="000000"/>
                </a:solidFill>
              </a:rPr>
              <a:t> </a:t>
            </a:r>
            <a:r>
              <a:rPr lang="ko-KR" altLang="en-US" dirty="0">
                <a:solidFill>
                  <a:srgbClr val="000000"/>
                </a:solidFill>
              </a:rPr>
              <a:t>나옴</a:t>
            </a:r>
          </a:p>
        </p:txBody>
      </p:sp>
      <p:cxnSp>
        <p:nvCxnSpPr>
          <p:cNvPr id="34" name="화살표 14">
            <a:extLst>
              <a:ext uri="{FF2B5EF4-FFF2-40B4-BE49-F238E27FC236}">
                <a16:creationId xmlns:a16="http://schemas.microsoft.com/office/drawing/2014/main" id="{296C43E9-1EBF-B78D-4D8B-4F083616081E}"/>
              </a:ext>
            </a:extLst>
          </p:cNvPr>
          <p:cNvCxnSpPr>
            <a:cxnSpLocks/>
            <a:stCxn id="33" idx="3"/>
            <a:endCxn id="10" idx="1"/>
          </p:cNvCxnSpPr>
          <p:nvPr/>
        </p:nvCxnSpPr>
        <p:spPr>
          <a:xfrm>
            <a:off x="7909080" y="1527271"/>
            <a:ext cx="492529" cy="2172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2" name="직사각형 81">
            <a:extLst>
              <a:ext uri="{FF2B5EF4-FFF2-40B4-BE49-F238E27FC236}">
                <a16:creationId xmlns:a16="http://schemas.microsoft.com/office/drawing/2014/main" id="{F79EF659-D767-46F3-85EC-931C4B96BC20}"/>
              </a:ext>
            </a:extLst>
          </p:cNvPr>
          <p:cNvSpPr/>
          <p:nvPr/>
        </p:nvSpPr>
        <p:spPr>
          <a:xfrm>
            <a:off x="1194175" y="2840050"/>
            <a:ext cx="1960613" cy="857522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 err="1">
                <a:solidFill>
                  <a:srgbClr val="000000"/>
                </a:solidFill>
              </a:rPr>
              <a:t>휠을</a:t>
            </a:r>
            <a:r>
              <a:rPr lang="ko-KR" altLang="en-US" dirty="0">
                <a:solidFill>
                  <a:srgbClr val="000000"/>
                </a:solidFill>
              </a:rPr>
              <a:t> 눌러 도우미 </a:t>
            </a:r>
            <a:r>
              <a:rPr lang="en-US" altLang="ko-KR" dirty="0">
                <a:solidFill>
                  <a:srgbClr val="000000"/>
                </a:solidFill>
              </a:rPr>
              <a:t>AI</a:t>
            </a:r>
            <a:r>
              <a:rPr lang="ko-KR" altLang="en-US" dirty="0">
                <a:solidFill>
                  <a:srgbClr val="000000"/>
                </a:solidFill>
              </a:rPr>
              <a:t>로 경로 파악</a:t>
            </a:r>
          </a:p>
        </p:txBody>
      </p:sp>
      <p:cxnSp>
        <p:nvCxnSpPr>
          <p:cNvPr id="86" name="꺾인 양쪽 화살표 연결선 20">
            <a:extLst>
              <a:ext uri="{FF2B5EF4-FFF2-40B4-BE49-F238E27FC236}">
                <a16:creationId xmlns:a16="http://schemas.microsoft.com/office/drawing/2014/main" id="{FD123B17-66B1-DF4D-D055-BEBCD9948175}"/>
              </a:ext>
            </a:extLst>
          </p:cNvPr>
          <p:cNvCxnSpPr>
            <a:cxnSpLocks/>
            <a:stCxn id="10" idx="3"/>
            <a:endCxn id="82" idx="1"/>
          </p:cNvCxnSpPr>
          <p:nvPr/>
        </p:nvCxnSpPr>
        <p:spPr>
          <a:xfrm flipH="1">
            <a:off x="1194175" y="1529443"/>
            <a:ext cx="9025679" cy="1739368"/>
          </a:xfrm>
          <a:prstGeom prst="bentConnector5">
            <a:avLst>
              <a:gd name="adj1" fmla="val -2533"/>
              <a:gd name="adj2" fmla="val 58635"/>
              <a:gd name="adj3" fmla="val 102533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" name="화살표 14">
            <a:extLst>
              <a:ext uri="{FF2B5EF4-FFF2-40B4-BE49-F238E27FC236}">
                <a16:creationId xmlns:a16="http://schemas.microsoft.com/office/drawing/2014/main" id="{958F0617-751B-0FB9-24FF-8154CE805DC2}"/>
              </a:ext>
            </a:extLst>
          </p:cNvPr>
          <p:cNvCxnSpPr>
            <a:cxnSpLocks/>
            <a:stCxn id="82" idx="3"/>
            <a:endCxn id="12" idx="1"/>
          </p:cNvCxnSpPr>
          <p:nvPr/>
        </p:nvCxnSpPr>
        <p:spPr>
          <a:xfrm flipV="1">
            <a:off x="3154788" y="3265450"/>
            <a:ext cx="584645" cy="3361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" name="꺾인 양쪽 화살표 연결선 20">
            <a:extLst>
              <a:ext uri="{FF2B5EF4-FFF2-40B4-BE49-F238E27FC236}">
                <a16:creationId xmlns:a16="http://schemas.microsoft.com/office/drawing/2014/main" id="{8B6BB6B2-D495-FCB4-587F-444E26A629CE}"/>
              </a:ext>
            </a:extLst>
          </p:cNvPr>
          <p:cNvCxnSpPr>
            <a:cxnSpLocks/>
            <a:stCxn id="14" idx="3"/>
            <a:endCxn id="218" idx="1"/>
          </p:cNvCxnSpPr>
          <p:nvPr/>
        </p:nvCxnSpPr>
        <p:spPr>
          <a:xfrm flipH="1">
            <a:off x="3781647" y="3990217"/>
            <a:ext cx="4399024" cy="1370592"/>
          </a:xfrm>
          <a:prstGeom prst="bentConnector5">
            <a:avLst>
              <a:gd name="adj1" fmla="val -5197"/>
              <a:gd name="adj2" fmla="val 44901"/>
              <a:gd name="adj3" fmla="val 105197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6885812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B7D4F6-795A-EB20-54C4-2E1FA3F036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EF816BD5-858B-342C-B823-0402D9D950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데이터 테이블</a:t>
            </a:r>
            <a:r>
              <a:rPr lang="en-US" altLang="ko-KR" dirty="0"/>
              <a:t>_</a:t>
            </a:r>
            <a:r>
              <a:rPr lang="ko-KR" altLang="en-US" dirty="0"/>
              <a:t>맵</a:t>
            </a:r>
          </a:p>
        </p:txBody>
      </p:sp>
      <p:graphicFrame>
        <p:nvGraphicFramePr>
          <p:cNvPr id="2" name="내용 개체 틀 1">
            <a:extLst>
              <a:ext uri="{FF2B5EF4-FFF2-40B4-BE49-F238E27FC236}">
                <a16:creationId xmlns:a16="http://schemas.microsoft.com/office/drawing/2014/main" id="{20A946CA-1674-179B-AE75-4D66304C044B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2473459" y="1553440"/>
          <a:ext cx="2645434" cy="4268844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322717">
                  <a:extLst>
                    <a:ext uri="{9D8B030D-6E8A-4147-A177-3AD203B41FA5}">
                      <a16:colId xmlns:a16="http://schemas.microsoft.com/office/drawing/2014/main" val="4245382652"/>
                    </a:ext>
                  </a:extLst>
                </a:gridCol>
                <a:gridCol w="1322717">
                  <a:extLst>
                    <a:ext uri="{9D8B030D-6E8A-4147-A177-3AD203B41FA5}">
                      <a16:colId xmlns:a16="http://schemas.microsoft.com/office/drawing/2014/main" val="1933533662"/>
                    </a:ext>
                  </a:extLst>
                </a:gridCol>
              </a:tblGrid>
              <a:tr h="711474"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크기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62337053"/>
                  </a:ext>
                </a:extLst>
              </a:tr>
              <a:tr h="71147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맵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100d*100d</a:t>
                      </a:r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46568347"/>
                  </a:ext>
                </a:extLst>
              </a:tr>
              <a:tr h="71147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숲</a:t>
                      </a:r>
                      <a:r>
                        <a:rPr lang="en-US" altLang="ko-KR" dirty="0"/>
                        <a:t>1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30d*25d</a:t>
                      </a:r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61416552"/>
                  </a:ext>
                </a:extLst>
              </a:tr>
              <a:tr h="71147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숲</a:t>
                      </a:r>
                      <a:r>
                        <a:rPr lang="en-US" altLang="ko-KR" dirty="0"/>
                        <a:t>2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40d*20d</a:t>
                      </a:r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81366608"/>
                  </a:ext>
                </a:extLst>
              </a:tr>
              <a:tr h="71147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모래언덕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40d*25d</a:t>
                      </a:r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71084017"/>
                  </a:ext>
                </a:extLst>
              </a:tr>
              <a:tr h="71147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늪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20d*15d</a:t>
                      </a:r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6522120"/>
                  </a:ext>
                </a:extLst>
              </a:tr>
            </a:tbl>
          </a:graphicData>
        </a:graphic>
      </p:graphicFrame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460946AB-3E4D-E33A-2A0B-17C37A306E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10/11/2026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DF43B1E-AD1F-E948-28C2-82FB3168E5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48</a:t>
            </a:fld>
            <a:endParaRPr lang="ko-KR" altLang="en-US"/>
          </a:p>
        </p:txBody>
      </p:sp>
      <p:sp>
        <p:nvSpPr>
          <p:cNvPr id="10" name="내용 개체 틀 9">
            <a:extLst>
              <a:ext uri="{FF2B5EF4-FFF2-40B4-BE49-F238E27FC236}">
                <a16:creationId xmlns:a16="http://schemas.microsoft.com/office/drawing/2014/main" id="{2B3BECAE-7C73-0F19-AE82-887C923DF66B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 dirty="0"/>
          </a:p>
        </p:txBody>
      </p:sp>
      <p:pic>
        <p:nvPicPr>
          <p:cNvPr id="32" name="그림 31">
            <a:extLst>
              <a:ext uri="{FF2B5EF4-FFF2-40B4-BE49-F238E27FC236}">
                <a16:creationId xmlns:a16="http://schemas.microsoft.com/office/drawing/2014/main" id="{AD2F03D9-B845-BFFB-CCF6-9FB4E74653D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83543" y="1525774"/>
            <a:ext cx="4152774" cy="4164488"/>
          </a:xfrm>
          <a:prstGeom prst="rect">
            <a:avLst/>
          </a:prstGeom>
        </p:spPr>
      </p:pic>
      <p:sp>
        <p:nvSpPr>
          <p:cNvPr id="36" name="자유형: 도형 35">
            <a:extLst>
              <a:ext uri="{FF2B5EF4-FFF2-40B4-BE49-F238E27FC236}">
                <a16:creationId xmlns:a16="http://schemas.microsoft.com/office/drawing/2014/main" id="{A9FC3793-CB72-77C8-51B2-9A89A355061A}"/>
              </a:ext>
            </a:extLst>
          </p:cNvPr>
          <p:cNvSpPr/>
          <p:nvPr/>
        </p:nvSpPr>
        <p:spPr>
          <a:xfrm>
            <a:off x="6377792" y="1293938"/>
            <a:ext cx="4129178" cy="235813"/>
          </a:xfrm>
          <a:custGeom>
            <a:avLst/>
            <a:gdLst>
              <a:gd name="csX0" fmla="*/ 0 w 4129178"/>
              <a:gd name="csY0" fmla="*/ 224311 h 235813"/>
              <a:gd name="csX1" fmla="*/ 1955321 w 4129178"/>
              <a:gd name="csY1" fmla="*/ 24 h 235813"/>
              <a:gd name="csX2" fmla="*/ 4129178 w 4129178"/>
              <a:gd name="csY2" fmla="*/ 235813 h 2358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129178" h="235813">
                <a:moveTo>
                  <a:pt x="0" y="224311"/>
                </a:moveTo>
                <a:cubicBezTo>
                  <a:pt x="633562" y="111209"/>
                  <a:pt x="1267125" y="-1893"/>
                  <a:pt x="1955321" y="24"/>
                </a:cubicBezTo>
                <a:cubicBezTo>
                  <a:pt x="2643517" y="1941"/>
                  <a:pt x="3386347" y="118877"/>
                  <a:pt x="4129178" y="235813"/>
                </a:cubicBezTo>
              </a:path>
            </a:pathLst>
          </a:custGeom>
          <a:noFill/>
          <a:ln w="1905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8" name="자유형: 도형 37">
            <a:extLst>
              <a:ext uri="{FF2B5EF4-FFF2-40B4-BE49-F238E27FC236}">
                <a16:creationId xmlns:a16="http://schemas.microsoft.com/office/drawing/2014/main" id="{72028BC5-0B37-AFD4-F158-2A6E32D34539}"/>
              </a:ext>
            </a:extLst>
          </p:cNvPr>
          <p:cNvSpPr/>
          <p:nvPr/>
        </p:nvSpPr>
        <p:spPr>
          <a:xfrm rot="5400000">
            <a:off x="8589636" y="3490111"/>
            <a:ext cx="4129178" cy="235813"/>
          </a:xfrm>
          <a:custGeom>
            <a:avLst/>
            <a:gdLst>
              <a:gd name="csX0" fmla="*/ 0 w 4129178"/>
              <a:gd name="csY0" fmla="*/ 224311 h 235813"/>
              <a:gd name="csX1" fmla="*/ 1955321 w 4129178"/>
              <a:gd name="csY1" fmla="*/ 24 h 235813"/>
              <a:gd name="csX2" fmla="*/ 4129178 w 4129178"/>
              <a:gd name="csY2" fmla="*/ 235813 h 2358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129178" h="235813">
                <a:moveTo>
                  <a:pt x="0" y="224311"/>
                </a:moveTo>
                <a:cubicBezTo>
                  <a:pt x="633562" y="111209"/>
                  <a:pt x="1267125" y="-1893"/>
                  <a:pt x="1955321" y="24"/>
                </a:cubicBezTo>
                <a:cubicBezTo>
                  <a:pt x="2643517" y="1941"/>
                  <a:pt x="3386347" y="118877"/>
                  <a:pt x="4129178" y="235813"/>
                </a:cubicBezTo>
              </a:path>
            </a:pathLst>
          </a:custGeom>
          <a:noFill/>
          <a:ln w="1905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5C5329C8-DCC7-A2F0-6B61-6A9432AB87EF}"/>
              </a:ext>
            </a:extLst>
          </p:cNvPr>
          <p:cNvSpPr txBox="1"/>
          <p:nvPr/>
        </p:nvSpPr>
        <p:spPr>
          <a:xfrm>
            <a:off x="7879085" y="971408"/>
            <a:ext cx="1161690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dirty="0"/>
              <a:t>100d</a:t>
            </a:r>
            <a:endParaRPr lang="ko-KR" altLang="en-US" dirty="0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3FE57484-2A68-488C-FE59-0B93B43FA7FB}"/>
              </a:ext>
            </a:extLst>
          </p:cNvPr>
          <p:cNvSpPr txBox="1"/>
          <p:nvPr/>
        </p:nvSpPr>
        <p:spPr>
          <a:xfrm>
            <a:off x="10456649" y="3150381"/>
            <a:ext cx="1161690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dirty="0"/>
              <a:t>100d</a:t>
            </a:r>
            <a:endParaRPr lang="ko-KR" altLang="en-US" dirty="0"/>
          </a:p>
        </p:txBody>
      </p:sp>
      <p:cxnSp>
        <p:nvCxnSpPr>
          <p:cNvPr id="42" name="직선 연결선 41">
            <a:extLst>
              <a:ext uri="{FF2B5EF4-FFF2-40B4-BE49-F238E27FC236}">
                <a16:creationId xmlns:a16="http://schemas.microsoft.com/office/drawing/2014/main" id="{24EF25E2-6D6F-DF10-2FB6-D98F803D0F88}"/>
              </a:ext>
            </a:extLst>
          </p:cNvPr>
          <p:cNvCxnSpPr>
            <a:cxnSpLocks/>
            <a:stCxn id="32" idx="0"/>
            <a:endCxn id="32" idx="2"/>
          </p:cNvCxnSpPr>
          <p:nvPr/>
        </p:nvCxnSpPr>
        <p:spPr>
          <a:xfrm>
            <a:off x="8459930" y="1525774"/>
            <a:ext cx="0" cy="4164488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3" name="직선 연결선 42">
            <a:extLst>
              <a:ext uri="{FF2B5EF4-FFF2-40B4-BE49-F238E27FC236}">
                <a16:creationId xmlns:a16="http://schemas.microsoft.com/office/drawing/2014/main" id="{350D21BC-03E8-4770-3F07-FA45CB9F81E4}"/>
              </a:ext>
            </a:extLst>
          </p:cNvPr>
          <p:cNvCxnSpPr>
            <a:cxnSpLocks/>
            <a:stCxn id="32" idx="1"/>
            <a:endCxn id="32" idx="3"/>
          </p:cNvCxnSpPr>
          <p:nvPr/>
        </p:nvCxnSpPr>
        <p:spPr>
          <a:xfrm>
            <a:off x="6383543" y="3608018"/>
            <a:ext cx="4152774" cy="0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9" name="자유형: 도형 48">
            <a:extLst>
              <a:ext uri="{FF2B5EF4-FFF2-40B4-BE49-F238E27FC236}">
                <a16:creationId xmlns:a16="http://schemas.microsoft.com/office/drawing/2014/main" id="{AA3CE3F5-BFCF-DD7C-F5BE-62E79C4744F3}"/>
              </a:ext>
            </a:extLst>
          </p:cNvPr>
          <p:cNvSpPr/>
          <p:nvPr/>
        </p:nvSpPr>
        <p:spPr>
          <a:xfrm>
            <a:off x="6407140" y="3203274"/>
            <a:ext cx="1253112" cy="235809"/>
          </a:xfrm>
          <a:custGeom>
            <a:avLst/>
            <a:gdLst>
              <a:gd name="csX0" fmla="*/ 0 w 4129178"/>
              <a:gd name="csY0" fmla="*/ 224311 h 235813"/>
              <a:gd name="csX1" fmla="*/ 1955321 w 4129178"/>
              <a:gd name="csY1" fmla="*/ 24 h 235813"/>
              <a:gd name="csX2" fmla="*/ 4129178 w 4129178"/>
              <a:gd name="csY2" fmla="*/ 235813 h 2358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129178" h="235813">
                <a:moveTo>
                  <a:pt x="0" y="224311"/>
                </a:moveTo>
                <a:cubicBezTo>
                  <a:pt x="633562" y="111209"/>
                  <a:pt x="1267125" y="-1893"/>
                  <a:pt x="1955321" y="24"/>
                </a:cubicBezTo>
                <a:cubicBezTo>
                  <a:pt x="2643517" y="1941"/>
                  <a:pt x="3386347" y="118877"/>
                  <a:pt x="4129178" y="235813"/>
                </a:cubicBezTo>
              </a:path>
            </a:pathLst>
          </a:custGeom>
          <a:noFill/>
          <a:ln w="1905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1" name="자유형: 도형 50">
            <a:extLst>
              <a:ext uri="{FF2B5EF4-FFF2-40B4-BE49-F238E27FC236}">
                <a16:creationId xmlns:a16="http://schemas.microsoft.com/office/drawing/2014/main" id="{7509C5AB-F4DE-3D4D-1834-0942DCFC0EF8}"/>
              </a:ext>
            </a:extLst>
          </p:cNvPr>
          <p:cNvSpPr/>
          <p:nvPr/>
        </p:nvSpPr>
        <p:spPr>
          <a:xfrm>
            <a:off x="8014522" y="2195838"/>
            <a:ext cx="1348010" cy="228185"/>
          </a:xfrm>
          <a:custGeom>
            <a:avLst/>
            <a:gdLst>
              <a:gd name="csX0" fmla="*/ 0 w 4129178"/>
              <a:gd name="csY0" fmla="*/ 224311 h 235813"/>
              <a:gd name="csX1" fmla="*/ 1955321 w 4129178"/>
              <a:gd name="csY1" fmla="*/ 24 h 235813"/>
              <a:gd name="csX2" fmla="*/ 4129178 w 4129178"/>
              <a:gd name="csY2" fmla="*/ 235813 h 2358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129178" h="235813">
                <a:moveTo>
                  <a:pt x="0" y="224311"/>
                </a:moveTo>
                <a:cubicBezTo>
                  <a:pt x="633562" y="111209"/>
                  <a:pt x="1267125" y="-1893"/>
                  <a:pt x="1955321" y="24"/>
                </a:cubicBezTo>
                <a:cubicBezTo>
                  <a:pt x="2643517" y="1941"/>
                  <a:pt x="3386347" y="118877"/>
                  <a:pt x="4129178" y="235813"/>
                </a:cubicBezTo>
              </a:path>
            </a:pathLst>
          </a:custGeom>
          <a:noFill/>
          <a:ln w="1905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5" name="자유형: 도형 54">
            <a:extLst>
              <a:ext uri="{FF2B5EF4-FFF2-40B4-BE49-F238E27FC236}">
                <a16:creationId xmlns:a16="http://schemas.microsoft.com/office/drawing/2014/main" id="{3BA74708-E3B2-BC6E-91F5-B4E1AF31ACE3}"/>
              </a:ext>
            </a:extLst>
          </p:cNvPr>
          <p:cNvSpPr/>
          <p:nvPr/>
        </p:nvSpPr>
        <p:spPr>
          <a:xfrm rot="5400000">
            <a:off x="7277766" y="3815700"/>
            <a:ext cx="941714" cy="168316"/>
          </a:xfrm>
          <a:custGeom>
            <a:avLst/>
            <a:gdLst>
              <a:gd name="csX0" fmla="*/ 0 w 4129178"/>
              <a:gd name="csY0" fmla="*/ 224311 h 235813"/>
              <a:gd name="csX1" fmla="*/ 1955321 w 4129178"/>
              <a:gd name="csY1" fmla="*/ 24 h 235813"/>
              <a:gd name="csX2" fmla="*/ 4129178 w 4129178"/>
              <a:gd name="csY2" fmla="*/ 235813 h 2358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129178" h="235813">
                <a:moveTo>
                  <a:pt x="0" y="224311"/>
                </a:moveTo>
                <a:cubicBezTo>
                  <a:pt x="633562" y="111209"/>
                  <a:pt x="1267125" y="-1893"/>
                  <a:pt x="1955321" y="24"/>
                </a:cubicBezTo>
                <a:cubicBezTo>
                  <a:pt x="2643517" y="1941"/>
                  <a:pt x="3386347" y="118877"/>
                  <a:pt x="4129178" y="235813"/>
                </a:cubicBezTo>
              </a:path>
            </a:pathLst>
          </a:custGeom>
          <a:noFill/>
          <a:ln w="1905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7" name="자유형: 도형 56">
            <a:extLst>
              <a:ext uri="{FF2B5EF4-FFF2-40B4-BE49-F238E27FC236}">
                <a16:creationId xmlns:a16="http://schemas.microsoft.com/office/drawing/2014/main" id="{BACC5BA7-437A-6B0B-3DFB-94BCE3ACE9A8}"/>
              </a:ext>
            </a:extLst>
          </p:cNvPr>
          <p:cNvSpPr/>
          <p:nvPr/>
        </p:nvSpPr>
        <p:spPr>
          <a:xfrm rot="5400000">
            <a:off x="7491619" y="2033804"/>
            <a:ext cx="1136945" cy="156193"/>
          </a:xfrm>
          <a:custGeom>
            <a:avLst/>
            <a:gdLst>
              <a:gd name="csX0" fmla="*/ 0 w 4129178"/>
              <a:gd name="csY0" fmla="*/ 224311 h 235813"/>
              <a:gd name="csX1" fmla="*/ 1955321 w 4129178"/>
              <a:gd name="csY1" fmla="*/ 24 h 235813"/>
              <a:gd name="csX2" fmla="*/ 4129178 w 4129178"/>
              <a:gd name="csY2" fmla="*/ 235813 h 2358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129178" h="235813">
                <a:moveTo>
                  <a:pt x="0" y="224311"/>
                </a:moveTo>
                <a:cubicBezTo>
                  <a:pt x="633562" y="111209"/>
                  <a:pt x="1267125" y="-1893"/>
                  <a:pt x="1955321" y="24"/>
                </a:cubicBezTo>
                <a:cubicBezTo>
                  <a:pt x="2643517" y="1941"/>
                  <a:pt x="3386347" y="118877"/>
                  <a:pt x="4129178" y="235813"/>
                </a:cubicBezTo>
              </a:path>
            </a:pathLst>
          </a:custGeom>
          <a:noFill/>
          <a:ln w="1905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9" name="자유형: 도형 58">
            <a:extLst>
              <a:ext uri="{FF2B5EF4-FFF2-40B4-BE49-F238E27FC236}">
                <a16:creationId xmlns:a16="http://schemas.microsoft.com/office/drawing/2014/main" id="{C220081B-D162-CB59-0713-6850674D6E95}"/>
              </a:ext>
            </a:extLst>
          </p:cNvPr>
          <p:cNvSpPr/>
          <p:nvPr/>
        </p:nvSpPr>
        <p:spPr>
          <a:xfrm>
            <a:off x="6404693" y="1315351"/>
            <a:ext cx="1609829" cy="235813"/>
          </a:xfrm>
          <a:custGeom>
            <a:avLst/>
            <a:gdLst>
              <a:gd name="csX0" fmla="*/ 0 w 4129178"/>
              <a:gd name="csY0" fmla="*/ 224311 h 235813"/>
              <a:gd name="csX1" fmla="*/ 1955321 w 4129178"/>
              <a:gd name="csY1" fmla="*/ 24 h 235813"/>
              <a:gd name="csX2" fmla="*/ 4129178 w 4129178"/>
              <a:gd name="csY2" fmla="*/ 235813 h 2358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129178" h="235813">
                <a:moveTo>
                  <a:pt x="0" y="224311"/>
                </a:moveTo>
                <a:cubicBezTo>
                  <a:pt x="633562" y="111209"/>
                  <a:pt x="1267125" y="-1893"/>
                  <a:pt x="1955321" y="24"/>
                </a:cubicBezTo>
                <a:cubicBezTo>
                  <a:pt x="2643517" y="1941"/>
                  <a:pt x="3386347" y="118877"/>
                  <a:pt x="4129178" y="235813"/>
                </a:cubicBezTo>
              </a:path>
            </a:pathLst>
          </a:custGeom>
          <a:noFill/>
          <a:ln w="1905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1" name="자유형: 도형 60">
            <a:extLst>
              <a:ext uri="{FF2B5EF4-FFF2-40B4-BE49-F238E27FC236}">
                <a16:creationId xmlns:a16="http://schemas.microsoft.com/office/drawing/2014/main" id="{AA566ED8-14E7-0976-0069-AD2185B7B2DC}"/>
              </a:ext>
            </a:extLst>
          </p:cNvPr>
          <p:cNvSpPr/>
          <p:nvPr/>
        </p:nvSpPr>
        <p:spPr>
          <a:xfrm>
            <a:off x="9085048" y="2443274"/>
            <a:ext cx="1129519" cy="235813"/>
          </a:xfrm>
          <a:custGeom>
            <a:avLst/>
            <a:gdLst>
              <a:gd name="csX0" fmla="*/ 0 w 4129178"/>
              <a:gd name="csY0" fmla="*/ 224311 h 235813"/>
              <a:gd name="csX1" fmla="*/ 1955321 w 4129178"/>
              <a:gd name="csY1" fmla="*/ 24 h 235813"/>
              <a:gd name="csX2" fmla="*/ 4129178 w 4129178"/>
              <a:gd name="csY2" fmla="*/ 235813 h 2358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129178" h="235813">
                <a:moveTo>
                  <a:pt x="0" y="224311"/>
                </a:moveTo>
                <a:cubicBezTo>
                  <a:pt x="633562" y="111209"/>
                  <a:pt x="1267125" y="-1893"/>
                  <a:pt x="1955321" y="24"/>
                </a:cubicBezTo>
                <a:cubicBezTo>
                  <a:pt x="2643517" y="1941"/>
                  <a:pt x="3386347" y="118877"/>
                  <a:pt x="4129178" y="235813"/>
                </a:cubicBezTo>
              </a:path>
            </a:pathLst>
          </a:custGeom>
          <a:noFill/>
          <a:ln w="1905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5" name="자유형: 도형 64">
            <a:extLst>
              <a:ext uri="{FF2B5EF4-FFF2-40B4-BE49-F238E27FC236}">
                <a16:creationId xmlns:a16="http://schemas.microsoft.com/office/drawing/2014/main" id="{91068D27-346D-48C1-9F8B-EBFA48CED659}"/>
              </a:ext>
            </a:extLst>
          </p:cNvPr>
          <p:cNvSpPr/>
          <p:nvPr/>
        </p:nvSpPr>
        <p:spPr>
          <a:xfrm rot="5400000">
            <a:off x="9327516" y="2611465"/>
            <a:ext cx="800773" cy="156193"/>
          </a:xfrm>
          <a:custGeom>
            <a:avLst/>
            <a:gdLst>
              <a:gd name="csX0" fmla="*/ 0 w 4129178"/>
              <a:gd name="csY0" fmla="*/ 224311 h 235813"/>
              <a:gd name="csX1" fmla="*/ 1955321 w 4129178"/>
              <a:gd name="csY1" fmla="*/ 24 h 235813"/>
              <a:gd name="csX2" fmla="*/ 4129178 w 4129178"/>
              <a:gd name="csY2" fmla="*/ 235813 h 2358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129178" h="235813">
                <a:moveTo>
                  <a:pt x="0" y="224311"/>
                </a:moveTo>
                <a:cubicBezTo>
                  <a:pt x="633562" y="111209"/>
                  <a:pt x="1267125" y="-1893"/>
                  <a:pt x="1955321" y="24"/>
                </a:cubicBezTo>
                <a:cubicBezTo>
                  <a:pt x="2643517" y="1941"/>
                  <a:pt x="3386347" y="118877"/>
                  <a:pt x="4129178" y="235813"/>
                </a:cubicBezTo>
              </a:path>
            </a:pathLst>
          </a:custGeom>
          <a:noFill/>
          <a:ln w="1905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060EAF07-D46E-6366-4DC7-063B5B2E853A}"/>
              </a:ext>
            </a:extLst>
          </p:cNvPr>
          <p:cNvSpPr txBox="1"/>
          <p:nvPr/>
        </p:nvSpPr>
        <p:spPr>
          <a:xfrm>
            <a:off x="8060091" y="2023676"/>
            <a:ext cx="1161690" cy="30777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1400" dirty="0"/>
              <a:t>40d</a:t>
            </a:r>
            <a:endParaRPr lang="ko-KR" altLang="en-US" sz="1400" dirty="0"/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0390F07F-8FBC-2BDF-338B-03EBFCB08B79}"/>
              </a:ext>
            </a:extLst>
          </p:cNvPr>
          <p:cNvSpPr txBox="1"/>
          <p:nvPr/>
        </p:nvSpPr>
        <p:spPr>
          <a:xfrm>
            <a:off x="6586933" y="1116820"/>
            <a:ext cx="1161690" cy="30777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1400" dirty="0"/>
              <a:t>45d</a:t>
            </a:r>
            <a:endParaRPr lang="ko-KR" altLang="en-US" sz="1400" dirty="0"/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2E2F1617-2E5F-BC2E-A5E6-91E4557AEEDC}"/>
              </a:ext>
            </a:extLst>
          </p:cNvPr>
          <p:cNvSpPr txBox="1"/>
          <p:nvPr/>
        </p:nvSpPr>
        <p:spPr>
          <a:xfrm>
            <a:off x="7386089" y="3730655"/>
            <a:ext cx="1161690" cy="30777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1400" dirty="0"/>
              <a:t>25d</a:t>
            </a:r>
            <a:endParaRPr lang="ko-KR" altLang="en-US" sz="1400" dirty="0"/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B26442D4-5D2C-8674-81EC-A0EDC14D6F5A}"/>
              </a:ext>
            </a:extLst>
          </p:cNvPr>
          <p:cNvSpPr txBox="1"/>
          <p:nvPr/>
        </p:nvSpPr>
        <p:spPr>
          <a:xfrm>
            <a:off x="6428702" y="3014596"/>
            <a:ext cx="1161690" cy="30777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1400" dirty="0"/>
              <a:t>30d</a:t>
            </a:r>
            <a:endParaRPr lang="ko-KR" altLang="en-US" sz="1400" dirty="0"/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25D3124B-A52E-814C-890B-01921229E181}"/>
              </a:ext>
            </a:extLst>
          </p:cNvPr>
          <p:cNvSpPr txBox="1"/>
          <p:nvPr/>
        </p:nvSpPr>
        <p:spPr>
          <a:xfrm>
            <a:off x="7645191" y="1832262"/>
            <a:ext cx="1161690" cy="30777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1400" dirty="0"/>
              <a:t>25d</a:t>
            </a:r>
            <a:endParaRPr lang="ko-KR" altLang="en-US" sz="1400" dirty="0"/>
          </a:p>
        </p:txBody>
      </p:sp>
      <p:sp>
        <p:nvSpPr>
          <p:cNvPr id="88" name="자유형: 도형 87">
            <a:extLst>
              <a:ext uri="{FF2B5EF4-FFF2-40B4-BE49-F238E27FC236}">
                <a16:creationId xmlns:a16="http://schemas.microsoft.com/office/drawing/2014/main" id="{3651B9FD-A63F-07BA-D2D4-D02DC873D76F}"/>
              </a:ext>
            </a:extLst>
          </p:cNvPr>
          <p:cNvSpPr/>
          <p:nvPr/>
        </p:nvSpPr>
        <p:spPr>
          <a:xfrm rot="16200000" flipH="1">
            <a:off x="7461221" y="2798634"/>
            <a:ext cx="961031" cy="145038"/>
          </a:xfrm>
          <a:custGeom>
            <a:avLst/>
            <a:gdLst>
              <a:gd name="csX0" fmla="*/ 0 w 4129178"/>
              <a:gd name="csY0" fmla="*/ 224311 h 235813"/>
              <a:gd name="csX1" fmla="*/ 1955321 w 4129178"/>
              <a:gd name="csY1" fmla="*/ 24 h 235813"/>
              <a:gd name="csX2" fmla="*/ 4129178 w 4129178"/>
              <a:gd name="csY2" fmla="*/ 235813 h 2358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129178" h="235813">
                <a:moveTo>
                  <a:pt x="0" y="224311"/>
                </a:moveTo>
                <a:cubicBezTo>
                  <a:pt x="633562" y="111209"/>
                  <a:pt x="1267125" y="-1893"/>
                  <a:pt x="1955321" y="24"/>
                </a:cubicBezTo>
                <a:cubicBezTo>
                  <a:pt x="2643517" y="1941"/>
                  <a:pt x="3386347" y="118877"/>
                  <a:pt x="4129178" y="235813"/>
                </a:cubicBezTo>
              </a:path>
            </a:pathLst>
          </a:custGeom>
          <a:noFill/>
          <a:ln w="1905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8091B93C-2AF9-9A55-0F1E-E5971C5A2B8E}"/>
              </a:ext>
            </a:extLst>
          </p:cNvPr>
          <p:cNvSpPr txBox="1"/>
          <p:nvPr/>
        </p:nvSpPr>
        <p:spPr>
          <a:xfrm>
            <a:off x="7177979" y="2721006"/>
            <a:ext cx="1161690" cy="30777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1400" dirty="0"/>
              <a:t>20d</a:t>
            </a:r>
            <a:endParaRPr lang="ko-KR" altLang="en-US" sz="1400" dirty="0"/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F7A5A53E-CBD6-4D27-7935-D88BFB023A30}"/>
              </a:ext>
            </a:extLst>
          </p:cNvPr>
          <p:cNvSpPr txBox="1"/>
          <p:nvPr/>
        </p:nvSpPr>
        <p:spPr>
          <a:xfrm>
            <a:off x="9317350" y="2596139"/>
            <a:ext cx="1161690" cy="30777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1400" dirty="0"/>
              <a:t>15d</a:t>
            </a:r>
            <a:endParaRPr lang="ko-KR" altLang="en-US" sz="1400" dirty="0"/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866974E6-E12C-B465-BD5E-8F165C5D4856}"/>
              </a:ext>
            </a:extLst>
          </p:cNvPr>
          <p:cNvSpPr txBox="1"/>
          <p:nvPr/>
        </p:nvSpPr>
        <p:spPr>
          <a:xfrm>
            <a:off x="9134645" y="2321731"/>
            <a:ext cx="1161690" cy="30777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1400" dirty="0"/>
              <a:t>20d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3443530477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E431982-35EF-EBEC-D9A7-CC0AFA18AD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NPC_</a:t>
            </a:r>
            <a:r>
              <a:rPr lang="ko-KR" altLang="en-US" dirty="0"/>
              <a:t>생물</a:t>
            </a:r>
            <a:r>
              <a:rPr lang="en-US" altLang="ko-KR" dirty="0"/>
              <a:t>_</a:t>
            </a:r>
            <a:r>
              <a:rPr lang="ko-KR" altLang="en-US" dirty="0"/>
              <a:t>벌 </a:t>
            </a:r>
            <a:r>
              <a:rPr lang="ko-KR" altLang="en-US" dirty="0" err="1"/>
              <a:t>행동트리</a:t>
            </a:r>
            <a:endParaRPr lang="ko-KR" altLang="en-US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4D5F99C4-5814-36F2-7009-3BBAB3B6D2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10/11/2026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746A311-80A7-E422-30F5-4DA87EF2C7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49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02276D0C-5F68-C658-45CC-3713A071FAC9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9663720E-869D-97FB-FFF4-58F6951EDD70}"/>
              </a:ext>
            </a:extLst>
          </p:cNvPr>
          <p:cNvSpPr/>
          <p:nvPr/>
        </p:nvSpPr>
        <p:spPr>
          <a:xfrm>
            <a:off x="5318094" y="1262664"/>
            <a:ext cx="1186620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en-US" altLang="ko-KR" dirty="0">
                <a:solidFill>
                  <a:srgbClr val="000000"/>
                </a:solidFill>
              </a:rPr>
              <a:t>selector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A41CA78A-DB74-E88D-5A42-4737866F5DAB}"/>
              </a:ext>
            </a:extLst>
          </p:cNvPr>
          <p:cNvSpPr/>
          <p:nvPr/>
        </p:nvSpPr>
        <p:spPr>
          <a:xfrm>
            <a:off x="9249734" y="2370482"/>
            <a:ext cx="2291327" cy="832486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chemeClr val="tx1"/>
                </a:solidFill>
              </a:rPr>
              <a:t>벌집 배회</a:t>
            </a:r>
            <a:r>
              <a:rPr lang="en-US" altLang="ko-KR" dirty="0">
                <a:solidFill>
                  <a:schemeClr val="tx1"/>
                </a:solidFill>
              </a:rPr>
              <a:t> </a:t>
            </a:r>
            <a:r>
              <a:rPr lang="ko-KR" altLang="ko-KR" dirty="0" err="1">
                <a:solidFill>
                  <a:schemeClr val="tx1"/>
                </a:solidFill>
              </a:rPr>
              <a:t>sequence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en-US" altLang="ko-KR" dirty="0">
                <a:solidFill>
                  <a:schemeClr val="tx1"/>
                </a:solidFill>
              </a:rPr>
              <a:t>: </a:t>
            </a:r>
            <a:r>
              <a:rPr lang="ko-KR" altLang="en-US" dirty="0">
                <a:solidFill>
                  <a:schemeClr val="tx1"/>
                </a:solidFill>
              </a:rPr>
              <a:t>벌집 주변 배회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EFB238FB-1BE7-6F02-51F7-EE12BBE682BE}"/>
              </a:ext>
            </a:extLst>
          </p:cNvPr>
          <p:cNvSpPr/>
          <p:nvPr/>
        </p:nvSpPr>
        <p:spPr>
          <a:xfrm>
            <a:off x="992448" y="2479320"/>
            <a:ext cx="1814012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chemeClr val="tx1"/>
                </a:solidFill>
              </a:rPr>
              <a:t>벌집 </a:t>
            </a:r>
            <a:r>
              <a:rPr lang="ko-KR" altLang="en-US">
                <a:solidFill>
                  <a:schemeClr val="tx1"/>
                </a:solidFill>
              </a:rPr>
              <a:t>피격 대응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ko-KR" altLang="ko-KR" dirty="0" err="1">
                <a:solidFill>
                  <a:schemeClr val="tx1"/>
                </a:solidFill>
              </a:rPr>
              <a:t>sequence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D2874184-5899-7BE1-D3E2-49F78C10ACF4}"/>
              </a:ext>
            </a:extLst>
          </p:cNvPr>
          <p:cNvSpPr/>
          <p:nvPr/>
        </p:nvSpPr>
        <p:spPr>
          <a:xfrm>
            <a:off x="6630824" y="2326698"/>
            <a:ext cx="2291327" cy="949681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chemeClr val="tx1"/>
                </a:solidFill>
              </a:rPr>
              <a:t>벌집 귀환</a:t>
            </a:r>
            <a:r>
              <a:rPr lang="en-US" altLang="ko-KR" dirty="0">
                <a:solidFill>
                  <a:schemeClr val="tx1"/>
                </a:solidFill>
              </a:rPr>
              <a:t> </a:t>
            </a:r>
            <a:r>
              <a:rPr lang="ko-KR" altLang="ko-KR" dirty="0" err="1">
                <a:solidFill>
                  <a:schemeClr val="tx1"/>
                </a:solidFill>
              </a:rPr>
              <a:t>sequence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en-US" altLang="ko-KR" dirty="0">
                <a:solidFill>
                  <a:schemeClr val="tx1"/>
                </a:solidFill>
              </a:rPr>
              <a:t>: </a:t>
            </a:r>
            <a:r>
              <a:rPr lang="ko-KR" altLang="en-US" dirty="0">
                <a:solidFill>
                  <a:schemeClr val="tx1"/>
                </a:solidFill>
              </a:rPr>
              <a:t>범위에서 벗어나면 복귀</a:t>
            </a:r>
          </a:p>
        </p:txBody>
      </p:sp>
      <p:cxnSp>
        <p:nvCxnSpPr>
          <p:cNvPr id="23" name="직선 연결선 22">
            <a:extLst>
              <a:ext uri="{FF2B5EF4-FFF2-40B4-BE49-F238E27FC236}">
                <a16:creationId xmlns:a16="http://schemas.microsoft.com/office/drawing/2014/main" id="{65E6C07C-C01C-D2E5-1242-D2D2577CCBA2}"/>
              </a:ext>
            </a:extLst>
          </p:cNvPr>
          <p:cNvCxnSpPr>
            <a:cxnSpLocks/>
            <a:stCxn id="9" idx="2"/>
            <a:endCxn id="13" idx="0"/>
          </p:cNvCxnSpPr>
          <p:nvPr/>
        </p:nvCxnSpPr>
        <p:spPr>
          <a:xfrm flipH="1">
            <a:off x="1899454" y="1914034"/>
            <a:ext cx="4011950" cy="56528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직선 연결선 24">
            <a:extLst>
              <a:ext uri="{FF2B5EF4-FFF2-40B4-BE49-F238E27FC236}">
                <a16:creationId xmlns:a16="http://schemas.microsoft.com/office/drawing/2014/main" id="{2A1C32BD-8F65-AEA2-7EAF-2701ECEB5A9B}"/>
              </a:ext>
            </a:extLst>
          </p:cNvPr>
          <p:cNvCxnSpPr>
            <a:cxnSpLocks/>
            <a:stCxn id="9" idx="2"/>
            <a:endCxn id="19" idx="0"/>
          </p:cNvCxnSpPr>
          <p:nvPr/>
        </p:nvCxnSpPr>
        <p:spPr>
          <a:xfrm>
            <a:off x="5911404" y="1914034"/>
            <a:ext cx="1865084" cy="41266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직선 연결선 26">
            <a:extLst>
              <a:ext uri="{FF2B5EF4-FFF2-40B4-BE49-F238E27FC236}">
                <a16:creationId xmlns:a16="http://schemas.microsoft.com/office/drawing/2014/main" id="{7D447524-DD88-0B20-3BFA-0F6A4CE85A0A}"/>
              </a:ext>
            </a:extLst>
          </p:cNvPr>
          <p:cNvCxnSpPr>
            <a:cxnSpLocks/>
            <a:stCxn id="9" idx="2"/>
            <a:endCxn id="11" idx="0"/>
          </p:cNvCxnSpPr>
          <p:nvPr/>
        </p:nvCxnSpPr>
        <p:spPr>
          <a:xfrm>
            <a:off x="5911404" y="1914034"/>
            <a:ext cx="4483994" cy="456448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직사각형 35">
            <a:extLst>
              <a:ext uri="{FF2B5EF4-FFF2-40B4-BE49-F238E27FC236}">
                <a16:creationId xmlns:a16="http://schemas.microsoft.com/office/drawing/2014/main" id="{A6B9E20A-B8F9-CB51-C4D5-C3E38CB1857F}"/>
              </a:ext>
            </a:extLst>
          </p:cNvPr>
          <p:cNvSpPr/>
          <p:nvPr/>
        </p:nvSpPr>
        <p:spPr>
          <a:xfrm>
            <a:off x="4677148" y="2471926"/>
            <a:ext cx="1530911" cy="731042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chemeClr val="tx1"/>
                </a:solidFill>
              </a:rPr>
              <a:t>벌꿀 탐지</a:t>
            </a:r>
            <a:r>
              <a:rPr lang="en-US" altLang="ko-KR" dirty="0">
                <a:solidFill>
                  <a:schemeClr val="tx1"/>
                </a:solidFill>
              </a:rPr>
              <a:t> </a:t>
            </a:r>
            <a:r>
              <a:rPr lang="ko-KR" altLang="ko-KR" dirty="0" err="1">
                <a:solidFill>
                  <a:schemeClr val="tx1"/>
                </a:solidFill>
              </a:rPr>
              <a:t>sequence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39" name="직사각형 38">
            <a:extLst>
              <a:ext uri="{FF2B5EF4-FFF2-40B4-BE49-F238E27FC236}">
                <a16:creationId xmlns:a16="http://schemas.microsoft.com/office/drawing/2014/main" id="{2FB0CA58-B2A0-207C-01CA-61B12DC6F7B8}"/>
              </a:ext>
            </a:extLst>
          </p:cNvPr>
          <p:cNvSpPr/>
          <p:nvPr/>
        </p:nvSpPr>
        <p:spPr>
          <a:xfrm>
            <a:off x="445721" y="5379295"/>
            <a:ext cx="1186620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chemeClr val="tx1"/>
                </a:solidFill>
              </a:rPr>
              <a:t>벌집 저격 당함</a:t>
            </a:r>
          </a:p>
        </p:txBody>
      </p:sp>
      <p:sp>
        <p:nvSpPr>
          <p:cNvPr id="41" name="직사각형 40">
            <a:extLst>
              <a:ext uri="{FF2B5EF4-FFF2-40B4-BE49-F238E27FC236}">
                <a16:creationId xmlns:a16="http://schemas.microsoft.com/office/drawing/2014/main" id="{34BDC9A5-280C-0B39-6D93-588DAE81FDF5}"/>
              </a:ext>
            </a:extLst>
          </p:cNvPr>
          <p:cNvSpPr/>
          <p:nvPr/>
        </p:nvSpPr>
        <p:spPr>
          <a:xfrm>
            <a:off x="1917601" y="5379295"/>
            <a:ext cx="1186620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chemeClr val="tx1"/>
                </a:solidFill>
              </a:rPr>
              <a:t>방해 중단</a:t>
            </a:r>
          </a:p>
        </p:txBody>
      </p:sp>
      <p:sp>
        <p:nvSpPr>
          <p:cNvPr id="43" name="직사각형 42">
            <a:extLst>
              <a:ext uri="{FF2B5EF4-FFF2-40B4-BE49-F238E27FC236}">
                <a16:creationId xmlns:a16="http://schemas.microsoft.com/office/drawing/2014/main" id="{68D74D15-DF3C-D729-CB6A-4CBA92D0021F}"/>
              </a:ext>
            </a:extLst>
          </p:cNvPr>
          <p:cNvSpPr/>
          <p:nvPr/>
        </p:nvSpPr>
        <p:spPr>
          <a:xfrm>
            <a:off x="3389481" y="5372271"/>
            <a:ext cx="1415605" cy="756656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chemeClr val="tx1"/>
                </a:solidFill>
              </a:rPr>
              <a:t>기억 상태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ko-KR" altLang="en-US" dirty="0">
                <a:solidFill>
                  <a:schemeClr val="tx1"/>
                </a:solidFill>
              </a:rPr>
              <a:t>활성화</a:t>
            </a:r>
          </a:p>
        </p:txBody>
      </p:sp>
      <p:sp>
        <p:nvSpPr>
          <p:cNvPr id="45" name="직사각형 44">
            <a:extLst>
              <a:ext uri="{FF2B5EF4-FFF2-40B4-BE49-F238E27FC236}">
                <a16:creationId xmlns:a16="http://schemas.microsoft.com/office/drawing/2014/main" id="{E559B2BA-1FE3-ACCD-2734-EFA2C960462F}"/>
              </a:ext>
            </a:extLst>
          </p:cNvPr>
          <p:cNvSpPr/>
          <p:nvPr/>
        </p:nvSpPr>
        <p:spPr>
          <a:xfrm>
            <a:off x="5090346" y="5424914"/>
            <a:ext cx="1186621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chemeClr val="tx1"/>
                </a:solidFill>
              </a:rPr>
              <a:t>벌집으로 복귀</a:t>
            </a:r>
          </a:p>
        </p:txBody>
      </p:sp>
      <p:cxnSp>
        <p:nvCxnSpPr>
          <p:cNvPr id="46" name="직선 연결선 45">
            <a:extLst>
              <a:ext uri="{FF2B5EF4-FFF2-40B4-BE49-F238E27FC236}">
                <a16:creationId xmlns:a16="http://schemas.microsoft.com/office/drawing/2014/main" id="{7FE06FCC-84DD-0387-364D-1B12A7A29D4A}"/>
              </a:ext>
            </a:extLst>
          </p:cNvPr>
          <p:cNvCxnSpPr>
            <a:cxnSpLocks/>
            <a:stCxn id="13" idx="2"/>
            <a:endCxn id="39" idx="0"/>
          </p:cNvCxnSpPr>
          <p:nvPr/>
        </p:nvCxnSpPr>
        <p:spPr>
          <a:xfrm flipH="1">
            <a:off x="1039031" y="3130690"/>
            <a:ext cx="860423" cy="224860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직선 연결선 48">
            <a:extLst>
              <a:ext uri="{FF2B5EF4-FFF2-40B4-BE49-F238E27FC236}">
                <a16:creationId xmlns:a16="http://schemas.microsoft.com/office/drawing/2014/main" id="{FD1DB450-3FD5-CA64-2FAD-CF858AAAA0CF}"/>
              </a:ext>
            </a:extLst>
          </p:cNvPr>
          <p:cNvCxnSpPr>
            <a:cxnSpLocks/>
            <a:stCxn id="13" idx="2"/>
            <a:endCxn id="41" idx="0"/>
          </p:cNvCxnSpPr>
          <p:nvPr/>
        </p:nvCxnSpPr>
        <p:spPr>
          <a:xfrm>
            <a:off x="1899454" y="3130690"/>
            <a:ext cx="611457" cy="224860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직선 연결선 51">
            <a:extLst>
              <a:ext uri="{FF2B5EF4-FFF2-40B4-BE49-F238E27FC236}">
                <a16:creationId xmlns:a16="http://schemas.microsoft.com/office/drawing/2014/main" id="{642D94AC-F1AB-B320-A63D-D65BEDB2F883}"/>
              </a:ext>
            </a:extLst>
          </p:cNvPr>
          <p:cNvCxnSpPr>
            <a:cxnSpLocks/>
            <a:stCxn id="13" idx="2"/>
            <a:endCxn id="43" idx="0"/>
          </p:cNvCxnSpPr>
          <p:nvPr/>
        </p:nvCxnSpPr>
        <p:spPr>
          <a:xfrm>
            <a:off x="1899454" y="3130690"/>
            <a:ext cx="2197830" cy="2241581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직선 연결선 54">
            <a:extLst>
              <a:ext uri="{FF2B5EF4-FFF2-40B4-BE49-F238E27FC236}">
                <a16:creationId xmlns:a16="http://schemas.microsoft.com/office/drawing/2014/main" id="{5C7DE81E-0306-4215-23BE-0FAEF864D331}"/>
              </a:ext>
            </a:extLst>
          </p:cNvPr>
          <p:cNvCxnSpPr>
            <a:cxnSpLocks/>
            <a:stCxn id="13" idx="2"/>
            <a:endCxn id="45" idx="0"/>
          </p:cNvCxnSpPr>
          <p:nvPr/>
        </p:nvCxnSpPr>
        <p:spPr>
          <a:xfrm>
            <a:off x="1899454" y="3130690"/>
            <a:ext cx="3784203" cy="229422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직선 연결선 61">
            <a:extLst>
              <a:ext uri="{FF2B5EF4-FFF2-40B4-BE49-F238E27FC236}">
                <a16:creationId xmlns:a16="http://schemas.microsoft.com/office/drawing/2014/main" id="{A36355BB-7CF3-D6C0-0FF4-FF08FC91CC27}"/>
              </a:ext>
            </a:extLst>
          </p:cNvPr>
          <p:cNvCxnSpPr>
            <a:cxnSpLocks/>
            <a:stCxn id="9" idx="2"/>
            <a:endCxn id="36" idx="0"/>
          </p:cNvCxnSpPr>
          <p:nvPr/>
        </p:nvCxnSpPr>
        <p:spPr>
          <a:xfrm flipH="1">
            <a:off x="5442604" y="1914034"/>
            <a:ext cx="468800" cy="55789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직사각형 77">
            <a:extLst>
              <a:ext uri="{FF2B5EF4-FFF2-40B4-BE49-F238E27FC236}">
                <a16:creationId xmlns:a16="http://schemas.microsoft.com/office/drawing/2014/main" id="{FD219BEB-70FB-881E-2E07-BF9EF884B57D}"/>
              </a:ext>
            </a:extLst>
          </p:cNvPr>
          <p:cNvSpPr/>
          <p:nvPr/>
        </p:nvSpPr>
        <p:spPr>
          <a:xfrm>
            <a:off x="5044801" y="3665389"/>
            <a:ext cx="1517425" cy="75386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chemeClr val="tx1"/>
                </a:solidFill>
              </a:rPr>
              <a:t>탐지 범위 내 벌꿀 확인</a:t>
            </a:r>
          </a:p>
        </p:txBody>
      </p:sp>
      <p:sp>
        <p:nvSpPr>
          <p:cNvPr id="80" name="직사각형 79">
            <a:extLst>
              <a:ext uri="{FF2B5EF4-FFF2-40B4-BE49-F238E27FC236}">
                <a16:creationId xmlns:a16="http://schemas.microsoft.com/office/drawing/2014/main" id="{0A2DA9F5-63DA-6AF6-0E57-506688DF3FB6}"/>
              </a:ext>
            </a:extLst>
          </p:cNvPr>
          <p:cNvSpPr/>
          <p:nvPr/>
        </p:nvSpPr>
        <p:spPr>
          <a:xfrm>
            <a:off x="6829339" y="3751992"/>
            <a:ext cx="897611" cy="580656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chemeClr val="tx1"/>
                </a:solidFill>
              </a:rPr>
              <a:t>방해</a:t>
            </a:r>
          </a:p>
        </p:txBody>
      </p:sp>
      <p:cxnSp>
        <p:nvCxnSpPr>
          <p:cNvPr id="85" name="직선 연결선 84">
            <a:extLst>
              <a:ext uri="{FF2B5EF4-FFF2-40B4-BE49-F238E27FC236}">
                <a16:creationId xmlns:a16="http://schemas.microsoft.com/office/drawing/2014/main" id="{869EFBC2-F234-7089-4A2B-35BB504DD58E}"/>
              </a:ext>
            </a:extLst>
          </p:cNvPr>
          <p:cNvCxnSpPr>
            <a:cxnSpLocks/>
            <a:stCxn id="36" idx="2"/>
            <a:endCxn id="78" idx="0"/>
          </p:cNvCxnSpPr>
          <p:nvPr/>
        </p:nvCxnSpPr>
        <p:spPr>
          <a:xfrm>
            <a:off x="5442604" y="3202968"/>
            <a:ext cx="360910" cy="462421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직선 연결선 87">
            <a:extLst>
              <a:ext uri="{FF2B5EF4-FFF2-40B4-BE49-F238E27FC236}">
                <a16:creationId xmlns:a16="http://schemas.microsoft.com/office/drawing/2014/main" id="{B75FDA05-F133-29E2-9D32-977FC9FDF09F}"/>
              </a:ext>
            </a:extLst>
          </p:cNvPr>
          <p:cNvCxnSpPr>
            <a:cxnSpLocks/>
            <a:stCxn id="36" idx="2"/>
            <a:endCxn id="80" idx="0"/>
          </p:cNvCxnSpPr>
          <p:nvPr/>
        </p:nvCxnSpPr>
        <p:spPr>
          <a:xfrm>
            <a:off x="5442604" y="3202968"/>
            <a:ext cx="1835541" cy="54902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8" name="직사각형 97">
            <a:extLst>
              <a:ext uri="{FF2B5EF4-FFF2-40B4-BE49-F238E27FC236}">
                <a16:creationId xmlns:a16="http://schemas.microsoft.com/office/drawing/2014/main" id="{129D0BA7-EA09-4391-B6D3-AC5D5E87FFFF}"/>
              </a:ext>
            </a:extLst>
          </p:cNvPr>
          <p:cNvSpPr/>
          <p:nvPr/>
        </p:nvSpPr>
        <p:spPr>
          <a:xfrm>
            <a:off x="6562226" y="5424915"/>
            <a:ext cx="897611" cy="651369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>
                <a:solidFill>
                  <a:schemeClr val="tx1"/>
                </a:solidFill>
              </a:rPr>
              <a:t>방해 재개</a:t>
            </a:r>
            <a:endParaRPr lang="ko-KR" altLang="en-US" dirty="0">
              <a:solidFill>
                <a:schemeClr val="tx1"/>
              </a:solidFill>
            </a:endParaRPr>
          </a:p>
        </p:txBody>
      </p:sp>
      <p:cxnSp>
        <p:nvCxnSpPr>
          <p:cNvPr id="99" name="직선 연결선 98">
            <a:extLst>
              <a:ext uri="{FF2B5EF4-FFF2-40B4-BE49-F238E27FC236}">
                <a16:creationId xmlns:a16="http://schemas.microsoft.com/office/drawing/2014/main" id="{B0489940-664C-3F00-3493-E53F6070489D}"/>
              </a:ext>
            </a:extLst>
          </p:cNvPr>
          <p:cNvCxnSpPr>
            <a:cxnSpLocks/>
            <a:stCxn id="13" idx="2"/>
            <a:endCxn id="98" idx="0"/>
          </p:cNvCxnSpPr>
          <p:nvPr/>
        </p:nvCxnSpPr>
        <p:spPr>
          <a:xfrm>
            <a:off x="1899454" y="3130690"/>
            <a:ext cx="5111578" cy="229422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64215910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076DE3-0E15-A4E3-AD51-80CFCE7422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>
            <a:extLst>
              <a:ext uri="{FF2B5EF4-FFF2-40B4-BE49-F238E27FC236}">
                <a16:creationId xmlns:a16="http://schemas.microsoft.com/office/drawing/2014/main" id="{C10A5533-2494-995E-04E9-3605D14584A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2992" y="1529202"/>
            <a:ext cx="4320000" cy="4320000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FBFF5E8E-A9CD-330E-9FC8-B676E0158B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경로 예측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50F0538A-2066-F481-809B-FBA490AA0ABD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altLang="ko-KR" dirty="0">
                <a:sym typeface="Wingdings" panose="05000000000000000000" pitchFamily="2" charset="2"/>
              </a:rPr>
              <a:t> </a:t>
            </a:r>
            <a:r>
              <a:rPr lang="ko-KR" altLang="en-US" dirty="0"/>
              <a:t>도우미</a:t>
            </a:r>
            <a:r>
              <a:rPr lang="en-US" altLang="ko-KR" dirty="0"/>
              <a:t>UI</a:t>
            </a:r>
            <a:r>
              <a:rPr lang="ko-KR" altLang="en-US" dirty="0"/>
              <a:t>가 알려줄 수 있는 경로 시각화</a:t>
            </a:r>
            <a:endParaRPr lang="en-US" altLang="ko-KR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787598D-BF01-6FA4-27BE-4C634CE2EF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10/11/2026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13B68A3-DC4A-32C0-16C5-C911CDA40E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50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A5AEA602-BF4B-7886-C855-2581E77291B8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  <p:sp>
        <p:nvSpPr>
          <p:cNvPr id="12" name="십자형 11">
            <a:extLst>
              <a:ext uri="{FF2B5EF4-FFF2-40B4-BE49-F238E27FC236}">
                <a16:creationId xmlns:a16="http://schemas.microsoft.com/office/drawing/2014/main" id="{4DB2FB71-1CD1-7FEF-D981-FD35DA664AD3}"/>
              </a:ext>
            </a:extLst>
          </p:cNvPr>
          <p:cNvSpPr/>
          <p:nvPr/>
        </p:nvSpPr>
        <p:spPr>
          <a:xfrm>
            <a:off x="1285875" y="5216099"/>
            <a:ext cx="923925" cy="590550"/>
          </a:xfrm>
          <a:prstGeom prst="plus">
            <a:avLst/>
          </a:prstGeom>
          <a:solidFill>
            <a:srgbClr val="FFFF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>
                <a:solidFill>
                  <a:sysClr val="windowText" lastClr="000000"/>
                </a:solidFill>
              </a:rPr>
              <a:t>본거지</a:t>
            </a:r>
            <a:br>
              <a:rPr lang="en-US" altLang="ko-KR" sz="1400" dirty="0">
                <a:solidFill>
                  <a:sysClr val="windowText" lastClr="000000"/>
                </a:solidFill>
              </a:rPr>
            </a:br>
            <a:r>
              <a:rPr lang="en-US" altLang="ko-KR" sz="1400" dirty="0">
                <a:solidFill>
                  <a:sysClr val="windowText" lastClr="000000"/>
                </a:solidFill>
              </a:rPr>
              <a:t>(</a:t>
            </a:r>
            <a:r>
              <a:rPr lang="ko-KR" altLang="en-US" sz="1400" dirty="0">
                <a:solidFill>
                  <a:sysClr val="windowText" lastClr="000000"/>
                </a:solidFill>
              </a:rPr>
              <a:t>시작점</a:t>
            </a:r>
            <a:r>
              <a:rPr lang="en-US" altLang="ko-KR" sz="1400" dirty="0">
                <a:solidFill>
                  <a:sysClr val="windowText" lastClr="000000"/>
                </a:solidFill>
              </a:rPr>
              <a:t>)</a:t>
            </a:r>
            <a:endParaRPr lang="ko-KR" altLang="en-US" sz="1400" dirty="0">
              <a:solidFill>
                <a:sysClr val="windowText" lastClr="000000"/>
              </a:solidFill>
            </a:endParaRPr>
          </a:p>
        </p:txBody>
      </p:sp>
      <p:sp>
        <p:nvSpPr>
          <p:cNvPr id="13" name="이등변 삼각형 12">
            <a:extLst>
              <a:ext uri="{FF2B5EF4-FFF2-40B4-BE49-F238E27FC236}">
                <a16:creationId xmlns:a16="http://schemas.microsoft.com/office/drawing/2014/main" id="{A62AA2FF-0FAA-5A42-1E66-54DFF1F89F2F}"/>
              </a:ext>
            </a:extLst>
          </p:cNvPr>
          <p:cNvSpPr/>
          <p:nvPr/>
        </p:nvSpPr>
        <p:spPr>
          <a:xfrm>
            <a:off x="3988594" y="1679663"/>
            <a:ext cx="290512" cy="190500"/>
          </a:xfrm>
          <a:prstGeom prst="triangl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593D62A-05DA-08D7-EB76-628C4B5E0674}"/>
              </a:ext>
            </a:extLst>
          </p:cNvPr>
          <p:cNvSpPr txBox="1"/>
          <p:nvPr/>
        </p:nvSpPr>
        <p:spPr>
          <a:xfrm>
            <a:off x="3620894" y="1504293"/>
            <a:ext cx="102591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dirty="0">
                <a:solidFill>
                  <a:sysClr val="windowText" lastClr="000000"/>
                </a:solidFill>
              </a:rPr>
              <a:t>목적지</a:t>
            </a:r>
          </a:p>
        </p:txBody>
      </p:sp>
      <p:sp>
        <p:nvSpPr>
          <p:cNvPr id="27" name="사각형: 잘린 대각선 방향 모서리 26">
            <a:extLst>
              <a:ext uri="{FF2B5EF4-FFF2-40B4-BE49-F238E27FC236}">
                <a16:creationId xmlns:a16="http://schemas.microsoft.com/office/drawing/2014/main" id="{1EA77AB9-DF44-A84A-41DB-F629F902BD02}"/>
              </a:ext>
            </a:extLst>
          </p:cNvPr>
          <p:cNvSpPr/>
          <p:nvPr/>
        </p:nvSpPr>
        <p:spPr>
          <a:xfrm>
            <a:off x="1242991" y="1529203"/>
            <a:ext cx="1781197" cy="1194948"/>
          </a:xfrm>
          <a:prstGeom prst="snip2DiagRect">
            <a:avLst>
              <a:gd name="adj1" fmla="val 0"/>
              <a:gd name="adj2" fmla="val 50000"/>
            </a:avLst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모래언덕</a:t>
            </a:r>
          </a:p>
        </p:txBody>
      </p:sp>
      <p:sp>
        <p:nvSpPr>
          <p:cNvPr id="28" name="사각형: 둥근 모서리 27">
            <a:extLst>
              <a:ext uri="{FF2B5EF4-FFF2-40B4-BE49-F238E27FC236}">
                <a16:creationId xmlns:a16="http://schemas.microsoft.com/office/drawing/2014/main" id="{9B6B2778-A5F5-35CB-EF2E-C08179C3082B}"/>
              </a:ext>
            </a:extLst>
          </p:cNvPr>
          <p:cNvSpPr/>
          <p:nvPr/>
        </p:nvSpPr>
        <p:spPr>
          <a:xfrm>
            <a:off x="2900363" y="2418165"/>
            <a:ext cx="1524390" cy="1010835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숲</a:t>
            </a:r>
            <a:r>
              <a:rPr lang="en-US" altLang="ko-KR" dirty="0">
                <a:solidFill>
                  <a:sysClr val="windowText" lastClr="000000"/>
                </a:solidFill>
              </a:rPr>
              <a:t>2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pic>
        <p:nvPicPr>
          <p:cNvPr id="31" name="그림 30">
            <a:extLst>
              <a:ext uri="{FF2B5EF4-FFF2-40B4-BE49-F238E27FC236}">
                <a16:creationId xmlns:a16="http://schemas.microsoft.com/office/drawing/2014/main" id="{EAF3308F-4788-4387-6DEA-CF3B38B6AE9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38333" y="4479534"/>
            <a:ext cx="2434865" cy="1363734"/>
          </a:xfrm>
          <a:prstGeom prst="rect">
            <a:avLst/>
          </a:prstGeom>
        </p:spPr>
      </p:pic>
      <p:sp>
        <p:nvSpPr>
          <p:cNvPr id="93" name="자유형: 도형 92">
            <a:extLst>
              <a:ext uri="{FF2B5EF4-FFF2-40B4-BE49-F238E27FC236}">
                <a16:creationId xmlns:a16="http://schemas.microsoft.com/office/drawing/2014/main" id="{B60C7EBE-E326-576B-EA70-9812E3FF3224}"/>
              </a:ext>
            </a:extLst>
          </p:cNvPr>
          <p:cNvSpPr/>
          <p:nvPr/>
        </p:nvSpPr>
        <p:spPr>
          <a:xfrm>
            <a:off x="4368614" y="1533525"/>
            <a:ext cx="1164454" cy="4320000"/>
          </a:xfrm>
          <a:custGeom>
            <a:avLst/>
            <a:gdLst>
              <a:gd name="csX0" fmla="*/ 1160649 w 1164454"/>
              <a:gd name="csY0" fmla="*/ 0 h 4424944"/>
              <a:gd name="csX1" fmla="*/ 1046349 w 1164454"/>
              <a:gd name="csY1" fmla="*/ 1457325 h 4424944"/>
              <a:gd name="csX2" fmla="*/ 379599 w 1164454"/>
              <a:gd name="csY2" fmla="*/ 2519363 h 4424944"/>
              <a:gd name="csX3" fmla="*/ 31936 w 1164454"/>
              <a:gd name="csY3" fmla="*/ 4257675 h 4424944"/>
              <a:gd name="csX4" fmla="*/ 36699 w 1164454"/>
              <a:gd name="csY4" fmla="*/ 4257675 h 44249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164454" h="4424944">
                <a:moveTo>
                  <a:pt x="1160649" y="0"/>
                </a:moveTo>
                <a:cubicBezTo>
                  <a:pt x="1168586" y="518715"/>
                  <a:pt x="1176524" y="1037431"/>
                  <a:pt x="1046349" y="1457325"/>
                </a:cubicBezTo>
                <a:cubicBezTo>
                  <a:pt x="916174" y="1877219"/>
                  <a:pt x="548668" y="2052638"/>
                  <a:pt x="379599" y="2519363"/>
                </a:cubicBezTo>
                <a:cubicBezTo>
                  <a:pt x="210530" y="2986088"/>
                  <a:pt x="89086" y="3967956"/>
                  <a:pt x="31936" y="4257675"/>
                </a:cubicBezTo>
                <a:cubicBezTo>
                  <a:pt x="-25214" y="4547394"/>
                  <a:pt x="5742" y="4402534"/>
                  <a:pt x="36699" y="4257675"/>
                </a:cubicBezTo>
              </a:path>
            </a:pathLst>
          </a:cu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0070C0"/>
              </a:solidFill>
            </a:endParaRPr>
          </a:p>
        </p:txBody>
      </p:sp>
      <p:sp>
        <p:nvSpPr>
          <p:cNvPr id="95" name="자유형: 도형 94">
            <a:extLst>
              <a:ext uri="{FF2B5EF4-FFF2-40B4-BE49-F238E27FC236}">
                <a16:creationId xmlns:a16="http://schemas.microsoft.com/office/drawing/2014/main" id="{C69234DE-C068-8877-1766-4EDF9BD36689}"/>
              </a:ext>
            </a:extLst>
          </p:cNvPr>
          <p:cNvSpPr/>
          <p:nvPr/>
        </p:nvSpPr>
        <p:spPr>
          <a:xfrm>
            <a:off x="4133850" y="1533526"/>
            <a:ext cx="1217417" cy="3790950"/>
          </a:xfrm>
          <a:custGeom>
            <a:avLst/>
            <a:gdLst>
              <a:gd name="csX0" fmla="*/ 1160649 w 1164454"/>
              <a:gd name="csY0" fmla="*/ 0 h 4424944"/>
              <a:gd name="csX1" fmla="*/ 1046349 w 1164454"/>
              <a:gd name="csY1" fmla="*/ 1457325 h 4424944"/>
              <a:gd name="csX2" fmla="*/ 379599 w 1164454"/>
              <a:gd name="csY2" fmla="*/ 2519363 h 4424944"/>
              <a:gd name="csX3" fmla="*/ 31936 w 1164454"/>
              <a:gd name="csY3" fmla="*/ 4257675 h 4424944"/>
              <a:gd name="csX4" fmla="*/ 36699 w 1164454"/>
              <a:gd name="csY4" fmla="*/ 4257675 h 44249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164454" h="4424944">
                <a:moveTo>
                  <a:pt x="1160649" y="0"/>
                </a:moveTo>
                <a:cubicBezTo>
                  <a:pt x="1168586" y="518715"/>
                  <a:pt x="1176524" y="1037431"/>
                  <a:pt x="1046349" y="1457325"/>
                </a:cubicBezTo>
                <a:cubicBezTo>
                  <a:pt x="916174" y="1877219"/>
                  <a:pt x="548668" y="2052638"/>
                  <a:pt x="379599" y="2519363"/>
                </a:cubicBezTo>
                <a:cubicBezTo>
                  <a:pt x="210530" y="2986088"/>
                  <a:pt x="89086" y="3967956"/>
                  <a:pt x="31936" y="4257675"/>
                </a:cubicBezTo>
                <a:cubicBezTo>
                  <a:pt x="-25214" y="4547394"/>
                  <a:pt x="5742" y="4402534"/>
                  <a:pt x="36699" y="4257675"/>
                </a:cubicBezTo>
              </a:path>
            </a:pathLst>
          </a:cu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0070C0"/>
              </a:solidFill>
            </a:endParaRPr>
          </a:p>
        </p:txBody>
      </p:sp>
      <p:sp>
        <p:nvSpPr>
          <p:cNvPr id="96" name="타원 95">
            <a:extLst>
              <a:ext uri="{FF2B5EF4-FFF2-40B4-BE49-F238E27FC236}">
                <a16:creationId xmlns:a16="http://schemas.microsoft.com/office/drawing/2014/main" id="{02868A49-7460-5A45-B609-CA58D758D5DC}"/>
              </a:ext>
            </a:extLst>
          </p:cNvPr>
          <p:cNvSpPr/>
          <p:nvPr/>
        </p:nvSpPr>
        <p:spPr>
          <a:xfrm>
            <a:off x="4045209" y="2324101"/>
            <a:ext cx="1192728" cy="800100"/>
          </a:xfrm>
          <a:prstGeom prst="ellipse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늪</a:t>
            </a:r>
          </a:p>
        </p:txBody>
      </p:sp>
      <p:sp>
        <p:nvSpPr>
          <p:cNvPr id="98" name="사각형: 둥근 모서리 97">
            <a:extLst>
              <a:ext uri="{FF2B5EF4-FFF2-40B4-BE49-F238E27FC236}">
                <a16:creationId xmlns:a16="http://schemas.microsoft.com/office/drawing/2014/main" id="{2B81C346-04AC-C07E-17EE-9D82F2DD08C9}"/>
              </a:ext>
            </a:extLst>
          </p:cNvPr>
          <p:cNvSpPr/>
          <p:nvPr/>
        </p:nvSpPr>
        <p:spPr>
          <a:xfrm>
            <a:off x="1248444" y="3460716"/>
            <a:ext cx="1361405" cy="1082709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숲</a:t>
            </a:r>
            <a:r>
              <a:rPr lang="en-US" altLang="ko-KR" dirty="0">
                <a:solidFill>
                  <a:sysClr val="windowText" lastClr="000000"/>
                </a:solidFill>
              </a:rPr>
              <a:t>1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08F24490-07A8-ED4D-12EE-2780966A078B}"/>
              </a:ext>
            </a:extLst>
          </p:cNvPr>
          <p:cNvSpPr txBox="1"/>
          <p:nvPr/>
        </p:nvSpPr>
        <p:spPr>
          <a:xfrm>
            <a:off x="4349071" y="3341690"/>
            <a:ext cx="102591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 dirty="0"/>
              <a:t>강</a:t>
            </a:r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1E3C8048-2622-E91A-F569-A33A08409DE3}"/>
              </a:ext>
            </a:extLst>
          </p:cNvPr>
          <p:cNvSpPr txBox="1"/>
          <p:nvPr/>
        </p:nvSpPr>
        <p:spPr>
          <a:xfrm>
            <a:off x="2418364" y="4552710"/>
            <a:ext cx="10259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600" b="1" dirty="0">
                <a:solidFill>
                  <a:sysClr val="windowText" lastClr="000000"/>
                </a:solidFill>
              </a:rPr>
              <a:t>산</a:t>
            </a:r>
          </a:p>
        </p:txBody>
      </p: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7CE35D27-4ADD-BA38-B676-C231C0D37567}"/>
              </a:ext>
            </a:extLst>
          </p:cNvPr>
          <p:cNvCxnSpPr>
            <a:cxnSpLocks/>
          </p:cNvCxnSpPr>
          <p:nvPr/>
        </p:nvCxnSpPr>
        <p:spPr>
          <a:xfrm flipV="1">
            <a:off x="1679275" y="4175185"/>
            <a:ext cx="316302" cy="966158"/>
          </a:xfrm>
          <a:prstGeom prst="line">
            <a:avLst/>
          </a:prstGeom>
          <a:ln w="57150">
            <a:solidFill>
              <a:srgbClr val="FF000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직선 연결선 9">
            <a:extLst>
              <a:ext uri="{FF2B5EF4-FFF2-40B4-BE49-F238E27FC236}">
                <a16:creationId xmlns:a16="http://schemas.microsoft.com/office/drawing/2014/main" id="{C32A5188-0E8F-0D78-4410-22EF23692B67}"/>
              </a:ext>
            </a:extLst>
          </p:cNvPr>
          <p:cNvCxnSpPr>
            <a:cxnSpLocks/>
          </p:cNvCxnSpPr>
          <p:nvPr/>
        </p:nvCxnSpPr>
        <p:spPr>
          <a:xfrm flipV="1">
            <a:off x="2288875" y="4819291"/>
            <a:ext cx="465827" cy="638354"/>
          </a:xfrm>
          <a:prstGeom prst="line">
            <a:avLst/>
          </a:prstGeom>
          <a:ln w="57150">
            <a:solidFill>
              <a:srgbClr val="FF000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직선 연결선 18">
            <a:extLst>
              <a:ext uri="{FF2B5EF4-FFF2-40B4-BE49-F238E27FC236}">
                <a16:creationId xmlns:a16="http://schemas.microsoft.com/office/drawing/2014/main" id="{5550E6E8-9B6F-C35B-594F-70AE0A6F1B58}"/>
              </a:ext>
            </a:extLst>
          </p:cNvPr>
          <p:cNvCxnSpPr>
            <a:cxnSpLocks/>
          </p:cNvCxnSpPr>
          <p:nvPr/>
        </p:nvCxnSpPr>
        <p:spPr>
          <a:xfrm flipH="1">
            <a:off x="2104845" y="2923582"/>
            <a:ext cx="1264273" cy="1021565"/>
          </a:xfrm>
          <a:prstGeom prst="line">
            <a:avLst/>
          </a:prstGeom>
          <a:ln w="57150">
            <a:solidFill>
              <a:srgbClr val="FF000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직선 연결선 23">
            <a:extLst>
              <a:ext uri="{FF2B5EF4-FFF2-40B4-BE49-F238E27FC236}">
                <a16:creationId xmlns:a16="http://schemas.microsoft.com/office/drawing/2014/main" id="{2044B077-A0C3-6C14-F814-4F7E526E3BE8}"/>
              </a:ext>
            </a:extLst>
          </p:cNvPr>
          <p:cNvCxnSpPr>
            <a:cxnSpLocks/>
          </p:cNvCxnSpPr>
          <p:nvPr/>
        </p:nvCxnSpPr>
        <p:spPr>
          <a:xfrm flipH="1">
            <a:off x="2104845" y="2324101"/>
            <a:ext cx="333555" cy="1621046"/>
          </a:xfrm>
          <a:prstGeom prst="line">
            <a:avLst/>
          </a:prstGeom>
          <a:ln w="57150">
            <a:solidFill>
              <a:srgbClr val="FF000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직선 연결선 28">
            <a:extLst>
              <a:ext uri="{FF2B5EF4-FFF2-40B4-BE49-F238E27FC236}">
                <a16:creationId xmlns:a16="http://schemas.microsoft.com/office/drawing/2014/main" id="{1A2DE262-B537-122C-114B-463C87EDB9D2}"/>
              </a:ext>
            </a:extLst>
          </p:cNvPr>
          <p:cNvCxnSpPr>
            <a:cxnSpLocks/>
          </p:cNvCxnSpPr>
          <p:nvPr/>
        </p:nvCxnSpPr>
        <p:spPr>
          <a:xfrm flipV="1">
            <a:off x="2609849" y="1870163"/>
            <a:ext cx="1435360" cy="119663"/>
          </a:xfrm>
          <a:prstGeom prst="line">
            <a:avLst/>
          </a:prstGeom>
          <a:ln w="57150">
            <a:solidFill>
              <a:srgbClr val="FF000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직선 연결선 32">
            <a:extLst>
              <a:ext uri="{FF2B5EF4-FFF2-40B4-BE49-F238E27FC236}">
                <a16:creationId xmlns:a16="http://schemas.microsoft.com/office/drawing/2014/main" id="{10DC381D-8F6D-AD90-56EC-EA030D352556}"/>
              </a:ext>
            </a:extLst>
          </p:cNvPr>
          <p:cNvCxnSpPr>
            <a:cxnSpLocks/>
          </p:cNvCxnSpPr>
          <p:nvPr/>
        </p:nvCxnSpPr>
        <p:spPr>
          <a:xfrm flipH="1">
            <a:off x="2104845" y="2915728"/>
            <a:ext cx="2541917" cy="983412"/>
          </a:xfrm>
          <a:prstGeom prst="line">
            <a:avLst/>
          </a:prstGeom>
          <a:ln w="57150">
            <a:solidFill>
              <a:srgbClr val="FF000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직선 연결선 36">
            <a:extLst>
              <a:ext uri="{FF2B5EF4-FFF2-40B4-BE49-F238E27FC236}">
                <a16:creationId xmlns:a16="http://schemas.microsoft.com/office/drawing/2014/main" id="{51D14DB9-DFE9-90E0-FF84-06986793D0EB}"/>
              </a:ext>
            </a:extLst>
          </p:cNvPr>
          <p:cNvCxnSpPr>
            <a:cxnSpLocks/>
          </p:cNvCxnSpPr>
          <p:nvPr/>
        </p:nvCxnSpPr>
        <p:spPr>
          <a:xfrm>
            <a:off x="4133850" y="1920815"/>
            <a:ext cx="512912" cy="649857"/>
          </a:xfrm>
          <a:prstGeom prst="line">
            <a:avLst/>
          </a:prstGeom>
          <a:ln w="57150">
            <a:solidFill>
              <a:srgbClr val="FF000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직선 연결선 42">
            <a:extLst>
              <a:ext uri="{FF2B5EF4-FFF2-40B4-BE49-F238E27FC236}">
                <a16:creationId xmlns:a16="http://schemas.microsoft.com/office/drawing/2014/main" id="{4B06D98F-2AB5-E389-09B3-1630D4725358}"/>
              </a:ext>
            </a:extLst>
          </p:cNvPr>
          <p:cNvCxnSpPr>
            <a:cxnSpLocks/>
          </p:cNvCxnSpPr>
          <p:nvPr/>
        </p:nvCxnSpPr>
        <p:spPr>
          <a:xfrm flipH="1">
            <a:off x="3581400" y="1938478"/>
            <a:ext cx="470912" cy="740012"/>
          </a:xfrm>
          <a:prstGeom prst="line">
            <a:avLst/>
          </a:prstGeom>
          <a:ln w="57150">
            <a:solidFill>
              <a:srgbClr val="FF000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D9E3BDF6-E604-94D5-E7EE-4F46917F1B41}"/>
              </a:ext>
            </a:extLst>
          </p:cNvPr>
          <p:cNvSpPr txBox="1"/>
          <p:nvPr/>
        </p:nvSpPr>
        <p:spPr>
          <a:xfrm>
            <a:off x="1221173" y="4568334"/>
            <a:ext cx="652416" cy="307777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 dirty="0">
                <a:solidFill>
                  <a:srgbClr val="C00000"/>
                </a:solidFill>
              </a:rPr>
              <a:t>경로</a:t>
            </a:r>
            <a:r>
              <a:rPr lang="en-US" altLang="ko-KR" sz="1400" b="1" dirty="0">
                <a:solidFill>
                  <a:srgbClr val="C00000"/>
                </a:solidFill>
              </a:rPr>
              <a:t>a</a:t>
            </a:r>
            <a:endParaRPr lang="ko-KR" altLang="en-US" sz="1400" b="1" dirty="0">
              <a:solidFill>
                <a:srgbClr val="C00000"/>
              </a:solidFill>
            </a:endParaRP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73D4D11C-36F3-0685-17A9-DEE3BA65A757}"/>
              </a:ext>
            </a:extLst>
          </p:cNvPr>
          <p:cNvSpPr txBox="1"/>
          <p:nvPr/>
        </p:nvSpPr>
        <p:spPr>
          <a:xfrm>
            <a:off x="2424550" y="5157907"/>
            <a:ext cx="652416" cy="307777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 dirty="0">
                <a:solidFill>
                  <a:srgbClr val="C00000"/>
                </a:solidFill>
              </a:rPr>
              <a:t>경로</a:t>
            </a:r>
            <a:r>
              <a:rPr lang="en-US" altLang="ko-KR" sz="1400" b="1" dirty="0">
                <a:solidFill>
                  <a:srgbClr val="C00000"/>
                </a:solidFill>
              </a:rPr>
              <a:t>b</a:t>
            </a:r>
            <a:endParaRPr lang="ko-KR" altLang="en-US" sz="1400" b="1" dirty="0">
              <a:solidFill>
                <a:srgbClr val="C00000"/>
              </a:solidFill>
            </a:endParaRP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1838375D-3EEB-E799-4221-62827EBA27B4}"/>
              </a:ext>
            </a:extLst>
          </p:cNvPr>
          <p:cNvSpPr txBox="1"/>
          <p:nvPr/>
        </p:nvSpPr>
        <p:spPr>
          <a:xfrm>
            <a:off x="1477965" y="2492237"/>
            <a:ext cx="853334" cy="307777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 dirty="0">
                <a:solidFill>
                  <a:srgbClr val="C00000"/>
                </a:solidFill>
              </a:rPr>
              <a:t>경로</a:t>
            </a:r>
            <a:r>
              <a:rPr lang="en-US" altLang="ko-KR" sz="1400" b="1" dirty="0" err="1">
                <a:solidFill>
                  <a:srgbClr val="C00000"/>
                </a:solidFill>
              </a:rPr>
              <a:t>a_a</a:t>
            </a:r>
            <a:endParaRPr lang="ko-KR" altLang="en-US" sz="1400" b="1" dirty="0">
              <a:solidFill>
                <a:srgbClr val="C00000"/>
              </a:solidFill>
            </a:endParaRP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701032E7-1D39-FDEE-6061-5957A677F3D3}"/>
              </a:ext>
            </a:extLst>
          </p:cNvPr>
          <p:cNvSpPr txBox="1"/>
          <p:nvPr/>
        </p:nvSpPr>
        <p:spPr>
          <a:xfrm>
            <a:off x="3889224" y="3161889"/>
            <a:ext cx="853334" cy="307777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 dirty="0">
                <a:solidFill>
                  <a:srgbClr val="C00000"/>
                </a:solidFill>
              </a:rPr>
              <a:t>경로</a:t>
            </a:r>
            <a:r>
              <a:rPr lang="en-US" altLang="ko-KR" sz="1400" b="1" dirty="0" err="1">
                <a:solidFill>
                  <a:srgbClr val="C00000"/>
                </a:solidFill>
              </a:rPr>
              <a:t>a_c</a:t>
            </a:r>
            <a:endParaRPr lang="ko-KR" altLang="en-US" sz="1400" b="1" dirty="0">
              <a:solidFill>
                <a:srgbClr val="C00000"/>
              </a:solidFill>
            </a:endParaRP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BA629B5A-90CD-BA3B-D926-C0CEA2ACF822}"/>
              </a:ext>
            </a:extLst>
          </p:cNvPr>
          <p:cNvSpPr txBox="1"/>
          <p:nvPr/>
        </p:nvSpPr>
        <p:spPr>
          <a:xfrm>
            <a:off x="2449305" y="3059085"/>
            <a:ext cx="853334" cy="307777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 dirty="0">
                <a:solidFill>
                  <a:srgbClr val="C00000"/>
                </a:solidFill>
              </a:rPr>
              <a:t>경로</a:t>
            </a:r>
            <a:r>
              <a:rPr lang="en-US" altLang="ko-KR" sz="1400" b="1" dirty="0" err="1">
                <a:solidFill>
                  <a:srgbClr val="C00000"/>
                </a:solidFill>
              </a:rPr>
              <a:t>a_b</a:t>
            </a:r>
            <a:endParaRPr lang="ko-KR" altLang="en-US" sz="1400" b="1" dirty="0">
              <a:solidFill>
                <a:srgbClr val="C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08974731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8718B30-7F03-02EC-39B9-2E52F1A617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도우미 </a:t>
            </a:r>
            <a:r>
              <a:rPr lang="en-US" altLang="ko-KR" dirty="0"/>
              <a:t>AI</a:t>
            </a:r>
            <a:r>
              <a:rPr lang="ko-KR" altLang="en-US" dirty="0"/>
              <a:t> 구현 계획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F2909B55-7CAE-4747-DF68-93099566E2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0895E6-717A-4F75-ADB4-B202670E9437}" type="datetime1">
              <a:rPr lang="ko-KR" altLang="en-US" smtClean="0"/>
              <a:t>2026-10-11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0D40EE3-21B5-3C3B-9239-F3851A437F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51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34A80355-FD95-48B5-8E7E-4A19AC3FBF25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연구과제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EFED5735-58BD-AD2A-5BD7-69A82B6CBDD7}"/>
              </a:ext>
            </a:extLst>
          </p:cNvPr>
          <p:cNvSpPr/>
          <p:nvPr/>
        </p:nvSpPr>
        <p:spPr>
          <a:xfrm>
            <a:off x="3865643" y="1653872"/>
            <a:ext cx="6667393" cy="8535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ysClr val="windowText" lastClr="000000"/>
                </a:solidFill>
              </a:rPr>
              <a:t>배송품</a:t>
            </a:r>
            <a:r>
              <a:rPr lang="ko-KR" altLang="ko-KR" dirty="0">
                <a:solidFill>
                  <a:sysClr val="windowText" lastClr="000000"/>
                </a:solidFill>
              </a:rPr>
              <a:t>(</a:t>
            </a:r>
            <a:r>
              <a:rPr lang="ko-KR" altLang="ko-KR" dirty="0" err="1">
                <a:solidFill>
                  <a:sysClr val="windowText" lastClr="000000"/>
                </a:solidFill>
              </a:rPr>
              <a:t>자극원</a:t>
            </a:r>
            <a:r>
              <a:rPr lang="ko-KR" altLang="ko-KR" dirty="0">
                <a:solidFill>
                  <a:sysClr val="windowText" lastClr="000000"/>
                </a:solidFill>
              </a:rPr>
              <a:t>) 데이터</a:t>
            </a:r>
            <a:r>
              <a:rPr lang="en-US" altLang="ko-KR" dirty="0">
                <a:solidFill>
                  <a:sysClr val="windowText" lastClr="000000"/>
                </a:solidFill>
              </a:rPr>
              <a:t>, </a:t>
            </a:r>
            <a:r>
              <a:rPr lang="ko-KR" altLang="ko-KR" dirty="0">
                <a:solidFill>
                  <a:sysClr val="windowText" lastClr="000000"/>
                </a:solidFill>
              </a:rPr>
              <a:t>종별 반응 테이블</a:t>
            </a:r>
            <a:r>
              <a:rPr lang="en-US" altLang="ko-KR" dirty="0">
                <a:solidFill>
                  <a:sysClr val="windowText" lastClr="000000"/>
                </a:solidFill>
              </a:rPr>
              <a:t>,</a:t>
            </a:r>
            <a:r>
              <a:rPr lang="ko-KR" altLang="ko-KR" dirty="0">
                <a:solidFill>
                  <a:sysClr val="windowText" lastClr="000000"/>
                </a:solidFill>
              </a:rPr>
              <a:t> 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ko-KR" dirty="0">
                <a:solidFill>
                  <a:sysClr val="windowText" lastClr="000000"/>
                </a:solidFill>
              </a:rPr>
              <a:t>지형 비용</a:t>
            </a:r>
            <a:r>
              <a:rPr lang="en-US" altLang="ko-KR" dirty="0">
                <a:solidFill>
                  <a:sysClr val="windowText" lastClr="000000"/>
                </a:solidFill>
              </a:rPr>
              <a:t>, </a:t>
            </a:r>
            <a:r>
              <a:rPr lang="ko-KR" altLang="ko-KR" dirty="0">
                <a:solidFill>
                  <a:sysClr val="windowText" lastClr="000000"/>
                </a:solidFill>
              </a:rPr>
              <a:t>종간 관계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11" name="화살표: 오각형 10">
            <a:extLst>
              <a:ext uri="{FF2B5EF4-FFF2-40B4-BE49-F238E27FC236}">
                <a16:creationId xmlns:a16="http://schemas.microsoft.com/office/drawing/2014/main" id="{C299C9DE-AEE8-9365-0348-CE4C190DF7C0}"/>
              </a:ext>
            </a:extLst>
          </p:cNvPr>
          <p:cNvSpPr/>
          <p:nvPr/>
        </p:nvSpPr>
        <p:spPr>
          <a:xfrm>
            <a:off x="2406957" y="1653872"/>
            <a:ext cx="2004020" cy="853535"/>
          </a:xfrm>
          <a:prstGeom prst="homePlate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데이터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en-US" dirty="0">
                <a:solidFill>
                  <a:sysClr val="windowText" lastClr="000000"/>
                </a:solidFill>
              </a:rPr>
              <a:t>모델 설계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5DBB3943-A14F-7B9A-AB7A-7DD734EB4C32}"/>
              </a:ext>
            </a:extLst>
          </p:cNvPr>
          <p:cNvSpPr/>
          <p:nvPr/>
        </p:nvSpPr>
        <p:spPr>
          <a:xfrm>
            <a:off x="3100764" y="4868995"/>
            <a:ext cx="7896478" cy="122160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경로 </a:t>
            </a:r>
            <a:r>
              <a:rPr lang="ko-KR" altLang="ko-KR" dirty="0">
                <a:solidFill>
                  <a:sysClr val="windowText" lastClr="000000"/>
                </a:solidFill>
              </a:rPr>
              <a:t>결정</a:t>
            </a:r>
            <a:r>
              <a:rPr lang="ko-KR" altLang="en-US" dirty="0">
                <a:solidFill>
                  <a:sysClr val="windowText" lastClr="000000"/>
                </a:solidFill>
              </a:rPr>
              <a:t>에</a:t>
            </a:r>
            <a:r>
              <a:rPr lang="ko-KR" altLang="ko-KR" dirty="0">
                <a:solidFill>
                  <a:sysClr val="windowText" lastClr="000000"/>
                </a:solidFill>
              </a:rPr>
              <a:t> 깊이 부여</a:t>
            </a:r>
            <a:r>
              <a:rPr lang="en-US" altLang="ko-KR" dirty="0">
                <a:solidFill>
                  <a:sysClr val="windowText" lastClr="000000"/>
                </a:solidFill>
              </a:rPr>
              <a:t>, </a:t>
            </a:r>
            <a:r>
              <a:rPr lang="ko-KR" altLang="ko-KR" dirty="0">
                <a:solidFill>
                  <a:sysClr val="windowText" lastClr="000000"/>
                </a:solidFill>
              </a:rPr>
              <a:t>반복 플레이</a:t>
            </a:r>
            <a:r>
              <a:rPr lang="ko-KR" altLang="en-US" dirty="0">
                <a:solidFill>
                  <a:sysClr val="windowText" lastClr="000000"/>
                </a:solidFill>
              </a:rPr>
              <a:t>를 해도</a:t>
            </a:r>
            <a:r>
              <a:rPr lang="ko-KR" altLang="ko-KR" dirty="0">
                <a:solidFill>
                  <a:sysClr val="windowText" lastClr="000000"/>
                </a:solidFill>
              </a:rPr>
              <a:t> 학습된 예측</a:t>
            </a:r>
            <a:r>
              <a:rPr lang="ko-KR" altLang="en-US" dirty="0">
                <a:solidFill>
                  <a:sysClr val="windowText" lastClr="000000"/>
                </a:solidFill>
              </a:rPr>
              <a:t>보단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ko-KR" dirty="0">
                <a:solidFill>
                  <a:sysClr val="windowText" lastClr="000000"/>
                </a:solidFill>
              </a:rPr>
              <a:t> 동적 대응 요구</a:t>
            </a:r>
            <a:r>
              <a:rPr lang="en-US" altLang="ko-KR" dirty="0">
                <a:solidFill>
                  <a:sysClr val="windowText" lastClr="000000"/>
                </a:solidFill>
              </a:rPr>
              <a:t>. </a:t>
            </a:r>
            <a:r>
              <a:rPr lang="ko-KR" altLang="ko-KR" dirty="0">
                <a:solidFill>
                  <a:sysClr val="windowText" lastClr="000000"/>
                </a:solidFill>
              </a:rPr>
              <a:t>연쇄 반응 이벤트</a:t>
            </a:r>
            <a:r>
              <a:rPr lang="en-US" altLang="ko-KR" dirty="0">
                <a:solidFill>
                  <a:sysClr val="windowText" lastClr="000000"/>
                </a:solidFill>
              </a:rPr>
              <a:t>(</a:t>
            </a:r>
            <a:r>
              <a:rPr lang="ko-KR" altLang="en-US" dirty="0">
                <a:solidFill>
                  <a:sysClr val="windowText" lastClr="000000"/>
                </a:solidFill>
              </a:rPr>
              <a:t>생물간 반응</a:t>
            </a:r>
            <a:r>
              <a:rPr lang="en-US" altLang="ko-KR" dirty="0">
                <a:solidFill>
                  <a:sysClr val="windowText" lastClr="000000"/>
                </a:solidFill>
              </a:rPr>
              <a:t>), </a:t>
            </a:r>
            <a:r>
              <a:rPr lang="ko-KR" altLang="en-US" dirty="0">
                <a:solidFill>
                  <a:sysClr val="windowText" lastClr="000000"/>
                </a:solidFill>
              </a:rPr>
              <a:t>화물에 따라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en-US" dirty="0">
                <a:solidFill>
                  <a:sysClr val="windowText" lastClr="000000"/>
                </a:solidFill>
              </a:rPr>
              <a:t> </a:t>
            </a:r>
            <a:r>
              <a:rPr lang="ko-KR" altLang="ko-KR" dirty="0">
                <a:solidFill>
                  <a:sysClr val="windowText" lastClr="000000"/>
                </a:solidFill>
              </a:rPr>
              <a:t>차별화된 경로</a:t>
            </a:r>
            <a:r>
              <a:rPr lang="en-US" altLang="ko-KR" dirty="0">
                <a:solidFill>
                  <a:sysClr val="windowText" lastClr="000000"/>
                </a:solidFill>
              </a:rPr>
              <a:t> </a:t>
            </a:r>
            <a:r>
              <a:rPr lang="ko-KR" altLang="en-US" dirty="0">
                <a:solidFill>
                  <a:sysClr val="windowText" lastClr="000000"/>
                </a:solidFill>
              </a:rPr>
              <a:t>위험도 적용</a:t>
            </a:r>
          </a:p>
        </p:txBody>
      </p:sp>
      <p:sp>
        <p:nvSpPr>
          <p:cNvPr id="15" name="화살표: 오각형 14">
            <a:extLst>
              <a:ext uri="{FF2B5EF4-FFF2-40B4-BE49-F238E27FC236}">
                <a16:creationId xmlns:a16="http://schemas.microsoft.com/office/drawing/2014/main" id="{0BAED63B-DC64-D745-71EB-83272A06B565}"/>
              </a:ext>
            </a:extLst>
          </p:cNvPr>
          <p:cNvSpPr/>
          <p:nvPr/>
        </p:nvSpPr>
        <p:spPr>
          <a:xfrm>
            <a:off x="1642078" y="4868995"/>
            <a:ext cx="2165674" cy="1221602"/>
          </a:xfrm>
          <a:prstGeom prst="homePlate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기대 효과 및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en-US" dirty="0">
                <a:solidFill>
                  <a:sysClr val="windowText" lastClr="000000"/>
                </a:solidFill>
              </a:rPr>
              <a:t>활용 예시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0AC4B92-241A-4CD1-3226-6ED9B1B58C68}"/>
              </a:ext>
            </a:extLst>
          </p:cNvPr>
          <p:cNvSpPr txBox="1"/>
          <p:nvPr/>
        </p:nvSpPr>
        <p:spPr>
          <a:xfrm>
            <a:off x="665117" y="833523"/>
            <a:ext cx="10861766" cy="6155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700" dirty="0"/>
              <a:t>도우미 </a:t>
            </a:r>
            <a:r>
              <a:rPr lang="en-US" altLang="ko-KR" sz="1700" dirty="0"/>
              <a:t>AI : </a:t>
            </a:r>
            <a:r>
              <a:rPr lang="ko-KR" altLang="en-US" sz="1700" dirty="0"/>
              <a:t>플레이어가 소지 중인 아이템의 특성</a:t>
            </a:r>
            <a:r>
              <a:rPr lang="en-US" altLang="ko-KR" sz="1700" dirty="0"/>
              <a:t>, </a:t>
            </a:r>
            <a:r>
              <a:rPr lang="ko-KR" altLang="en-US" sz="1700" dirty="0"/>
              <a:t>몬스터 별 민감도와 반응</a:t>
            </a:r>
            <a:r>
              <a:rPr lang="en-US" altLang="ko-KR" sz="1700" dirty="0"/>
              <a:t>, </a:t>
            </a:r>
            <a:r>
              <a:rPr lang="ko-KR" altLang="en-US" sz="1700" dirty="0"/>
              <a:t>거리</a:t>
            </a:r>
            <a:r>
              <a:rPr lang="en-US" altLang="ko-KR" sz="1700" dirty="0"/>
              <a:t>, </a:t>
            </a:r>
            <a:r>
              <a:rPr lang="ko-KR" altLang="en-US" sz="1700" dirty="0"/>
              <a:t>생태계 생물 종간 </a:t>
            </a:r>
            <a:br>
              <a:rPr lang="en-US" altLang="ko-KR" sz="1700" dirty="0"/>
            </a:br>
            <a:r>
              <a:rPr lang="ko-KR" altLang="en-US" sz="1700" dirty="0"/>
              <a:t>관계를 이용해 계획 경로로의 위험도를 예측</a:t>
            </a:r>
            <a:r>
              <a:rPr lang="en-US" altLang="ko-KR" sz="1700" dirty="0"/>
              <a:t>, </a:t>
            </a:r>
            <a:r>
              <a:rPr lang="ko-KR" altLang="en-US" sz="1700" dirty="0"/>
              <a:t>플레이어에게 </a:t>
            </a:r>
            <a:r>
              <a:rPr lang="ko-KR" altLang="en-US" sz="1700" u="sng" dirty="0"/>
              <a:t>경로와 경로별 예측 시간을</a:t>
            </a:r>
            <a:r>
              <a:rPr lang="ko-KR" altLang="en-US" sz="1700" dirty="0"/>
              <a:t> 고지할 수 있어야 함</a:t>
            </a: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0DAB67F6-F788-CC32-890B-AFEF9FC55AA6}"/>
              </a:ext>
            </a:extLst>
          </p:cNvPr>
          <p:cNvSpPr/>
          <p:nvPr/>
        </p:nvSpPr>
        <p:spPr>
          <a:xfrm>
            <a:off x="3865643" y="2599662"/>
            <a:ext cx="6667393" cy="94579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ko-KR" dirty="0">
                <a:solidFill>
                  <a:sysClr val="windowText" lastClr="000000"/>
                </a:solidFill>
              </a:rPr>
              <a:t>자극 확산 계산</a:t>
            </a:r>
            <a:r>
              <a:rPr lang="en-US" altLang="ko-KR" dirty="0">
                <a:solidFill>
                  <a:sysClr val="windowText" lastClr="000000"/>
                </a:solidFill>
              </a:rPr>
              <a:t>, </a:t>
            </a:r>
            <a:r>
              <a:rPr lang="ko-KR" altLang="ko-KR" dirty="0">
                <a:solidFill>
                  <a:sysClr val="windowText" lastClr="000000"/>
                </a:solidFill>
              </a:rPr>
              <a:t>종별 반응 스코어</a:t>
            </a:r>
            <a:r>
              <a:rPr lang="en-US" altLang="ko-KR" dirty="0">
                <a:solidFill>
                  <a:sysClr val="windowText" lastClr="000000"/>
                </a:solidFill>
              </a:rPr>
              <a:t>(</a:t>
            </a:r>
            <a:r>
              <a:rPr lang="ko-KR" altLang="en-US" dirty="0">
                <a:solidFill>
                  <a:sysClr val="windowText" lastClr="000000"/>
                </a:solidFill>
              </a:rPr>
              <a:t>반응 발생 가능성</a:t>
            </a:r>
            <a:r>
              <a:rPr lang="en-US" altLang="ko-KR" dirty="0">
                <a:solidFill>
                  <a:sysClr val="windowText" lastClr="000000"/>
                </a:solidFill>
              </a:rPr>
              <a:t>),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ko-KR" dirty="0" err="1">
                <a:solidFill>
                  <a:sysClr val="windowText" lastClr="000000"/>
                </a:solidFill>
              </a:rPr>
              <a:t>T초</a:t>
            </a:r>
            <a:r>
              <a:rPr lang="ko-KR" altLang="ko-KR" dirty="0">
                <a:solidFill>
                  <a:sysClr val="windowText" lastClr="000000"/>
                </a:solidFill>
              </a:rPr>
              <a:t> 후 위험 밀도 예측</a:t>
            </a:r>
            <a:r>
              <a:rPr lang="en-US" altLang="ko-KR" dirty="0">
                <a:solidFill>
                  <a:sysClr val="windowText" lastClr="000000"/>
                </a:solidFill>
              </a:rPr>
              <a:t>,</a:t>
            </a:r>
            <a:r>
              <a:rPr lang="ko-KR" altLang="ko-KR" dirty="0">
                <a:solidFill>
                  <a:sysClr val="windowText" lastClr="000000"/>
                </a:solidFill>
              </a:rPr>
              <a:t> ETA 계산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20" name="화살표: 오각형 19">
            <a:extLst>
              <a:ext uri="{FF2B5EF4-FFF2-40B4-BE49-F238E27FC236}">
                <a16:creationId xmlns:a16="http://schemas.microsoft.com/office/drawing/2014/main" id="{03361DF7-20CA-4AF8-EA53-810F3F937218}"/>
              </a:ext>
            </a:extLst>
          </p:cNvPr>
          <p:cNvSpPr/>
          <p:nvPr/>
        </p:nvSpPr>
        <p:spPr>
          <a:xfrm>
            <a:off x="2406957" y="2599662"/>
            <a:ext cx="2004020" cy="945792"/>
          </a:xfrm>
          <a:prstGeom prst="homePlate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알고리즘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en-US" dirty="0">
                <a:solidFill>
                  <a:sysClr val="windowText" lastClr="000000"/>
                </a:solidFill>
              </a:rPr>
              <a:t>파이프라인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en-US" dirty="0">
                <a:solidFill>
                  <a:sysClr val="windowText" lastClr="000000"/>
                </a:solidFill>
              </a:rPr>
              <a:t>구성</a:t>
            </a:r>
          </a:p>
        </p:txBody>
      </p:sp>
      <p:sp>
        <p:nvSpPr>
          <p:cNvPr id="22" name="타원 21">
            <a:extLst>
              <a:ext uri="{FF2B5EF4-FFF2-40B4-BE49-F238E27FC236}">
                <a16:creationId xmlns:a16="http://schemas.microsoft.com/office/drawing/2014/main" id="{D70EED32-2010-9D8A-F794-5CD0D65EAAE3}"/>
              </a:ext>
            </a:extLst>
          </p:cNvPr>
          <p:cNvSpPr/>
          <p:nvPr/>
        </p:nvSpPr>
        <p:spPr>
          <a:xfrm>
            <a:off x="765201" y="1582780"/>
            <a:ext cx="1580733" cy="1016881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 dirty="0">
                <a:solidFill>
                  <a:sysClr val="windowText" lastClr="000000"/>
                </a:solidFill>
              </a:rPr>
              <a:t>생물</a:t>
            </a:r>
            <a:r>
              <a:rPr lang="en-US" altLang="ko-KR" sz="1600" dirty="0">
                <a:solidFill>
                  <a:sysClr val="windowText" lastClr="000000"/>
                </a:solidFill>
              </a:rPr>
              <a:t>_</a:t>
            </a:r>
            <a:r>
              <a:rPr lang="ko-KR" altLang="en-US" sz="1600" dirty="0">
                <a:solidFill>
                  <a:sysClr val="windowText" lastClr="000000"/>
                </a:solidFill>
              </a:rPr>
              <a:t>곰</a:t>
            </a:r>
            <a:br>
              <a:rPr lang="en-US" altLang="ko-KR" sz="1600" dirty="0">
                <a:solidFill>
                  <a:sysClr val="windowText" lastClr="000000"/>
                </a:solidFill>
              </a:rPr>
            </a:br>
            <a:r>
              <a:rPr lang="en-US" altLang="ko-KR" sz="1600" dirty="0">
                <a:solidFill>
                  <a:sysClr val="windowText" lastClr="000000"/>
                </a:solidFill>
              </a:rPr>
              <a:t>: </a:t>
            </a:r>
            <a:r>
              <a:rPr lang="ko-KR" altLang="en-US" sz="1600" dirty="0" err="1">
                <a:solidFill>
                  <a:sysClr val="windowText" lastClr="000000"/>
                </a:solidFill>
              </a:rPr>
              <a:t>배달품</a:t>
            </a:r>
            <a:r>
              <a:rPr lang="ko-KR" altLang="en-US" sz="1600" dirty="0">
                <a:solidFill>
                  <a:sysClr val="windowText" lastClr="000000"/>
                </a:solidFill>
              </a:rPr>
              <a:t> 강탈 시도</a:t>
            </a:r>
          </a:p>
        </p:txBody>
      </p:sp>
      <p:sp>
        <p:nvSpPr>
          <p:cNvPr id="24" name="배지 23">
            <a:extLst>
              <a:ext uri="{FF2B5EF4-FFF2-40B4-BE49-F238E27FC236}">
                <a16:creationId xmlns:a16="http://schemas.microsoft.com/office/drawing/2014/main" id="{18AD1EBE-68F7-8A34-69A9-85191512AC77}"/>
              </a:ext>
            </a:extLst>
          </p:cNvPr>
          <p:cNvSpPr/>
          <p:nvPr/>
        </p:nvSpPr>
        <p:spPr>
          <a:xfrm>
            <a:off x="387398" y="2813256"/>
            <a:ext cx="960089" cy="552853"/>
          </a:xfrm>
          <a:prstGeom prst="plaqu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 dirty="0">
                <a:solidFill>
                  <a:sysClr val="windowText" lastClr="000000"/>
                </a:solidFill>
              </a:rPr>
              <a:t>기억</a:t>
            </a:r>
            <a:endParaRPr lang="en-US" altLang="ko-KR" sz="1600" dirty="0">
              <a:solidFill>
                <a:sysClr val="windowText" lastClr="000000"/>
              </a:solidFill>
            </a:endParaRPr>
          </a:p>
          <a:p>
            <a:pPr algn="ctr"/>
            <a:r>
              <a:rPr lang="ko-KR" altLang="en-US" sz="1600" dirty="0">
                <a:solidFill>
                  <a:sysClr val="windowText" lastClr="000000"/>
                </a:solidFill>
              </a:rPr>
              <a:t>활성화</a:t>
            </a:r>
          </a:p>
        </p:txBody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40A0E7E7-33ED-7698-A839-9AE402FB0519}"/>
              </a:ext>
            </a:extLst>
          </p:cNvPr>
          <p:cNvSpPr/>
          <p:nvPr/>
        </p:nvSpPr>
        <p:spPr>
          <a:xfrm>
            <a:off x="1377926" y="2835005"/>
            <a:ext cx="1029031" cy="475105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sz="1600" dirty="0">
                <a:solidFill>
                  <a:srgbClr val="000000"/>
                </a:solidFill>
              </a:rPr>
              <a:t>경로</a:t>
            </a:r>
            <a:r>
              <a:rPr lang="en-US" altLang="ko-KR" sz="1600" dirty="0">
                <a:solidFill>
                  <a:srgbClr val="000000"/>
                </a:solidFill>
              </a:rPr>
              <a:t>a_</a:t>
            </a:r>
            <a:r>
              <a:rPr lang="ko-KR" altLang="en-US" sz="1600" dirty="0">
                <a:solidFill>
                  <a:srgbClr val="000000"/>
                </a:solidFill>
              </a:rPr>
              <a:t>숲</a:t>
            </a:r>
            <a:endParaRPr lang="en-US" altLang="ko-KR" sz="1600" dirty="0">
              <a:solidFill>
                <a:srgbClr val="000000"/>
              </a:solidFill>
            </a:endParaRPr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97DA6479-C678-E6F1-6597-1E31784EA71C}"/>
              </a:ext>
            </a:extLst>
          </p:cNvPr>
          <p:cNvSpPr/>
          <p:nvPr/>
        </p:nvSpPr>
        <p:spPr>
          <a:xfrm>
            <a:off x="3865643" y="3657451"/>
            <a:ext cx="6667393" cy="94579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계산 주체는 서버</a:t>
            </a:r>
            <a:r>
              <a:rPr lang="en-US" altLang="ko-KR" dirty="0">
                <a:solidFill>
                  <a:sysClr val="windowText" lastClr="000000"/>
                </a:solidFill>
              </a:rPr>
              <a:t>(</a:t>
            </a:r>
            <a:r>
              <a:rPr lang="ko-KR" altLang="en-US" dirty="0">
                <a:solidFill>
                  <a:sysClr val="windowText" lastClr="000000"/>
                </a:solidFill>
              </a:rPr>
              <a:t>호스트</a:t>
            </a:r>
            <a:r>
              <a:rPr lang="en-US" altLang="ko-KR" dirty="0">
                <a:solidFill>
                  <a:sysClr val="windowText" lastClr="000000"/>
                </a:solidFill>
              </a:rPr>
              <a:t>), </a:t>
            </a:r>
            <a:r>
              <a:rPr lang="ko-KR" altLang="en-US" dirty="0">
                <a:solidFill>
                  <a:sysClr val="windowText" lastClr="000000"/>
                </a:solidFill>
              </a:rPr>
              <a:t>무거운 계산은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en-US" dirty="0">
                <a:solidFill>
                  <a:sysClr val="windowText" lastClr="000000"/>
                </a:solidFill>
              </a:rPr>
              <a:t> 비동기로 처리한 후 결과만 메인 스레드에 반영</a:t>
            </a:r>
          </a:p>
        </p:txBody>
      </p:sp>
      <p:sp>
        <p:nvSpPr>
          <p:cNvPr id="30" name="화살표: 오각형 29">
            <a:extLst>
              <a:ext uri="{FF2B5EF4-FFF2-40B4-BE49-F238E27FC236}">
                <a16:creationId xmlns:a16="http://schemas.microsoft.com/office/drawing/2014/main" id="{9B74FA54-B0EF-29A9-3B59-1EF12C510C6A}"/>
              </a:ext>
            </a:extLst>
          </p:cNvPr>
          <p:cNvSpPr/>
          <p:nvPr/>
        </p:nvSpPr>
        <p:spPr>
          <a:xfrm>
            <a:off x="2406957" y="3657451"/>
            <a:ext cx="2004020" cy="945792"/>
          </a:xfrm>
          <a:prstGeom prst="homePlate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구현 매핑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A1F194D-1C85-D7EC-D3B1-10F9DDDBB3AE}"/>
              </a:ext>
            </a:extLst>
          </p:cNvPr>
          <p:cNvSpPr txBox="1"/>
          <p:nvPr/>
        </p:nvSpPr>
        <p:spPr>
          <a:xfrm>
            <a:off x="306014" y="1582780"/>
            <a:ext cx="9144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/>
              <a:t>예시</a:t>
            </a:r>
          </a:p>
        </p:txBody>
      </p:sp>
    </p:spTree>
    <p:extLst>
      <p:ext uri="{BB962C8B-B14F-4D97-AF65-F5344CB8AC3E}">
        <p14:creationId xmlns:p14="http://schemas.microsoft.com/office/powerpoint/2010/main" val="3848560390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5CF57BE9-8481-9F59-2C95-0BFBD58D15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5670430" cy="662782"/>
          </a:xfrm>
        </p:spPr>
        <p:txBody>
          <a:bodyPr>
            <a:normAutofit fontScale="90000"/>
          </a:bodyPr>
          <a:lstStyle/>
          <a:p>
            <a:r>
              <a:rPr lang="ko-KR" altLang="en-US" dirty="0"/>
              <a:t>데이터 테이블</a:t>
            </a:r>
            <a:r>
              <a:rPr lang="en-US" altLang="ko-KR" dirty="0"/>
              <a:t>_NPC,</a:t>
            </a:r>
            <a:r>
              <a:rPr lang="ko-KR" altLang="en-US" dirty="0"/>
              <a:t>플레이어</a:t>
            </a:r>
          </a:p>
        </p:txBody>
      </p:sp>
      <p:graphicFrame>
        <p:nvGraphicFramePr>
          <p:cNvPr id="2" name="내용 개체 틀 1">
            <a:extLst>
              <a:ext uri="{FF2B5EF4-FFF2-40B4-BE49-F238E27FC236}">
                <a16:creationId xmlns:a16="http://schemas.microsoft.com/office/drawing/2014/main" id="{AAD9A12E-7B8A-8401-8786-3CD2FD3A94FF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838198" y="1121076"/>
          <a:ext cx="10715445" cy="2337348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190605">
                  <a:extLst>
                    <a:ext uri="{9D8B030D-6E8A-4147-A177-3AD203B41FA5}">
                      <a16:colId xmlns:a16="http://schemas.microsoft.com/office/drawing/2014/main" val="4245382652"/>
                    </a:ext>
                  </a:extLst>
                </a:gridCol>
                <a:gridCol w="1190605">
                  <a:extLst>
                    <a:ext uri="{9D8B030D-6E8A-4147-A177-3AD203B41FA5}">
                      <a16:colId xmlns:a16="http://schemas.microsoft.com/office/drawing/2014/main" val="1933533662"/>
                    </a:ext>
                  </a:extLst>
                </a:gridCol>
                <a:gridCol w="1190605">
                  <a:extLst>
                    <a:ext uri="{9D8B030D-6E8A-4147-A177-3AD203B41FA5}">
                      <a16:colId xmlns:a16="http://schemas.microsoft.com/office/drawing/2014/main" val="33392647"/>
                    </a:ext>
                  </a:extLst>
                </a:gridCol>
                <a:gridCol w="1190605">
                  <a:extLst>
                    <a:ext uri="{9D8B030D-6E8A-4147-A177-3AD203B41FA5}">
                      <a16:colId xmlns:a16="http://schemas.microsoft.com/office/drawing/2014/main" val="3082165443"/>
                    </a:ext>
                  </a:extLst>
                </a:gridCol>
                <a:gridCol w="1190605">
                  <a:extLst>
                    <a:ext uri="{9D8B030D-6E8A-4147-A177-3AD203B41FA5}">
                      <a16:colId xmlns:a16="http://schemas.microsoft.com/office/drawing/2014/main" val="1142584066"/>
                    </a:ext>
                  </a:extLst>
                </a:gridCol>
                <a:gridCol w="1190605">
                  <a:extLst>
                    <a:ext uri="{9D8B030D-6E8A-4147-A177-3AD203B41FA5}">
                      <a16:colId xmlns:a16="http://schemas.microsoft.com/office/drawing/2014/main" val="4113416892"/>
                    </a:ext>
                  </a:extLst>
                </a:gridCol>
                <a:gridCol w="1190605">
                  <a:extLst>
                    <a:ext uri="{9D8B030D-6E8A-4147-A177-3AD203B41FA5}">
                      <a16:colId xmlns:a16="http://schemas.microsoft.com/office/drawing/2014/main" val="1586902170"/>
                    </a:ext>
                  </a:extLst>
                </a:gridCol>
                <a:gridCol w="1190605">
                  <a:extLst>
                    <a:ext uri="{9D8B030D-6E8A-4147-A177-3AD203B41FA5}">
                      <a16:colId xmlns:a16="http://schemas.microsoft.com/office/drawing/2014/main" val="3365782907"/>
                    </a:ext>
                  </a:extLst>
                </a:gridCol>
                <a:gridCol w="1190605">
                  <a:extLst>
                    <a:ext uri="{9D8B030D-6E8A-4147-A177-3AD203B41FA5}">
                      <a16:colId xmlns:a16="http://schemas.microsoft.com/office/drawing/2014/main" val="2323312840"/>
                    </a:ext>
                  </a:extLst>
                </a:gridCol>
              </a:tblGrid>
              <a:tr h="711474"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Walk</a:t>
                      </a:r>
                      <a:br>
                        <a:rPr lang="en-US" altLang="ko-KR" dirty="0"/>
                      </a:br>
                      <a:r>
                        <a:rPr lang="ko-KR" altLang="en-US" dirty="0"/>
                        <a:t>이동</a:t>
                      </a:r>
                      <a:br>
                        <a:rPr lang="en-US" altLang="ko-KR" dirty="0"/>
                      </a:br>
                      <a:r>
                        <a:rPr lang="ko-KR" altLang="en-US" dirty="0"/>
                        <a:t>속도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Run</a:t>
                      </a:r>
                      <a:br>
                        <a:rPr lang="en-US" altLang="ko-KR" dirty="0"/>
                      </a:br>
                      <a:r>
                        <a:rPr lang="ko-KR" altLang="en-US" dirty="0"/>
                        <a:t>달리는 속도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Jump</a:t>
                      </a:r>
                    </a:p>
                    <a:p>
                      <a:pPr algn="ctr" latinLnBrk="1"/>
                      <a:r>
                        <a:rPr lang="ko-KR" altLang="en-US" dirty="0"/>
                        <a:t>높이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조준</a:t>
                      </a:r>
                      <a:br>
                        <a:rPr lang="en-US" altLang="ko-KR" dirty="0"/>
                      </a:br>
                      <a:r>
                        <a:rPr lang="ko-KR" altLang="en-US" dirty="0"/>
                        <a:t>범위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 err="1"/>
                        <a:t>스테미너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HP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공격</a:t>
                      </a:r>
                      <a:br>
                        <a:rPr lang="en-US" altLang="ko-KR" dirty="0"/>
                      </a:br>
                      <a:r>
                        <a:rPr lang="ko-KR" altLang="en-US" dirty="0"/>
                        <a:t>데미지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기본</a:t>
                      </a:r>
                      <a:br>
                        <a:rPr lang="en-US" altLang="ko-KR" dirty="0"/>
                      </a:br>
                      <a:r>
                        <a:rPr lang="ko-KR" altLang="en-US" dirty="0"/>
                        <a:t>감지</a:t>
                      </a:r>
                      <a:br>
                        <a:rPr lang="en-US" altLang="ko-KR" dirty="0"/>
                      </a:br>
                      <a:r>
                        <a:rPr lang="ko-KR" altLang="en-US" dirty="0"/>
                        <a:t>범위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62337053"/>
                  </a:ext>
                </a:extLst>
              </a:tr>
              <a:tr h="71147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플레이어</a:t>
                      </a:r>
                      <a:br>
                        <a:rPr lang="en-US" altLang="ko-KR" dirty="0"/>
                      </a:br>
                      <a:r>
                        <a:rPr lang="ko-KR" altLang="en-US" dirty="0"/>
                        <a:t>캐릭터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3d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5d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3d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10d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15n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100n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10n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46568347"/>
                  </a:ext>
                </a:extLst>
              </a:tr>
              <a:tr h="71147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벌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8d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5n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0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반경 </a:t>
                      </a:r>
                      <a:r>
                        <a:rPr lang="en-US" altLang="ko-KR" dirty="0"/>
                        <a:t>10d</a:t>
                      </a:r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61416552"/>
                  </a:ext>
                </a:extLst>
              </a:tr>
            </a:tbl>
          </a:graphicData>
        </a:graphic>
      </p:graphicFrame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C2C8EE23-F6D7-9277-F5AF-5F6856D9E3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10/11/2026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36E2C10-5960-BF61-30DE-D6C4AA7596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52</a:t>
            </a:fld>
            <a:endParaRPr lang="ko-KR" altLang="en-US"/>
          </a:p>
        </p:txBody>
      </p:sp>
      <p:sp>
        <p:nvSpPr>
          <p:cNvPr id="10" name="내용 개체 틀 9">
            <a:extLst>
              <a:ext uri="{FF2B5EF4-FFF2-40B4-BE49-F238E27FC236}">
                <a16:creationId xmlns:a16="http://schemas.microsoft.com/office/drawing/2014/main" id="{7D3AF6C5-2C25-B122-432E-F14FF0090F12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/>
          </a:p>
        </p:txBody>
      </p:sp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5C7EA355-89BE-1583-EC30-7F9EE2A3933C}"/>
              </a:ext>
            </a:extLst>
          </p:cNvPr>
          <p:cNvCxnSpPr>
            <a:cxnSpLocks/>
          </p:cNvCxnSpPr>
          <p:nvPr/>
        </p:nvCxnSpPr>
        <p:spPr>
          <a:xfrm>
            <a:off x="2025253" y="2746346"/>
            <a:ext cx="1194594" cy="7112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65FC984A-5A55-996D-9B41-49BA08E8AD89}"/>
              </a:ext>
            </a:extLst>
          </p:cNvPr>
          <p:cNvCxnSpPr>
            <a:cxnSpLocks/>
          </p:cNvCxnSpPr>
          <p:nvPr/>
        </p:nvCxnSpPr>
        <p:spPr>
          <a:xfrm>
            <a:off x="4404927" y="2746346"/>
            <a:ext cx="1200536" cy="7112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직선 연결선 15">
            <a:extLst>
              <a:ext uri="{FF2B5EF4-FFF2-40B4-BE49-F238E27FC236}">
                <a16:creationId xmlns:a16="http://schemas.microsoft.com/office/drawing/2014/main" id="{C3B9C742-06A7-5272-31E7-17824AE017D3}"/>
              </a:ext>
            </a:extLst>
          </p:cNvPr>
          <p:cNvCxnSpPr>
            <a:cxnSpLocks/>
          </p:cNvCxnSpPr>
          <p:nvPr/>
        </p:nvCxnSpPr>
        <p:spPr>
          <a:xfrm>
            <a:off x="10358479" y="2035146"/>
            <a:ext cx="1195164" cy="7112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17" name="내용 개체 틀 1">
            <a:extLst>
              <a:ext uri="{FF2B5EF4-FFF2-40B4-BE49-F238E27FC236}">
                <a16:creationId xmlns:a16="http://schemas.microsoft.com/office/drawing/2014/main" id="{72BD6EC9-1064-D057-14C5-E0E40C8946A9}"/>
              </a:ext>
            </a:extLst>
          </p:cNvPr>
          <p:cNvGraphicFramePr>
            <a:graphicFrameLocks/>
          </p:cNvGraphicFramePr>
          <p:nvPr/>
        </p:nvGraphicFramePr>
        <p:xfrm>
          <a:off x="841037" y="3457546"/>
          <a:ext cx="5948385" cy="2337348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189677">
                  <a:extLst>
                    <a:ext uri="{9D8B030D-6E8A-4147-A177-3AD203B41FA5}">
                      <a16:colId xmlns:a16="http://schemas.microsoft.com/office/drawing/2014/main" val="4245382652"/>
                    </a:ext>
                  </a:extLst>
                </a:gridCol>
                <a:gridCol w="1189677">
                  <a:extLst>
                    <a:ext uri="{9D8B030D-6E8A-4147-A177-3AD203B41FA5}">
                      <a16:colId xmlns:a16="http://schemas.microsoft.com/office/drawing/2014/main" val="1933533662"/>
                    </a:ext>
                  </a:extLst>
                </a:gridCol>
                <a:gridCol w="1189677">
                  <a:extLst>
                    <a:ext uri="{9D8B030D-6E8A-4147-A177-3AD203B41FA5}">
                      <a16:colId xmlns:a16="http://schemas.microsoft.com/office/drawing/2014/main" val="33392647"/>
                    </a:ext>
                  </a:extLst>
                </a:gridCol>
                <a:gridCol w="1189677">
                  <a:extLst>
                    <a:ext uri="{9D8B030D-6E8A-4147-A177-3AD203B41FA5}">
                      <a16:colId xmlns:a16="http://schemas.microsoft.com/office/drawing/2014/main" val="2144455748"/>
                    </a:ext>
                  </a:extLst>
                </a:gridCol>
                <a:gridCol w="1189677">
                  <a:extLst>
                    <a:ext uri="{9D8B030D-6E8A-4147-A177-3AD203B41FA5}">
                      <a16:colId xmlns:a16="http://schemas.microsoft.com/office/drawing/2014/main" val="1559243483"/>
                    </a:ext>
                  </a:extLst>
                </a:gridCol>
              </a:tblGrid>
              <a:tr h="711474"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크기</a:t>
                      </a:r>
                      <a:br>
                        <a:rPr lang="en-US" altLang="ko-KR" dirty="0"/>
                      </a:br>
                      <a:r>
                        <a:rPr lang="en-US" altLang="ko-KR" dirty="0"/>
                        <a:t>(</a:t>
                      </a:r>
                      <a:r>
                        <a:rPr lang="ko-KR" altLang="en-US" dirty="0"/>
                        <a:t>높이</a:t>
                      </a:r>
                      <a:r>
                        <a:rPr lang="en-US" altLang="ko-KR" dirty="0"/>
                        <a:t>)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크기</a:t>
                      </a:r>
                      <a:br>
                        <a:rPr lang="en-US" altLang="ko-KR" dirty="0"/>
                      </a:br>
                      <a:r>
                        <a:rPr lang="en-US" altLang="ko-KR" dirty="0"/>
                        <a:t>(</a:t>
                      </a:r>
                      <a:r>
                        <a:rPr lang="ko-KR" altLang="en-US" dirty="0"/>
                        <a:t>가로</a:t>
                      </a:r>
                      <a:br>
                        <a:rPr lang="en-US" altLang="ko-KR" dirty="0"/>
                      </a:br>
                      <a:r>
                        <a:rPr lang="ko-KR" altLang="en-US" dirty="0"/>
                        <a:t>세로</a:t>
                      </a:r>
                      <a:r>
                        <a:rPr lang="en-US" altLang="ko-KR" dirty="0"/>
                        <a:t>)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벌집 주변</a:t>
                      </a:r>
                      <a:br>
                        <a:rPr lang="en-US" altLang="ko-KR" dirty="0"/>
                      </a:br>
                      <a:r>
                        <a:rPr lang="ko-KR" altLang="en-US" dirty="0"/>
                        <a:t>배회 범위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방해</a:t>
                      </a:r>
                      <a:br>
                        <a:rPr lang="en-US" altLang="ko-KR" dirty="0"/>
                      </a:br>
                      <a:r>
                        <a:rPr lang="ko-KR" altLang="en-US" dirty="0"/>
                        <a:t>지속 범위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62337053"/>
                  </a:ext>
                </a:extLst>
              </a:tr>
              <a:tr h="71147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플레이어</a:t>
                      </a:r>
                      <a:br>
                        <a:rPr lang="en-US" altLang="ko-KR" dirty="0"/>
                      </a:br>
                      <a:r>
                        <a:rPr lang="ko-KR" altLang="en-US" dirty="0"/>
                        <a:t>캐릭터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2.5d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1d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46568347"/>
                  </a:ext>
                </a:extLst>
              </a:tr>
              <a:tr h="71147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벌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0.25d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0.25d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10d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20d</a:t>
                      </a:r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61416552"/>
                  </a:ext>
                </a:extLst>
              </a:tr>
            </a:tbl>
          </a:graphicData>
        </a:graphic>
      </p:graphicFrame>
      <p:cxnSp>
        <p:nvCxnSpPr>
          <p:cNvPr id="22" name="직선 연결선 21">
            <a:extLst>
              <a:ext uri="{FF2B5EF4-FFF2-40B4-BE49-F238E27FC236}">
                <a16:creationId xmlns:a16="http://schemas.microsoft.com/office/drawing/2014/main" id="{6F710C9C-C96B-CBB7-D075-8FDF666210E7}"/>
              </a:ext>
            </a:extLst>
          </p:cNvPr>
          <p:cNvCxnSpPr>
            <a:cxnSpLocks/>
          </p:cNvCxnSpPr>
          <p:nvPr/>
        </p:nvCxnSpPr>
        <p:spPr>
          <a:xfrm>
            <a:off x="5589511" y="2746346"/>
            <a:ext cx="1194594" cy="7112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직선 연결선 22">
            <a:extLst>
              <a:ext uri="{FF2B5EF4-FFF2-40B4-BE49-F238E27FC236}">
                <a16:creationId xmlns:a16="http://schemas.microsoft.com/office/drawing/2014/main" id="{C33A880B-6DC7-CF20-8BE6-49651F7EA2CF}"/>
              </a:ext>
            </a:extLst>
          </p:cNvPr>
          <p:cNvCxnSpPr>
            <a:cxnSpLocks/>
          </p:cNvCxnSpPr>
          <p:nvPr/>
        </p:nvCxnSpPr>
        <p:spPr>
          <a:xfrm>
            <a:off x="6781883" y="2746346"/>
            <a:ext cx="1194594" cy="7112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직선 연결선 24">
            <a:extLst>
              <a:ext uri="{FF2B5EF4-FFF2-40B4-BE49-F238E27FC236}">
                <a16:creationId xmlns:a16="http://schemas.microsoft.com/office/drawing/2014/main" id="{4BED431E-4FFF-BCC6-3704-CD16D04EDD40}"/>
              </a:ext>
            </a:extLst>
          </p:cNvPr>
          <p:cNvCxnSpPr>
            <a:cxnSpLocks/>
          </p:cNvCxnSpPr>
          <p:nvPr/>
        </p:nvCxnSpPr>
        <p:spPr>
          <a:xfrm>
            <a:off x="4404927" y="4371616"/>
            <a:ext cx="1200536" cy="7112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직선 연결선 25">
            <a:extLst>
              <a:ext uri="{FF2B5EF4-FFF2-40B4-BE49-F238E27FC236}">
                <a16:creationId xmlns:a16="http://schemas.microsoft.com/office/drawing/2014/main" id="{2A37C42E-BB35-AFE6-8C0B-C7A0B26493AD}"/>
              </a:ext>
            </a:extLst>
          </p:cNvPr>
          <p:cNvCxnSpPr>
            <a:cxnSpLocks/>
          </p:cNvCxnSpPr>
          <p:nvPr/>
        </p:nvCxnSpPr>
        <p:spPr>
          <a:xfrm>
            <a:off x="5589511" y="4371616"/>
            <a:ext cx="1200536" cy="7112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05086514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1E988F8A-FE25-3C03-8392-4987A049C3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내용 개체 틀 8">
            <a:extLst>
              <a:ext uri="{FF2B5EF4-FFF2-40B4-BE49-F238E27FC236}">
                <a16:creationId xmlns:a16="http://schemas.microsoft.com/office/drawing/2014/main" id="{B78FFE0F-21C3-0093-CCB8-BF260178632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856891"/>
            <a:ext cx="10515600" cy="5320072"/>
          </a:xfrm>
        </p:spPr>
        <p:txBody>
          <a:bodyPr numCol="2">
            <a:normAutofit/>
          </a:bodyPr>
          <a:lstStyle/>
          <a:p>
            <a:pPr marL="0" indent="0">
              <a:lnSpc>
                <a:spcPct val="120000"/>
              </a:lnSpc>
              <a:buNone/>
            </a:pPr>
            <a:r>
              <a:rPr lang="ko-KR" altLang="en-US" dirty="0"/>
              <a:t>데이터 항목 </a:t>
            </a:r>
            <a:r>
              <a:rPr lang="en-US" altLang="ko-KR" dirty="0"/>
              <a:t>: </a:t>
            </a:r>
            <a:r>
              <a:rPr lang="ko-KR" altLang="en-US" dirty="0"/>
              <a:t>캐릭터크기 </a:t>
            </a:r>
            <a:r>
              <a:rPr lang="en-US" altLang="ko-KR" dirty="0"/>
              <a:t>: 1m(2:1</a:t>
            </a:r>
            <a:r>
              <a:rPr lang="ko-KR" altLang="en-US" dirty="0"/>
              <a:t>비율</a:t>
            </a:r>
            <a:r>
              <a:rPr lang="en-US" altLang="ko-KR" dirty="0"/>
              <a:t>) , </a:t>
            </a:r>
            <a:r>
              <a:rPr lang="ko-KR" altLang="en-US" dirty="0"/>
              <a:t>무기</a:t>
            </a:r>
            <a:r>
              <a:rPr lang="en-US" altLang="ko-KR" dirty="0"/>
              <a:t>, </a:t>
            </a:r>
            <a:r>
              <a:rPr lang="ko-KR" altLang="en-US" dirty="0"/>
              <a:t>총탄의 종류</a:t>
            </a:r>
            <a:r>
              <a:rPr lang="en-US" altLang="ko-KR" dirty="0"/>
              <a:t>, </a:t>
            </a:r>
            <a:r>
              <a:rPr lang="ko-KR" altLang="en-US" dirty="0"/>
              <a:t>이펙트</a:t>
            </a:r>
            <a:r>
              <a:rPr lang="en-US" altLang="ko-KR" dirty="0"/>
              <a:t>,</a:t>
            </a:r>
            <a:r>
              <a:rPr lang="ko-KR" altLang="en-US" dirty="0"/>
              <a:t> 조형물</a:t>
            </a:r>
            <a:r>
              <a:rPr lang="en-US" altLang="ko-KR" dirty="0"/>
              <a:t>_</a:t>
            </a:r>
            <a:r>
              <a:rPr lang="ko-KR" altLang="en-US" dirty="0" err="1"/>
              <a:t>나무랑</a:t>
            </a:r>
            <a:r>
              <a:rPr lang="ko-KR" altLang="en-US" dirty="0"/>
              <a:t> 돌 등등</a:t>
            </a:r>
            <a:r>
              <a:rPr lang="en-US" altLang="ko-KR" dirty="0"/>
              <a:t>, </a:t>
            </a:r>
            <a:r>
              <a:rPr lang="ko-KR" altLang="en-US" dirty="0" err="1"/>
              <a:t>맵크기</a:t>
            </a:r>
            <a:r>
              <a:rPr lang="ko-KR" altLang="en-US" dirty="0"/>
              <a:t> </a:t>
            </a:r>
            <a:r>
              <a:rPr lang="en-US" altLang="ko-KR" dirty="0"/>
              <a:t>(100,00</a:t>
            </a:r>
            <a:r>
              <a:rPr lang="ko-KR" altLang="en-US" dirty="0"/>
              <a:t>이상 고려</a:t>
            </a:r>
            <a:r>
              <a:rPr lang="en-US" altLang="ko-KR" dirty="0"/>
              <a:t>)</a:t>
            </a:r>
          </a:p>
          <a:p>
            <a:pPr marL="0" indent="0">
              <a:lnSpc>
                <a:spcPct val="120000"/>
              </a:lnSpc>
              <a:buNone/>
            </a:pPr>
            <a:endParaRPr lang="ko-KR" altLang="en-US" dirty="0"/>
          </a:p>
          <a:p>
            <a:pPr>
              <a:lnSpc>
                <a:spcPct val="120000"/>
              </a:lnSpc>
            </a:pPr>
            <a:r>
              <a:rPr lang="ko-KR" altLang="en-US" dirty="0"/>
              <a:t>세부 기획 고려사항 </a:t>
            </a:r>
            <a:r>
              <a:rPr lang="en-US" altLang="ko-KR" dirty="0"/>
              <a:t>: </a:t>
            </a:r>
            <a:br>
              <a:rPr lang="en-US" altLang="ko-KR" dirty="0"/>
            </a:br>
            <a:r>
              <a:rPr lang="ko-KR" altLang="en-US" dirty="0" err="1"/>
              <a:t>타격감</a:t>
            </a:r>
            <a:r>
              <a:rPr lang="en-US" altLang="ko-KR" dirty="0"/>
              <a:t>, </a:t>
            </a:r>
            <a:r>
              <a:rPr lang="ko-KR" altLang="en-US" dirty="0"/>
              <a:t>행동 패턴 디자인</a:t>
            </a:r>
            <a:r>
              <a:rPr lang="en-US" altLang="ko-KR" dirty="0"/>
              <a:t>, </a:t>
            </a:r>
            <a:r>
              <a:rPr lang="ko-KR" altLang="en-US" dirty="0"/>
              <a:t>다양한 총 </a:t>
            </a:r>
            <a:r>
              <a:rPr lang="ko-KR" altLang="en-US" dirty="0" err="1"/>
              <a:t>파티클</a:t>
            </a:r>
            <a:r>
              <a:rPr lang="en-US" altLang="ko-KR" dirty="0"/>
              <a:t>,</a:t>
            </a:r>
            <a:r>
              <a:rPr lang="ko-KR" altLang="en-US" dirty="0"/>
              <a:t> 난이도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C0B240FF-057F-29EB-E826-B26CD6513B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10/11/2026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E5F7C50-00EF-30DA-610F-FA0DC56BAC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53</a:t>
            </a:fld>
            <a:endParaRPr lang="ko-KR" altLang="en-US"/>
          </a:p>
        </p:txBody>
      </p:sp>
      <p:sp>
        <p:nvSpPr>
          <p:cNvPr id="10" name="내용 개체 틀 9">
            <a:extLst>
              <a:ext uri="{FF2B5EF4-FFF2-40B4-BE49-F238E27FC236}">
                <a16:creationId xmlns:a16="http://schemas.microsoft.com/office/drawing/2014/main" id="{E74CC034-212F-BECC-4AEE-010BDB4F2941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타원 2">
            <a:extLst>
              <a:ext uri="{FF2B5EF4-FFF2-40B4-BE49-F238E27FC236}">
                <a16:creationId xmlns:a16="http://schemas.microsoft.com/office/drawing/2014/main" id="{0149DFC2-8A88-BD82-0FAF-41BC9920C5E9}"/>
              </a:ext>
            </a:extLst>
          </p:cNvPr>
          <p:cNvSpPr/>
          <p:nvPr/>
        </p:nvSpPr>
        <p:spPr>
          <a:xfrm rot="20292011">
            <a:off x="7288179" y="2798438"/>
            <a:ext cx="288007" cy="188618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자유형: 도형 6">
            <a:extLst>
              <a:ext uri="{FF2B5EF4-FFF2-40B4-BE49-F238E27FC236}">
                <a16:creationId xmlns:a16="http://schemas.microsoft.com/office/drawing/2014/main" id="{65CC25E7-B2CF-F36E-901F-21745077C1A4}"/>
              </a:ext>
            </a:extLst>
          </p:cNvPr>
          <p:cNvSpPr/>
          <p:nvPr/>
        </p:nvSpPr>
        <p:spPr>
          <a:xfrm>
            <a:off x="7177049" y="2650577"/>
            <a:ext cx="552450" cy="557453"/>
          </a:xfrm>
          <a:custGeom>
            <a:avLst/>
            <a:gdLst>
              <a:gd name="csX0" fmla="*/ 261937 w 552450"/>
              <a:gd name="csY0" fmla="*/ 32 h 557453"/>
              <a:gd name="csX1" fmla="*/ 233362 w 552450"/>
              <a:gd name="csY1" fmla="*/ 19082 h 557453"/>
              <a:gd name="csX2" fmla="*/ 190500 w 552450"/>
              <a:gd name="csY2" fmla="*/ 38132 h 557453"/>
              <a:gd name="csX3" fmla="*/ 104775 w 552450"/>
              <a:gd name="csY3" fmla="*/ 90520 h 557453"/>
              <a:gd name="csX4" fmla="*/ 85725 w 552450"/>
              <a:gd name="csY4" fmla="*/ 119095 h 557453"/>
              <a:gd name="csX5" fmla="*/ 42862 w 552450"/>
              <a:gd name="csY5" fmla="*/ 171482 h 557453"/>
              <a:gd name="csX6" fmla="*/ 19050 w 552450"/>
              <a:gd name="csY6" fmla="*/ 228632 h 557453"/>
              <a:gd name="csX7" fmla="*/ 14287 w 552450"/>
              <a:gd name="csY7" fmla="*/ 247682 h 557453"/>
              <a:gd name="csX8" fmla="*/ 0 w 552450"/>
              <a:gd name="csY8" fmla="*/ 295307 h 557453"/>
              <a:gd name="csX9" fmla="*/ 19050 w 552450"/>
              <a:gd name="csY9" fmla="*/ 376270 h 557453"/>
              <a:gd name="csX10" fmla="*/ 47625 w 552450"/>
              <a:gd name="csY10" fmla="*/ 400082 h 557453"/>
              <a:gd name="csX11" fmla="*/ 104775 w 552450"/>
              <a:gd name="csY11" fmla="*/ 447707 h 557453"/>
              <a:gd name="csX12" fmla="*/ 133350 w 552450"/>
              <a:gd name="csY12" fmla="*/ 452470 h 557453"/>
              <a:gd name="csX13" fmla="*/ 242887 w 552450"/>
              <a:gd name="csY13" fmla="*/ 509620 h 557453"/>
              <a:gd name="csX14" fmla="*/ 266700 w 552450"/>
              <a:gd name="csY14" fmla="*/ 519145 h 557453"/>
              <a:gd name="csX15" fmla="*/ 295275 w 552450"/>
              <a:gd name="csY15" fmla="*/ 523907 h 557453"/>
              <a:gd name="csX16" fmla="*/ 352425 w 552450"/>
              <a:gd name="csY16" fmla="*/ 557245 h 557453"/>
              <a:gd name="csX17" fmla="*/ 400050 w 552450"/>
              <a:gd name="csY17" fmla="*/ 528670 h 557453"/>
              <a:gd name="csX18" fmla="*/ 481012 w 552450"/>
              <a:gd name="csY18" fmla="*/ 395320 h 557453"/>
              <a:gd name="csX19" fmla="*/ 500062 w 552450"/>
              <a:gd name="csY19" fmla="*/ 381032 h 557453"/>
              <a:gd name="csX20" fmla="*/ 519112 w 552450"/>
              <a:gd name="csY20" fmla="*/ 333407 h 557453"/>
              <a:gd name="csX21" fmla="*/ 523875 w 552450"/>
              <a:gd name="csY21" fmla="*/ 309595 h 557453"/>
              <a:gd name="csX22" fmla="*/ 552450 w 552450"/>
              <a:gd name="csY22" fmla="*/ 200057 h 557453"/>
              <a:gd name="csX23" fmla="*/ 528637 w 552450"/>
              <a:gd name="csY23" fmla="*/ 100045 h 557453"/>
              <a:gd name="csX24" fmla="*/ 457200 w 552450"/>
              <a:gd name="csY24" fmla="*/ 95282 h 557453"/>
              <a:gd name="csX25" fmla="*/ 414337 w 552450"/>
              <a:gd name="csY25" fmla="*/ 80995 h 557453"/>
              <a:gd name="csX26" fmla="*/ 395287 w 552450"/>
              <a:gd name="csY26" fmla="*/ 71470 h 557453"/>
              <a:gd name="csX27" fmla="*/ 352425 w 552450"/>
              <a:gd name="csY27" fmla="*/ 66707 h 557453"/>
              <a:gd name="csX28" fmla="*/ 347662 w 552450"/>
              <a:gd name="csY28" fmla="*/ 52420 h 557453"/>
              <a:gd name="csX29" fmla="*/ 300037 w 552450"/>
              <a:gd name="csY29" fmla="*/ 28607 h 557453"/>
              <a:gd name="csX30" fmla="*/ 276225 w 552450"/>
              <a:gd name="csY30" fmla="*/ 14320 h 557453"/>
              <a:gd name="csX31" fmla="*/ 261937 w 552450"/>
              <a:gd name="csY31" fmla="*/ 32 h 55745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</a:cxnLst>
            <a:rect l="l" t="t" r="r" b="b"/>
            <a:pathLst>
              <a:path w="552450" h="557453">
                <a:moveTo>
                  <a:pt x="261937" y="32"/>
                </a:moveTo>
                <a:cubicBezTo>
                  <a:pt x="254793" y="826"/>
                  <a:pt x="243463" y="13695"/>
                  <a:pt x="233362" y="19082"/>
                </a:cubicBezTo>
                <a:cubicBezTo>
                  <a:pt x="219567" y="26440"/>
                  <a:pt x="203960" y="30178"/>
                  <a:pt x="190500" y="38132"/>
                </a:cubicBezTo>
                <a:cubicBezTo>
                  <a:pt x="84941" y="100508"/>
                  <a:pt x="164364" y="66684"/>
                  <a:pt x="104775" y="90520"/>
                </a:cubicBezTo>
                <a:cubicBezTo>
                  <a:pt x="98425" y="100045"/>
                  <a:pt x="93175" y="110403"/>
                  <a:pt x="85725" y="119095"/>
                </a:cubicBezTo>
                <a:cubicBezTo>
                  <a:pt x="51984" y="158459"/>
                  <a:pt x="65932" y="140723"/>
                  <a:pt x="42862" y="171482"/>
                </a:cubicBezTo>
                <a:cubicBezTo>
                  <a:pt x="19007" y="254977"/>
                  <a:pt x="48724" y="161867"/>
                  <a:pt x="19050" y="228632"/>
                </a:cubicBezTo>
                <a:cubicBezTo>
                  <a:pt x="16392" y="234613"/>
                  <a:pt x="16168" y="241413"/>
                  <a:pt x="14287" y="247682"/>
                </a:cubicBezTo>
                <a:cubicBezTo>
                  <a:pt x="-3099" y="305632"/>
                  <a:pt x="10972" y="251415"/>
                  <a:pt x="0" y="295307"/>
                </a:cubicBezTo>
                <a:cubicBezTo>
                  <a:pt x="6350" y="322295"/>
                  <a:pt x="7577" y="351030"/>
                  <a:pt x="19050" y="376270"/>
                </a:cubicBezTo>
                <a:cubicBezTo>
                  <a:pt x="24181" y="387557"/>
                  <a:pt x="38358" y="391845"/>
                  <a:pt x="47625" y="400082"/>
                </a:cubicBezTo>
                <a:cubicBezTo>
                  <a:pt x="63711" y="414381"/>
                  <a:pt x="86156" y="444604"/>
                  <a:pt x="104775" y="447707"/>
                </a:cubicBezTo>
                <a:lnTo>
                  <a:pt x="133350" y="452470"/>
                </a:lnTo>
                <a:cubicBezTo>
                  <a:pt x="193418" y="488511"/>
                  <a:pt x="172818" y="478478"/>
                  <a:pt x="242887" y="509620"/>
                </a:cubicBezTo>
                <a:cubicBezTo>
                  <a:pt x="250699" y="513092"/>
                  <a:pt x="258452" y="516896"/>
                  <a:pt x="266700" y="519145"/>
                </a:cubicBezTo>
                <a:cubicBezTo>
                  <a:pt x="276016" y="521686"/>
                  <a:pt x="285750" y="522320"/>
                  <a:pt x="295275" y="523907"/>
                </a:cubicBezTo>
                <a:cubicBezTo>
                  <a:pt x="306294" y="532722"/>
                  <a:pt x="336190" y="560110"/>
                  <a:pt x="352425" y="557245"/>
                </a:cubicBezTo>
                <a:cubicBezTo>
                  <a:pt x="370657" y="554028"/>
                  <a:pt x="384175" y="538195"/>
                  <a:pt x="400050" y="528670"/>
                </a:cubicBezTo>
                <a:cubicBezTo>
                  <a:pt x="405720" y="518876"/>
                  <a:pt x="460359" y="420104"/>
                  <a:pt x="481012" y="395320"/>
                </a:cubicBezTo>
                <a:cubicBezTo>
                  <a:pt x="486094" y="389222"/>
                  <a:pt x="493712" y="385795"/>
                  <a:pt x="500062" y="381032"/>
                </a:cubicBezTo>
                <a:cubicBezTo>
                  <a:pt x="513758" y="326255"/>
                  <a:pt x="491567" y="409154"/>
                  <a:pt x="519112" y="333407"/>
                </a:cubicBezTo>
                <a:cubicBezTo>
                  <a:pt x="521878" y="325800"/>
                  <a:pt x="522119" y="317497"/>
                  <a:pt x="523875" y="309595"/>
                </a:cubicBezTo>
                <a:cubicBezTo>
                  <a:pt x="539318" y="240100"/>
                  <a:pt x="534087" y="261265"/>
                  <a:pt x="552450" y="200057"/>
                </a:cubicBezTo>
                <a:cubicBezTo>
                  <a:pt x="544512" y="166720"/>
                  <a:pt x="551689" y="125402"/>
                  <a:pt x="528637" y="100045"/>
                </a:cubicBezTo>
                <a:cubicBezTo>
                  <a:pt x="512584" y="82386"/>
                  <a:pt x="480740" y="99205"/>
                  <a:pt x="457200" y="95282"/>
                </a:cubicBezTo>
                <a:cubicBezTo>
                  <a:pt x="442344" y="92806"/>
                  <a:pt x="428394" y="86401"/>
                  <a:pt x="414337" y="80995"/>
                </a:cubicBezTo>
                <a:cubicBezTo>
                  <a:pt x="407711" y="78446"/>
                  <a:pt x="402205" y="73066"/>
                  <a:pt x="395287" y="71470"/>
                </a:cubicBezTo>
                <a:cubicBezTo>
                  <a:pt x="381280" y="68237"/>
                  <a:pt x="366712" y="68295"/>
                  <a:pt x="352425" y="66707"/>
                </a:cubicBezTo>
                <a:cubicBezTo>
                  <a:pt x="350837" y="61945"/>
                  <a:pt x="351722" y="55373"/>
                  <a:pt x="347662" y="52420"/>
                </a:cubicBezTo>
                <a:cubicBezTo>
                  <a:pt x="333308" y="41981"/>
                  <a:pt x="315257" y="37739"/>
                  <a:pt x="300037" y="28607"/>
                </a:cubicBezTo>
                <a:cubicBezTo>
                  <a:pt x="292100" y="23845"/>
                  <a:pt x="284733" y="17966"/>
                  <a:pt x="276225" y="14320"/>
                </a:cubicBezTo>
                <a:cubicBezTo>
                  <a:pt x="273307" y="13069"/>
                  <a:pt x="269081" y="-762"/>
                  <a:pt x="261937" y="32"/>
                </a:cubicBezTo>
                <a:close/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자유형: 도형 11">
            <a:extLst>
              <a:ext uri="{FF2B5EF4-FFF2-40B4-BE49-F238E27FC236}">
                <a16:creationId xmlns:a16="http://schemas.microsoft.com/office/drawing/2014/main" id="{65A5AE7E-99B9-9B3B-21BB-7A74224986BC}"/>
              </a:ext>
            </a:extLst>
          </p:cNvPr>
          <p:cNvSpPr/>
          <p:nvPr/>
        </p:nvSpPr>
        <p:spPr>
          <a:xfrm>
            <a:off x="6956678" y="2569647"/>
            <a:ext cx="1066772" cy="780555"/>
          </a:xfrm>
          <a:custGeom>
            <a:avLst/>
            <a:gdLst>
              <a:gd name="csX0" fmla="*/ 77496 w 1066772"/>
              <a:gd name="csY0" fmla="*/ 128587 h 780555"/>
              <a:gd name="csX1" fmla="*/ 120358 w 1066772"/>
              <a:gd name="csY1" fmla="*/ 114300 h 780555"/>
              <a:gd name="csX2" fmla="*/ 267996 w 1066772"/>
              <a:gd name="csY2" fmla="*/ 52387 h 780555"/>
              <a:gd name="csX3" fmla="*/ 377533 w 1066772"/>
              <a:gd name="csY3" fmla="*/ 19050 h 780555"/>
              <a:gd name="csX4" fmla="*/ 439446 w 1066772"/>
              <a:gd name="csY4" fmla="*/ 0 h 780555"/>
              <a:gd name="csX5" fmla="*/ 710908 w 1066772"/>
              <a:gd name="csY5" fmla="*/ 9525 h 780555"/>
              <a:gd name="csX6" fmla="*/ 801396 w 1066772"/>
              <a:gd name="csY6" fmla="*/ 38100 h 780555"/>
              <a:gd name="csX7" fmla="*/ 849021 w 1066772"/>
              <a:gd name="csY7" fmla="*/ 71437 h 780555"/>
              <a:gd name="csX8" fmla="*/ 953796 w 1066772"/>
              <a:gd name="csY8" fmla="*/ 161925 h 780555"/>
              <a:gd name="csX9" fmla="*/ 987133 w 1066772"/>
              <a:gd name="csY9" fmla="*/ 200025 h 780555"/>
              <a:gd name="csX10" fmla="*/ 1053808 w 1066772"/>
              <a:gd name="csY10" fmla="*/ 309562 h 780555"/>
              <a:gd name="csX11" fmla="*/ 1039521 w 1066772"/>
              <a:gd name="csY11" fmla="*/ 523875 h 780555"/>
              <a:gd name="csX12" fmla="*/ 944271 w 1066772"/>
              <a:gd name="csY12" fmla="*/ 628650 h 780555"/>
              <a:gd name="csX13" fmla="*/ 853783 w 1066772"/>
              <a:gd name="csY13" fmla="*/ 666750 h 780555"/>
              <a:gd name="csX14" fmla="*/ 829971 w 1066772"/>
              <a:gd name="csY14" fmla="*/ 681037 h 780555"/>
              <a:gd name="csX15" fmla="*/ 787108 w 1066772"/>
              <a:gd name="csY15" fmla="*/ 695325 h 780555"/>
              <a:gd name="csX16" fmla="*/ 749008 w 1066772"/>
              <a:gd name="csY16" fmla="*/ 709612 h 780555"/>
              <a:gd name="csX17" fmla="*/ 706146 w 1066772"/>
              <a:gd name="csY17" fmla="*/ 728662 h 780555"/>
              <a:gd name="csX18" fmla="*/ 658521 w 1066772"/>
              <a:gd name="csY18" fmla="*/ 757237 h 780555"/>
              <a:gd name="csX19" fmla="*/ 620421 w 1066772"/>
              <a:gd name="csY19" fmla="*/ 762000 h 780555"/>
              <a:gd name="csX20" fmla="*/ 348958 w 1066772"/>
              <a:gd name="csY20" fmla="*/ 757237 h 780555"/>
              <a:gd name="csX21" fmla="*/ 291808 w 1066772"/>
              <a:gd name="csY21" fmla="*/ 733425 h 780555"/>
              <a:gd name="csX22" fmla="*/ 172746 w 1066772"/>
              <a:gd name="csY22" fmla="*/ 609600 h 780555"/>
              <a:gd name="csX23" fmla="*/ 120358 w 1066772"/>
              <a:gd name="csY23" fmla="*/ 547687 h 780555"/>
              <a:gd name="csX24" fmla="*/ 96546 w 1066772"/>
              <a:gd name="csY24" fmla="*/ 504825 h 780555"/>
              <a:gd name="csX25" fmla="*/ 58446 w 1066772"/>
              <a:gd name="csY25" fmla="*/ 414337 h 780555"/>
              <a:gd name="csX26" fmla="*/ 44158 w 1066772"/>
              <a:gd name="csY26" fmla="*/ 395287 h 780555"/>
              <a:gd name="csX27" fmla="*/ 25108 w 1066772"/>
              <a:gd name="csY27" fmla="*/ 357187 h 780555"/>
              <a:gd name="csX28" fmla="*/ 6058 w 1066772"/>
              <a:gd name="csY28" fmla="*/ 323850 h 780555"/>
              <a:gd name="csX29" fmla="*/ 6058 w 1066772"/>
              <a:gd name="csY29" fmla="*/ 209550 h 780555"/>
              <a:gd name="csX30" fmla="*/ 20346 w 1066772"/>
              <a:gd name="csY30" fmla="*/ 190500 h 780555"/>
              <a:gd name="csX31" fmla="*/ 72733 w 1066772"/>
              <a:gd name="csY31" fmla="*/ 171450 h 780555"/>
              <a:gd name="csX32" fmla="*/ 87021 w 1066772"/>
              <a:gd name="csY32" fmla="*/ 161925 h 780555"/>
              <a:gd name="csX33" fmla="*/ 77496 w 1066772"/>
              <a:gd name="csY33" fmla="*/ 128587 h 78055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</a:cxnLst>
            <a:rect l="l" t="t" r="r" b="b"/>
            <a:pathLst>
              <a:path w="1066772" h="780555">
                <a:moveTo>
                  <a:pt x="77496" y="128587"/>
                </a:moveTo>
                <a:cubicBezTo>
                  <a:pt x="83052" y="120649"/>
                  <a:pt x="106375" y="119893"/>
                  <a:pt x="120358" y="114300"/>
                </a:cubicBezTo>
                <a:cubicBezTo>
                  <a:pt x="169906" y="94481"/>
                  <a:pt x="217953" y="70921"/>
                  <a:pt x="267996" y="52387"/>
                </a:cubicBezTo>
                <a:cubicBezTo>
                  <a:pt x="303786" y="39131"/>
                  <a:pt x="341326" y="31119"/>
                  <a:pt x="377533" y="19050"/>
                </a:cubicBezTo>
                <a:cubicBezTo>
                  <a:pt x="443868" y="-3062"/>
                  <a:pt x="379679" y="9960"/>
                  <a:pt x="439446" y="0"/>
                </a:cubicBezTo>
                <a:cubicBezTo>
                  <a:pt x="529933" y="3175"/>
                  <a:pt x="620602" y="2981"/>
                  <a:pt x="710908" y="9525"/>
                </a:cubicBezTo>
                <a:cubicBezTo>
                  <a:pt x="730245" y="10926"/>
                  <a:pt x="780513" y="25816"/>
                  <a:pt x="801396" y="38100"/>
                </a:cubicBezTo>
                <a:cubicBezTo>
                  <a:pt x="818098" y="47925"/>
                  <a:pt x="833784" y="59465"/>
                  <a:pt x="849021" y="71437"/>
                </a:cubicBezTo>
                <a:cubicBezTo>
                  <a:pt x="871232" y="88889"/>
                  <a:pt x="925444" y="130995"/>
                  <a:pt x="953796" y="161925"/>
                </a:cubicBezTo>
                <a:cubicBezTo>
                  <a:pt x="965199" y="174365"/>
                  <a:pt x="977379" y="186254"/>
                  <a:pt x="987133" y="200025"/>
                </a:cubicBezTo>
                <a:cubicBezTo>
                  <a:pt x="1011260" y="234087"/>
                  <a:pt x="1032836" y="272862"/>
                  <a:pt x="1053808" y="309562"/>
                </a:cubicBezTo>
                <a:cubicBezTo>
                  <a:pt x="1069350" y="395043"/>
                  <a:pt x="1077418" y="407656"/>
                  <a:pt x="1039521" y="523875"/>
                </a:cubicBezTo>
                <a:cubicBezTo>
                  <a:pt x="1035998" y="534678"/>
                  <a:pt x="956490" y="621066"/>
                  <a:pt x="944271" y="628650"/>
                </a:cubicBezTo>
                <a:cubicBezTo>
                  <a:pt x="916465" y="645909"/>
                  <a:pt x="881847" y="649912"/>
                  <a:pt x="853783" y="666750"/>
                </a:cubicBezTo>
                <a:cubicBezTo>
                  <a:pt x="845846" y="671512"/>
                  <a:pt x="838479" y="677391"/>
                  <a:pt x="829971" y="681037"/>
                </a:cubicBezTo>
                <a:cubicBezTo>
                  <a:pt x="816128" y="686970"/>
                  <a:pt x="801310" y="690313"/>
                  <a:pt x="787108" y="695325"/>
                </a:cubicBezTo>
                <a:cubicBezTo>
                  <a:pt x="774318" y="699839"/>
                  <a:pt x="761550" y="704448"/>
                  <a:pt x="749008" y="709612"/>
                </a:cubicBezTo>
                <a:cubicBezTo>
                  <a:pt x="734551" y="715565"/>
                  <a:pt x="719982" y="721380"/>
                  <a:pt x="706146" y="728662"/>
                </a:cubicBezTo>
                <a:cubicBezTo>
                  <a:pt x="689763" y="737285"/>
                  <a:pt x="675775" y="750527"/>
                  <a:pt x="658521" y="757237"/>
                </a:cubicBezTo>
                <a:cubicBezTo>
                  <a:pt x="646592" y="761876"/>
                  <a:pt x="633121" y="760412"/>
                  <a:pt x="620421" y="762000"/>
                </a:cubicBezTo>
                <a:cubicBezTo>
                  <a:pt x="527161" y="793082"/>
                  <a:pt x="569959" y="780676"/>
                  <a:pt x="348958" y="757237"/>
                </a:cubicBezTo>
                <a:cubicBezTo>
                  <a:pt x="328436" y="755060"/>
                  <a:pt x="310858" y="741362"/>
                  <a:pt x="291808" y="733425"/>
                </a:cubicBezTo>
                <a:cubicBezTo>
                  <a:pt x="252121" y="692150"/>
                  <a:pt x="209733" y="653311"/>
                  <a:pt x="172746" y="609600"/>
                </a:cubicBezTo>
                <a:cubicBezTo>
                  <a:pt x="155283" y="588962"/>
                  <a:pt x="133487" y="571319"/>
                  <a:pt x="120358" y="547687"/>
                </a:cubicBezTo>
                <a:cubicBezTo>
                  <a:pt x="112421" y="533400"/>
                  <a:pt x="103429" y="519649"/>
                  <a:pt x="96546" y="504825"/>
                </a:cubicBezTo>
                <a:cubicBezTo>
                  <a:pt x="82764" y="475141"/>
                  <a:pt x="78083" y="440519"/>
                  <a:pt x="58446" y="414337"/>
                </a:cubicBezTo>
                <a:cubicBezTo>
                  <a:pt x="53683" y="407987"/>
                  <a:pt x="48158" y="402143"/>
                  <a:pt x="44158" y="395287"/>
                </a:cubicBezTo>
                <a:cubicBezTo>
                  <a:pt x="37003" y="383022"/>
                  <a:pt x="31790" y="369716"/>
                  <a:pt x="25108" y="357187"/>
                </a:cubicBezTo>
                <a:cubicBezTo>
                  <a:pt x="19085" y="345894"/>
                  <a:pt x="12408" y="334962"/>
                  <a:pt x="6058" y="323850"/>
                </a:cubicBezTo>
                <a:cubicBezTo>
                  <a:pt x="506" y="279430"/>
                  <a:pt x="-4208" y="260878"/>
                  <a:pt x="6058" y="209550"/>
                </a:cubicBezTo>
                <a:cubicBezTo>
                  <a:pt x="7615" y="201767"/>
                  <a:pt x="13996" y="195263"/>
                  <a:pt x="20346" y="190500"/>
                </a:cubicBezTo>
                <a:cubicBezTo>
                  <a:pt x="26886" y="185595"/>
                  <a:pt x="67282" y="173873"/>
                  <a:pt x="72733" y="171450"/>
                </a:cubicBezTo>
                <a:cubicBezTo>
                  <a:pt x="77964" y="169125"/>
                  <a:pt x="81901" y="164485"/>
                  <a:pt x="87021" y="161925"/>
                </a:cubicBezTo>
                <a:cubicBezTo>
                  <a:pt x="97835" y="156518"/>
                  <a:pt x="71940" y="136525"/>
                  <a:pt x="77496" y="128587"/>
                </a:cubicBezTo>
                <a:close/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자유형: 도형 13">
            <a:extLst>
              <a:ext uri="{FF2B5EF4-FFF2-40B4-BE49-F238E27FC236}">
                <a16:creationId xmlns:a16="http://schemas.microsoft.com/office/drawing/2014/main" id="{D930FB4B-7840-7838-86C4-5C18938759F9}"/>
              </a:ext>
            </a:extLst>
          </p:cNvPr>
          <p:cNvSpPr/>
          <p:nvPr/>
        </p:nvSpPr>
        <p:spPr>
          <a:xfrm>
            <a:off x="8144250" y="3250487"/>
            <a:ext cx="342486" cy="329007"/>
          </a:xfrm>
          <a:custGeom>
            <a:avLst/>
            <a:gdLst>
              <a:gd name="csX0" fmla="*/ 4349 w 342486"/>
              <a:gd name="csY0" fmla="*/ 81160 h 329007"/>
              <a:gd name="csX1" fmla="*/ 90074 w 342486"/>
              <a:gd name="csY1" fmla="*/ 157360 h 329007"/>
              <a:gd name="csX2" fmla="*/ 132936 w 342486"/>
              <a:gd name="csY2" fmla="*/ 209747 h 329007"/>
              <a:gd name="csX3" fmla="*/ 161511 w 342486"/>
              <a:gd name="csY3" fmla="*/ 252610 h 329007"/>
              <a:gd name="csX4" fmla="*/ 213899 w 342486"/>
              <a:gd name="csY4" fmla="*/ 304997 h 329007"/>
              <a:gd name="csX5" fmla="*/ 228186 w 342486"/>
              <a:gd name="csY5" fmla="*/ 319285 h 329007"/>
              <a:gd name="csX6" fmla="*/ 271049 w 342486"/>
              <a:gd name="csY6" fmla="*/ 324047 h 329007"/>
              <a:gd name="csX7" fmla="*/ 290099 w 342486"/>
              <a:gd name="csY7" fmla="*/ 328810 h 329007"/>
              <a:gd name="csX8" fmla="*/ 323436 w 342486"/>
              <a:gd name="csY8" fmla="*/ 314522 h 329007"/>
              <a:gd name="csX9" fmla="*/ 342486 w 342486"/>
              <a:gd name="csY9" fmla="*/ 243085 h 329007"/>
              <a:gd name="csX10" fmla="*/ 275811 w 342486"/>
              <a:gd name="csY10" fmla="*/ 176410 h 329007"/>
              <a:gd name="csX11" fmla="*/ 256761 w 342486"/>
              <a:gd name="csY11" fmla="*/ 157360 h 329007"/>
              <a:gd name="csX12" fmla="*/ 232949 w 342486"/>
              <a:gd name="csY12" fmla="*/ 124022 h 329007"/>
              <a:gd name="csX13" fmla="*/ 223424 w 342486"/>
              <a:gd name="csY13" fmla="*/ 104972 h 329007"/>
              <a:gd name="csX14" fmla="*/ 199611 w 342486"/>
              <a:gd name="csY14" fmla="*/ 85922 h 329007"/>
              <a:gd name="csX15" fmla="*/ 190086 w 342486"/>
              <a:gd name="csY15" fmla="*/ 71635 h 329007"/>
              <a:gd name="csX16" fmla="*/ 104361 w 342486"/>
              <a:gd name="csY16" fmla="*/ 9722 h 329007"/>
              <a:gd name="csX17" fmla="*/ 66261 w 342486"/>
              <a:gd name="csY17" fmla="*/ 4960 h 329007"/>
              <a:gd name="csX18" fmla="*/ 47211 w 342486"/>
              <a:gd name="csY18" fmla="*/ 197 h 329007"/>
              <a:gd name="csX19" fmla="*/ 4349 w 342486"/>
              <a:gd name="csY19" fmla="*/ 81160 h 32900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</a:cxnLst>
            <a:rect l="l" t="t" r="r" b="b"/>
            <a:pathLst>
              <a:path w="342486" h="329007">
                <a:moveTo>
                  <a:pt x="4349" y="81160"/>
                </a:moveTo>
                <a:cubicBezTo>
                  <a:pt x="11493" y="107354"/>
                  <a:pt x="31262" y="111617"/>
                  <a:pt x="90074" y="157360"/>
                </a:cubicBezTo>
                <a:cubicBezTo>
                  <a:pt x="111826" y="200864"/>
                  <a:pt x="83071" y="148374"/>
                  <a:pt x="132936" y="209747"/>
                </a:cubicBezTo>
                <a:cubicBezTo>
                  <a:pt x="143764" y="223074"/>
                  <a:pt x="151208" y="238873"/>
                  <a:pt x="161511" y="252610"/>
                </a:cubicBezTo>
                <a:cubicBezTo>
                  <a:pt x="192210" y="293542"/>
                  <a:pt x="181777" y="276890"/>
                  <a:pt x="213899" y="304997"/>
                </a:cubicBezTo>
                <a:cubicBezTo>
                  <a:pt x="218968" y="309432"/>
                  <a:pt x="221796" y="317155"/>
                  <a:pt x="228186" y="319285"/>
                </a:cubicBezTo>
                <a:cubicBezTo>
                  <a:pt x="241824" y="323831"/>
                  <a:pt x="256761" y="322460"/>
                  <a:pt x="271049" y="324047"/>
                </a:cubicBezTo>
                <a:cubicBezTo>
                  <a:pt x="277399" y="325635"/>
                  <a:pt x="283659" y="329981"/>
                  <a:pt x="290099" y="328810"/>
                </a:cubicBezTo>
                <a:cubicBezTo>
                  <a:pt x="301994" y="326647"/>
                  <a:pt x="316065" y="324105"/>
                  <a:pt x="323436" y="314522"/>
                </a:cubicBezTo>
                <a:cubicBezTo>
                  <a:pt x="330921" y="304791"/>
                  <a:pt x="338932" y="260856"/>
                  <a:pt x="342486" y="243085"/>
                </a:cubicBezTo>
                <a:lnTo>
                  <a:pt x="275811" y="176410"/>
                </a:lnTo>
                <a:cubicBezTo>
                  <a:pt x="269461" y="170060"/>
                  <a:pt x="262149" y="164544"/>
                  <a:pt x="256761" y="157360"/>
                </a:cubicBezTo>
                <a:cubicBezTo>
                  <a:pt x="250627" y="149181"/>
                  <a:pt x="238521" y="133772"/>
                  <a:pt x="232949" y="124022"/>
                </a:cubicBezTo>
                <a:cubicBezTo>
                  <a:pt x="229427" y="117858"/>
                  <a:pt x="228099" y="110315"/>
                  <a:pt x="223424" y="104972"/>
                </a:cubicBezTo>
                <a:cubicBezTo>
                  <a:pt x="216730" y="97322"/>
                  <a:pt x="206799" y="93110"/>
                  <a:pt x="199611" y="85922"/>
                </a:cubicBezTo>
                <a:cubicBezTo>
                  <a:pt x="195564" y="81875"/>
                  <a:pt x="193889" y="75913"/>
                  <a:pt x="190086" y="71635"/>
                </a:cubicBezTo>
                <a:cubicBezTo>
                  <a:pt x="170694" y="49819"/>
                  <a:pt x="132580" y="13249"/>
                  <a:pt x="104361" y="9722"/>
                </a:cubicBezTo>
                <a:lnTo>
                  <a:pt x="66261" y="4960"/>
                </a:lnTo>
                <a:cubicBezTo>
                  <a:pt x="59911" y="3372"/>
                  <a:pt x="53651" y="-974"/>
                  <a:pt x="47211" y="197"/>
                </a:cubicBezTo>
                <a:cubicBezTo>
                  <a:pt x="-8013" y="10238"/>
                  <a:pt x="-2795" y="54966"/>
                  <a:pt x="4349" y="81160"/>
                </a:cubicBezTo>
                <a:close/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자유형: 도형 15">
            <a:extLst>
              <a:ext uri="{FF2B5EF4-FFF2-40B4-BE49-F238E27FC236}">
                <a16:creationId xmlns:a16="http://schemas.microsoft.com/office/drawing/2014/main" id="{88E59B8F-3D2D-244F-7E99-56673E10EBBA}"/>
              </a:ext>
            </a:extLst>
          </p:cNvPr>
          <p:cNvSpPr/>
          <p:nvPr/>
        </p:nvSpPr>
        <p:spPr>
          <a:xfrm>
            <a:off x="8031897" y="3126859"/>
            <a:ext cx="731093" cy="595313"/>
          </a:xfrm>
          <a:custGeom>
            <a:avLst/>
            <a:gdLst>
              <a:gd name="csX0" fmla="*/ 235764 w 731093"/>
              <a:gd name="csY0" fmla="*/ 9525 h 595313"/>
              <a:gd name="csX1" fmla="*/ 269102 w 731093"/>
              <a:gd name="csY1" fmla="*/ 28575 h 595313"/>
              <a:gd name="csX2" fmla="*/ 383402 w 731093"/>
              <a:gd name="csY2" fmla="*/ 85725 h 595313"/>
              <a:gd name="csX3" fmla="*/ 454839 w 731093"/>
              <a:gd name="csY3" fmla="*/ 123825 h 595313"/>
              <a:gd name="csX4" fmla="*/ 526277 w 731093"/>
              <a:gd name="csY4" fmla="*/ 209550 h 595313"/>
              <a:gd name="csX5" fmla="*/ 531039 w 731093"/>
              <a:gd name="csY5" fmla="*/ 242888 h 595313"/>
              <a:gd name="csX6" fmla="*/ 569139 w 731093"/>
              <a:gd name="csY6" fmla="*/ 300038 h 595313"/>
              <a:gd name="csX7" fmla="*/ 645339 w 731093"/>
              <a:gd name="csY7" fmla="*/ 347663 h 595313"/>
              <a:gd name="csX8" fmla="*/ 664389 w 731093"/>
              <a:gd name="csY8" fmla="*/ 361950 h 595313"/>
              <a:gd name="csX9" fmla="*/ 669152 w 731093"/>
              <a:gd name="csY9" fmla="*/ 381000 h 595313"/>
              <a:gd name="csX10" fmla="*/ 683439 w 731093"/>
              <a:gd name="csY10" fmla="*/ 400050 h 595313"/>
              <a:gd name="csX11" fmla="*/ 712014 w 731093"/>
              <a:gd name="csY11" fmla="*/ 433388 h 595313"/>
              <a:gd name="csX12" fmla="*/ 731064 w 731093"/>
              <a:gd name="csY12" fmla="*/ 504825 h 595313"/>
              <a:gd name="csX13" fmla="*/ 683439 w 731093"/>
              <a:gd name="csY13" fmla="*/ 590550 h 595313"/>
              <a:gd name="csX14" fmla="*/ 664389 w 731093"/>
              <a:gd name="csY14" fmla="*/ 595313 h 595313"/>
              <a:gd name="csX15" fmla="*/ 583427 w 731093"/>
              <a:gd name="csY15" fmla="*/ 590550 h 595313"/>
              <a:gd name="csX16" fmla="*/ 526277 w 731093"/>
              <a:gd name="csY16" fmla="*/ 576263 h 595313"/>
              <a:gd name="csX17" fmla="*/ 497702 w 731093"/>
              <a:gd name="csY17" fmla="*/ 571500 h 595313"/>
              <a:gd name="csX18" fmla="*/ 402452 w 731093"/>
              <a:gd name="csY18" fmla="*/ 533400 h 595313"/>
              <a:gd name="csX19" fmla="*/ 383402 w 731093"/>
              <a:gd name="csY19" fmla="*/ 519113 h 595313"/>
              <a:gd name="csX20" fmla="*/ 331014 w 731093"/>
              <a:gd name="csY20" fmla="*/ 495300 h 595313"/>
              <a:gd name="csX21" fmla="*/ 278627 w 731093"/>
              <a:gd name="csY21" fmla="*/ 461963 h 595313"/>
              <a:gd name="csX22" fmla="*/ 173852 w 731093"/>
              <a:gd name="csY22" fmla="*/ 409575 h 595313"/>
              <a:gd name="csX23" fmla="*/ 145277 w 731093"/>
              <a:gd name="csY23" fmla="*/ 376238 h 595313"/>
              <a:gd name="csX24" fmla="*/ 107177 w 731093"/>
              <a:gd name="csY24" fmla="*/ 304800 h 595313"/>
              <a:gd name="csX25" fmla="*/ 92889 w 731093"/>
              <a:gd name="csY25" fmla="*/ 276225 h 595313"/>
              <a:gd name="csX26" fmla="*/ 88127 w 731093"/>
              <a:gd name="csY26" fmla="*/ 261938 h 595313"/>
              <a:gd name="csX27" fmla="*/ 64314 w 731093"/>
              <a:gd name="csY27" fmla="*/ 238125 h 595313"/>
              <a:gd name="csX28" fmla="*/ 50027 w 731093"/>
              <a:gd name="csY28" fmla="*/ 200025 h 595313"/>
              <a:gd name="csX29" fmla="*/ 30977 w 731093"/>
              <a:gd name="csY29" fmla="*/ 176213 h 595313"/>
              <a:gd name="csX30" fmla="*/ 7164 w 731093"/>
              <a:gd name="csY30" fmla="*/ 138113 h 595313"/>
              <a:gd name="csX31" fmla="*/ 16689 w 731093"/>
              <a:gd name="csY31" fmla="*/ 33338 h 595313"/>
              <a:gd name="csX32" fmla="*/ 30977 w 731093"/>
              <a:gd name="csY32" fmla="*/ 19050 h 595313"/>
              <a:gd name="csX33" fmla="*/ 50027 w 731093"/>
              <a:gd name="csY33" fmla="*/ 4763 h 595313"/>
              <a:gd name="csX34" fmla="*/ 83364 w 731093"/>
              <a:gd name="csY34" fmla="*/ 0 h 595313"/>
              <a:gd name="csX35" fmla="*/ 188139 w 731093"/>
              <a:gd name="csY35" fmla="*/ 4763 h 595313"/>
              <a:gd name="csX36" fmla="*/ 202427 w 731093"/>
              <a:gd name="csY36" fmla="*/ 14288 h 595313"/>
              <a:gd name="csX37" fmla="*/ 235764 w 731093"/>
              <a:gd name="csY37" fmla="*/ 9525 h 5953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</a:cxnLst>
            <a:rect l="l" t="t" r="r" b="b"/>
            <a:pathLst>
              <a:path w="731093" h="595313">
                <a:moveTo>
                  <a:pt x="235764" y="9525"/>
                </a:moveTo>
                <a:cubicBezTo>
                  <a:pt x="246877" y="11906"/>
                  <a:pt x="257729" y="22705"/>
                  <a:pt x="269102" y="28575"/>
                </a:cubicBezTo>
                <a:cubicBezTo>
                  <a:pt x="306955" y="48112"/>
                  <a:pt x="346418" y="64591"/>
                  <a:pt x="383402" y="85725"/>
                </a:cubicBezTo>
                <a:cubicBezTo>
                  <a:pt x="429067" y="111820"/>
                  <a:pt x="405292" y="99051"/>
                  <a:pt x="454839" y="123825"/>
                </a:cubicBezTo>
                <a:cubicBezTo>
                  <a:pt x="517155" y="196527"/>
                  <a:pt x="494425" y="167083"/>
                  <a:pt x="526277" y="209550"/>
                </a:cubicBezTo>
                <a:cubicBezTo>
                  <a:pt x="527864" y="220663"/>
                  <a:pt x="527264" y="232316"/>
                  <a:pt x="531039" y="242888"/>
                </a:cubicBezTo>
                <a:cubicBezTo>
                  <a:pt x="535613" y="255697"/>
                  <a:pt x="557596" y="289545"/>
                  <a:pt x="569139" y="300038"/>
                </a:cubicBezTo>
                <a:cubicBezTo>
                  <a:pt x="594165" y="322789"/>
                  <a:pt x="616406" y="329858"/>
                  <a:pt x="645339" y="347663"/>
                </a:cubicBezTo>
                <a:cubicBezTo>
                  <a:pt x="652099" y="351823"/>
                  <a:pt x="658039" y="357188"/>
                  <a:pt x="664389" y="361950"/>
                </a:cubicBezTo>
                <a:cubicBezTo>
                  <a:pt x="665977" y="368300"/>
                  <a:pt x="666225" y="375146"/>
                  <a:pt x="669152" y="381000"/>
                </a:cubicBezTo>
                <a:cubicBezTo>
                  <a:pt x="672702" y="388099"/>
                  <a:pt x="678413" y="393907"/>
                  <a:pt x="683439" y="400050"/>
                </a:cubicBezTo>
                <a:cubicBezTo>
                  <a:pt x="692707" y="411378"/>
                  <a:pt x="702489" y="422275"/>
                  <a:pt x="712014" y="433388"/>
                </a:cubicBezTo>
                <a:cubicBezTo>
                  <a:pt x="717615" y="450192"/>
                  <a:pt x="731827" y="489560"/>
                  <a:pt x="731064" y="504825"/>
                </a:cubicBezTo>
                <a:cubicBezTo>
                  <a:pt x="729895" y="528210"/>
                  <a:pt x="714597" y="582760"/>
                  <a:pt x="683439" y="590550"/>
                </a:cubicBezTo>
                <a:lnTo>
                  <a:pt x="664389" y="595313"/>
                </a:lnTo>
                <a:cubicBezTo>
                  <a:pt x="637402" y="593725"/>
                  <a:pt x="610207" y="594244"/>
                  <a:pt x="583427" y="590550"/>
                </a:cubicBezTo>
                <a:cubicBezTo>
                  <a:pt x="563975" y="587867"/>
                  <a:pt x="545446" y="580523"/>
                  <a:pt x="526277" y="576263"/>
                </a:cubicBezTo>
                <a:cubicBezTo>
                  <a:pt x="516851" y="574168"/>
                  <a:pt x="507227" y="573088"/>
                  <a:pt x="497702" y="571500"/>
                </a:cubicBezTo>
                <a:cubicBezTo>
                  <a:pt x="465952" y="558800"/>
                  <a:pt x="429809" y="553917"/>
                  <a:pt x="402452" y="533400"/>
                </a:cubicBezTo>
                <a:cubicBezTo>
                  <a:pt x="396102" y="528638"/>
                  <a:pt x="390133" y="523320"/>
                  <a:pt x="383402" y="519113"/>
                </a:cubicBezTo>
                <a:cubicBezTo>
                  <a:pt x="366950" y="508830"/>
                  <a:pt x="348038" y="504467"/>
                  <a:pt x="331014" y="495300"/>
                </a:cubicBezTo>
                <a:cubicBezTo>
                  <a:pt x="281952" y="468882"/>
                  <a:pt x="322593" y="483946"/>
                  <a:pt x="278627" y="461963"/>
                </a:cubicBezTo>
                <a:cubicBezTo>
                  <a:pt x="220720" y="433010"/>
                  <a:pt x="239973" y="450901"/>
                  <a:pt x="173852" y="409575"/>
                </a:cubicBezTo>
                <a:cubicBezTo>
                  <a:pt x="164484" y="403720"/>
                  <a:pt x="151192" y="384125"/>
                  <a:pt x="145277" y="376238"/>
                </a:cubicBezTo>
                <a:cubicBezTo>
                  <a:pt x="133797" y="307367"/>
                  <a:pt x="153454" y="397351"/>
                  <a:pt x="107177" y="304800"/>
                </a:cubicBezTo>
                <a:cubicBezTo>
                  <a:pt x="102414" y="295275"/>
                  <a:pt x="97214" y="285956"/>
                  <a:pt x="92889" y="276225"/>
                </a:cubicBezTo>
                <a:cubicBezTo>
                  <a:pt x="90850" y="271638"/>
                  <a:pt x="91139" y="265954"/>
                  <a:pt x="88127" y="261938"/>
                </a:cubicBezTo>
                <a:cubicBezTo>
                  <a:pt x="81392" y="252958"/>
                  <a:pt x="72252" y="246063"/>
                  <a:pt x="64314" y="238125"/>
                </a:cubicBezTo>
                <a:cubicBezTo>
                  <a:pt x="59552" y="225425"/>
                  <a:pt x="56457" y="211967"/>
                  <a:pt x="50027" y="200025"/>
                </a:cubicBezTo>
                <a:cubicBezTo>
                  <a:pt x="45208" y="191075"/>
                  <a:pt x="37076" y="184345"/>
                  <a:pt x="30977" y="176213"/>
                </a:cubicBezTo>
                <a:cubicBezTo>
                  <a:pt x="23652" y="166446"/>
                  <a:pt x="12537" y="147067"/>
                  <a:pt x="7164" y="138113"/>
                </a:cubicBezTo>
                <a:cubicBezTo>
                  <a:pt x="-3466" y="95587"/>
                  <a:pt x="-3795" y="105033"/>
                  <a:pt x="16689" y="33338"/>
                </a:cubicBezTo>
                <a:cubicBezTo>
                  <a:pt x="18539" y="26862"/>
                  <a:pt x="25863" y="23433"/>
                  <a:pt x="30977" y="19050"/>
                </a:cubicBezTo>
                <a:cubicBezTo>
                  <a:pt x="37004" y="13884"/>
                  <a:pt x="42567" y="7476"/>
                  <a:pt x="50027" y="4763"/>
                </a:cubicBezTo>
                <a:cubicBezTo>
                  <a:pt x="60576" y="927"/>
                  <a:pt x="72252" y="1588"/>
                  <a:pt x="83364" y="0"/>
                </a:cubicBezTo>
                <a:cubicBezTo>
                  <a:pt x="118289" y="1588"/>
                  <a:pt x="153427" y="597"/>
                  <a:pt x="188139" y="4763"/>
                </a:cubicBezTo>
                <a:cubicBezTo>
                  <a:pt x="193822" y="5445"/>
                  <a:pt x="197166" y="12033"/>
                  <a:pt x="202427" y="14288"/>
                </a:cubicBezTo>
                <a:cubicBezTo>
                  <a:pt x="208443" y="16866"/>
                  <a:pt x="224651" y="7144"/>
                  <a:pt x="235764" y="9525"/>
                </a:cubicBezTo>
                <a:close/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자유형: 도형 17">
            <a:extLst>
              <a:ext uri="{FF2B5EF4-FFF2-40B4-BE49-F238E27FC236}">
                <a16:creationId xmlns:a16="http://schemas.microsoft.com/office/drawing/2014/main" id="{A6F8F4E2-3E6E-A653-0A2B-A093153ACD3E}"/>
              </a:ext>
            </a:extLst>
          </p:cNvPr>
          <p:cNvSpPr/>
          <p:nvPr/>
        </p:nvSpPr>
        <p:spPr>
          <a:xfrm>
            <a:off x="9000895" y="3841234"/>
            <a:ext cx="119413" cy="100040"/>
          </a:xfrm>
          <a:custGeom>
            <a:avLst/>
            <a:gdLst>
              <a:gd name="csX0" fmla="*/ 19241 w 119413"/>
              <a:gd name="csY0" fmla="*/ 71438 h 100040"/>
              <a:gd name="csX1" fmla="*/ 4954 w 119413"/>
              <a:gd name="csY1" fmla="*/ 42863 h 100040"/>
              <a:gd name="csX2" fmla="*/ 191 w 119413"/>
              <a:gd name="csY2" fmla="*/ 28575 h 100040"/>
              <a:gd name="csX3" fmla="*/ 14479 w 119413"/>
              <a:gd name="csY3" fmla="*/ 0 h 100040"/>
              <a:gd name="csX4" fmla="*/ 66866 w 119413"/>
              <a:gd name="csY4" fmla="*/ 14288 h 100040"/>
              <a:gd name="csX5" fmla="*/ 90679 w 119413"/>
              <a:gd name="csY5" fmla="*/ 28575 h 100040"/>
              <a:gd name="csX6" fmla="*/ 109729 w 119413"/>
              <a:gd name="csY6" fmla="*/ 38100 h 100040"/>
              <a:gd name="csX7" fmla="*/ 119254 w 119413"/>
              <a:gd name="csY7" fmla="*/ 90488 h 100040"/>
              <a:gd name="csX8" fmla="*/ 104966 w 119413"/>
              <a:gd name="csY8" fmla="*/ 100013 h 100040"/>
              <a:gd name="csX9" fmla="*/ 33529 w 119413"/>
              <a:gd name="csY9" fmla="*/ 76200 h 100040"/>
              <a:gd name="csX10" fmla="*/ 19241 w 119413"/>
              <a:gd name="csY10" fmla="*/ 71438 h 10004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119413" h="100040">
                <a:moveTo>
                  <a:pt x="19241" y="71438"/>
                </a:moveTo>
                <a:cubicBezTo>
                  <a:pt x="14479" y="65882"/>
                  <a:pt x="9279" y="52594"/>
                  <a:pt x="4954" y="42863"/>
                </a:cubicBezTo>
                <a:cubicBezTo>
                  <a:pt x="2915" y="38275"/>
                  <a:pt x="-898" y="33476"/>
                  <a:pt x="191" y="28575"/>
                </a:cubicBezTo>
                <a:cubicBezTo>
                  <a:pt x="2501" y="18179"/>
                  <a:pt x="9716" y="9525"/>
                  <a:pt x="14479" y="0"/>
                </a:cubicBezTo>
                <a:cubicBezTo>
                  <a:pt x="31941" y="4763"/>
                  <a:pt x="49918" y="7933"/>
                  <a:pt x="66866" y="14288"/>
                </a:cubicBezTo>
                <a:cubicBezTo>
                  <a:pt x="75533" y="17538"/>
                  <a:pt x="82587" y="24080"/>
                  <a:pt x="90679" y="28575"/>
                </a:cubicBezTo>
                <a:cubicBezTo>
                  <a:pt x="96885" y="32023"/>
                  <a:pt x="103379" y="34925"/>
                  <a:pt x="109729" y="38100"/>
                </a:cubicBezTo>
                <a:cubicBezTo>
                  <a:pt x="112904" y="55563"/>
                  <a:pt x="120615" y="72791"/>
                  <a:pt x="119254" y="90488"/>
                </a:cubicBezTo>
                <a:cubicBezTo>
                  <a:pt x="118815" y="96195"/>
                  <a:pt x="110675" y="100421"/>
                  <a:pt x="104966" y="100013"/>
                </a:cubicBezTo>
                <a:cubicBezTo>
                  <a:pt x="85284" y="98607"/>
                  <a:pt x="53254" y="88034"/>
                  <a:pt x="33529" y="76200"/>
                </a:cubicBezTo>
                <a:cubicBezTo>
                  <a:pt x="31604" y="75045"/>
                  <a:pt x="24003" y="76994"/>
                  <a:pt x="19241" y="71438"/>
                </a:cubicBezTo>
                <a:close/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자유형: 도형 19">
            <a:extLst>
              <a:ext uri="{FF2B5EF4-FFF2-40B4-BE49-F238E27FC236}">
                <a16:creationId xmlns:a16="http://schemas.microsoft.com/office/drawing/2014/main" id="{A63A946A-EB06-5E5E-5692-A48567B9A9E4}"/>
              </a:ext>
            </a:extLst>
          </p:cNvPr>
          <p:cNvSpPr/>
          <p:nvPr/>
        </p:nvSpPr>
        <p:spPr>
          <a:xfrm>
            <a:off x="7915236" y="2988447"/>
            <a:ext cx="1390727" cy="1100437"/>
          </a:xfrm>
          <a:custGeom>
            <a:avLst/>
            <a:gdLst>
              <a:gd name="csX0" fmla="*/ 619125 w 1390727"/>
              <a:gd name="csY0" fmla="*/ 176512 h 1100437"/>
              <a:gd name="csX1" fmla="*/ 733425 w 1390727"/>
              <a:gd name="csY1" fmla="*/ 267000 h 1100437"/>
              <a:gd name="csX2" fmla="*/ 766763 w 1390727"/>
              <a:gd name="csY2" fmla="*/ 300337 h 1100437"/>
              <a:gd name="csX3" fmla="*/ 804863 w 1390727"/>
              <a:gd name="csY3" fmla="*/ 352725 h 1100437"/>
              <a:gd name="csX4" fmla="*/ 866775 w 1390727"/>
              <a:gd name="csY4" fmla="*/ 419400 h 1100437"/>
              <a:gd name="csX5" fmla="*/ 890588 w 1390727"/>
              <a:gd name="csY5" fmla="*/ 452737 h 1100437"/>
              <a:gd name="csX6" fmla="*/ 914400 w 1390727"/>
              <a:gd name="csY6" fmla="*/ 471787 h 1100437"/>
              <a:gd name="csX7" fmla="*/ 957263 w 1390727"/>
              <a:gd name="csY7" fmla="*/ 524175 h 1100437"/>
              <a:gd name="csX8" fmla="*/ 1009650 w 1390727"/>
              <a:gd name="csY8" fmla="*/ 609900 h 1100437"/>
              <a:gd name="csX9" fmla="*/ 1028700 w 1390727"/>
              <a:gd name="csY9" fmla="*/ 638475 h 1100437"/>
              <a:gd name="csX10" fmla="*/ 1133475 w 1390727"/>
              <a:gd name="csY10" fmla="*/ 700387 h 1100437"/>
              <a:gd name="csX11" fmla="*/ 1185863 w 1390727"/>
              <a:gd name="csY11" fmla="*/ 719437 h 1100437"/>
              <a:gd name="csX12" fmla="*/ 1219200 w 1390727"/>
              <a:gd name="csY12" fmla="*/ 738487 h 1100437"/>
              <a:gd name="csX13" fmla="*/ 1295400 w 1390727"/>
              <a:gd name="csY13" fmla="*/ 786112 h 1100437"/>
              <a:gd name="csX14" fmla="*/ 1333500 w 1390727"/>
              <a:gd name="csY14" fmla="*/ 833737 h 1100437"/>
              <a:gd name="csX15" fmla="*/ 1376363 w 1390727"/>
              <a:gd name="csY15" fmla="*/ 900412 h 1100437"/>
              <a:gd name="csX16" fmla="*/ 1381125 w 1390727"/>
              <a:gd name="csY16" fmla="*/ 957562 h 1100437"/>
              <a:gd name="csX17" fmla="*/ 1381125 w 1390727"/>
              <a:gd name="csY17" fmla="*/ 1071862 h 1100437"/>
              <a:gd name="csX18" fmla="*/ 1362075 w 1390727"/>
              <a:gd name="csY18" fmla="*/ 1086150 h 1100437"/>
              <a:gd name="csX19" fmla="*/ 1309688 w 1390727"/>
              <a:gd name="csY19" fmla="*/ 1100437 h 1100437"/>
              <a:gd name="csX20" fmla="*/ 1243013 w 1390727"/>
              <a:gd name="csY20" fmla="*/ 1081387 h 1100437"/>
              <a:gd name="csX21" fmla="*/ 1209675 w 1390727"/>
              <a:gd name="csY21" fmla="*/ 1067100 h 1100437"/>
              <a:gd name="csX22" fmla="*/ 1095375 w 1390727"/>
              <a:gd name="csY22" fmla="*/ 1033762 h 1100437"/>
              <a:gd name="csX23" fmla="*/ 1076325 w 1390727"/>
              <a:gd name="csY23" fmla="*/ 1024237 h 1100437"/>
              <a:gd name="csX24" fmla="*/ 995363 w 1390727"/>
              <a:gd name="csY24" fmla="*/ 952800 h 1100437"/>
              <a:gd name="csX25" fmla="*/ 981075 w 1390727"/>
              <a:gd name="csY25" fmla="*/ 933750 h 1100437"/>
              <a:gd name="csX26" fmla="*/ 947738 w 1390727"/>
              <a:gd name="csY26" fmla="*/ 900412 h 1100437"/>
              <a:gd name="csX27" fmla="*/ 900113 w 1390727"/>
              <a:gd name="csY27" fmla="*/ 843262 h 1100437"/>
              <a:gd name="csX28" fmla="*/ 885825 w 1390727"/>
              <a:gd name="csY28" fmla="*/ 824212 h 1100437"/>
              <a:gd name="csX29" fmla="*/ 790575 w 1390727"/>
              <a:gd name="csY29" fmla="*/ 805162 h 1100437"/>
              <a:gd name="csX30" fmla="*/ 757238 w 1390727"/>
              <a:gd name="csY30" fmla="*/ 795637 h 1100437"/>
              <a:gd name="csX31" fmla="*/ 652463 w 1390727"/>
              <a:gd name="csY31" fmla="*/ 786112 h 1100437"/>
              <a:gd name="csX32" fmla="*/ 633413 w 1390727"/>
              <a:gd name="csY32" fmla="*/ 776587 h 1100437"/>
              <a:gd name="csX33" fmla="*/ 604838 w 1390727"/>
              <a:gd name="csY33" fmla="*/ 771825 h 1100437"/>
              <a:gd name="csX34" fmla="*/ 585788 w 1390727"/>
              <a:gd name="csY34" fmla="*/ 757537 h 1100437"/>
              <a:gd name="csX35" fmla="*/ 504825 w 1390727"/>
              <a:gd name="csY35" fmla="*/ 724200 h 1100437"/>
              <a:gd name="csX36" fmla="*/ 457200 w 1390727"/>
              <a:gd name="csY36" fmla="*/ 690862 h 1100437"/>
              <a:gd name="csX37" fmla="*/ 371475 w 1390727"/>
              <a:gd name="csY37" fmla="*/ 652762 h 1100437"/>
              <a:gd name="csX38" fmla="*/ 280988 w 1390727"/>
              <a:gd name="csY38" fmla="*/ 595612 h 1100437"/>
              <a:gd name="csX39" fmla="*/ 209550 w 1390727"/>
              <a:gd name="csY39" fmla="*/ 557512 h 1100437"/>
              <a:gd name="csX40" fmla="*/ 195263 w 1390727"/>
              <a:gd name="csY40" fmla="*/ 543225 h 1100437"/>
              <a:gd name="csX41" fmla="*/ 147638 w 1390727"/>
              <a:gd name="csY41" fmla="*/ 514650 h 1100437"/>
              <a:gd name="csX42" fmla="*/ 109538 w 1390727"/>
              <a:gd name="csY42" fmla="*/ 471787 h 1100437"/>
              <a:gd name="csX43" fmla="*/ 66675 w 1390727"/>
              <a:gd name="csY43" fmla="*/ 414637 h 1100437"/>
              <a:gd name="csX44" fmla="*/ 52388 w 1390727"/>
              <a:gd name="csY44" fmla="*/ 390825 h 1100437"/>
              <a:gd name="csX45" fmla="*/ 42863 w 1390727"/>
              <a:gd name="csY45" fmla="*/ 357487 h 1100437"/>
              <a:gd name="csX46" fmla="*/ 23813 w 1390727"/>
              <a:gd name="csY46" fmla="*/ 324150 h 1100437"/>
              <a:gd name="csX47" fmla="*/ 14288 w 1390727"/>
              <a:gd name="csY47" fmla="*/ 290812 h 1100437"/>
              <a:gd name="csX48" fmla="*/ 0 w 1390727"/>
              <a:gd name="csY48" fmla="*/ 247950 h 1100437"/>
              <a:gd name="csX49" fmla="*/ 14288 w 1390727"/>
              <a:gd name="csY49" fmla="*/ 166987 h 1100437"/>
              <a:gd name="csX50" fmla="*/ 28575 w 1390727"/>
              <a:gd name="csY50" fmla="*/ 162225 h 1100437"/>
              <a:gd name="csX51" fmla="*/ 80963 w 1390727"/>
              <a:gd name="csY51" fmla="*/ 95550 h 1100437"/>
              <a:gd name="csX52" fmla="*/ 85725 w 1390727"/>
              <a:gd name="csY52" fmla="*/ 81262 h 1100437"/>
              <a:gd name="csX53" fmla="*/ 133350 w 1390727"/>
              <a:gd name="csY53" fmla="*/ 24112 h 1100437"/>
              <a:gd name="csX54" fmla="*/ 152400 w 1390727"/>
              <a:gd name="csY54" fmla="*/ 300 h 1100437"/>
              <a:gd name="csX55" fmla="*/ 285750 w 1390727"/>
              <a:gd name="csY55" fmla="*/ 43162 h 1100437"/>
              <a:gd name="csX56" fmla="*/ 319088 w 1390727"/>
              <a:gd name="csY56" fmla="*/ 57450 h 1100437"/>
              <a:gd name="csX57" fmla="*/ 442913 w 1390727"/>
              <a:gd name="csY57" fmla="*/ 71737 h 1100437"/>
              <a:gd name="csX58" fmla="*/ 466725 w 1390727"/>
              <a:gd name="csY58" fmla="*/ 76500 h 1100437"/>
              <a:gd name="csX59" fmla="*/ 495300 w 1390727"/>
              <a:gd name="csY59" fmla="*/ 81262 h 1100437"/>
              <a:gd name="csX60" fmla="*/ 519113 w 1390727"/>
              <a:gd name="csY60" fmla="*/ 95550 h 1100437"/>
              <a:gd name="csX61" fmla="*/ 552450 w 1390727"/>
              <a:gd name="csY61" fmla="*/ 109837 h 1100437"/>
              <a:gd name="csX62" fmla="*/ 628650 w 1390727"/>
              <a:gd name="csY62" fmla="*/ 162225 h 1100437"/>
              <a:gd name="csX63" fmla="*/ 619125 w 1390727"/>
              <a:gd name="csY63" fmla="*/ 176512 h 11004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  <a:cxn ang="0">
                <a:pos x="csX51" y="csY51"/>
              </a:cxn>
              <a:cxn ang="0">
                <a:pos x="csX52" y="csY52"/>
              </a:cxn>
              <a:cxn ang="0">
                <a:pos x="csX53" y="csY53"/>
              </a:cxn>
              <a:cxn ang="0">
                <a:pos x="csX54" y="csY54"/>
              </a:cxn>
              <a:cxn ang="0">
                <a:pos x="csX55" y="csY55"/>
              </a:cxn>
              <a:cxn ang="0">
                <a:pos x="csX56" y="csY56"/>
              </a:cxn>
              <a:cxn ang="0">
                <a:pos x="csX57" y="csY57"/>
              </a:cxn>
              <a:cxn ang="0">
                <a:pos x="csX58" y="csY58"/>
              </a:cxn>
              <a:cxn ang="0">
                <a:pos x="csX59" y="csY59"/>
              </a:cxn>
              <a:cxn ang="0">
                <a:pos x="csX60" y="csY60"/>
              </a:cxn>
              <a:cxn ang="0">
                <a:pos x="csX61" y="csY61"/>
              </a:cxn>
              <a:cxn ang="0">
                <a:pos x="csX62" y="csY62"/>
              </a:cxn>
              <a:cxn ang="0">
                <a:pos x="csX63" y="csY63"/>
              </a:cxn>
            </a:cxnLst>
            <a:rect l="l" t="t" r="r" b="b"/>
            <a:pathLst>
              <a:path w="1390727" h="1100437">
                <a:moveTo>
                  <a:pt x="619125" y="176512"/>
                </a:moveTo>
                <a:cubicBezTo>
                  <a:pt x="657225" y="206675"/>
                  <a:pt x="699063" y="232639"/>
                  <a:pt x="733425" y="267000"/>
                </a:cubicBezTo>
                <a:cubicBezTo>
                  <a:pt x="744538" y="278112"/>
                  <a:pt x="756612" y="288340"/>
                  <a:pt x="766763" y="300337"/>
                </a:cubicBezTo>
                <a:cubicBezTo>
                  <a:pt x="833383" y="379069"/>
                  <a:pt x="741428" y="282946"/>
                  <a:pt x="804863" y="352725"/>
                </a:cubicBezTo>
                <a:cubicBezTo>
                  <a:pt x="848320" y="400528"/>
                  <a:pt x="820873" y="362023"/>
                  <a:pt x="866775" y="419400"/>
                </a:cubicBezTo>
                <a:cubicBezTo>
                  <a:pt x="875306" y="430064"/>
                  <a:pt x="881402" y="442632"/>
                  <a:pt x="890588" y="452737"/>
                </a:cubicBezTo>
                <a:cubicBezTo>
                  <a:pt x="897426" y="460258"/>
                  <a:pt x="907464" y="464356"/>
                  <a:pt x="914400" y="471787"/>
                </a:cubicBezTo>
                <a:cubicBezTo>
                  <a:pt x="929795" y="488282"/>
                  <a:pt x="957263" y="524175"/>
                  <a:pt x="957263" y="524175"/>
                </a:cubicBezTo>
                <a:cubicBezTo>
                  <a:pt x="976556" y="591700"/>
                  <a:pt x="952501" y="524176"/>
                  <a:pt x="1009650" y="609900"/>
                </a:cubicBezTo>
                <a:cubicBezTo>
                  <a:pt x="1016000" y="619425"/>
                  <a:pt x="1020144" y="630870"/>
                  <a:pt x="1028700" y="638475"/>
                </a:cubicBezTo>
                <a:cubicBezTo>
                  <a:pt x="1098654" y="700656"/>
                  <a:pt x="1073654" y="673197"/>
                  <a:pt x="1133475" y="700387"/>
                </a:cubicBezTo>
                <a:cubicBezTo>
                  <a:pt x="1184769" y="723702"/>
                  <a:pt x="1082487" y="693593"/>
                  <a:pt x="1185863" y="719437"/>
                </a:cubicBezTo>
                <a:cubicBezTo>
                  <a:pt x="1196975" y="725787"/>
                  <a:pt x="1208347" y="731704"/>
                  <a:pt x="1219200" y="738487"/>
                </a:cubicBezTo>
                <a:cubicBezTo>
                  <a:pt x="1314332" y="797944"/>
                  <a:pt x="1216133" y="740816"/>
                  <a:pt x="1295400" y="786112"/>
                </a:cubicBezTo>
                <a:cubicBezTo>
                  <a:pt x="1308100" y="801987"/>
                  <a:pt x="1321440" y="817370"/>
                  <a:pt x="1333500" y="833737"/>
                </a:cubicBezTo>
                <a:cubicBezTo>
                  <a:pt x="1351645" y="858363"/>
                  <a:pt x="1361630" y="875859"/>
                  <a:pt x="1376363" y="900412"/>
                </a:cubicBezTo>
                <a:cubicBezTo>
                  <a:pt x="1377950" y="919462"/>
                  <a:pt x="1378934" y="938572"/>
                  <a:pt x="1381125" y="957562"/>
                </a:cubicBezTo>
                <a:cubicBezTo>
                  <a:pt x="1386070" y="1000423"/>
                  <a:pt x="1400006" y="1030952"/>
                  <a:pt x="1381125" y="1071862"/>
                </a:cubicBezTo>
                <a:cubicBezTo>
                  <a:pt x="1377799" y="1079069"/>
                  <a:pt x="1369301" y="1082865"/>
                  <a:pt x="1362075" y="1086150"/>
                </a:cubicBezTo>
                <a:cubicBezTo>
                  <a:pt x="1355151" y="1089297"/>
                  <a:pt x="1321427" y="1097503"/>
                  <a:pt x="1309688" y="1100437"/>
                </a:cubicBezTo>
                <a:cubicBezTo>
                  <a:pt x="1287463" y="1094087"/>
                  <a:pt x="1264941" y="1088696"/>
                  <a:pt x="1243013" y="1081387"/>
                </a:cubicBezTo>
                <a:cubicBezTo>
                  <a:pt x="1231543" y="1077564"/>
                  <a:pt x="1221274" y="1070511"/>
                  <a:pt x="1209675" y="1067100"/>
                </a:cubicBezTo>
                <a:cubicBezTo>
                  <a:pt x="1087467" y="1031157"/>
                  <a:pt x="1252284" y="1094783"/>
                  <a:pt x="1095375" y="1033762"/>
                </a:cubicBezTo>
                <a:cubicBezTo>
                  <a:pt x="1088758" y="1031189"/>
                  <a:pt x="1081843" y="1028704"/>
                  <a:pt x="1076325" y="1024237"/>
                </a:cubicBezTo>
                <a:cubicBezTo>
                  <a:pt x="1048351" y="1001592"/>
                  <a:pt x="1016958" y="981592"/>
                  <a:pt x="995363" y="952800"/>
                </a:cubicBezTo>
                <a:cubicBezTo>
                  <a:pt x="990600" y="946450"/>
                  <a:pt x="986414" y="939623"/>
                  <a:pt x="981075" y="933750"/>
                </a:cubicBezTo>
                <a:cubicBezTo>
                  <a:pt x="970504" y="922121"/>
                  <a:pt x="957447" y="912769"/>
                  <a:pt x="947738" y="900412"/>
                </a:cubicBezTo>
                <a:cubicBezTo>
                  <a:pt x="854215" y="781381"/>
                  <a:pt x="1004707" y="947856"/>
                  <a:pt x="900113" y="843262"/>
                </a:cubicBezTo>
                <a:cubicBezTo>
                  <a:pt x="894500" y="837649"/>
                  <a:pt x="893018" y="827569"/>
                  <a:pt x="885825" y="824212"/>
                </a:cubicBezTo>
                <a:cubicBezTo>
                  <a:pt x="860376" y="812336"/>
                  <a:pt x="819403" y="808766"/>
                  <a:pt x="790575" y="805162"/>
                </a:cubicBezTo>
                <a:cubicBezTo>
                  <a:pt x="779463" y="801987"/>
                  <a:pt x="768706" y="797070"/>
                  <a:pt x="757238" y="795637"/>
                </a:cubicBezTo>
                <a:cubicBezTo>
                  <a:pt x="589655" y="774690"/>
                  <a:pt x="726300" y="800881"/>
                  <a:pt x="652463" y="786112"/>
                </a:cubicBezTo>
                <a:cubicBezTo>
                  <a:pt x="646113" y="782937"/>
                  <a:pt x="640213" y="778627"/>
                  <a:pt x="633413" y="776587"/>
                </a:cubicBezTo>
                <a:cubicBezTo>
                  <a:pt x="624164" y="773812"/>
                  <a:pt x="613804" y="775411"/>
                  <a:pt x="604838" y="771825"/>
                </a:cubicBezTo>
                <a:cubicBezTo>
                  <a:pt x="597468" y="768877"/>
                  <a:pt x="592644" y="761537"/>
                  <a:pt x="585788" y="757537"/>
                </a:cubicBezTo>
                <a:cubicBezTo>
                  <a:pt x="551408" y="737482"/>
                  <a:pt x="542925" y="736899"/>
                  <a:pt x="504825" y="724200"/>
                </a:cubicBezTo>
                <a:cubicBezTo>
                  <a:pt x="488950" y="713087"/>
                  <a:pt x="474366" y="699854"/>
                  <a:pt x="457200" y="690862"/>
                </a:cubicBezTo>
                <a:cubicBezTo>
                  <a:pt x="353134" y="636350"/>
                  <a:pt x="448258" y="702444"/>
                  <a:pt x="371475" y="652762"/>
                </a:cubicBezTo>
                <a:cubicBezTo>
                  <a:pt x="298763" y="605714"/>
                  <a:pt x="350655" y="632495"/>
                  <a:pt x="280988" y="595612"/>
                </a:cubicBezTo>
                <a:cubicBezTo>
                  <a:pt x="261081" y="585073"/>
                  <a:pt x="228498" y="570775"/>
                  <a:pt x="209550" y="557512"/>
                </a:cubicBezTo>
                <a:cubicBezTo>
                  <a:pt x="204032" y="553650"/>
                  <a:pt x="200579" y="547360"/>
                  <a:pt x="195263" y="543225"/>
                </a:cubicBezTo>
                <a:cubicBezTo>
                  <a:pt x="174574" y="527133"/>
                  <a:pt x="168373" y="525018"/>
                  <a:pt x="147638" y="514650"/>
                </a:cubicBezTo>
                <a:cubicBezTo>
                  <a:pt x="124482" y="479915"/>
                  <a:pt x="156655" y="526152"/>
                  <a:pt x="109538" y="471787"/>
                </a:cubicBezTo>
                <a:cubicBezTo>
                  <a:pt x="97438" y="457826"/>
                  <a:pt x="78412" y="433417"/>
                  <a:pt x="66675" y="414637"/>
                </a:cubicBezTo>
                <a:cubicBezTo>
                  <a:pt x="61769" y="406788"/>
                  <a:pt x="57150" y="398762"/>
                  <a:pt x="52388" y="390825"/>
                </a:cubicBezTo>
                <a:cubicBezTo>
                  <a:pt x="49213" y="379712"/>
                  <a:pt x="46813" y="368349"/>
                  <a:pt x="42863" y="357487"/>
                </a:cubicBezTo>
                <a:cubicBezTo>
                  <a:pt x="38029" y="344193"/>
                  <a:pt x="31431" y="335576"/>
                  <a:pt x="23813" y="324150"/>
                </a:cubicBezTo>
                <a:cubicBezTo>
                  <a:pt x="20638" y="313037"/>
                  <a:pt x="18238" y="301674"/>
                  <a:pt x="14288" y="290812"/>
                </a:cubicBezTo>
                <a:cubicBezTo>
                  <a:pt x="-3240" y="242609"/>
                  <a:pt x="11153" y="303708"/>
                  <a:pt x="0" y="247950"/>
                </a:cubicBezTo>
                <a:cubicBezTo>
                  <a:pt x="4763" y="220962"/>
                  <a:pt x="5622" y="192985"/>
                  <a:pt x="14288" y="166987"/>
                </a:cubicBezTo>
                <a:cubicBezTo>
                  <a:pt x="15875" y="162225"/>
                  <a:pt x="24797" y="165531"/>
                  <a:pt x="28575" y="162225"/>
                </a:cubicBezTo>
                <a:cubicBezTo>
                  <a:pt x="38461" y="153575"/>
                  <a:pt x="75793" y="102443"/>
                  <a:pt x="80963" y="95550"/>
                </a:cubicBezTo>
                <a:cubicBezTo>
                  <a:pt x="82550" y="90787"/>
                  <a:pt x="82756" y="85310"/>
                  <a:pt x="85725" y="81262"/>
                </a:cubicBezTo>
                <a:cubicBezTo>
                  <a:pt x="100389" y="61265"/>
                  <a:pt x="133350" y="24112"/>
                  <a:pt x="133350" y="24112"/>
                </a:cubicBezTo>
                <a:cubicBezTo>
                  <a:pt x="135442" y="17836"/>
                  <a:pt x="139045" y="-2716"/>
                  <a:pt x="152400" y="300"/>
                </a:cubicBezTo>
                <a:cubicBezTo>
                  <a:pt x="197943" y="10584"/>
                  <a:pt x="242836" y="24770"/>
                  <a:pt x="285750" y="43162"/>
                </a:cubicBezTo>
                <a:cubicBezTo>
                  <a:pt x="296863" y="47925"/>
                  <a:pt x="307193" y="55287"/>
                  <a:pt x="319088" y="57450"/>
                </a:cubicBezTo>
                <a:cubicBezTo>
                  <a:pt x="359967" y="64882"/>
                  <a:pt x="401706" y="66420"/>
                  <a:pt x="442913" y="71737"/>
                </a:cubicBezTo>
                <a:cubicBezTo>
                  <a:pt x="450941" y="72773"/>
                  <a:pt x="458761" y="75052"/>
                  <a:pt x="466725" y="76500"/>
                </a:cubicBezTo>
                <a:cubicBezTo>
                  <a:pt x="476226" y="78227"/>
                  <a:pt x="485775" y="79675"/>
                  <a:pt x="495300" y="81262"/>
                </a:cubicBezTo>
                <a:cubicBezTo>
                  <a:pt x="503238" y="86025"/>
                  <a:pt x="510833" y="91410"/>
                  <a:pt x="519113" y="95550"/>
                </a:cubicBezTo>
                <a:cubicBezTo>
                  <a:pt x="529926" y="100957"/>
                  <a:pt x="542123" y="103551"/>
                  <a:pt x="552450" y="109837"/>
                </a:cubicBezTo>
                <a:cubicBezTo>
                  <a:pt x="578780" y="125864"/>
                  <a:pt x="628650" y="162225"/>
                  <a:pt x="628650" y="162225"/>
                </a:cubicBezTo>
                <a:lnTo>
                  <a:pt x="619125" y="176512"/>
                </a:lnTo>
                <a:close/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자유형: 도형 21">
            <a:extLst>
              <a:ext uri="{FF2B5EF4-FFF2-40B4-BE49-F238E27FC236}">
                <a16:creationId xmlns:a16="http://schemas.microsoft.com/office/drawing/2014/main" id="{9CD3067D-0A9B-6F10-BA2A-DD0589870983}"/>
              </a:ext>
            </a:extLst>
          </p:cNvPr>
          <p:cNvSpPr/>
          <p:nvPr/>
        </p:nvSpPr>
        <p:spPr>
          <a:xfrm>
            <a:off x="8015249" y="2860159"/>
            <a:ext cx="1638302" cy="1238250"/>
          </a:xfrm>
          <a:custGeom>
            <a:avLst/>
            <a:gdLst>
              <a:gd name="csX0" fmla="*/ 0 w 1638302"/>
              <a:gd name="csY0" fmla="*/ 0 h 1238250"/>
              <a:gd name="csX1" fmla="*/ 185737 w 1638302"/>
              <a:gd name="csY1" fmla="*/ 14288 h 1238250"/>
              <a:gd name="csX2" fmla="*/ 238125 w 1638302"/>
              <a:gd name="csY2" fmla="*/ 42863 h 1238250"/>
              <a:gd name="csX3" fmla="*/ 276225 w 1638302"/>
              <a:gd name="csY3" fmla="*/ 57150 h 1238250"/>
              <a:gd name="csX4" fmla="*/ 295275 w 1638302"/>
              <a:gd name="csY4" fmla="*/ 66675 h 1238250"/>
              <a:gd name="csX5" fmla="*/ 381000 w 1638302"/>
              <a:gd name="csY5" fmla="*/ 95250 h 1238250"/>
              <a:gd name="csX6" fmla="*/ 461962 w 1638302"/>
              <a:gd name="csY6" fmla="*/ 100013 h 1238250"/>
              <a:gd name="csX7" fmla="*/ 647700 w 1638302"/>
              <a:gd name="csY7" fmla="*/ 114300 h 1238250"/>
              <a:gd name="csX8" fmla="*/ 700087 w 1638302"/>
              <a:gd name="csY8" fmla="*/ 123825 h 1238250"/>
              <a:gd name="csX9" fmla="*/ 747712 w 1638302"/>
              <a:gd name="csY9" fmla="*/ 128588 h 1238250"/>
              <a:gd name="csX10" fmla="*/ 900112 w 1638302"/>
              <a:gd name="csY10" fmla="*/ 180975 h 1238250"/>
              <a:gd name="csX11" fmla="*/ 1114425 w 1638302"/>
              <a:gd name="csY11" fmla="*/ 319088 h 1238250"/>
              <a:gd name="csX12" fmla="*/ 1157287 w 1638302"/>
              <a:gd name="csY12" fmla="*/ 342900 h 1238250"/>
              <a:gd name="csX13" fmla="*/ 1238250 w 1638302"/>
              <a:gd name="csY13" fmla="*/ 428625 h 1238250"/>
              <a:gd name="csX14" fmla="*/ 1257300 w 1638302"/>
              <a:gd name="csY14" fmla="*/ 490538 h 1238250"/>
              <a:gd name="csX15" fmla="*/ 1262062 w 1638302"/>
              <a:gd name="csY15" fmla="*/ 509588 h 1238250"/>
              <a:gd name="csX16" fmla="*/ 1362075 w 1638302"/>
              <a:gd name="csY16" fmla="*/ 619125 h 1238250"/>
              <a:gd name="csX17" fmla="*/ 1433512 w 1638302"/>
              <a:gd name="csY17" fmla="*/ 714375 h 1238250"/>
              <a:gd name="csX18" fmla="*/ 1471612 w 1638302"/>
              <a:gd name="csY18" fmla="*/ 752475 h 1238250"/>
              <a:gd name="csX19" fmla="*/ 1519237 w 1638302"/>
              <a:gd name="csY19" fmla="*/ 804863 h 1238250"/>
              <a:gd name="csX20" fmla="*/ 1557337 w 1638302"/>
              <a:gd name="csY20" fmla="*/ 871538 h 1238250"/>
              <a:gd name="csX21" fmla="*/ 1585912 w 1638302"/>
              <a:gd name="csY21" fmla="*/ 923925 h 1238250"/>
              <a:gd name="csX22" fmla="*/ 1600200 w 1638302"/>
              <a:gd name="csY22" fmla="*/ 962025 h 1238250"/>
              <a:gd name="csX23" fmla="*/ 1619250 w 1638302"/>
              <a:gd name="csY23" fmla="*/ 1190625 h 1238250"/>
              <a:gd name="csX24" fmla="*/ 1638300 w 1638302"/>
              <a:gd name="csY24" fmla="*/ 1238250 h 12382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</a:cxnLst>
            <a:rect l="l" t="t" r="r" b="b"/>
            <a:pathLst>
              <a:path w="1638302" h="1238250">
                <a:moveTo>
                  <a:pt x="0" y="0"/>
                </a:moveTo>
                <a:cubicBezTo>
                  <a:pt x="61912" y="4763"/>
                  <a:pt x="124163" y="6257"/>
                  <a:pt x="185737" y="14288"/>
                </a:cubicBezTo>
                <a:cubicBezTo>
                  <a:pt x="223190" y="19173"/>
                  <a:pt x="211491" y="29546"/>
                  <a:pt x="238125" y="42863"/>
                </a:cubicBezTo>
                <a:cubicBezTo>
                  <a:pt x="250257" y="48929"/>
                  <a:pt x="263705" y="51933"/>
                  <a:pt x="276225" y="57150"/>
                </a:cubicBezTo>
                <a:cubicBezTo>
                  <a:pt x="282778" y="59881"/>
                  <a:pt x="288722" y="63944"/>
                  <a:pt x="295275" y="66675"/>
                </a:cubicBezTo>
                <a:cubicBezTo>
                  <a:pt x="312524" y="73862"/>
                  <a:pt x="364825" y="92854"/>
                  <a:pt x="381000" y="95250"/>
                </a:cubicBezTo>
                <a:cubicBezTo>
                  <a:pt x="407742" y="99212"/>
                  <a:pt x="434975" y="98425"/>
                  <a:pt x="461962" y="100013"/>
                </a:cubicBezTo>
                <a:cubicBezTo>
                  <a:pt x="651793" y="125324"/>
                  <a:pt x="381468" y="91481"/>
                  <a:pt x="647700" y="114300"/>
                </a:cubicBezTo>
                <a:cubicBezTo>
                  <a:pt x="665384" y="115816"/>
                  <a:pt x="682517" y="121315"/>
                  <a:pt x="700087" y="123825"/>
                </a:cubicBezTo>
                <a:cubicBezTo>
                  <a:pt x="715881" y="126081"/>
                  <a:pt x="731837" y="127000"/>
                  <a:pt x="747712" y="128588"/>
                </a:cubicBezTo>
                <a:cubicBezTo>
                  <a:pt x="809322" y="142805"/>
                  <a:pt x="839848" y="146135"/>
                  <a:pt x="900112" y="180975"/>
                </a:cubicBezTo>
                <a:cubicBezTo>
                  <a:pt x="973688" y="223511"/>
                  <a:pt x="1040133" y="277815"/>
                  <a:pt x="1114425" y="319088"/>
                </a:cubicBezTo>
                <a:cubicBezTo>
                  <a:pt x="1128712" y="327025"/>
                  <a:pt x="1144524" y="332690"/>
                  <a:pt x="1157287" y="342900"/>
                </a:cubicBezTo>
                <a:cubicBezTo>
                  <a:pt x="1185802" y="365712"/>
                  <a:pt x="1213884" y="400199"/>
                  <a:pt x="1238250" y="428625"/>
                </a:cubicBezTo>
                <a:cubicBezTo>
                  <a:pt x="1249034" y="471765"/>
                  <a:pt x="1235490" y="419656"/>
                  <a:pt x="1257300" y="490538"/>
                </a:cubicBezTo>
                <a:cubicBezTo>
                  <a:pt x="1259225" y="496794"/>
                  <a:pt x="1257927" y="504514"/>
                  <a:pt x="1262062" y="509588"/>
                </a:cubicBezTo>
                <a:cubicBezTo>
                  <a:pt x="1293293" y="547917"/>
                  <a:pt x="1332410" y="579571"/>
                  <a:pt x="1362075" y="619125"/>
                </a:cubicBezTo>
                <a:cubicBezTo>
                  <a:pt x="1385887" y="650875"/>
                  <a:pt x="1405449" y="686312"/>
                  <a:pt x="1433512" y="714375"/>
                </a:cubicBezTo>
                <a:cubicBezTo>
                  <a:pt x="1446212" y="727075"/>
                  <a:pt x="1459923" y="738838"/>
                  <a:pt x="1471612" y="752475"/>
                </a:cubicBezTo>
                <a:cubicBezTo>
                  <a:pt x="1523469" y="812974"/>
                  <a:pt x="1453784" y="750318"/>
                  <a:pt x="1519237" y="804863"/>
                </a:cubicBezTo>
                <a:cubicBezTo>
                  <a:pt x="1531937" y="827088"/>
                  <a:pt x="1544511" y="849385"/>
                  <a:pt x="1557337" y="871538"/>
                </a:cubicBezTo>
                <a:cubicBezTo>
                  <a:pt x="1570276" y="893887"/>
                  <a:pt x="1575341" y="899259"/>
                  <a:pt x="1585912" y="923925"/>
                </a:cubicBezTo>
                <a:cubicBezTo>
                  <a:pt x="1591255" y="936392"/>
                  <a:pt x="1595437" y="949325"/>
                  <a:pt x="1600200" y="962025"/>
                </a:cubicBezTo>
                <a:cubicBezTo>
                  <a:pt x="1603658" y="1010447"/>
                  <a:pt x="1615561" y="1182324"/>
                  <a:pt x="1619250" y="1190625"/>
                </a:cubicBezTo>
                <a:cubicBezTo>
                  <a:pt x="1638945" y="1234939"/>
                  <a:pt x="1638300" y="1217853"/>
                  <a:pt x="1638300" y="1238250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자유형: 도형 23">
            <a:extLst>
              <a:ext uri="{FF2B5EF4-FFF2-40B4-BE49-F238E27FC236}">
                <a16:creationId xmlns:a16="http://schemas.microsoft.com/office/drawing/2014/main" id="{77FD8B6C-CE5A-CF63-E181-CAD4E349E0C8}"/>
              </a:ext>
            </a:extLst>
          </p:cNvPr>
          <p:cNvSpPr/>
          <p:nvPr/>
        </p:nvSpPr>
        <p:spPr>
          <a:xfrm>
            <a:off x="7710449" y="3307834"/>
            <a:ext cx="1155680" cy="824634"/>
          </a:xfrm>
          <a:custGeom>
            <a:avLst/>
            <a:gdLst>
              <a:gd name="csX0" fmla="*/ 0 w 1155680"/>
              <a:gd name="csY0" fmla="*/ 0 h 824634"/>
              <a:gd name="csX1" fmla="*/ 57150 w 1155680"/>
              <a:gd name="csY1" fmla="*/ 176213 h 824634"/>
              <a:gd name="csX2" fmla="*/ 90487 w 1155680"/>
              <a:gd name="csY2" fmla="*/ 242888 h 824634"/>
              <a:gd name="csX3" fmla="*/ 109537 w 1155680"/>
              <a:gd name="csY3" fmla="*/ 266700 h 824634"/>
              <a:gd name="csX4" fmla="*/ 123825 w 1155680"/>
              <a:gd name="csY4" fmla="*/ 300038 h 824634"/>
              <a:gd name="csX5" fmla="*/ 142875 w 1155680"/>
              <a:gd name="csY5" fmla="*/ 314325 h 824634"/>
              <a:gd name="csX6" fmla="*/ 204787 w 1155680"/>
              <a:gd name="csY6" fmla="*/ 357188 h 824634"/>
              <a:gd name="csX7" fmla="*/ 276225 w 1155680"/>
              <a:gd name="csY7" fmla="*/ 404813 h 824634"/>
              <a:gd name="csX8" fmla="*/ 319087 w 1155680"/>
              <a:gd name="csY8" fmla="*/ 442913 h 824634"/>
              <a:gd name="csX9" fmla="*/ 352425 w 1155680"/>
              <a:gd name="csY9" fmla="*/ 476250 h 824634"/>
              <a:gd name="csX10" fmla="*/ 385762 w 1155680"/>
              <a:gd name="csY10" fmla="*/ 495300 h 824634"/>
              <a:gd name="csX11" fmla="*/ 404812 w 1155680"/>
              <a:gd name="csY11" fmla="*/ 514350 h 824634"/>
              <a:gd name="csX12" fmla="*/ 442912 w 1155680"/>
              <a:gd name="csY12" fmla="*/ 533400 h 824634"/>
              <a:gd name="csX13" fmla="*/ 533400 w 1155680"/>
              <a:gd name="csY13" fmla="*/ 581025 h 824634"/>
              <a:gd name="csX14" fmla="*/ 609600 w 1155680"/>
              <a:gd name="csY14" fmla="*/ 600075 h 824634"/>
              <a:gd name="csX15" fmla="*/ 819150 w 1155680"/>
              <a:gd name="csY15" fmla="*/ 595313 h 824634"/>
              <a:gd name="csX16" fmla="*/ 895350 w 1155680"/>
              <a:gd name="csY16" fmla="*/ 619125 h 824634"/>
              <a:gd name="csX17" fmla="*/ 928687 w 1155680"/>
              <a:gd name="csY17" fmla="*/ 633413 h 824634"/>
              <a:gd name="csX18" fmla="*/ 957262 w 1155680"/>
              <a:gd name="csY18" fmla="*/ 638175 h 824634"/>
              <a:gd name="csX19" fmla="*/ 1009650 w 1155680"/>
              <a:gd name="csY19" fmla="*/ 676275 h 824634"/>
              <a:gd name="csX20" fmla="*/ 1028700 w 1155680"/>
              <a:gd name="csY20" fmla="*/ 690563 h 824634"/>
              <a:gd name="csX21" fmla="*/ 1081087 w 1155680"/>
              <a:gd name="csY21" fmla="*/ 733425 h 824634"/>
              <a:gd name="csX22" fmla="*/ 1090612 w 1155680"/>
              <a:gd name="csY22" fmla="*/ 747713 h 824634"/>
              <a:gd name="csX23" fmla="*/ 1100137 w 1155680"/>
              <a:gd name="csY23" fmla="*/ 766763 h 824634"/>
              <a:gd name="csX24" fmla="*/ 1123950 w 1155680"/>
              <a:gd name="csY24" fmla="*/ 790575 h 824634"/>
              <a:gd name="csX25" fmla="*/ 1152525 w 1155680"/>
              <a:gd name="csY25" fmla="*/ 823913 h 824634"/>
              <a:gd name="csX26" fmla="*/ 1152525 w 1155680"/>
              <a:gd name="csY26" fmla="*/ 800100 h 82463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</a:cxnLst>
            <a:rect l="l" t="t" r="r" b="b"/>
            <a:pathLst>
              <a:path w="1155680" h="824634">
                <a:moveTo>
                  <a:pt x="0" y="0"/>
                </a:moveTo>
                <a:cubicBezTo>
                  <a:pt x="15404" y="57764"/>
                  <a:pt x="30565" y="123042"/>
                  <a:pt x="57150" y="176213"/>
                </a:cubicBezTo>
                <a:cubicBezTo>
                  <a:pt x="68262" y="198438"/>
                  <a:pt x="74964" y="223485"/>
                  <a:pt x="90487" y="242888"/>
                </a:cubicBezTo>
                <a:cubicBezTo>
                  <a:pt x="96837" y="250825"/>
                  <a:pt x="104415" y="257920"/>
                  <a:pt x="109537" y="266700"/>
                </a:cubicBezTo>
                <a:cubicBezTo>
                  <a:pt x="115629" y="277143"/>
                  <a:pt x="116892" y="290133"/>
                  <a:pt x="123825" y="300038"/>
                </a:cubicBezTo>
                <a:cubicBezTo>
                  <a:pt x="128377" y="306541"/>
                  <a:pt x="136390" y="309748"/>
                  <a:pt x="142875" y="314325"/>
                </a:cubicBezTo>
                <a:cubicBezTo>
                  <a:pt x="163381" y="328800"/>
                  <a:pt x="184071" y="343014"/>
                  <a:pt x="204787" y="357188"/>
                </a:cubicBezTo>
                <a:cubicBezTo>
                  <a:pt x="213165" y="362920"/>
                  <a:pt x="275564" y="404152"/>
                  <a:pt x="276225" y="404813"/>
                </a:cubicBezTo>
                <a:cubicBezTo>
                  <a:pt x="374996" y="503584"/>
                  <a:pt x="242020" y="372853"/>
                  <a:pt x="319087" y="442913"/>
                </a:cubicBezTo>
                <a:cubicBezTo>
                  <a:pt x="330716" y="453484"/>
                  <a:pt x="340068" y="466541"/>
                  <a:pt x="352425" y="476250"/>
                </a:cubicBezTo>
                <a:cubicBezTo>
                  <a:pt x="362489" y="484157"/>
                  <a:pt x="375411" y="487772"/>
                  <a:pt x="385762" y="495300"/>
                </a:cubicBezTo>
                <a:cubicBezTo>
                  <a:pt x="393025" y="500582"/>
                  <a:pt x="397340" y="509369"/>
                  <a:pt x="404812" y="514350"/>
                </a:cubicBezTo>
                <a:cubicBezTo>
                  <a:pt x="416626" y="522226"/>
                  <a:pt x="430796" y="525996"/>
                  <a:pt x="442912" y="533400"/>
                </a:cubicBezTo>
                <a:cubicBezTo>
                  <a:pt x="506282" y="572127"/>
                  <a:pt x="469505" y="563135"/>
                  <a:pt x="533400" y="581025"/>
                </a:cubicBezTo>
                <a:cubicBezTo>
                  <a:pt x="558612" y="588084"/>
                  <a:pt x="609600" y="600075"/>
                  <a:pt x="609600" y="600075"/>
                </a:cubicBezTo>
                <a:cubicBezTo>
                  <a:pt x="732849" y="585854"/>
                  <a:pt x="712292" y="578873"/>
                  <a:pt x="819150" y="595313"/>
                </a:cubicBezTo>
                <a:cubicBezTo>
                  <a:pt x="845447" y="599359"/>
                  <a:pt x="870856" y="609327"/>
                  <a:pt x="895350" y="619125"/>
                </a:cubicBezTo>
                <a:cubicBezTo>
                  <a:pt x="906575" y="623615"/>
                  <a:pt x="917132" y="629857"/>
                  <a:pt x="928687" y="633413"/>
                </a:cubicBezTo>
                <a:cubicBezTo>
                  <a:pt x="937916" y="636253"/>
                  <a:pt x="947737" y="636588"/>
                  <a:pt x="957262" y="638175"/>
                </a:cubicBezTo>
                <a:lnTo>
                  <a:pt x="1009650" y="676275"/>
                </a:lnTo>
                <a:cubicBezTo>
                  <a:pt x="1016051" y="680969"/>
                  <a:pt x="1022673" y="685397"/>
                  <a:pt x="1028700" y="690563"/>
                </a:cubicBezTo>
                <a:cubicBezTo>
                  <a:pt x="1068063" y="724304"/>
                  <a:pt x="1050328" y="710357"/>
                  <a:pt x="1081087" y="733425"/>
                </a:cubicBezTo>
                <a:cubicBezTo>
                  <a:pt x="1084262" y="738188"/>
                  <a:pt x="1087772" y="742743"/>
                  <a:pt x="1090612" y="747713"/>
                </a:cubicBezTo>
                <a:cubicBezTo>
                  <a:pt x="1094134" y="753877"/>
                  <a:pt x="1095778" y="761159"/>
                  <a:pt x="1100137" y="766763"/>
                </a:cubicBezTo>
                <a:cubicBezTo>
                  <a:pt x="1107029" y="775624"/>
                  <a:pt x="1116012" y="782638"/>
                  <a:pt x="1123950" y="790575"/>
                </a:cubicBezTo>
                <a:cubicBezTo>
                  <a:pt x="1125965" y="794606"/>
                  <a:pt x="1140160" y="830095"/>
                  <a:pt x="1152525" y="823913"/>
                </a:cubicBezTo>
                <a:cubicBezTo>
                  <a:pt x="1159625" y="820363"/>
                  <a:pt x="1152525" y="808038"/>
                  <a:pt x="1152525" y="800100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6" name="자유형: 도형 25">
            <a:extLst>
              <a:ext uri="{FF2B5EF4-FFF2-40B4-BE49-F238E27FC236}">
                <a16:creationId xmlns:a16="http://schemas.microsoft.com/office/drawing/2014/main" id="{4C531B06-0E42-2150-B327-4F057CE205CD}"/>
              </a:ext>
            </a:extLst>
          </p:cNvPr>
          <p:cNvSpPr/>
          <p:nvPr/>
        </p:nvSpPr>
        <p:spPr>
          <a:xfrm>
            <a:off x="7900949" y="2655372"/>
            <a:ext cx="1885950" cy="1485980"/>
          </a:xfrm>
          <a:custGeom>
            <a:avLst/>
            <a:gdLst>
              <a:gd name="csX0" fmla="*/ 0 w 1885950"/>
              <a:gd name="csY0" fmla="*/ 57150 h 1485980"/>
              <a:gd name="csX1" fmla="*/ 114300 w 1885950"/>
              <a:gd name="csY1" fmla="*/ 28575 h 1485980"/>
              <a:gd name="csX2" fmla="*/ 214312 w 1885950"/>
              <a:gd name="csY2" fmla="*/ 4762 h 1485980"/>
              <a:gd name="csX3" fmla="*/ 280987 w 1885950"/>
              <a:gd name="csY3" fmla="*/ 0 h 1485980"/>
              <a:gd name="csX4" fmla="*/ 442912 w 1885950"/>
              <a:gd name="csY4" fmla="*/ 4762 h 1485980"/>
              <a:gd name="csX5" fmla="*/ 514350 w 1885950"/>
              <a:gd name="csY5" fmla="*/ 47625 h 1485980"/>
              <a:gd name="csX6" fmla="*/ 547687 w 1885950"/>
              <a:gd name="csY6" fmla="*/ 66675 h 1485980"/>
              <a:gd name="csX7" fmla="*/ 638175 w 1885950"/>
              <a:gd name="csY7" fmla="*/ 123825 h 1485980"/>
              <a:gd name="csX8" fmla="*/ 728662 w 1885950"/>
              <a:gd name="csY8" fmla="*/ 157162 h 1485980"/>
              <a:gd name="csX9" fmla="*/ 766762 w 1885950"/>
              <a:gd name="csY9" fmla="*/ 161925 h 1485980"/>
              <a:gd name="csX10" fmla="*/ 862012 w 1885950"/>
              <a:gd name="csY10" fmla="*/ 180975 h 1485980"/>
              <a:gd name="csX11" fmla="*/ 995362 w 1885950"/>
              <a:gd name="csY11" fmla="*/ 195262 h 1485980"/>
              <a:gd name="csX12" fmla="*/ 1028700 w 1885950"/>
              <a:gd name="csY12" fmla="*/ 209550 h 1485980"/>
              <a:gd name="csX13" fmla="*/ 1071562 w 1885950"/>
              <a:gd name="csY13" fmla="*/ 223837 h 1485980"/>
              <a:gd name="csX14" fmla="*/ 1138237 w 1885950"/>
              <a:gd name="csY14" fmla="*/ 276225 h 1485980"/>
              <a:gd name="csX15" fmla="*/ 1181100 w 1885950"/>
              <a:gd name="csY15" fmla="*/ 328612 h 1485980"/>
              <a:gd name="csX16" fmla="*/ 1252537 w 1885950"/>
              <a:gd name="csY16" fmla="*/ 395287 h 1485980"/>
              <a:gd name="csX17" fmla="*/ 1271587 w 1885950"/>
              <a:gd name="csY17" fmla="*/ 423862 h 1485980"/>
              <a:gd name="csX18" fmla="*/ 1314450 w 1885950"/>
              <a:gd name="csY18" fmla="*/ 466725 h 1485980"/>
              <a:gd name="csX19" fmla="*/ 1343025 w 1885950"/>
              <a:gd name="csY19" fmla="*/ 495300 h 1485980"/>
              <a:gd name="csX20" fmla="*/ 1390650 w 1885950"/>
              <a:gd name="csY20" fmla="*/ 566737 h 1485980"/>
              <a:gd name="csX21" fmla="*/ 1409700 w 1885950"/>
              <a:gd name="csY21" fmla="*/ 600075 h 1485980"/>
              <a:gd name="csX22" fmla="*/ 1447800 w 1885950"/>
              <a:gd name="csY22" fmla="*/ 652462 h 1485980"/>
              <a:gd name="csX23" fmla="*/ 1504950 w 1885950"/>
              <a:gd name="csY23" fmla="*/ 742950 h 1485980"/>
              <a:gd name="csX24" fmla="*/ 1538287 w 1885950"/>
              <a:gd name="csY24" fmla="*/ 800100 h 1485980"/>
              <a:gd name="csX25" fmla="*/ 1566862 w 1885950"/>
              <a:gd name="csY25" fmla="*/ 838200 h 1485980"/>
              <a:gd name="csX26" fmla="*/ 1600200 w 1885950"/>
              <a:gd name="csY26" fmla="*/ 904875 h 1485980"/>
              <a:gd name="csX27" fmla="*/ 1633537 w 1885950"/>
              <a:gd name="csY27" fmla="*/ 938212 h 1485980"/>
              <a:gd name="csX28" fmla="*/ 1652587 w 1885950"/>
              <a:gd name="csY28" fmla="*/ 957262 h 1485980"/>
              <a:gd name="csX29" fmla="*/ 1690687 w 1885950"/>
              <a:gd name="csY29" fmla="*/ 1023937 h 1485980"/>
              <a:gd name="csX30" fmla="*/ 1719262 w 1885950"/>
              <a:gd name="csY30" fmla="*/ 1062037 h 1485980"/>
              <a:gd name="csX31" fmla="*/ 1738312 w 1885950"/>
              <a:gd name="csY31" fmla="*/ 1100137 h 1485980"/>
              <a:gd name="csX32" fmla="*/ 1743075 w 1885950"/>
              <a:gd name="csY32" fmla="*/ 1119187 h 1485980"/>
              <a:gd name="csX33" fmla="*/ 1771650 w 1885950"/>
              <a:gd name="csY33" fmla="*/ 1143000 h 1485980"/>
              <a:gd name="csX34" fmla="*/ 1790700 w 1885950"/>
              <a:gd name="csY34" fmla="*/ 1200150 h 1485980"/>
              <a:gd name="csX35" fmla="*/ 1828800 w 1885950"/>
              <a:gd name="csY35" fmla="*/ 1290637 h 1485980"/>
              <a:gd name="csX36" fmla="*/ 1847850 w 1885950"/>
              <a:gd name="csY36" fmla="*/ 1428750 h 1485980"/>
              <a:gd name="csX37" fmla="*/ 1862137 w 1885950"/>
              <a:gd name="csY37" fmla="*/ 1438275 h 1485980"/>
              <a:gd name="csX38" fmla="*/ 1866900 w 1885950"/>
              <a:gd name="csY38" fmla="*/ 1481137 h 1485980"/>
              <a:gd name="csX39" fmla="*/ 1885950 w 1885950"/>
              <a:gd name="csY39" fmla="*/ 1485900 h 148598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</a:cxnLst>
            <a:rect l="l" t="t" r="r" b="b"/>
            <a:pathLst>
              <a:path w="1885950" h="1485980">
                <a:moveTo>
                  <a:pt x="0" y="57150"/>
                </a:moveTo>
                <a:cubicBezTo>
                  <a:pt x="97405" y="35504"/>
                  <a:pt x="-22612" y="62803"/>
                  <a:pt x="114300" y="28575"/>
                </a:cubicBezTo>
                <a:cubicBezTo>
                  <a:pt x="147546" y="20263"/>
                  <a:pt x="180535" y="10552"/>
                  <a:pt x="214312" y="4762"/>
                </a:cubicBezTo>
                <a:cubicBezTo>
                  <a:pt x="236273" y="997"/>
                  <a:pt x="258762" y="1587"/>
                  <a:pt x="280987" y="0"/>
                </a:cubicBezTo>
                <a:lnTo>
                  <a:pt x="442912" y="4762"/>
                </a:lnTo>
                <a:cubicBezTo>
                  <a:pt x="456048" y="6595"/>
                  <a:pt x="500005" y="38797"/>
                  <a:pt x="514350" y="47625"/>
                </a:cubicBezTo>
                <a:cubicBezTo>
                  <a:pt x="525250" y="54333"/>
                  <a:pt x="536787" y="59967"/>
                  <a:pt x="547687" y="66675"/>
                </a:cubicBezTo>
                <a:cubicBezTo>
                  <a:pt x="578070" y="85372"/>
                  <a:pt x="605052" y="110576"/>
                  <a:pt x="638175" y="123825"/>
                </a:cubicBezTo>
                <a:cubicBezTo>
                  <a:pt x="659860" y="132499"/>
                  <a:pt x="704745" y="151534"/>
                  <a:pt x="728662" y="157162"/>
                </a:cubicBezTo>
                <a:cubicBezTo>
                  <a:pt x="741121" y="160093"/>
                  <a:pt x="754062" y="160337"/>
                  <a:pt x="766762" y="161925"/>
                </a:cubicBezTo>
                <a:cubicBezTo>
                  <a:pt x="826474" y="184316"/>
                  <a:pt x="786112" y="173123"/>
                  <a:pt x="862012" y="180975"/>
                </a:cubicBezTo>
                <a:cubicBezTo>
                  <a:pt x="1071650" y="202662"/>
                  <a:pt x="844120" y="181514"/>
                  <a:pt x="995362" y="195262"/>
                </a:cubicBezTo>
                <a:cubicBezTo>
                  <a:pt x="1006475" y="200025"/>
                  <a:pt x="1017380" y="205305"/>
                  <a:pt x="1028700" y="209550"/>
                </a:cubicBezTo>
                <a:cubicBezTo>
                  <a:pt x="1042801" y="214838"/>
                  <a:pt x="1057915" y="217468"/>
                  <a:pt x="1071562" y="223837"/>
                </a:cubicBezTo>
                <a:cubicBezTo>
                  <a:pt x="1089948" y="232417"/>
                  <a:pt x="1127241" y="264582"/>
                  <a:pt x="1138237" y="276225"/>
                </a:cubicBezTo>
                <a:cubicBezTo>
                  <a:pt x="1153729" y="292628"/>
                  <a:pt x="1165475" y="312336"/>
                  <a:pt x="1181100" y="328612"/>
                </a:cubicBezTo>
                <a:cubicBezTo>
                  <a:pt x="1203658" y="352109"/>
                  <a:pt x="1230103" y="371672"/>
                  <a:pt x="1252537" y="395287"/>
                </a:cubicBezTo>
                <a:cubicBezTo>
                  <a:pt x="1260422" y="403587"/>
                  <a:pt x="1264090" y="415211"/>
                  <a:pt x="1271587" y="423862"/>
                </a:cubicBezTo>
                <a:cubicBezTo>
                  <a:pt x="1284820" y="439131"/>
                  <a:pt x="1300162" y="452437"/>
                  <a:pt x="1314450" y="466725"/>
                </a:cubicBezTo>
                <a:cubicBezTo>
                  <a:pt x="1323975" y="476250"/>
                  <a:pt x="1337001" y="483252"/>
                  <a:pt x="1343025" y="495300"/>
                </a:cubicBezTo>
                <a:cubicBezTo>
                  <a:pt x="1382889" y="575027"/>
                  <a:pt x="1338127" y="493205"/>
                  <a:pt x="1390650" y="566737"/>
                </a:cubicBezTo>
                <a:cubicBezTo>
                  <a:pt x="1398089" y="577152"/>
                  <a:pt x="1402600" y="589426"/>
                  <a:pt x="1409700" y="600075"/>
                </a:cubicBezTo>
                <a:cubicBezTo>
                  <a:pt x="1421677" y="618041"/>
                  <a:pt x="1438144" y="633149"/>
                  <a:pt x="1447800" y="652462"/>
                </a:cubicBezTo>
                <a:cubicBezTo>
                  <a:pt x="1492915" y="742695"/>
                  <a:pt x="1409821" y="579869"/>
                  <a:pt x="1504950" y="742950"/>
                </a:cubicBezTo>
                <a:cubicBezTo>
                  <a:pt x="1516062" y="762000"/>
                  <a:pt x="1526268" y="781609"/>
                  <a:pt x="1538287" y="800100"/>
                </a:cubicBezTo>
                <a:cubicBezTo>
                  <a:pt x="1546939" y="813410"/>
                  <a:pt x="1558813" y="824517"/>
                  <a:pt x="1566862" y="838200"/>
                </a:cubicBezTo>
                <a:cubicBezTo>
                  <a:pt x="1579558" y="859784"/>
                  <a:pt x="1583855" y="885262"/>
                  <a:pt x="1600200" y="904875"/>
                </a:cubicBezTo>
                <a:cubicBezTo>
                  <a:pt x="1610261" y="916948"/>
                  <a:pt x="1622425" y="927100"/>
                  <a:pt x="1633537" y="938212"/>
                </a:cubicBezTo>
                <a:cubicBezTo>
                  <a:pt x="1639887" y="944562"/>
                  <a:pt x="1648132" y="949465"/>
                  <a:pt x="1652587" y="957262"/>
                </a:cubicBezTo>
                <a:cubicBezTo>
                  <a:pt x="1665287" y="979487"/>
                  <a:pt x="1675328" y="1003459"/>
                  <a:pt x="1690687" y="1023937"/>
                </a:cubicBezTo>
                <a:cubicBezTo>
                  <a:pt x="1700212" y="1036637"/>
                  <a:pt x="1710848" y="1048575"/>
                  <a:pt x="1719262" y="1062037"/>
                </a:cubicBezTo>
                <a:cubicBezTo>
                  <a:pt x="1726787" y="1074078"/>
                  <a:pt x="1732851" y="1087030"/>
                  <a:pt x="1738312" y="1100137"/>
                </a:cubicBezTo>
                <a:cubicBezTo>
                  <a:pt x="1740830" y="1106179"/>
                  <a:pt x="1739056" y="1114020"/>
                  <a:pt x="1743075" y="1119187"/>
                </a:cubicBezTo>
                <a:cubicBezTo>
                  <a:pt x="1750687" y="1128974"/>
                  <a:pt x="1762125" y="1135062"/>
                  <a:pt x="1771650" y="1143000"/>
                </a:cubicBezTo>
                <a:cubicBezTo>
                  <a:pt x="1778000" y="1162050"/>
                  <a:pt x="1783097" y="1181565"/>
                  <a:pt x="1790700" y="1200150"/>
                </a:cubicBezTo>
                <a:cubicBezTo>
                  <a:pt x="1845691" y="1334575"/>
                  <a:pt x="1788158" y="1168715"/>
                  <a:pt x="1828800" y="1290637"/>
                </a:cubicBezTo>
                <a:cubicBezTo>
                  <a:pt x="1831015" y="1334943"/>
                  <a:pt x="1825072" y="1386990"/>
                  <a:pt x="1847850" y="1428750"/>
                </a:cubicBezTo>
                <a:cubicBezTo>
                  <a:pt x="1850591" y="1433775"/>
                  <a:pt x="1857375" y="1435100"/>
                  <a:pt x="1862137" y="1438275"/>
                </a:cubicBezTo>
                <a:cubicBezTo>
                  <a:pt x="1863725" y="1452562"/>
                  <a:pt x="1860471" y="1468279"/>
                  <a:pt x="1866900" y="1481137"/>
                </a:cubicBezTo>
                <a:cubicBezTo>
                  <a:pt x="1869827" y="1486991"/>
                  <a:pt x="1885950" y="1485900"/>
                  <a:pt x="1885950" y="1485900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43360782"/>
      </p:ext>
    </p:extLst>
  </p:cSld>
  <p:clrMapOvr>
    <a:masterClrMapping/>
  </p:clrMapOvr>
</p:sld>
</file>

<file path=ppt/theme/theme1.xml><?xml version="1.0" encoding="utf-8"?>
<a:theme xmlns:a="http://schemas.openxmlformats.org/drawingml/2006/main" name="기본_수정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기본_수정" id="{CBA6B7FE-B6CA-4F39-BB51-F79B6C8A8A52}" vid="{D2CEE810-8952-4285-9131-74857803864A}"/>
    </a:ext>
  </a:extLst>
</a:theme>
</file>

<file path=ppt/theme/theme2.xml><?xml version="1.0" encoding="utf-8"?>
<a:theme xmlns:a="http://schemas.openxmlformats.org/drawingml/2006/main" name="디자인 사용자 지정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기본_수정</Template>
  <TotalTime>2634</TotalTime>
  <Words>3390</Words>
  <Application>Microsoft Office PowerPoint</Application>
  <PresentationFormat>와이드스크린</PresentationFormat>
  <Paragraphs>658</Paragraphs>
  <Slides>53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2</vt:i4>
      </vt:variant>
      <vt:variant>
        <vt:lpstr>슬라이드 제목</vt:lpstr>
      </vt:variant>
      <vt:variant>
        <vt:i4>53</vt:i4>
      </vt:variant>
    </vt:vector>
  </HeadingPairs>
  <TitlesOfParts>
    <vt:vector size="58" baseType="lpstr">
      <vt:lpstr>맑은 고딕</vt:lpstr>
      <vt:lpstr>Arial</vt:lpstr>
      <vt:lpstr>Wingdings</vt:lpstr>
      <vt:lpstr>기본_수정</vt:lpstr>
      <vt:lpstr>디자인 사용자 지정</vt:lpstr>
      <vt:lpstr>배트와 달트 기획서</vt:lpstr>
      <vt:lpstr>용어 정리</vt:lpstr>
      <vt:lpstr>목차</vt:lpstr>
      <vt:lpstr>게임 소개</vt:lpstr>
      <vt:lpstr>게임 개요</vt:lpstr>
      <vt:lpstr>도우미 AI 참고 프리뷰</vt:lpstr>
      <vt:lpstr>게임 정보</vt:lpstr>
      <vt:lpstr>기획 목표</vt:lpstr>
      <vt:lpstr>기획 목표</vt:lpstr>
      <vt:lpstr>게임 전체 플로우 </vt:lpstr>
      <vt:lpstr>게임 플로우 세부</vt:lpstr>
      <vt:lpstr>컨텐츠</vt:lpstr>
      <vt:lpstr>스토리</vt:lpstr>
      <vt:lpstr>플레이어블 캐릭터</vt:lpstr>
      <vt:lpstr>NPC_반응 생물</vt:lpstr>
      <vt:lpstr>NPC_주민</vt:lpstr>
      <vt:lpstr>맵</vt:lpstr>
      <vt:lpstr>맵 지형</vt:lpstr>
      <vt:lpstr>배달품</vt:lpstr>
      <vt:lpstr>상호작용_배달품_예시</vt:lpstr>
      <vt:lpstr>PowerPoint 프레젠테이션</vt:lpstr>
      <vt:lpstr>상호작용_생물</vt:lpstr>
      <vt:lpstr>시스템</vt:lpstr>
      <vt:lpstr>화물</vt:lpstr>
      <vt:lpstr>화물 스탯 관계 다이어그램</vt:lpstr>
      <vt:lpstr>화물 스탯 명세</vt:lpstr>
      <vt:lpstr>화물 스탯 설명</vt:lpstr>
      <vt:lpstr>화물 종류 별 데이터 테이블</vt:lpstr>
      <vt:lpstr>생물 스탯</vt:lpstr>
      <vt:lpstr>UI_플로우</vt:lpstr>
      <vt:lpstr>UI_세부_플레이화면 참고</vt:lpstr>
      <vt:lpstr>UI_세부_플레이화면</vt:lpstr>
      <vt:lpstr>UI_세부_사격</vt:lpstr>
      <vt:lpstr>UI_세부_배달품 전달 대화</vt:lpstr>
      <vt:lpstr>UI_세부_경로 안내 참고</vt:lpstr>
      <vt:lpstr>UI_세부_경로 안내 UI</vt:lpstr>
      <vt:lpstr>컨트롤</vt:lpstr>
      <vt:lpstr>참고문헌 및 출처</vt:lpstr>
      <vt:lpstr>이미지 자료 출처</vt:lpstr>
      <vt:lpstr>히스토리</vt:lpstr>
      <vt:lpstr>부록</vt:lpstr>
      <vt:lpstr>PowerPoint 프레젠테이션</vt:lpstr>
      <vt:lpstr>이후 사용 가능</vt:lpstr>
      <vt:lpstr>UI_세부_시간예측분석UI_후보1</vt:lpstr>
      <vt:lpstr>UI_세부_시간예측분석UI_후보2</vt:lpstr>
      <vt:lpstr>UI_세부_시간예측분석UI_후보3</vt:lpstr>
      <vt:lpstr>프로토타입 플로우</vt:lpstr>
      <vt:lpstr>데이터 테이블_맵</vt:lpstr>
      <vt:lpstr>NPC_생물_벌 행동트리</vt:lpstr>
      <vt:lpstr>경로 예측</vt:lpstr>
      <vt:lpstr>도우미 AI 구현 계획</vt:lpstr>
      <vt:lpstr>데이터 테이블_NPC,플레이어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권현아(2023184004)</dc:creator>
  <cp:lastModifiedBy>권현아(2023184004)</cp:lastModifiedBy>
  <cp:revision>170</cp:revision>
  <dcterms:created xsi:type="dcterms:W3CDTF">2026-09-16T19:24:55Z</dcterms:created>
  <dcterms:modified xsi:type="dcterms:W3CDTF">2026-10-11T12:53:02Z</dcterms:modified>
</cp:coreProperties>
</file>