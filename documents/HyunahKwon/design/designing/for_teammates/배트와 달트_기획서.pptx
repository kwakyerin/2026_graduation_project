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49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4" r:id="rId11"/>
    <p:sldId id="265" r:id="rId12"/>
    <p:sldId id="260" r:id="rId13"/>
    <p:sldId id="271" r:id="rId14"/>
    <p:sldId id="268" r:id="rId15"/>
    <p:sldId id="272" r:id="rId16"/>
    <p:sldId id="273" r:id="rId17"/>
    <p:sldId id="278" r:id="rId18"/>
    <p:sldId id="296" r:id="rId19"/>
    <p:sldId id="286" r:id="rId20"/>
    <p:sldId id="277" r:id="rId21"/>
    <p:sldId id="297" r:id="rId22"/>
    <p:sldId id="279" r:id="rId23"/>
    <p:sldId id="262" r:id="rId24"/>
    <p:sldId id="269" r:id="rId25"/>
    <p:sldId id="274" r:id="rId26"/>
    <p:sldId id="289" r:id="rId27"/>
    <p:sldId id="294" r:id="rId28"/>
    <p:sldId id="291" r:id="rId29"/>
    <p:sldId id="288" r:id="rId30"/>
    <p:sldId id="290" r:id="rId31"/>
    <p:sldId id="276" r:id="rId32"/>
    <p:sldId id="263" r:id="rId33"/>
    <p:sldId id="270" r:id="rId34"/>
    <p:sldId id="316" r:id="rId35"/>
    <p:sldId id="285" r:id="rId36"/>
    <p:sldId id="295" r:id="rId37"/>
    <p:sldId id="287" r:id="rId38"/>
    <p:sldId id="275" r:id="rId39"/>
    <p:sldId id="282" r:id="rId40"/>
    <p:sldId id="283" r:id="rId41"/>
    <p:sldId id="311" r:id="rId42"/>
    <p:sldId id="307" r:id="rId43"/>
    <p:sldId id="310" r:id="rId44"/>
    <p:sldId id="306" r:id="rId45"/>
    <p:sldId id="303" r:id="rId46"/>
    <p:sldId id="312" r:id="rId47"/>
    <p:sldId id="313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/>
              <a:t>배송품을 전달해야 하는 </a:t>
            </a:r>
            <a:r>
              <a:rPr lang="ko-KR" altLang="en-US" sz="2400" dirty="0"/>
              <a:t>최종 장소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5386747-3639-AA9F-0C0C-C7205DF2FB09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2637108"/>
              </p:ext>
            </p:extLst>
          </p:nvPr>
        </p:nvGraphicFramePr>
        <p:xfrm>
          <a:off x="1025824" y="1153330"/>
          <a:ext cx="10140351" cy="46666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7107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036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951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103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86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277" y="5207644"/>
            <a:ext cx="1670449" cy="34750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06C8E-317B-6C5C-5567-FD9A52F42FF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9/30/2026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2067</TotalTime>
  <Words>2704</Words>
  <Application>Microsoft Office PowerPoint</Application>
  <PresentationFormat>와이드스크린</PresentationFormat>
  <Paragraphs>484</Paragraphs>
  <Slides>46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51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134</cp:revision>
  <dcterms:created xsi:type="dcterms:W3CDTF">2026-09-16T19:24:55Z</dcterms:created>
  <dcterms:modified xsi:type="dcterms:W3CDTF">2026-09-30T05:59:49Z</dcterms:modified>
</cp:coreProperties>
</file>