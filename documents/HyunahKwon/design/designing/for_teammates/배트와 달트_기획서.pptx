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3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7" r:id="rId11"/>
    <p:sldId id="314" r:id="rId12"/>
    <p:sldId id="265" r:id="rId13"/>
    <p:sldId id="260" r:id="rId14"/>
    <p:sldId id="271" r:id="rId15"/>
    <p:sldId id="268" r:id="rId16"/>
    <p:sldId id="272" r:id="rId17"/>
    <p:sldId id="273" r:id="rId18"/>
    <p:sldId id="278" r:id="rId19"/>
    <p:sldId id="296" r:id="rId20"/>
    <p:sldId id="286" r:id="rId21"/>
    <p:sldId id="277" r:id="rId22"/>
    <p:sldId id="297" r:id="rId23"/>
    <p:sldId id="279" r:id="rId24"/>
    <p:sldId id="262" r:id="rId25"/>
    <p:sldId id="318" r:id="rId26"/>
    <p:sldId id="319" r:id="rId27"/>
    <p:sldId id="320" r:id="rId28"/>
    <p:sldId id="269" r:id="rId29"/>
    <p:sldId id="274" r:id="rId30"/>
    <p:sldId id="289" r:id="rId31"/>
    <p:sldId id="294" r:id="rId32"/>
    <p:sldId id="291" r:id="rId33"/>
    <p:sldId id="288" r:id="rId34"/>
    <p:sldId id="290" r:id="rId35"/>
    <p:sldId id="276" r:id="rId36"/>
    <p:sldId id="263" r:id="rId37"/>
    <p:sldId id="270" r:id="rId38"/>
    <p:sldId id="316" r:id="rId39"/>
    <p:sldId id="285" r:id="rId40"/>
    <p:sldId id="295" r:id="rId41"/>
    <p:sldId id="287" r:id="rId42"/>
    <p:sldId id="275" r:id="rId43"/>
    <p:sldId id="282" r:id="rId44"/>
    <p:sldId id="283" r:id="rId45"/>
    <p:sldId id="311" r:id="rId46"/>
    <p:sldId id="307" r:id="rId47"/>
    <p:sldId id="310" r:id="rId48"/>
    <p:sldId id="306" r:id="rId49"/>
    <p:sldId id="303" r:id="rId50"/>
    <p:sldId id="312" r:id="rId51"/>
    <p:sldId id="313" r:id="rId5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5386747-3639-AA9F-0C0C-C7205DF2FB09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4807253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06C8E-317B-6C5C-5567-FD9A52F42FF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37768-AF92-E2A7-9D07-CF107A816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790B1DD-DAC9-A671-91FC-062941EB9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개념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플레이어가 </a:t>
            </a:r>
            <a:r>
              <a:rPr lang="ko-KR" altLang="en-US" sz="1600" dirty="0" err="1"/>
              <a:t>안전히</a:t>
            </a:r>
            <a:r>
              <a:rPr lang="ko-KR" altLang="en-US" sz="1600" dirty="0"/>
              <a:t> 목적지까지 운반해야 하는 오브젝트로</a:t>
            </a:r>
            <a:r>
              <a:rPr lang="en-US" altLang="ko-KR" sz="1600" dirty="0"/>
              <a:t>, </a:t>
            </a:r>
            <a:r>
              <a:rPr lang="ko-KR" altLang="en-US" sz="1600" dirty="0"/>
              <a:t>종류에 따라 다른 생물들의 다른 반응을 이끌어낼 수 있음</a:t>
            </a:r>
            <a:r>
              <a:rPr lang="en-US" altLang="ko-KR" sz="1600" dirty="0"/>
              <a:t>. </a:t>
            </a:r>
            <a:br>
              <a:rPr lang="en-US" altLang="ko-KR" sz="1600" dirty="0"/>
            </a:br>
            <a:r>
              <a:rPr lang="ko-KR" altLang="en-US" sz="1600" dirty="0"/>
              <a:t>화물의 상태는 일반</a:t>
            </a:r>
            <a:r>
              <a:rPr lang="en-US" altLang="ko-KR" sz="1600" dirty="0"/>
              <a:t>, </a:t>
            </a:r>
            <a:r>
              <a:rPr lang="ko-KR" altLang="en-US" sz="1600" dirty="0"/>
              <a:t>파손</a:t>
            </a:r>
            <a:r>
              <a:rPr lang="en-US" altLang="ko-KR" sz="1600" dirty="0"/>
              <a:t>, </a:t>
            </a:r>
            <a:r>
              <a:rPr lang="ko-KR" altLang="en-US" sz="1600" dirty="0"/>
              <a:t>운반</a:t>
            </a:r>
            <a:r>
              <a:rPr lang="en-US" altLang="ko-KR" sz="1600" dirty="0"/>
              <a:t>, </a:t>
            </a:r>
            <a:r>
              <a:rPr lang="ko-KR" altLang="en-US" sz="1600" dirty="0"/>
              <a:t>소실 상태가 있음</a:t>
            </a:r>
            <a:br>
              <a:rPr lang="en-US" altLang="ko-KR" sz="1600" dirty="0"/>
            </a:br>
            <a:r>
              <a:rPr lang="ko-KR" altLang="en-US" sz="1600" dirty="0"/>
              <a:t>일반은 특수한 특징 없이 오로지 생물 반응만 이끌어내는 화물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ko-KR" altLang="en-US" sz="1600" dirty="0"/>
              <a:t>파손은 운반 중인 화물이 어떤 이유로 인해 플레이어의 손에서 바닥으로 떨어져 즉시 파괴된 상태의 화물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ko-KR" altLang="en-US" sz="1600" dirty="0"/>
              <a:t>운반은 플레이어 중 한 명이 화물을 집어 이동 중인 화물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ko-KR" altLang="en-US" sz="1600" dirty="0"/>
              <a:t>소실은 어떤 이유로 플레이어의 손에서 화물이 떨어져 즉시 파괴되지는 않으나 일정 시간 이후 사라지니 화물</a:t>
            </a:r>
            <a:r>
              <a:rPr lang="en-US" altLang="ko-KR" sz="1600" dirty="0"/>
              <a:t>.</a:t>
            </a:r>
          </a:p>
          <a:p>
            <a:pPr>
              <a:lnSpc>
                <a:spcPct val="120000"/>
              </a:lnSpc>
            </a:pPr>
            <a:r>
              <a:rPr lang="ko-KR" altLang="en-US" sz="1600" dirty="0"/>
              <a:t>동작원리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추가 설정이 없다면 모든 화물은 기본적으로 일반 화물임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파손 가능한 화물은 플레이어에게서 떨어진 이후 바닥을 포함한 모든 오브젝트에 닿는 즉시 파괴됨</a:t>
            </a:r>
            <a:r>
              <a:rPr lang="en-US" altLang="ko-KR" sz="1600" dirty="0"/>
              <a:t>. </a:t>
            </a:r>
            <a:r>
              <a:rPr lang="ko-KR" altLang="en-US" sz="1600" dirty="0"/>
              <a:t>파괴된 화물은 다시 집어들 수 없고 파괴된 상태 후 </a:t>
            </a:r>
            <a:r>
              <a:rPr lang="en-US" altLang="ko-KR" sz="1600" dirty="0"/>
              <a:t>5</a:t>
            </a:r>
            <a:r>
              <a:rPr lang="ko-KR" altLang="en-US" sz="1600" dirty="0"/>
              <a:t>초 경과 시 해당 객체는 삭제됨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플레이어 한 명이 운반 중인 화물은 다른 플레이어가 강제로 상호작용 시 </a:t>
            </a:r>
            <a:r>
              <a:rPr lang="en-US" altLang="ko-KR" sz="1600" dirty="0"/>
              <a:t>40%</a:t>
            </a:r>
            <a:r>
              <a:rPr lang="ko-KR" altLang="en-US" sz="1600" dirty="0"/>
              <a:t>의 확률로 운반자가 변경됨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소실은 모든 화물에 발생할 수 있음</a:t>
            </a:r>
            <a:r>
              <a:rPr lang="en-US" altLang="ko-KR" sz="1600" dirty="0"/>
              <a:t>. </a:t>
            </a:r>
            <a:r>
              <a:rPr lang="ko-KR" altLang="en-US" sz="1600" dirty="0"/>
              <a:t>플레이어가 한 번 집어 올린 화물은 플레이어에게서 떨어진 순간부터 </a:t>
            </a:r>
            <a:r>
              <a:rPr lang="en-US" altLang="ko-KR" sz="1600" dirty="0"/>
              <a:t>7</a:t>
            </a:r>
            <a:r>
              <a:rPr lang="ko-KR" altLang="en-US" sz="1600" dirty="0"/>
              <a:t>초 이내 다시 상호작용하지 않으면 소멸함</a:t>
            </a:r>
            <a:r>
              <a:rPr lang="en-US" altLang="ko-KR" sz="1600" dirty="0"/>
              <a:t>. </a:t>
            </a:r>
            <a:r>
              <a:rPr lang="ko-KR" altLang="en-US" sz="1600" dirty="0"/>
              <a:t>단</a:t>
            </a:r>
            <a:r>
              <a:rPr lang="en-US" altLang="ko-KR" sz="1600" dirty="0"/>
              <a:t>, </a:t>
            </a:r>
            <a:r>
              <a:rPr lang="ko-KR" altLang="en-US" sz="1600" dirty="0"/>
              <a:t>다른 플레이어에 의해 운반자가 강제로 변경된 경우는 소실로 판단하지 않음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정상적인 배달을 위해 화물이 소실되거나 파손되면 기지로 돌아가 동일한 화물을 지급받아 다시 배달을 진행해야 함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endParaRPr lang="ko-KR" altLang="en-US" sz="1600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995AB8F-13DE-0D55-68E5-F0105A1247B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4450040"/>
              </p:ext>
            </p:extLst>
          </p:nvPr>
        </p:nvGraphicFramePr>
        <p:xfrm>
          <a:off x="1298276" y="2006052"/>
          <a:ext cx="5953025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5214705" y="987058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4300173" y="319939"/>
            <a:ext cx="396774" cy="26145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2558143" y="1825625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8252382" y="2782598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2730876" y="2782602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4102682" y="2782601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7031056" y="2782598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1523678" y="2782603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288301" y="1879643"/>
            <a:ext cx="515185" cy="12907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933052" y="2524394"/>
            <a:ext cx="515184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663711" y="1794966"/>
            <a:ext cx="515183" cy="146008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7107159" y="1825621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6677116" y="557593"/>
            <a:ext cx="396770" cy="213928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8070746" y="2141811"/>
            <a:ext cx="515184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7422179" y="2259633"/>
            <a:ext cx="515184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3139397" y="373957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4738158" y="3739575"/>
            <a:ext cx="174890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추격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도망 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932671" y="3020900"/>
            <a:ext cx="515181" cy="9221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4874387" y="3001351"/>
            <a:ext cx="515181" cy="96126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7278958" y="3739575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8572611" y="373957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9866264" y="3739573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8614056" y="3321867"/>
            <a:ext cx="515183" cy="3202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9260883" y="2675041"/>
            <a:ext cx="515182" cy="16138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7967229" y="2995271"/>
            <a:ext cx="515184" cy="97342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10/10/2026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2401</TotalTime>
  <Words>3184</Words>
  <Application>Microsoft Office PowerPoint</Application>
  <PresentationFormat>와이드스크린</PresentationFormat>
  <Paragraphs>543</Paragraphs>
  <Slides>50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50</vt:i4>
      </vt:variant>
    </vt:vector>
  </HeadingPairs>
  <TitlesOfParts>
    <vt:vector size="55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종류 별 데이터 테이블</vt:lpstr>
      <vt:lpstr>생물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149</cp:revision>
  <dcterms:created xsi:type="dcterms:W3CDTF">2026-09-16T19:24:55Z</dcterms:created>
  <dcterms:modified xsi:type="dcterms:W3CDTF">2026-10-10T06:57:28Z</dcterms:modified>
</cp:coreProperties>
</file>