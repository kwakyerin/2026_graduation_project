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65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318" r:id="rId26"/>
    <p:sldId id="321" r:id="rId27"/>
    <p:sldId id="323" r:id="rId28"/>
    <p:sldId id="322" r:id="rId29"/>
    <p:sldId id="319" r:id="rId30"/>
    <p:sldId id="320" r:id="rId31"/>
    <p:sldId id="324" r:id="rId32"/>
    <p:sldId id="325" r:id="rId33"/>
    <p:sldId id="326" r:id="rId34"/>
    <p:sldId id="269" r:id="rId35"/>
    <p:sldId id="274" r:id="rId36"/>
    <p:sldId id="289" r:id="rId37"/>
    <p:sldId id="294" r:id="rId38"/>
    <p:sldId id="291" r:id="rId39"/>
    <p:sldId id="288" r:id="rId40"/>
    <p:sldId id="290" r:id="rId41"/>
    <p:sldId id="335" r:id="rId42"/>
    <p:sldId id="336" r:id="rId43"/>
    <p:sldId id="337" r:id="rId44"/>
    <p:sldId id="338" r:id="rId45"/>
    <p:sldId id="339" r:id="rId46"/>
    <p:sldId id="340" r:id="rId47"/>
    <p:sldId id="276" r:id="rId48"/>
    <p:sldId id="263" r:id="rId49"/>
    <p:sldId id="270" r:id="rId50"/>
    <p:sldId id="316" r:id="rId51"/>
    <p:sldId id="285" r:id="rId52"/>
    <p:sldId id="295" r:id="rId53"/>
    <p:sldId id="287" r:id="rId54"/>
    <p:sldId id="275" r:id="rId55"/>
    <p:sldId id="282" r:id="rId56"/>
    <p:sldId id="283" r:id="rId57"/>
    <p:sldId id="311" r:id="rId58"/>
    <p:sldId id="307" r:id="rId59"/>
    <p:sldId id="310" r:id="rId60"/>
    <p:sldId id="306" r:id="rId61"/>
    <p:sldId id="303" r:id="rId62"/>
    <p:sldId id="312" r:id="rId63"/>
    <p:sldId id="313" r:id="rId6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7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svg"/><Relationship Id="rId7" Type="http://schemas.openxmlformats.org/officeDocument/2006/relationships/image" Target="../media/image35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svg"/><Relationship Id="rId5" Type="http://schemas.openxmlformats.org/officeDocument/2006/relationships/image" Target="../media/image33.svg"/><Relationship Id="rId4" Type="http://schemas.openxmlformats.org/officeDocument/2006/relationships/image" Target="../media/image32.sv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jp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4807253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19C43B-156B-5ABB-70BB-24435DBAA06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C716C187-640D-B845-14F1-B0F13C15A2B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376F5C1-2343-8F66-59EB-5413FFDF94C8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04EE8F-242D-3709-8119-AE338461B4A6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0DEA144-A865-888F-27FC-8349039C9BAC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D921FA45-D350-8C66-04FF-9B7B6854E78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3EDEC5-D570-4E93-3BC9-92E1D34FBC60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3634048" y="1108289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324172" y="668481"/>
            <a:ext cx="281754" cy="204495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1809453" y="1831836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1982186" y="2604565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064059" y="2604564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064055" y="2604566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776268" y="1938263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276486" y="2438481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862179" y="1854020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445299" y="3575571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724475" y="3575571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059294" y="3022143"/>
            <a:ext cx="52921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756453" y="2902625"/>
            <a:ext cx="529214" cy="81667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A12560C-A88F-50AF-3011-11CF9065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418143"/>
              </p:ext>
            </p:extLst>
          </p:nvPr>
        </p:nvGraphicFramePr>
        <p:xfrm>
          <a:off x="5437855" y="3389463"/>
          <a:ext cx="5722621" cy="296672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2FB21B-C582-9D2F-2A85-53B25B8C7E0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323721" y="2604564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6979052" y="2603134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521294" y="1194905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310526" y="1831835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574709" y="462900"/>
            <a:ext cx="281753" cy="245611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162744" y="2054527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700520" y="2603135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185841" y="530358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8289E098-8DA2-30BD-1EBC-4FCE208FD05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2889</TotalTime>
  <Words>3720</Words>
  <Application>Microsoft Office PowerPoint</Application>
  <PresentationFormat>와이드스크린</PresentationFormat>
  <Paragraphs>792</Paragraphs>
  <Slides>62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62</vt:i4>
      </vt:variant>
    </vt:vector>
  </HeadingPairs>
  <TitlesOfParts>
    <vt:vector size="67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179</cp:revision>
  <dcterms:created xsi:type="dcterms:W3CDTF">2026-09-16T19:24:55Z</dcterms:created>
  <dcterms:modified xsi:type="dcterms:W3CDTF">2026-10-19T11:28:51Z</dcterms:modified>
</cp:coreProperties>
</file>