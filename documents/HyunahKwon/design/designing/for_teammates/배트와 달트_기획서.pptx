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0"/>
  </p:notesMasterIdLst>
  <p:sldIdLst>
    <p:sldId id="256" r:id="rId3"/>
    <p:sldId id="281" r:id="rId4"/>
    <p:sldId id="257" r:id="rId5"/>
    <p:sldId id="258" r:id="rId6"/>
    <p:sldId id="315" r:id="rId7"/>
    <p:sldId id="259" r:id="rId8"/>
    <p:sldId id="292" r:id="rId9"/>
    <p:sldId id="261" r:id="rId10"/>
    <p:sldId id="265" r:id="rId11"/>
    <p:sldId id="314" r:id="rId12"/>
    <p:sldId id="260" r:id="rId13"/>
    <p:sldId id="271" r:id="rId14"/>
    <p:sldId id="268" r:id="rId15"/>
    <p:sldId id="272" r:id="rId16"/>
    <p:sldId id="273" r:id="rId17"/>
    <p:sldId id="278" r:id="rId18"/>
    <p:sldId id="296" r:id="rId19"/>
    <p:sldId id="286" r:id="rId20"/>
    <p:sldId id="280" r:id="rId21"/>
    <p:sldId id="277" r:id="rId22"/>
    <p:sldId id="297" r:id="rId23"/>
    <p:sldId id="279" r:id="rId24"/>
    <p:sldId id="262" r:id="rId25"/>
    <p:sldId id="269" r:id="rId26"/>
    <p:sldId id="274" r:id="rId27"/>
    <p:sldId id="289" r:id="rId28"/>
    <p:sldId id="294" r:id="rId29"/>
    <p:sldId id="291" r:id="rId30"/>
    <p:sldId id="288" r:id="rId31"/>
    <p:sldId id="290" r:id="rId32"/>
    <p:sldId id="276" r:id="rId33"/>
    <p:sldId id="263" r:id="rId34"/>
    <p:sldId id="270" r:id="rId35"/>
    <p:sldId id="316" r:id="rId36"/>
    <p:sldId id="285" r:id="rId37"/>
    <p:sldId id="295" r:id="rId38"/>
    <p:sldId id="287" r:id="rId39"/>
    <p:sldId id="275" r:id="rId40"/>
    <p:sldId id="282" r:id="rId41"/>
    <p:sldId id="283" r:id="rId42"/>
    <p:sldId id="311" r:id="rId43"/>
    <p:sldId id="307" r:id="rId44"/>
    <p:sldId id="310" r:id="rId45"/>
    <p:sldId id="306" r:id="rId46"/>
    <p:sldId id="303" r:id="rId47"/>
    <p:sldId id="312" r:id="rId48"/>
    <p:sldId id="313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/>
              <a:t>배송품을 전달해야 하는 </a:t>
            </a:r>
            <a:r>
              <a:rPr lang="ko-KR" altLang="en-US" sz="2400" dirty="0"/>
              <a:t>최종 장소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분위기와 참고 게임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2637108"/>
              </p:ext>
            </p:extLst>
          </p:nvPr>
        </p:nvGraphicFramePr>
        <p:xfrm>
          <a:off x="1025824" y="1153330"/>
          <a:ext cx="10140351" cy="46666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7107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036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9516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10352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8652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277" y="5207644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진행 플로우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999029" y="2929220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9031604" y="2869551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2403966" y="3298313"/>
            <a:ext cx="78214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186111" y="2726639"/>
            <a:ext cx="2541917" cy="114334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배송지까지의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경로별 예측 시간 계산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 flipV="1">
            <a:off x="5728028" y="3298312"/>
            <a:ext cx="84593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7700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1B6D28-9453-E674-19A0-78965909CAF4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CC0537B-2D9C-E857-41CC-0A210225D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336276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2042</TotalTime>
  <Words>2728</Words>
  <Application>Microsoft Office PowerPoint</Application>
  <PresentationFormat>와이드스크린</PresentationFormat>
  <Paragraphs>489</Paragraphs>
  <Slides>47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47</vt:i4>
      </vt:variant>
    </vt:vector>
  </HeadingPairs>
  <TitlesOfParts>
    <vt:vector size="52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소개</vt:lpstr>
      <vt:lpstr>게임 정보</vt:lpstr>
      <vt:lpstr>게임 소개</vt:lpstr>
      <vt:lpstr>기획 목표</vt:lpstr>
      <vt:lpstr>게임 플로우</vt:lpstr>
      <vt:lpstr>게임 소개</vt:lpstr>
      <vt:lpstr>컨텐츠</vt:lpstr>
      <vt:lpstr>스토리</vt:lpstr>
      <vt:lpstr>플레이어블 캐릭터</vt:lpstr>
      <vt:lpstr>NPC_반응 생물</vt:lpstr>
      <vt:lpstr>NPC_주민</vt:lpstr>
      <vt:lpstr>맵</vt:lpstr>
      <vt:lpstr>PowerPoint 프레젠테이션</vt:lpstr>
      <vt:lpstr>배달품</vt:lpstr>
      <vt:lpstr>상호작용_지형</vt:lpstr>
      <vt:lpstr>상호작용_배달품_예시</vt:lpstr>
      <vt:lpstr>PowerPoint 프레젠테이션</vt:lpstr>
      <vt:lpstr>상호작용_생물</vt:lpstr>
      <vt:lpstr>시스템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125</cp:revision>
  <dcterms:created xsi:type="dcterms:W3CDTF">2026-09-16T19:24:55Z</dcterms:created>
  <dcterms:modified xsi:type="dcterms:W3CDTF">2026-09-29T08:53:48Z</dcterms:modified>
</cp:coreProperties>
</file>