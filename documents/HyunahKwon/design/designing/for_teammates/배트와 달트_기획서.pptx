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54"/>
  </p:notesMasterIdLst>
  <p:sldIdLst>
    <p:sldId id="256" r:id="rId3"/>
    <p:sldId id="281" r:id="rId4"/>
    <p:sldId id="257" r:id="rId5"/>
    <p:sldId id="258" r:id="rId6"/>
    <p:sldId id="315" r:id="rId7"/>
    <p:sldId id="292" r:id="rId8"/>
    <p:sldId id="259" r:id="rId9"/>
    <p:sldId id="261" r:id="rId10"/>
    <p:sldId id="317" r:id="rId11"/>
    <p:sldId id="314" r:id="rId12"/>
    <p:sldId id="265" r:id="rId13"/>
    <p:sldId id="260" r:id="rId14"/>
    <p:sldId id="271" r:id="rId15"/>
    <p:sldId id="268" r:id="rId16"/>
    <p:sldId id="272" r:id="rId17"/>
    <p:sldId id="273" r:id="rId18"/>
    <p:sldId id="278" r:id="rId19"/>
    <p:sldId id="296" r:id="rId20"/>
    <p:sldId id="286" r:id="rId21"/>
    <p:sldId id="277" r:id="rId22"/>
    <p:sldId id="297" r:id="rId23"/>
    <p:sldId id="279" r:id="rId24"/>
    <p:sldId id="262" r:id="rId25"/>
    <p:sldId id="318" r:id="rId26"/>
    <p:sldId id="321" r:id="rId27"/>
    <p:sldId id="319" r:id="rId28"/>
    <p:sldId id="320" r:id="rId29"/>
    <p:sldId id="269" r:id="rId30"/>
    <p:sldId id="274" r:id="rId31"/>
    <p:sldId id="289" r:id="rId32"/>
    <p:sldId id="294" r:id="rId33"/>
    <p:sldId id="291" r:id="rId34"/>
    <p:sldId id="288" r:id="rId35"/>
    <p:sldId id="290" r:id="rId36"/>
    <p:sldId id="276" r:id="rId37"/>
    <p:sldId id="263" r:id="rId38"/>
    <p:sldId id="270" r:id="rId39"/>
    <p:sldId id="316" r:id="rId40"/>
    <p:sldId id="285" r:id="rId41"/>
    <p:sldId id="295" r:id="rId42"/>
    <p:sldId id="287" r:id="rId43"/>
    <p:sldId id="275" r:id="rId44"/>
    <p:sldId id="282" r:id="rId45"/>
    <p:sldId id="283" r:id="rId46"/>
    <p:sldId id="311" r:id="rId47"/>
    <p:sldId id="307" r:id="rId48"/>
    <p:sldId id="310" r:id="rId49"/>
    <p:sldId id="306" r:id="rId50"/>
    <p:sldId id="303" r:id="rId51"/>
    <p:sldId id="312" r:id="rId52"/>
    <p:sldId id="313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5D5BE-4056-4DAA-BE66-7F263EA8172D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70652-F611-44D5-8ECC-2E3540F76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8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 : </a:t>
            </a:r>
            <a:r>
              <a:rPr lang="ko-KR" altLang="ko-KR" dirty="0"/>
              <a:t>격자 기반 </a:t>
            </a:r>
            <a:r>
              <a:rPr lang="ko-KR" altLang="ko-KR" dirty="0" err="1"/>
              <a:t>인플루언스</a:t>
            </a:r>
            <a:r>
              <a:rPr lang="ko-KR" altLang="ko-KR" dirty="0"/>
              <a:t> </a:t>
            </a:r>
            <a:r>
              <a:rPr lang="ko-KR" altLang="ko-KR" dirty="0" err="1"/>
              <a:t>맵으로</a:t>
            </a:r>
            <a:r>
              <a:rPr lang="ko-KR" altLang="ko-KR" dirty="0"/>
              <a:t> </a:t>
            </a:r>
            <a:r>
              <a:rPr lang="ko-KR" altLang="ko-KR" dirty="0" err="1"/>
              <a:t>T초</a:t>
            </a:r>
            <a:r>
              <a:rPr lang="ko-KR" altLang="ko-KR" dirty="0"/>
              <a:t> 후 위험 밀도 예측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ysClr val="windowText" lastClr="000000"/>
                </a:solidFill>
              </a:rPr>
              <a:t>개별 위치로 시뮬레이션</a:t>
            </a:r>
            <a:r>
              <a:rPr lang="en-US" altLang="ko-KR" dirty="0">
                <a:solidFill>
                  <a:sysClr val="windowText" lastClr="000000"/>
                </a:solidFill>
              </a:rPr>
              <a:t>X, </a:t>
            </a:r>
            <a:r>
              <a:rPr lang="ko-KR" altLang="en-US" dirty="0">
                <a:solidFill>
                  <a:sysClr val="windowText" lastClr="000000"/>
                </a:solidFill>
              </a:rPr>
              <a:t>격자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단위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인플루언스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맵으로</a:t>
            </a:r>
            <a:r>
              <a:rPr lang="ko-KR" altLang="en-US" dirty="0">
                <a:solidFill>
                  <a:sysClr val="windowText" lastClr="000000"/>
                </a:solidFill>
              </a:rPr>
              <a:t> 위험 밀도를 누적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2CA9A-BF5F-43D5-A722-B8AEA70DD60D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78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kor.pngtree.com/so/%EB%A7%88%EC%9A%B0%EC%8A%A4" TargetMode="External"/><Relationship Id="rId3" Type="http://schemas.openxmlformats.org/officeDocument/2006/relationships/hyperlink" Target="https://www.reddit.com/r/PartyAnimalsGame/comments/1b0dmqw/how_to_get_a_new_exclusive_tiagra_skin/" TargetMode="External"/><Relationship Id="rId7" Type="http://schemas.openxmlformats.org/officeDocument/2006/relationships/hyperlink" Target="https://creatorjoseph.com/268#google_vignette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elog.io/@dev_sensational/Unity-3%EC%9D%B8%EC%B9%AD-Back-view-%EC%8A%88%ED%8C%85%EA%B2%8C%EC%9E%84TPS-%ED%94%84%EB%A1%9C%EC%A0%9D%ED%8A%B8-%EC%8B%9C%EC%9E%91" TargetMode="External"/><Relationship Id="rId5" Type="http://schemas.openxmlformats.org/officeDocument/2006/relationships/hyperlink" Target="https://www.youtube.com/watch?v=eNRvtvpl1Io&amp;t=872s" TargetMode="External"/><Relationship Id="rId4" Type="http://schemas.openxmlformats.org/officeDocument/2006/relationships/hyperlink" Target="https://page.onstove.com/indie/global/view/9597749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arca.live/b/fallout76/19323367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s://gameuidatabase.com/index.php?&amp;scrn=71&amp;set=1&amp;plat=1&amp;tag=131&amp;series=106&amp;sort=2&amp;r=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constante.tistory.com/entry/%EA%B7%B8%EB%A6%B0-%ED%97%ACGreen-Hell-%EC%B4%88%EB%B3%B4%EA%B0%80%EC%9D%B4%EB%93%9C-%ED%8A%9C%ED%86%A0%EB%A6%AC%EC%96%BC-%ED%95%B4%EC%95%BC-%ED%95%98%EB%8A%94-%EC%9D%B4%EC%9C%A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F17953-3B5F-EE84-21E0-A1BD420E31CA}"/>
              </a:ext>
            </a:extLst>
          </p:cNvPr>
          <p:cNvSpPr/>
          <p:nvPr/>
        </p:nvSpPr>
        <p:spPr>
          <a:xfrm>
            <a:off x="4833667" y="0"/>
            <a:ext cx="2524665" cy="8396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페이지 내용 수정됨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D08547-37A1-E3B2-6FAD-B80A2923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 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4E81B8-0B77-EDAD-6246-69BCE7BA2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0"/>
            <a:ext cx="10515600" cy="4811713"/>
          </a:xfrm>
        </p:spPr>
        <p:txBody>
          <a:bodyPr>
            <a:normAutofit/>
          </a:bodyPr>
          <a:lstStyle/>
          <a:p>
            <a:r>
              <a:rPr lang="ko-KR" altLang="en-US" sz="2400" dirty="0" err="1"/>
              <a:t>배송품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배달품</a:t>
            </a:r>
            <a:r>
              <a:rPr lang="en-US" altLang="ko-KR" sz="2400" dirty="0"/>
              <a:t>, </a:t>
            </a:r>
            <a:r>
              <a:rPr lang="ko-KR" altLang="en-US" sz="2400" dirty="0"/>
              <a:t>화물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배달을 </a:t>
            </a:r>
            <a:br>
              <a:rPr lang="en-US" altLang="ko-KR" sz="2400" dirty="0"/>
            </a:br>
            <a:r>
              <a:rPr lang="ko-KR" altLang="en-US" sz="2400" dirty="0"/>
              <a:t>진행해야 하는 아이템</a:t>
            </a:r>
            <a:endParaRPr lang="en-US" altLang="ko-KR" sz="2400" dirty="0"/>
          </a:p>
          <a:p>
            <a:r>
              <a:rPr lang="ko-KR" altLang="en-US" sz="2400" dirty="0"/>
              <a:t>방향전환율</a:t>
            </a:r>
            <a:r>
              <a:rPr lang="en-US" altLang="ko-KR" sz="2400" dirty="0"/>
              <a:t>, </a:t>
            </a:r>
            <a:r>
              <a:rPr lang="ko-KR" altLang="en-US" sz="2400" dirty="0"/>
              <a:t>방향회전율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</a:t>
            </a:r>
            <a:br>
              <a:rPr lang="en-US" altLang="ko-KR" sz="2400" dirty="0"/>
            </a:br>
            <a:r>
              <a:rPr lang="ko-KR" altLang="en-US" sz="2400" dirty="0"/>
              <a:t>회전하는 정도</a:t>
            </a:r>
            <a:endParaRPr lang="en-US" altLang="ko-KR" sz="2400" dirty="0"/>
          </a:p>
          <a:p>
            <a:r>
              <a:rPr lang="ko-KR" altLang="en-US" sz="2400" dirty="0"/>
              <a:t>도우미 </a:t>
            </a:r>
            <a:r>
              <a:rPr lang="en-US" altLang="ko-KR" sz="2400" dirty="0"/>
              <a:t>AI : </a:t>
            </a:r>
            <a:r>
              <a:rPr lang="ko-KR" altLang="en-US" sz="2400" dirty="0"/>
              <a:t>경로를 보여주고 배달 예상 시간을 예측해 알려주는 </a:t>
            </a:r>
            <a:r>
              <a:rPr lang="en-US" altLang="ko-KR" sz="2400" dirty="0"/>
              <a:t>AI</a:t>
            </a:r>
          </a:p>
          <a:p>
            <a:r>
              <a:rPr lang="ko-KR" altLang="en-US" sz="2400" dirty="0"/>
              <a:t>배송지</a:t>
            </a:r>
            <a:r>
              <a:rPr lang="en-US" altLang="ko-KR" sz="2400" dirty="0"/>
              <a:t>, </a:t>
            </a:r>
            <a:r>
              <a:rPr lang="ko-KR" altLang="en-US" sz="2400" dirty="0"/>
              <a:t>주거지</a:t>
            </a:r>
            <a:r>
              <a:rPr lang="en-US" altLang="ko-KR" sz="2400" dirty="0"/>
              <a:t>, </a:t>
            </a:r>
            <a:r>
              <a:rPr lang="ko-KR" altLang="en-US" sz="2400" dirty="0"/>
              <a:t>목적지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배송품을 전달해야 하는 최종 장소</a:t>
            </a:r>
            <a:endParaRPr lang="en-US" altLang="ko-KR" sz="2400" dirty="0"/>
          </a:p>
          <a:p>
            <a:r>
              <a:rPr lang="ko-KR" altLang="en-US" sz="2400" dirty="0" err="1"/>
              <a:t>운반자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현재 화물을 소지하여 들고 있는 플레이어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7E5AFA-7451-4018-1D9E-19765E590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해당 문서에서 자주 사용되는 단어들</a:t>
            </a:r>
          </a:p>
        </p:txBody>
      </p:sp>
    </p:spTree>
    <p:extLst>
      <p:ext uri="{BB962C8B-B14F-4D97-AF65-F5344CB8AC3E}">
        <p14:creationId xmlns:p14="http://schemas.microsoft.com/office/powerpoint/2010/main" val="24494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b="1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개요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전체</a:t>
            </a:r>
            <a:br>
              <a:rPr lang="en-US" altLang="ko-KR" sz="2400" dirty="0"/>
            </a:br>
            <a:r>
              <a:rPr lang="en-US" altLang="ko-KR" sz="2400" dirty="0"/>
              <a:t>	-</a:t>
            </a:r>
            <a:r>
              <a:rPr lang="ko-KR" altLang="en-US" sz="2400" dirty="0"/>
              <a:t> 세부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스토리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 err="1"/>
              <a:t>플레이어블</a:t>
            </a:r>
            <a:r>
              <a:rPr lang="ko-KR" altLang="en-US" sz="2400" dirty="0"/>
              <a:t> 캐릭터</a:t>
            </a:r>
            <a:br>
              <a:rPr lang="en-US" altLang="ko-KR" sz="2400" dirty="0"/>
            </a:br>
            <a:r>
              <a:rPr lang="en-US" altLang="ko-KR" sz="2400" dirty="0"/>
              <a:t>&gt; NPC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반응 생물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주민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상호작용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지형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 err="1"/>
              <a:t>배달품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생물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컨트롤</a:t>
            </a:r>
            <a:endParaRPr lang="en-US" altLang="ko-KR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2400" b="1" dirty="0"/>
              <a:t>부록</a:t>
            </a:r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84C53-07B8-6679-DC10-6C00A552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B0374B-6FAE-FA61-D8E3-AC2B7B24D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25176"/>
            <a:ext cx="5392271" cy="4951787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인의 플레이어가 협동하여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한 명은 배달품을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다른 한 명은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총으로 방해를 헤쳐 나가며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제한 시간 안에 배달을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완료하는 것이 목표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배달길에는 여러 방해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지형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몬스터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배달품에 영향을 받은 생물들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ko-KR" altLang="en-US" dirty="0">
                <a:solidFill>
                  <a:srgbClr val="000000"/>
                </a:solidFill>
              </a:rPr>
              <a:t>가 존재하므로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그것을 피해가거나 처치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혹은 저지하며 진행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B756CC-EB09-0D4A-FA36-39C407DF49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C2B9DFD-FB46-8300-B9CD-36A580B70E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8" r="9371"/>
          <a:stretch>
            <a:fillRect/>
          </a:stretch>
        </p:blipFill>
        <p:spPr>
          <a:xfrm>
            <a:off x="838200" y="3381190"/>
            <a:ext cx="5179418" cy="29273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F2AD41-60DE-C637-9129-BFD46C7F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r="8922"/>
          <a:stretch>
            <a:fillRect/>
          </a:stretch>
        </p:blipFill>
        <p:spPr>
          <a:xfrm>
            <a:off x="838200" y="936295"/>
            <a:ext cx="5179418" cy="2909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8AC2F7-4018-2606-08C5-967D7C750E5D}"/>
              </a:ext>
            </a:extLst>
          </p:cNvPr>
          <p:cNvSpPr txBox="1"/>
          <p:nvPr/>
        </p:nvSpPr>
        <p:spPr>
          <a:xfrm>
            <a:off x="838200" y="6308540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2] Totally Reliable Delivery Service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30475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2A0AE-013B-0040-AB6F-5E356323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 </a:t>
            </a:r>
            <a:r>
              <a:rPr lang="ko-KR" altLang="en-US" dirty="0"/>
              <a:t>참고 프리뷰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B161191-5F06-C036-63E5-746F9D21D8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8" r="20559"/>
          <a:stretch>
            <a:fillRect/>
          </a:stretch>
        </p:blipFill>
        <p:spPr>
          <a:xfrm>
            <a:off x="838200" y="2183471"/>
            <a:ext cx="5020395" cy="345771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8F167D-D570-0907-EB2A-FB6FDCC98D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경로를 알려주고</a:t>
            </a:r>
            <a:r>
              <a:rPr lang="en-US" altLang="ko-KR" dirty="0"/>
              <a:t> </a:t>
            </a:r>
            <a:r>
              <a:rPr lang="ko-KR" altLang="en-US" dirty="0"/>
              <a:t>배달시간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배달 예상 시간을 실시간으로 알려주는 도우미 </a:t>
            </a:r>
            <a:r>
              <a:rPr lang="en-US" altLang="ko-KR" dirty="0"/>
              <a:t>AI</a:t>
            </a:r>
            <a:r>
              <a:rPr lang="ko-KR" altLang="en-US" dirty="0"/>
              <a:t>가 </a:t>
            </a:r>
            <a:br>
              <a:rPr lang="en-US" altLang="ko-KR" dirty="0"/>
            </a:br>
            <a:r>
              <a:rPr lang="ko-KR" altLang="en-US" dirty="0"/>
              <a:t>플레이어의 화면 가시화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의 안내를 보고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명의 플레이어는 서로 </a:t>
            </a:r>
            <a:br>
              <a:rPr lang="en-US" altLang="ko-KR" dirty="0"/>
            </a:br>
            <a:r>
              <a:rPr lang="ko-KR" altLang="en-US" dirty="0"/>
              <a:t>상의하고 경로를 정해 </a:t>
            </a:r>
            <a:br>
              <a:rPr lang="en-US" altLang="ko-KR" dirty="0"/>
            </a:br>
            <a:r>
              <a:rPr lang="ko-KR" altLang="en-US" dirty="0"/>
              <a:t>협동하며 목적지까지 도달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50CBACE-30A8-6D5D-580E-0382A48C84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6E359D-1041-3523-CFE9-5E70C9B34F58}"/>
              </a:ext>
            </a:extLst>
          </p:cNvPr>
          <p:cNvSpPr/>
          <p:nvPr/>
        </p:nvSpPr>
        <p:spPr>
          <a:xfrm>
            <a:off x="3418541" y="2183471"/>
            <a:ext cx="1428377" cy="3457711"/>
          </a:xfrm>
          <a:prstGeom prst="rect">
            <a:avLst/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7508F-E614-5548-0145-F60F900ABB64}"/>
              </a:ext>
            </a:extLst>
          </p:cNvPr>
          <p:cNvSpPr txBox="1"/>
          <p:nvPr/>
        </p:nvSpPr>
        <p:spPr>
          <a:xfrm>
            <a:off x="838200" y="5694971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3] Death Stranding </a:t>
            </a:r>
            <a:r>
              <a:rPr lang="ko-KR" altLang="en-US" sz="1400" dirty="0"/>
              <a:t>플레이 화면 중 일부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386747-3639-AA9F-0C0C-C7205DF2FB09}"/>
              </a:ext>
            </a:extLst>
          </p:cNvPr>
          <p:cNvSpPr/>
          <p:nvPr/>
        </p:nvSpPr>
        <p:spPr>
          <a:xfrm>
            <a:off x="4833667" y="0"/>
            <a:ext cx="2524665" cy="8396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페이지 수정됨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35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807253"/>
              </p:ext>
            </p:extLst>
          </p:nvPr>
        </p:nvGraphicFramePr>
        <p:xfrm>
          <a:off x="1025824" y="963547"/>
          <a:ext cx="10140351" cy="5034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4768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635583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641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인칭 2인 협동 FPS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1629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trike="noStrike" dirty="0"/>
                        <a:t>경로를 보여주고 배달 예상 시간을 예측해 알려주는 도우미 </a:t>
                      </a:r>
                      <a:r>
                        <a:rPr lang="en-US" altLang="ko-KR" sz="1800" strike="noStrike" dirty="0"/>
                        <a:t>ai</a:t>
                      </a:r>
                      <a:r>
                        <a:rPr lang="ko-KR" altLang="en-US" sz="1800" strike="noStrike" dirty="0"/>
                        <a:t>의</a:t>
                      </a:r>
                      <a:br>
                        <a:rPr lang="en-US" altLang="ko-KR" sz="1800" strike="noStrike" dirty="0"/>
                      </a:br>
                      <a:r>
                        <a:rPr lang="ko-KR" altLang="en-US" sz="1800" strike="noStrike" dirty="0"/>
                        <a:t>안내에 따라 판단하고</a:t>
                      </a:r>
                      <a:r>
                        <a:rPr lang="en-US" altLang="ko-KR" sz="1800" strike="noStrike" dirty="0"/>
                        <a:t>,</a:t>
                      </a:r>
                      <a:r>
                        <a:rPr lang="ko-KR" altLang="en-US" sz="1800" strike="noStrike" dirty="0"/>
                        <a:t> 주위의 적들과 배달품에 따라 변하는</a:t>
                      </a:r>
                      <a:br>
                        <a:rPr lang="en-US" altLang="ko-KR" sz="1800" strike="noStrike" dirty="0"/>
                      </a:br>
                      <a:r>
                        <a:rPr lang="ko-KR" altLang="en-US" sz="1800" strike="noStrike" dirty="0"/>
                        <a:t>생태계를 견제하며</a:t>
                      </a:r>
                      <a:r>
                        <a:rPr lang="en-US" altLang="ko-KR" sz="1800" strike="noStrike" dirty="0"/>
                        <a:t>,</a:t>
                      </a:r>
                      <a:r>
                        <a:rPr lang="ko-KR" altLang="en-US" sz="1800" strike="noStrike" dirty="0"/>
                        <a:t> 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7347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 안에 배달을 성공적으로 완료하고 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  <a:tr h="93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타겟 유저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귀여운 분위기와 돌발상황을 친구와 함께 재밌게 </a:t>
                      </a:r>
                      <a:br>
                        <a:rPr lang="en-US" altLang="ko-KR" sz="180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헤쳐 나가며 가볍게 플레이하려는 사람들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23811"/>
                  </a:ext>
                </a:extLst>
              </a:tr>
              <a:tr h="781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602749"/>
                  </a:ext>
                </a:extLst>
              </a:tr>
              <a:tr h="781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예상 플레이 타임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약 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1 ~ 2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045334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D83C2AE-4044-24E4-A611-13AC54DF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273" y="4649799"/>
            <a:ext cx="1670449" cy="34750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0206C8E-317B-6C5C-5567-FD9A52F42FF4}"/>
              </a:ext>
            </a:extLst>
          </p:cNvPr>
          <p:cNvSpPr/>
          <p:nvPr/>
        </p:nvSpPr>
        <p:spPr>
          <a:xfrm>
            <a:off x="4833667" y="0"/>
            <a:ext cx="2524665" cy="8396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페이지 수정됨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2" y="1680712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1680711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79" y="1680710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3428997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3496892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예상 시간 정보를 </a:t>
            </a:r>
            <a:br>
              <a:rPr lang="en-US" altLang="ko-KR" dirty="0"/>
            </a:br>
            <a:r>
              <a:rPr lang="ko-KR" altLang="ko-KR" dirty="0"/>
              <a:t>바탕으로 플레이어의 </a:t>
            </a:r>
            <a:br>
              <a:rPr lang="en-US" altLang="ko-KR" dirty="0"/>
            </a:br>
            <a:r>
              <a:rPr lang="ko-KR" altLang="ko-KR" dirty="0"/>
              <a:t>판단과 행동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3549126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44667-96F1-86C8-94EF-4A8B74EC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37768-AF92-E2A7-9D07-CF107A8164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어째서 </a:t>
            </a:r>
            <a:r>
              <a:rPr lang="en-US" altLang="ko-KR" dirty="0"/>
              <a:t>2</a:t>
            </a:r>
            <a:r>
              <a:rPr lang="ko-KR" altLang="en-US" dirty="0"/>
              <a:t>인인가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FCA02-08FD-457E-299A-2D12BB6FA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1358" y="842169"/>
            <a:ext cx="10322442" cy="5334794"/>
          </a:xfrm>
        </p:spPr>
        <p:txBody>
          <a:bodyPr anchor="ctr"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두 플레이어의 특성이나 성격에 따라</a:t>
            </a:r>
            <a:r>
              <a:rPr lang="en-US" altLang="ko-KR" dirty="0"/>
              <a:t>, </a:t>
            </a:r>
            <a:r>
              <a:rPr lang="ko-KR" altLang="en-US" dirty="0"/>
              <a:t>경로 안내</a:t>
            </a:r>
            <a:r>
              <a:rPr lang="en-US" altLang="ko-KR" dirty="0"/>
              <a:t>AI</a:t>
            </a:r>
            <a:r>
              <a:rPr lang="ko-KR" altLang="en-US" dirty="0"/>
              <a:t>의 결과를 보고 서로 다른 의견을 낼 수 있는데</a:t>
            </a:r>
            <a:r>
              <a:rPr lang="en-US" altLang="ko-KR" dirty="0"/>
              <a:t>, </a:t>
            </a:r>
            <a:r>
              <a:rPr lang="ko-KR" altLang="en-US" dirty="0"/>
              <a:t>그 둘이 다른 의견으로 토의 시간이 길어지면 배달 시간이 점점 줄어든다</a:t>
            </a:r>
            <a:r>
              <a:rPr lang="en-US" altLang="ko-KR" dirty="0"/>
              <a:t>. </a:t>
            </a:r>
            <a:r>
              <a:rPr lang="ko-KR" altLang="en-US" dirty="0"/>
              <a:t>그렇게 줄어든 시간을 보며 결국 플레이어는 급하게 선택을 내릴 수 밖에 없는데</a:t>
            </a:r>
            <a:r>
              <a:rPr lang="en-US" altLang="ko-KR" dirty="0"/>
              <a:t>, </a:t>
            </a:r>
            <a:r>
              <a:rPr lang="ko-KR" altLang="en-US" dirty="0"/>
              <a:t>그렇게 함으로써 마찰이 생김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두 플레이어가 토의하면 혼자서 결정하는 것보다 결정의 시간이 </a:t>
            </a:r>
            <a:r>
              <a:rPr lang="ko-KR" altLang="en-US" dirty="0" err="1"/>
              <a:t>증가하게되는데</a:t>
            </a:r>
            <a:r>
              <a:rPr lang="en-US" altLang="ko-KR" dirty="0"/>
              <a:t>, </a:t>
            </a:r>
            <a:r>
              <a:rPr lang="ko-KR" altLang="en-US" dirty="0"/>
              <a:t>그렇게 하면 경로 시간이 계속 </a:t>
            </a:r>
            <a:r>
              <a:rPr lang="ko-KR" altLang="en-US" dirty="0" err="1"/>
              <a:t>확인할때마다</a:t>
            </a:r>
            <a:r>
              <a:rPr lang="ko-KR" altLang="en-US" dirty="0"/>
              <a:t> 변경되는 것을 보여주고자 한다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배달품</a:t>
            </a:r>
            <a:r>
              <a:rPr lang="ko-KR" altLang="en-US" dirty="0"/>
              <a:t> 최초 지급</a:t>
            </a:r>
            <a:r>
              <a:rPr lang="en-US" altLang="ko-KR" dirty="0"/>
              <a:t>, </a:t>
            </a:r>
            <a:r>
              <a:rPr lang="ko-KR" altLang="en-US" dirty="0" err="1"/>
              <a:t>배달품</a:t>
            </a:r>
            <a:r>
              <a:rPr lang="ko-KR" altLang="en-US" dirty="0"/>
              <a:t> </a:t>
            </a:r>
            <a:r>
              <a:rPr lang="ko-KR" altLang="en-US" dirty="0" err="1"/>
              <a:t>전달시</a:t>
            </a:r>
            <a:r>
              <a:rPr lang="ko-KR" altLang="en-US" dirty="0"/>
              <a:t> 인증절차를 </a:t>
            </a:r>
            <a:r>
              <a:rPr lang="ko-KR" altLang="en-US" dirty="0" err="1"/>
              <a:t>진행할때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인플레이어가 반드시 필요하게 만들어 두 플레이어가 서로 의견차이가 있더라도 서로 떨어지지 </a:t>
            </a:r>
            <a:r>
              <a:rPr lang="ko-KR" altLang="en-US" dirty="0" err="1"/>
              <a:t>않도록함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2</a:t>
            </a:r>
            <a:r>
              <a:rPr lang="ko-KR" altLang="en-US" dirty="0"/>
              <a:t>인의 플레이어고 </a:t>
            </a:r>
            <a:r>
              <a:rPr lang="ko-KR" altLang="en-US" dirty="0" err="1"/>
              <a:t>사람에따라</a:t>
            </a:r>
            <a:r>
              <a:rPr lang="ko-KR" altLang="en-US" dirty="0"/>
              <a:t> 변수를 많이 만들고 싶음</a:t>
            </a:r>
            <a:br>
              <a:rPr lang="en-US" altLang="ko-KR" dirty="0"/>
            </a:br>
            <a:r>
              <a:rPr lang="ko-KR" altLang="en-US" dirty="0"/>
              <a:t>예를 들어 두 플레이어가 길을 갈라서서 둘이 완전히 다른 길을 간다면</a:t>
            </a:r>
            <a:r>
              <a:rPr lang="en-US" altLang="ko-KR" dirty="0"/>
              <a:t>??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왜냐하면 변수를 많이 만드는 것이 정답지와 공략이 있는 배달 루트보다 다양한 플레이경험을 제공할 수 있기 때문에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그러면 왜 </a:t>
            </a:r>
            <a:r>
              <a:rPr lang="en-US" altLang="ko-KR" dirty="0"/>
              <a:t>2</a:t>
            </a:r>
            <a:r>
              <a:rPr lang="ko-KR" altLang="en-US" dirty="0"/>
              <a:t>인이고 </a:t>
            </a:r>
            <a:r>
              <a:rPr lang="en-US" altLang="ko-KR" dirty="0"/>
              <a:t>3</a:t>
            </a:r>
            <a:r>
              <a:rPr lang="ko-KR" altLang="en-US" dirty="0"/>
              <a:t>인이나</a:t>
            </a:r>
            <a:r>
              <a:rPr lang="en-US" altLang="ko-KR" dirty="0"/>
              <a:t>4</a:t>
            </a:r>
            <a:r>
              <a:rPr lang="ko-KR" altLang="en-US" dirty="0"/>
              <a:t>인이 아닌가</a:t>
            </a:r>
            <a:r>
              <a:rPr lang="en-US" altLang="ko-KR" dirty="0"/>
              <a:t>-&gt; </a:t>
            </a:r>
            <a:r>
              <a:rPr lang="ko-KR" altLang="en-US" dirty="0"/>
              <a:t>비용이 많이 듦</a:t>
            </a:r>
            <a:r>
              <a:rPr lang="en-US" altLang="ko-KR" dirty="0"/>
              <a:t>. </a:t>
            </a:r>
            <a:r>
              <a:rPr lang="ko-KR" altLang="en-US" dirty="0"/>
              <a:t>또한 역할의 분담에는 </a:t>
            </a:r>
            <a:r>
              <a:rPr lang="en-US" altLang="ko-KR" dirty="0"/>
              <a:t>2</a:t>
            </a:r>
            <a:r>
              <a:rPr lang="ko-KR" altLang="en-US" dirty="0"/>
              <a:t>인이 적절하다고 판단함</a:t>
            </a:r>
            <a:r>
              <a:rPr lang="en-US" altLang="ko-KR" dirty="0"/>
              <a:t>. </a:t>
            </a:r>
            <a:r>
              <a:rPr lang="ko-KR" altLang="en-US" dirty="0"/>
              <a:t>한명은 </a:t>
            </a:r>
            <a:r>
              <a:rPr lang="ko-KR" altLang="en-US" dirty="0" err="1"/>
              <a:t>배달품들기</a:t>
            </a:r>
            <a:r>
              <a:rPr lang="en-US" altLang="ko-KR" dirty="0"/>
              <a:t>, </a:t>
            </a:r>
            <a:r>
              <a:rPr lang="ko-KR" altLang="en-US" dirty="0" err="1"/>
              <a:t>다른한명은</a:t>
            </a:r>
            <a:r>
              <a:rPr lang="ko-KR" altLang="en-US" dirty="0"/>
              <a:t> 무기로 </a:t>
            </a:r>
            <a:r>
              <a:rPr lang="ko-KR" altLang="en-US" dirty="0" err="1"/>
              <a:t>엄호를하고</a:t>
            </a:r>
            <a:r>
              <a:rPr lang="en-US" altLang="ko-KR" dirty="0"/>
              <a:t>. 3</a:t>
            </a:r>
            <a:r>
              <a:rPr lang="ko-KR" altLang="en-US" dirty="0"/>
              <a:t>인이상이 되는 순간부터는</a:t>
            </a:r>
            <a:r>
              <a:rPr lang="en-US" altLang="ko-KR" dirty="0"/>
              <a:t>, 1</a:t>
            </a:r>
            <a:r>
              <a:rPr lang="ko-KR" altLang="en-US" dirty="0"/>
              <a:t>명이 화물</a:t>
            </a:r>
            <a:r>
              <a:rPr lang="en-US" altLang="ko-KR" dirty="0"/>
              <a:t>, 2</a:t>
            </a:r>
            <a:r>
              <a:rPr lang="ko-KR" altLang="en-US" dirty="0"/>
              <a:t>인이 무기를 들면 너무  엄호가 쉬워지고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아맞다</a:t>
            </a:r>
            <a:r>
              <a:rPr lang="ko-KR" altLang="en-US" dirty="0"/>
              <a:t> 플레이예상 시간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1CFA96-B6C1-0AB0-5757-0C46C68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3F41E6-2AA1-320D-D25D-10352978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E666827-FC81-6B0C-A9C0-3513E98015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2814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B5A58-80AC-EBD3-5146-FDD0892D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전체 플로우 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16193F1-225B-BAD9-4EB2-890F2E4D11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57448D-1D5B-0C23-260A-4A04A30B9298}"/>
              </a:ext>
            </a:extLst>
          </p:cNvPr>
          <p:cNvSpPr/>
          <p:nvPr/>
        </p:nvSpPr>
        <p:spPr>
          <a:xfrm>
            <a:off x="1646627" y="2929218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랜덤 결정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F27F4A-9397-901D-2B91-7F25403DD471}"/>
              </a:ext>
            </a:extLst>
          </p:cNvPr>
          <p:cNvSpPr/>
          <p:nvPr/>
        </p:nvSpPr>
        <p:spPr>
          <a:xfrm>
            <a:off x="6573964" y="2779298"/>
            <a:ext cx="1687574" cy="103802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모든 </a:t>
            </a:r>
            <a:r>
              <a:rPr lang="ko-KR" altLang="en-US" dirty="0" err="1">
                <a:solidFill>
                  <a:srgbClr val="000000"/>
                </a:solidFill>
              </a:rPr>
              <a:t>배송품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7872B9-EEB5-1C8D-1C3A-F90EA193C91B}"/>
              </a:ext>
            </a:extLst>
          </p:cNvPr>
          <p:cNvSpPr/>
          <p:nvPr/>
        </p:nvSpPr>
        <p:spPr>
          <a:xfrm>
            <a:off x="8939589" y="2869551"/>
            <a:ext cx="1210826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</a:t>
            </a:r>
          </a:p>
        </p:txBody>
      </p:sp>
      <p:cxnSp>
        <p:nvCxnSpPr>
          <p:cNvPr id="15" name="화살표 12">
            <a:extLst>
              <a:ext uri="{FF2B5EF4-FFF2-40B4-BE49-F238E27FC236}">
                <a16:creationId xmlns:a16="http://schemas.microsoft.com/office/drawing/2014/main" id="{890C9CF8-0659-D5E1-6821-36DC4D0623DE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3051564" y="3298312"/>
            <a:ext cx="5428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405D8F-5CEF-A44B-0B94-1DE69364EA2A}"/>
              </a:ext>
            </a:extLst>
          </p:cNvPr>
          <p:cNvSpPr/>
          <p:nvPr/>
        </p:nvSpPr>
        <p:spPr>
          <a:xfrm>
            <a:off x="3594428" y="2752968"/>
            <a:ext cx="2300289" cy="109068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의 안내에 따라 배송 진행</a:t>
            </a:r>
          </a:p>
        </p:txBody>
      </p:sp>
      <p:cxnSp>
        <p:nvCxnSpPr>
          <p:cNvPr id="93" name="화살표 12">
            <a:extLst>
              <a:ext uri="{FF2B5EF4-FFF2-40B4-BE49-F238E27FC236}">
                <a16:creationId xmlns:a16="http://schemas.microsoft.com/office/drawing/2014/main" id="{1B1E467F-8A29-E2A2-A3EC-33D2FCCB3D8C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5894717" y="3298312"/>
            <a:ext cx="6792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화살표 12">
            <a:extLst>
              <a:ext uri="{FF2B5EF4-FFF2-40B4-BE49-F238E27FC236}">
                <a16:creationId xmlns:a16="http://schemas.microsoft.com/office/drawing/2014/main" id="{39790F2B-B39F-2523-29CE-1FC8D908B6E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261538" y="3298312"/>
            <a:ext cx="67805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5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 세부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020060"/>
            <a:ext cx="1871553" cy="101547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본거지에서 랜덤 배달 물품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결정되어 조달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78630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배송지와 경로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4244975" y="1526836"/>
            <a:ext cx="186810" cy="9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554341" y="1526836"/>
            <a:ext cx="519083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>
            <a:off x="1968490" y="1522203"/>
            <a:ext cx="404932" cy="55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38215" y="1022125"/>
            <a:ext cx="1530275" cy="10001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캐릭터 선택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플로우 진행 중</a:t>
            </a:r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810B-8A0E-AB8E-012B-5A3B392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A7B401-3726-3058-8321-23D9614CDA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2488"/>
            <a:ext cx="5181600" cy="3370502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458BC6-D69C-A1A2-A6B1-13DF8BEF7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당신들은 자부심 넘치는 </a:t>
            </a:r>
            <a:br>
              <a:rPr lang="en-US" altLang="ko-KR" dirty="0"/>
            </a:br>
            <a:r>
              <a:rPr lang="ko-KR" altLang="en-US" dirty="0"/>
              <a:t>우주배달부입니다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오늘은 이 행성에 배달을 왔군요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이런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여러분의 배달 품목에는 조금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위험한</a:t>
            </a:r>
            <a:r>
              <a:rPr lang="en-US" altLang="ko-KR" dirty="0"/>
              <a:t>”</a:t>
            </a:r>
            <a:r>
              <a:rPr lang="ko-KR" altLang="en-US" dirty="0"/>
              <a:t>것들이 있네요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하지만 걱정할 것 없죠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여러분은 전문 </a:t>
            </a:r>
            <a:r>
              <a:rPr lang="ko-KR" altLang="en-US" dirty="0" err="1"/>
              <a:t>배달부니까요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과연 오늘도 제한 시간 안에 모든 배달을 마치고 귀환할 수 있을까요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8225F-E085-E798-1354-AE4ED835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67C09-42E5-89D8-6707-AA2602E1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EE668E-625C-3F6B-736B-BACF027D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CDC9D-F3E2-685F-9CA3-3259AAF33DA1}"/>
              </a:ext>
            </a:extLst>
          </p:cNvPr>
          <p:cNvSpPr txBox="1"/>
          <p:nvPr/>
        </p:nvSpPr>
        <p:spPr>
          <a:xfrm>
            <a:off x="838199" y="5352990"/>
            <a:ext cx="29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1]</a:t>
            </a:r>
            <a:r>
              <a:rPr lang="ko-KR" altLang="en-US" sz="1200" dirty="0"/>
              <a:t>게임</a:t>
            </a:r>
            <a:r>
              <a:rPr lang="en-US" altLang="ko-KR" sz="1200" dirty="0"/>
              <a:t>”run pizza run”</a:t>
            </a:r>
            <a:r>
              <a:rPr lang="ko-KR" altLang="en-US" sz="1200" dirty="0"/>
              <a:t> 플레이화면</a:t>
            </a:r>
          </a:p>
        </p:txBody>
      </p:sp>
    </p:spTree>
    <p:extLst>
      <p:ext uri="{BB962C8B-B14F-4D97-AF65-F5344CB8AC3E}">
        <p14:creationId xmlns:p14="http://schemas.microsoft.com/office/powerpoint/2010/main" val="90164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5C9215-8215-D4B2-FF11-B22CEE3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플레이어블</a:t>
            </a:r>
            <a:r>
              <a:rPr lang="ko-KR" altLang="en-US" dirty="0"/>
              <a:t> 캐릭터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D2AE0A-0A6D-FA31-4890-32CBA0C9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디자인 컨셉 </a:t>
            </a:r>
            <a:r>
              <a:rPr lang="en-US" altLang="ko-KR" sz="2400" dirty="0"/>
              <a:t>: </a:t>
            </a:r>
            <a:r>
              <a:rPr lang="ko-KR" altLang="en-US" sz="2400" dirty="0"/>
              <a:t>자료 이미지처럼 </a:t>
            </a:r>
            <a:br>
              <a:rPr lang="en-US" altLang="ko-KR" sz="2400" dirty="0"/>
            </a:br>
            <a:r>
              <a:rPr lang="ko-KR" altLang="en-US" sz="2400" dirty="0"/>
              <a:t>동글동글한 이족보행 동물 캐릭터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가능한 동작 </a:t>
            </a:r>
            <a:r>
              <a:rPr lang="en-US" altLang="ko-KR" sz="2400" dirty="0"/>
              <a:t>:</a:t>
            </a:r>
            <a:br>
              <a:rPr lang="en-US" altLang="ko-KR" sz="2400" dirty="0"/>
            </a:br>
            <a:r>
              <a:rPr lang="ko-KR" altLang="en-US" sz="2400" dirty="0"/>
              <a:t>걷기</a:t>
            </a:r>
            <a:r>
              <a:rPr lang="en-US" altLang="ko-KR" sz="2400" dirty="0"/>
              <a:t>, </a:t>
            </a:r>
            <a:r>
              <a:rPr lang="ko-KR" altLang="en-US" sz="2400" dirty="0"/>
              <a:t>달리기</a:t>
            </a:r>
            <a:r>
              <a:rPr lang="en-US" altLang="ko-KR" sz="2400" dirty="0"/>
              <a:t>, </a:t>
            </a:r>
            <a:r>
              <a:rPr lang="ko-KR" altLang="en-US" sz="2400" dirty="0"/>
              <a:t>상호작용</a:t>
            </a:r>
            <a:r>
              <a:rPr lang="en-US" altLang="ko-KR" sz="2400" dirty="0"/>
              <a:t>(</a:t>
            </a:r>
            <a:r>
              <a:rPr lang="ko-KR" altLang="en-US" sz="2400" dirty="0"/>
              <a:t>물품 들기</a:t>
            </a:r>
            <a:r>
              <a:rPr lang="en-US" altLang="ko-KR" sz="2400" dirty="0"/>
              <a:t>), </a:t>
            </a:r>
            <a:r>
              <a:rPr lang="ko-KR" altLang="en-US" sz="2400" dirty="0"/>
              <a:t>총 조준</a:t>
            </a:r>
            <a:r>
              <a:rPr lang="en-US" altLang="ko-KR" sz="2400" dirty="0"/>
              <a:t>, </a:t>
            </a:r>
            <a:r>
              <a:rPr lang="ko-KR" altLang="en-US" sz="2400" dirty="0"/>
              <a:t>총 발사</a:t>
            </a:r>
            <a:r>
              <a:rPr lang="en-US" altLang="ko-KR" sz="2400" dirty="0"/>
              <a:t>, </a:t>
            </a:r>
            <a:r>
              <a:rPr lang="ko-KR" altLang="en-US" sz="2400" dirty="0"/>
              <a:t>점프 등 기본적인 동작들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HP</a:t>
            </a:r>
            <a:r>
              <a:rPr lang="ko-KR" altLang="en-US" sz="2400" dirty="0"/>
              <a:t>가 </a:t>
            </a:r>
            <a:r>
              <a:rPr lang="en-US" altLang="ko-KR" sz="2400" dirty="0"/>
              <a:t>0</a:t>
            </a:r>
            <a:r>
              <a:rPr lang="ko-KR" altLang="en-US" sz="2400" dirty="0"/>
              <a:t>이 되어 사망 시 </a:t>
            </a:r>
            <a:r>
              <a:rPr lang="en-US" altLang="ko-KR" sz="2400" dirty="0"/>
              <a:t>: </a:t>
            </a:r>
            <a:br>
              <a:rPr lang="en-US" altLang="ko-KR" sz="2400" dirty="0"/>
            </a:br>
            <a:r>
              <a:rPr lang="ko-KR" altLang="en-US" sz="2400" dirty="0"/>
              <a:t>사망한 위치에서 </a:t>
            </a:r>
            <a:r>
              <a:rPr lang="en-US" altLang="ko-KR" sz="2400" dirty="0"/>
              <a:t>10</a:t>
            </a:r>
            <a:r>
              <a:rPr lang="ko-KR" altLang="en-US" sz="2400" dirty="0"/>
              <a:t>초 후 부활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B22C15-86A3-F2D5-9514-7E238DE9E2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F6286-6394-F0E6-3780-8AA2C10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4" y="1825625"/>
            <a:ext cx="1809575" cy="2575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FF547D-36F8-6D92-DD89-2ABCCA5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29" y="1660362"/>
            <a:ext cx="2324463" cy="2892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06497-C397-ADAA-3DA5-1A99263FA041}"/>
              </a:ext>
            </a:extLst>
          </p:cNvPr>
          <p:cNvSpPr txBox="1"/>
          <p:nvPr/>
        </p:nvSpPr>
        <p:spPr>
          <a:xfrm>
            <a:off x="3365020" y="4584972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3]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 err="1"/>
              <a:t>파티애니멀즈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BF9A6-4880-3185-2CC3-6B9E831CD0CB}"/>
              </a:ext>
            </a:extLst>
          </p:cNvPr>
          <p:cNvSpPr txBox="1"/>
          <p:nvPr/>
        </p:nvSpPr>
        <p:spPr>
          <a:xfrm>
            <a:off x="1000664" y="4553190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2]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/>
              <a:t>동물의 숲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</p:spTree>
    <p:extLst>
      <p:ext uri="{BB962C8B-B14F-4D97-AF65-F5344CB8AC3E}">
        <p14:creationId xmlns:p14="http://schemas.microsoft.com/office/powerpoint/2010/main" val="785226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B812-CDBB-9D5A-A6C7-F92F8C0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반응 생물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01151-47B6-C912-B338-FDB800779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A9D90-F02E-F595-E620-71D0297E2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다른 생물에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플레이어의 행동에 반응해 </a:t>
            </a:r>
            <a:br>
              <a:rPr lang="en-US" altLang="ko-KR" sz="2400" dirty="0"/>
            </a:br>
            <a:r>
              <a:rPr lang="ko-KR" altLang="en-US" sz="2400" dirty="0"/>
              <a:t>배송 시간에 영향을 주는 모든 </a:t>
            </a:r>
            <a:br>
              <a:rPr lang="en-US" altLang="ko-KR" sz="2400" dirty="0"/>
            </a:br>
            <a:r>
              <a:rPr lang="ko-KR" altLang="en-US" sz="2400" dirty="0"/>
              <a:t>생물들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특이사항 </a:t>
            </a:r>
            <a:r>
              <a:rPr lang="en-US" altLang="ko-KR" sz="2400" dirty="0"/>
              <a:t>: </a:t>
            </a:r>
            <a:r>
              <a:rPr lang="ko-KR" altLang="en-US" sz="2400" dirty="0"/>
              <a:t>상황에 따라</a:t>
            </a:r>
            <a:r>
              <a:rPr lang="en-US" altLang="ko-KR" sz="2400" dirty="0"/>
              <a:t> </a:t>
            </a:r>
            <a:r>
              <a:rPr lang="ko-KR" altLang="en-US" sz="2400" dirty="0"/>
              <a:t>행동반경이</a:t>
            </a:r>
            <a:br>
              <a:rPr lang="en-US" altLang="ko-KR" sz="2400" dirty="0"/>
            </a:br>
            <a:r>
              <a:rPr lang="ko-KR" altLang="en-US" sz="2400" dirty="0"/>
              <a:t>서식지에서 크게 벗어날 수 있음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260F7-3325-2433-9A2E-9ADBDA86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1B074-D4F3-9E87-21AC-400E1D7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19D52D-25D6-D3FB-B5F8-0C1637DFE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1" name="그래픽 10" descr="벌 단색으로 채워진">
            <a:extLst>
              <a:ext uri="{FF2B5EF4-FFF2-40B4-BE49-F238E27FC236}">
                <a16:creationId xmlns:a16="http://schemas.microsoft.com/office/drawing/2014/main" id="{091B47AF-8DED-47F7-F4A1-C86977738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31294" y="2711860"/>
            <a:ext cx="1595412" cy="15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65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EEE1-7513-70FD-A7D8-685ADD62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주민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4275D-3DDE-E1B9-C73E-BF0F2457C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5E10D-98DC-8DAC-4F62-6C32F0F5A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배달품을 주문해 전달받는 행성 주민</a:t>
            </a:r>
            <a:br>
              <a:rPr lang="en-US" altLang="ko-KR" sz="2400" dirty="0"/>
            </a:br>
            <a:endParaRPr lang="en-US" altLang="ko-KR" sz="2400" dirty="0"/>
          </a:p>
          <a:p>
            <a:r>
              <a:rPr lang="ko-KR" altLang="en-US" sz="2400" dirty="0"/>
              <a:t>특징 </a:t>
            </a:r>
            <a:r>
              <a:rPr lang="en-US" altLang="ko-KR" sz="2400" dirty="0"/>
              <a:t>: </a:t>
            </a:r>
            <a:r>
              <a:rPr lang="ko-KR" altLang="en-US" sz="2400" dirty="0"/>
              <a:t>반응 생물들과는 달리 직접 플레이어가 방문하지</a:t>
            </a:r>
            <a:r>
              <a:rPr lang="en-US" altLang="ko-KR" sz="2400" dirty="0"/>
              <a:t> </a:t>
            </a:r>
            <a:r>
              <a:rPr lang="ko-KR" altLang="en-US" sz="2400" dirty="0"/>
              <a:t>않는 이상 </a:t>
            </a:r>
            <a:br>
              <a:rPr lang="en-US" altLang="ko-KR" sz="2400" dirty="0"/>
            </a:br>
            <a:r>
              <a:rPr lang="ko-KR" altLang="en-US" sz="2400" dirty="0"/>
              <a:t>주거지에서 나오지 않음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A206D-048B-30A6-A29E-89FB4AC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CEE5D-A882-C018-91BC-370AA20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E42B92-E8FB-2528-B25F-EE8DC6E90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래픽 8" descr="댄스 단색으로 채워진">
            <a:extLst>
              <a:ext uri="{FF2B5EF4-FFF2-40B4-BE49-F238E27FC236}">
                <a16:creationId xmlns:a16="http://schemas.microsoft.com/office/drawing/2014/main" id="{E6D7FDC7-8F4F-4266-4224-EE5B89982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8013" y="2713059"/>
            <a:ext cx="2009957" cy="20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0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174C-9B5D-792B-E720-012AFFC73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5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산 </a:t>
            </a:r>
            <a:r>
              <a:rPr lang="en-US" altLang="ko-KR" dirty="0"/>
              <a:t>: </a:t>
            </a:r>
            <a:r>
              <a:rPr lang="ko-KR" altLang="en-US" dirty="0"/>
              <a:t>일반적으로 지나갈 수 </a:t>
            </a:r>
            <a:br>
              <a:rPr lang="en-US" altLang="ko-KR" dirty="0"/>
            </a:br>
            <a:r>
              <a:rPr lang="ko-KR" altLang="en-US" dirty="0"/>
              <a:t>없을 정도로 강한 존재가 있음</a:t>
            </a:r>
            <a:endParaRPr lang="en-US" altLang="ko-KR" dirty="0"/>
          </a:p>
          <a:p>
            <a:r>
              <a:rPr lang="ko-KR" altLang="en-US" dirty="0"/>
              <a:t>모래언덕 </a:t>
            </a:r>
            <a:r>
              <a:rPr lang="en-US" altLang="ko-KR" dirty="0"/>
              <a:t>: </a:t>
            </a:r>
            <a:r>
              <a:rPr lang="ko-KR" altLang="en-US" dirty="0"/>
              <a:t>몬스터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55EAE8-F2CB-F60A-1A7E-90197FD4B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2143DAD2-0FD5-D243-4583-4A8602DFAAC2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5" name="사각형: 잘린 대각선 방향 모서리 14">
            <a:extLst>
              <a:ext uri="{FF2B5EF4-FFF2-40B4-BE49-F238E27FC236}">
                <a16:creationId xmlns:a16="http://schemas.microsoft.com/office/drawing/2014/main" id="{FD4BBD75-2B8D-74B6-0760-FBAFE3B1ECBC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1940E3A-D8DE-E36B-97DE-6FE30F83BF1D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951EF7C-3C48-9993-9CDD-19B5DC78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624343D-F233-F33D-BECD-1B56C0A27FE7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E8F91D7-32CE-30CA-5745-FF68DE29219C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F4B4B7F-FF74-02E1-546C-1BC095504E76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404409D-3593-14FF-675B-3547AD02CF0D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863923-BE75-FE83-8AF3-98269B4AC798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F8417-65B7-C457-5F6C-51E2C488FD09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118FA3B4-EEAE-B544-1EC4-469F01ED5556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B4E544C8-4057-07D1-E838-13A4AB1D9D2A}"/>
              </a:ext>
            </a:extLst>
          </p:cNvPr>
          <p:cNvSpPr/>
          <p:nvPr/>
        </p:nvSpPr>
        <p:spPr>
          <a:xfrm>
            <a:off x="2369148" y="5120849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027FCC1-99E8-0622-8FD3-4A3643924EAE}"/>
              </a:ext>
            </a:extLst>
          </p:cNvPr>
          <p:cNvSpPr/>
          <p:nvPr/>
        </p:nvSpPr>
        <p:spPr>
          <a:xfrm>
            <a:off x="4494825" y="5470438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3839D72-6AE0-FF15-C785-D205371A6316}"/>
              </a:ext>
            </a:extLst>
          </p:cNvPr>
          <p:cNvSpPr/>
          <p:nvPr/>
        </p:nvSpPr>
        <p:spPr>
          <a:xfrm>
            <a:off x="1638634" y="3447119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7E92919F-047F-A7FD-1324-6493FD15CFC1}"/>
              </a:ext>
            </a:extLst>
          </p:cNvPr>
          <p:cNvSpPr/>
          <p:nvPr/>
        </p:nvSpPr>
        <p:spPr>
          <a:xfrm>
            <a:off x="4103926" y="3846316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F991A-20C7-7F44-7340-325C98B8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지형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75D34-F6A7-1259-2E06-8F88F6F387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F34EE-1CA5-89FC-3071-2540CFD39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9202"/>
            <a:ext cx="5181600" cy="46477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dirty="0"/>
              <a:t>모래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1/2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몬스터 없음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늪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1/3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방향전환율 </a:t>
            </a:r>
            <a:r>
              <a:rPr lang="en-US" altLang="ko-KR" dirty="0"/>
              <a:t>1/4 </a:t>
            </a:r>
            <a:r>
              <a:rPr lang="ko-KR" altLang="en-US" dirty="0"/>
              <a:t>감소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수중 지형 </a:t>
            </a:r>
            <a:r>
              <a:rPr lang="en-US" altLang="ko-KR" dirty="0"/>
              <a:t>: </a:t>
            </a:r>
            <a:r>
              <a:rPr lang="ko-KR" altLang="en-US" dirty="0"/>
              <a:t>플레이어에게 묻은 냄새 </a:t>
            </a:r>
            <a:br>
              <a:rPr lang="en-US" altLang="ko-KR" dirty="0"/>
            </a:br>
            <a:r>
              <a:rPr lang="ko-KR" altLang="en-US" dirty="0"/>
              <a:t>제거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산 </a:t>
            </a:r>
            <a:r>
              <a:rPr lang="en-US" altLang="ko-KR" dirty="0"/>
              <a:t>: </a:t>
            </a:r>
            <a:r>
              <a:rPr lang="ko-KR" altLang="en-US" dirty="0"/>
              <a:t>일반적으로 지나갈 수 없을 정도로 강한 존재가 있음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숲</a:t>
            </a:r>
            <a:r>
              <a:rPr lang="en-US" altLang="ko-KR" dirty="0"/>
              <a:t>: </a:t>
            </a:r>
            <a:r>
              <a:rPr lang="ko-KR" altLang="en-US" dirty="0"/>
              <a:t>일반 지형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203198-45D6-3AAD-6451-4780C43D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62DC9-923E-46D3-442F-D830BC98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8C67CF1-3DCB-56B7-EFA5-766725AA15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712AFD-B319-EF8D-5B6D-EFFE5D21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1" name="사각형: 잘린 대각선 방향 모서리 10">
            <a:extLst>
              <a:ext uri="{FF2B5EF4-FFF2-40B4-BE49-F238E27FC236}">
                <a16:creationId xmlns:a16="http://schemas.microsoft.com/office/drawing/2014/main" id="{4456D1FD-45C9-D3ED-4648-79F29AE8BE2D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49119AF-9D3E-EC0D-8A98-094733E89840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1A104-D346-7B19-ACA5-ADAF55C3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10CDF3A-58E0-A4AA-79AA-5DDEB13DF7F0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62D7D8A-8451-C666-FB32-D68DCBCBF7B3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01E91C3-F41F-559F-989F-595FB643DFFB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83721EF-5060-2CFE-A9B1-678CCC292D1B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BEC025-39CA-A396-CD07-77E0D8FFEC44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E3502E-26CD-E735-2F38-7057F0B5454A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그래픽 34" descr="배지 1 단색으로 채워진">
            <a:extLst>
              <a:ext uri="{FF2B5EF4-FFF2-40B4-BE49-F238E27FC236}">
                <a16:creationId xmlns:a16="http://schemas.microsoft.com/office/drawing/2014/main" id="{0E443984-6597-FECF-5DCD-F8C0183CACD7}"/>
              </a:ext>
            </a:extLst>
          </p:cNvPr>
          <p:cNvSpPr/>
          <p:nvPr/>
        </p:nvSpPr>
        <p:spPr>
          <a:xfrm>
            <a:off x="5789062" y="1620924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그래픽 34" descr="배지 1 단색으로 채워진">
            <a:extLst>
              <a:ext uri="{FF2B5EF4-FFF2-40B4-BE49-F238E27FC236}">
                <a16:creationId xmlns:a16="http://schemas.microsoft.com/office/drawing/2014/main" id="{FC656D2F-A77D-0D37-8766-3B0170306A91}"/>
              </a:ext>
            </a:extLst>
          </p:cNvPr>
          <p:cNvSpPr/>
          <p:nvPr/>
        </p:nvSpPr>
        <p:spPr>
          <a:xfrm>
            <a:off x="1369459" y="167178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그래픽 39" descr="배지 단색으로 채워진">
            <a:extLst>
              <a:ext uri="{FF2B5EF4-FFF2-40B4-BE49-F238E27FC236}">
                <a16:creationId xmlns:a16="http://schemas.microsoft.com/office/drawing/2014/main" id="{9031AD2B-D905-5B06-178D-29C5F1170DE6}"/>
              </a:ext>
            </a:extLst>
          </p:cNvPr>
          <p:cNvSpPr/>
          <p:nvPr/>
        </p:nvSpPr>
        <p:spPr>
          <a:xfrm>
            <a:off x="5821086" y="2668840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그래픽 42" descr="배지 3 단색으로 채워진">
            <a:extLst>
              <a:ext uri="{FF2B5EF4-FFF2-40B4-BE49-F238E27FC236}">
                <a16:creationId xmlns:a16="http://schemas.microsoft.com/office/drawing/2014/main" id="{641C89B7-FB7A-9305-4349-F570362BA545}"/>
              </a:ext>
            </a:extLst>
          </p:cNvPr>
          <p:cNvSpPr/>
          <p:nvPr/>
        </p:nvSpPr>
        <p:spPr>
          <a:xfrm>
            <a:off x="5821086" y="3711210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그래픽 39" descr="배지 단색으로 채워진">
            <a:extLst>
              <a:ext uri="{FF2B5EF4-FFF2-40B4-BE49-F238E27FC236}">
                <a16:creationId xmlns:a16="http://schemas.microsoft.com/office/drawing/2014/main" id="{1A3B0922-79D2-CF17-A8BA-9ACD28DFDC66}"/>
              </a:ext>
            </a:extLst>
          </p:cNvPr>
          <p:cNvSpPr/>
          <p:nvPr/>
        </p:nvSpPr>
        <p:spPr>
          <a:xfrm>
            <a:off x="4241173" y="2247335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그래픽 42" descr="배지 3 단색으로 채워진">
            <a:extLst>
              <a:ext uri="{FF2B5EF4-FFF2-40B4-BE49-F238E27FC236}">
                <a16:creationId xmlns:a16="http://schemas.microsoft.com/office/drawing/2014/main" id="{34E17EA3-A556-356A-E06D-839BCDDBBE3E}"/>
              </a:ext>
            </a:extLst>
          </p:cNvPr>
          <p:cNvSpPr/>
          <p:nvPr/>
        </p:nvSpPr>
        <p:spPr>
          <a:xfrm>
            <a:off x="4920894" y="308161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44" descr="배지 5 단색으로 채워진">
            <a:extLst>
              <a:ext uri="{FF2B5EF4-FFF2-40B4-BE49-F238E27FC236}">
                <a16:creationId xmlns:a16="http://schemas.microsoft.com/office/drawing/2014/main" id="{905D0652-EC77-396D-57F4-539262983CEB}"/>
              </a:ext>
            </a:extLst>
          </p:cNvPr>
          <p:cNvSpPr/>
          <p:nvPr/>
        </p:nvSpPr>
        <p:spPr>
          <a:xfrm>
            <a:off x="5837990" y="5728947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8202A89-4777-51B8-7084-75254D1B1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623" y="4686578"/>
            <a:ext cx="387752" cy="387752"/>
          </a:xfrm>
          <a:prstGeom prst="rect">
            <a:avLst/>
          </a:prstGeom>
        </p:spPr>
      </p:pic>
      <p:sp>
        <p:nvSpPr>
          <p:cNvPr id="45" name="그래픽 44" descr="배지 5 단색으로 채워진">
            <a:extLst>
              <a:ext uri="{FF2B5EF4-FFF2-40B4-BE49-F238E27FC236}">
                <a16:creationId xmlns:a16="http://schemas.microsoft.com/office/drawing/2014/main" id="{64D79B01-0C68-7874-D3E5-525C3B301A87}"/>
              </a:ext>
            </a:extLst>
          </p:cNvPr>
          <p:cNvSpPr/>
          <p:nvPr/>
        </p:nvSpPr>
        <p:spPr>
          <a:xfrm>
            <a:off x="1422655" y="3612107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3409D4B-0B77-B4E6-83C3-6EA5D1B96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63" y="4742247"/>
            <a:ext cx="387752" cy="3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8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3524E-6BB8-B254-BCCB-C33A11AF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배달품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04DF9-B717-6846-00BA-2E0821B3B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5721"/>
            <a:ext cx="5375694" cy="4831242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품목 </a:t>
            </a:r>
            <a:r>
              <a:rPr lang="en-US" altLang="ko-KR" sz="1800" dirty="0"/>
              <a:t>: </a:t>
            </a:r>
            <a:br>
              <a:rPr lang="en-US" altLang="ko-KR" sz="1800" dirty="0"/>
            </a:br>
            <a:r>
              <a:rPr lang="ko-KR" altLang="en-US" sz="1800" dirty="0"/>
              <a:t>일반 품목</a:t>
            </a:r>
            <a:r>
              <a:rPr lang="en-US" altLang="ko-KR" sz="1800" dirty="0"/>
              <a:t>(</a:t>
            </a:r>
            <a:r>
              <a:rPr lang="ko-KR" altLang="en-US" sz="1800" dirty="0"/>
              <a:t>일반</a:t>
            </a:r>
            <a:r>
              <a:rPr lang="en-US" altLang="ko-KR" sz="1800" dirty="0"/>
              <a:t>), </a:t>
            </a:r>
            <a:r>
              <a:rPr lang="ko-KR" altLang="en-US" sz="1800" dirty="0"/>
              <a:t>파손 주의</a:t>
            </a:r>
            <a:r>
              <a:rPr lang="en-US" altLang="ko-KR" sz="1800" dirty="0"/>
              <a:t>(</a:t>
            </a:r>
            <a:r>
              <a:rPr lang="ko-KR" altLang="en-US" sz="1800" dirty="0"/>
              <a:t>파손 위험</a:t>
            </a:r>
            <a:r>
              <a:rPr lang="en-US" altLang="ko-KR" sz="1800" dirty="0"/>
              <a:t>)</a:t>
            </a:r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상태 </a:t>
            </a:r>
            <a:r>
              <a:rPr lang="en-US" altLang="ko-KR" sz="1800" dirty="0"/>
              <a:t>: </a:t>
            </a:r>
            <a:r>
              <a:rPr lang="ko-KR" altLang="en-US" sz="1800" dirty="0"/>
              <a:t>배달 중</a:t>
            </a:r>
            <a:r>
              <a:rPr lang="en-US" altLang="ko-KR" sz="1800" dirty="0"/>
              <a:t>, </a:t>
            </a:r>
            <a:r>
              <a:rPr lang="ko-KR" altLang="en-US" sz="1800" dirty="0"/>
              <a:t>시간 안에 배달 완료</a:t>
            </a:r>
            <a:r>
              <a:rPr lang="en-US" altLang="ko-KR" sz="1800" dirty="0"/>
              <a:t>, </a:t>
            </a:r>
            <a:br>
              <a:rPr lang="en-US" altLang="ko-KR" sz="1800" dirty="0"/>
            </a:br>
            <a:r>
              <a:rPr lang="ko-KR" altLang="en-US" sz="1800" dirty="0"/>
              <a:t>시간 초과 배달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파손됨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파손 시 </a:t>
            </a:r>
            <a:r>
              <a:rPr lang="en-US" altLang="ko-KR" sz="1800" dirty="0"/>
              <a:t>: </a:t>
            </a:r>
            <a:r>
              <a:rPr lang="ko-KR" altLang="en-US" sz="1800" dirty="0"/>
              <a:t>기지로 가서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재수령 후 배달 진행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완료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실패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배달하지 못함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A765DB-1691-E1FE-761E-9A01606F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3321B-53EC-D84C-B29C-799E76A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6AD1D0E-CF35-ADD7-F184-E5F933660C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25" name="내용 개체 틀 12" descr="열린 포장 상자 윤곽선">
            <a:extLst>
              <a:ext uri="{FF2B5EF4-FFF2-40B4-BE49-F238E27FC236}">
                <a16:creationId xmlns:a16="http://schemas.microsoft.com/office/drawing/2014/main" id="{6D8A6B85-8EA8-28F3-8099-A93F82D5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1804" y="2517475"/>
            <a:ext cx="2152291" cy="215229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431C18C3-CA29-92E9-EE2D-CE518276B2CA}"/>
              </a:ext>
            </a:extLst>
          </p:cNvPr>
          <p:cNvGrpSpPr/>
          <p:nvPr/>
        </p:nvGrpSpPr>
        <p:grpSpPr>
          <a:xfrm>
            <a:off x="1395507" y="2810664"/>
            <a:ext cx="1917724" cy="1859102"/>
            <a:chOff x="4943969" y="2797892"/>
            <a:chExt cx="272824" cy="325698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F3BC8A4-444E-E87F-2107-604BF99AD02A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6D5263D-0067-E788-FA2B-03B43A0D9BBF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25F1B2C2-1338-C4C1-46AB-4AD3C4B34D01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8F80F11B-4E1F-2122-1ABA-3B293C7A5C56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61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예시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3" y="802178"/>
            <a:ext cx="4046434" cy="1754326"/>
            <a:chOff x="9079016" y="0"/>
            <a:chExt cx="4046434" cy="17543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046434" cy="17543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</a:t>
              </a:r>
              <a:r>
                <a:rPr lang="en-US" altLang="ko-KR" dirty="0">
                  <a:solidFill>
                    <a:schemeClr val="accent3"/>
                  </a:solidFill>
                </a:rPr>
                <a:t>4</a:t>
              </a:r>
              <a:r>
                <a:rPr lang="ko-KR" altLang="en-US" dirty="0">
                  <a:solidFill>
                    <a:schemeClr val="accent3"/>
                  </a:solidFill>
                </a:rPr>
                <a:t>차 요소</a:t>
              </a:r>
              <a:r>
                <a:rPr lang="en-US" altLang="ko-KR" dirty="0">
                  <a:solidFill>
                    <a:schemeClr val="accent3"/>
                  </a:solidFill>
                </a:rPr>
                <a:t>(</a:t>
              </a:r>
              <a:r>
                <a:rPr lang="ko-KR" altLang="en-US" dirty="0">
                  <a:solidFill>
                    <a:schemeClr val="accent3"/>
                  </a:solidFill>
                </a:rPr>
                <a:t>이전 </a:t>
              </a:r>
              <a:r>
                <a:rPr lang="ko-KR" altLang="en-US" dirty="0" err="1">
                  <a:solidFill>
                    <a:schemeClr val="accent3"/>
                  </a:solidFill>
                </a:rPr>
                <a:t>배달품</a:t>
              </a:r>
              <a:r>
                <a:rPr lang="ko-KR" altLang="en-US" dirty="0">
                  <a:solidFill>
                    <a:schemeClr val="accent3"/>
                  </a:solidFill>
                </a:rPr>
                <a:t> 결과 기반</a:t>
              </a:r>
              <a:r>
                <a:rPr lang="en-US" altLang="ko-KR" dirty="0">
                  <a:solidFill>
                    <a:schemeClr val="accent3"/>
                  </a:solidFill>
                </a:rPr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화살표: 오각형 106">
              <a:extLst>
                <a:ext uri="{FF2B5EF4-FFF2-40B4-BE49-F238E27FC236}">
                  <a16:creationId xmlns:a16="http://schemas.microsoft.com/office/drawing/2014/main" id="{7B7CE380-9A89-F522-64BF-395A3A4E5C83}"/>
                </a:ext>
              </a:extLst>
            </p:cNvPr>
            <p:cNvSpPr/>
            <p:nvPr/>
          </p:nvSpPr>
          <p:spPr>
            <a:xfrm>
              <a:off x="9158812" y="1501064"/>
              <a:ext cx="360815" cy="178894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2F53E-0A4C-3B06-5621-DEF831DE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50CCE7-D789-F958-FE18-20FB92E9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E5601-BF63-7C14-0869-180339AF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258502-3CD9-7354-A75F-84EC7DA7F6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8" name="꺾인 양쪽 화살표 연결선 18">
            <a:extLst>
              <a:ext uri="{FF2B5EF4-FFF2-40B4-BE49-F238E27FC236}">
                <a16:creationId xmlns:a16="http://schemas.microsoft.com/office/drawing/2014/main" id="{672C30D7-39A4-D914-98DE-F181E7279D50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7263443" y="4782829"/>
            <a:ext cx="2846442" cy="76056"/>
          </a:xfrm>
          <a:prstGeom prst="bentConnector3">
            <a:avLst>
              <a:gd name="adj1" fmla="val 80306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1BB14DFA-69A7-8774-FD37-FA7942731017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2079463" y="2843589"/>
            <a:ext cx="231403" cy="82682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D70D6C-0598-9107-86EB-889FACC0D50A}"/>
              </a:ext>
            </a:extLst>
          </p:cNvPr>
          <p:cNvSpPr/>
          <p:nvPr/>
        </p:nvSpPr>
        <p:spPr>
          <a:xfrm>
            <a:off x="5717006" y="3295233"/>
            <a:ext cx="154758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76EA24-2A47-3169-BE91-789DB6904A15}"/>
              </a:ext>
            </a:extLst>
          </p:cNvPr>
          <p:cNvSpPr/>
          <p:nvPr/>
        </p:nvSpPr>
        <p:spPr>
          <a:xfrm>
            <a:off x="5718150" y="4533200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a_c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BA8DB4-685C-5731-74CF-ECCFB6A9BA8F}"/>
              </a:ext>
            </a:extLst>
          </p:cNvPr>
          <p:cNvSpPr/>
          <p:nvPr/>
        </p:nvSpPr>
        <p:spPr>
          <a:xfrm>
            <a:off x="5718150" y="2079439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모래언덕</a:t>
            </a:r>
          </a:p>
        </p:txBody>
      </p:sp>
      <p:cxnSp>
        <p:nvCxnSpPr>
          <p:cNvPr id="13" name="꺾인 양쪽 화살표 연결선 18">
            <a:extLst>
              <a:ext uri="{FF2B5EF4-FFF2-40B4-BE49-F238E27FC236}">
                <a16:creationId xmlns:a16="http://schemas.microsoft.com/office/drawing/2014/main" id="{F7FED407-6194-C4A1-A919-E17E9C5D0467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2079463" y="2689050"/>
            <a:ext cx="755198" cy="1545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E1B3A-57A0-6F62-7C15-DB49CC65674D}"/>
              </a:ext>
            </a:extLst>
          </p:cNvPr>
          <p:cNvSpPr/>
          <p:nvPr/>
        </p:nvSpPr>
        <p:spPr>
          <a:xfrm>
            <a:off x="10109885" y="4457144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15" name="꺾인 양쪽 화살표 연결선 18">
            <a:extLst>
              <a:ext uri="{FF2B5EF4-FFF2-40B4-BE49-F238E27FC236}">
                <a16:creationId xmlns:a16="http://schemas.microsoft.com/office/drawing/2014/main" id="{7B9B968E-E964-C83A-B298-EBAB4E56AEF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7263443" y="2405124"/>
            <a:ext cx="2846442" cy="2377705"/>
          </a:xfrm>
          <a:prstGeom prst="bentConnector3">
            <a:avLst>
              <a:gd name="adj1" fmla="val 86367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7AED7AA5-627F-D397-FF2E-2DE648C0DA38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>
            <a:off x="4271151" y="2689050"/>
            <a:ext cx="1446999" cy="216983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양쪽 화살표 연결선 18">
            <a:extLst>
              <a:ext uri="{FF2B5EF4-FFF2-40B4-BE49-F238E27FC236}">
                <a16:creationId xmlns:a16="http://schemas.microsoft.com/office/drawing/2014/main" id="{B042E00F-CA7A-5DC3-F947-30C44F7B8CD8}"/>
              </a:ext>
            </a:extLst>
          </p:cNvPr>
          <p:cNvCxnSpPr>
            <a:cxnSpLocks/>
            <a:stCxn id="27" idx="3"/>
            <a:endCxn id="10" idx="1"/>
          </p:cNvCxnSpPr>
          <p:nvPr/>
        </p:nvCxnSpPr>
        <p:spPr>
          <a:xfrm>
            <a:off x="4271151" y="2689050"/>
            <a:ext cx="1445855" cy="9318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양쪽 화살표 연결선 18">
            <a:extLst>
              <a:ext uri="{FF2B5EF4-FFF2-40B4-BE49-F238E27FC236}">
                <a16:creationId xmlns:a16="http://schemas.microsoft.com/office/drawing/2014/main" id="{73371379-D3D7-B46C-D3C4-5EFF9411B403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>
          <a:xfrm flipV="1">
            <a:off x="4271151" y="2405124"/>
            <a:ext cx="1446999" cy="2839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D189459-68E5-8073-D27F-67BDF3C247C7}"/>
              </a:ext>
            </a:extLst>
          </p:cNvPr>
          <p:cNvSpPr/>
          <p:nvPr/>
        </p:nvSpPr>
        <p:spPr>
          <a:xfrm>
            <a:off x="5805897" y="1131614"/>
            <a:ext cx="1369798" cy="92769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9BF8B297-AEBE-914B-8A8D-311076EB66CC}"/>
              </a:ext>
            </a:extLst>
          </p:cNvPr>
          <p:cNvSpPr/>
          <p:nvPr/>
        </p:nvSpPr>
        <p:spPr>
          <a:xfrm>
            <a:off x="5805897" y="5224829"/>
            <a:ext cx="1369798" cy="1048329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AB4EC36-920D-7DD9-7EA5-8647899D8214}"/>
              </a:ext>
            </a:extLst>
          </p:cNvPr>
          <p:cNvGrpSpPr/>
          <p:nvPr/>
        </p:nvGrpSpPr>
        <p:grpSpPr>
          <a:xfrm>
            <a:off x="123143" y="802178"/>
            <a:ext cx="4046434" cy="1477328"/>
            <a:chOff x="9079016" y="0"/>
            <a:chExt cx="4046434" cy="14773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A8BCD2-5DA6-52B8-6E8E-C1E55020A4A6}"/>
                </a:ext>
              </a:extLst>
            </p:cNvPr>
            <p:cNvSpPr txBox="1"/>
            <p:nvPr/>
          </p:nvSpPr>
          <p:spPr>
            <a:xfrm>
              <a:off x="9079016" y="0"/>
              <a:ext cx="4046434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23" name="다이아몬드 22">
              <a:extLst>
                <a:ext uri="{FF2B5EF4-FFF2-40B4-BE49-F238E27FC236}">
                  <a16:creationId xmlns:a16="http://schemas.microsoft.com/office/drawing/2014/main" id="{539778D9-184B-2BA7-2E17-C8B52B6A0A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3A13E0-38AE-DD03-5A43-0CD4A7DEAE2A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F91232F-C5E2-E4FF-F4D0-8267BF66380C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2E8A8AC-AFAA-5A55-DC83-188674BC4733}"/>
              </a:ext>
            </a:extLst>
          </p:cNvPr>
          <p:cNvSpPr/>
          <p:nvPr/>
        </p:nvSpPr>
        <p:spPr>
          <a:xfrm>
            <a:off x="181642" y="2444467"/>
            <a:ext cx="1897821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배송지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r>
              <a:rPr lang="ko-KR" altLang="en-US" dirty="0">
                <a:solidFill>
                  <a:srgbClr val="000000"/>
                </a:solidFill>
              </a:rPr>
              <a:t>임을 파악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4A7FFC9-70F9-380D-C10E-540E89FC8313}"/>
              </a:ext>
            </a:extLst>
          </p:cNvPr>
          <p:cNvSpPr/>
          <p:nvPr/>
        </p:nvSpPr>
        <p:spPr>
          <a:xfrm>
            <a:off x="2834661" y="2363365"/>
            <a:ext cx="143649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70B7E1-31EA-C744-BE68-305596664376}"/>
              </a:ext>
            </a:extLst>
          </p:cNvPr>
          <p:cNvSpPr/>
          <p:nvPr/>
        </p:nvSpPr>
        <p:spPr>
          <a:xfrm>
            <a:off x="2310866" y="3066639"/>
            <a:ext cx="2484081" cy="120754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경로를 보여는 주지만 실제로는 가기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어려움도 알려줌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AFC08EDB-0E0B-2F09-BE56-EE890B357D4E}"/>
              </a:ext>
            </a:extLst>
          </p:cNvPr>
          <p:cNvCxnSpPr>
            <a:cxnSpLocks/>
            <a:stCxn id="30" idx="2"/>
            <a:endCxn id="14" idx="1"/>
          </p:cNvCxnSpPr>
          <p:nvPr/>
        </p:nvCxnSpPr>
        <p:spPr>
          <a:xfrm rot="10800000" flipH="1" flipV="1">
            <a:off x="7263443" y="3620917"/>
            <a:ext cx="2846442" cy="1161911"/>
          </a:xfrm>
          <a:prstGeom prst="bentConnector3">
            <a:avLst>
              <a:gd name="adj1" fmla="val 3581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597AC725-04F4-6C21-1FED-1681C16D7E69}"/>
              </a:ext>
            </a:extLst>
          </p:cNvPr>
          <p:cNvSpPr/>
          <p:nvPr/>
        </p:nvSpPr>
        <p:spPr>
          <a:xfrm>
            <a:off x="7263443" y="2888906"/>
            <a:ext cx="2329131" cy="1464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ko-KR" altLang="en-US" sz="1400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6/5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방향 회전율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3/2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16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r>
              <a:rPr lang="en-US" altLang="ko-KR" dirty="0">
                <a:solidFill>
                  <a:schemeClr val="accent3"/>
                </a:solidFill>
              </a:rPr>
              <a:t>***</a:t>
            </a:r>
            <a:r>
              <a:rPr lang="ko-KR" altLang="en-US" dirty="0">
                <a:solidFill>
                  <a:schemeClr val="accent3"/>
                </a:solidFill>
              </a:rPr>
              <a:t>방해를 진행할지 방해보다 조금 더 </a:t>
            </a:r>
            <a:r>
              <a:rPr lang="ko-KR" altLang="en-US" dirty="0" err="1">
                <a:solidFill>
                  <a:schemeClr val="accent3"/>
                </a:solidFill>
              </a:rPr>
              <a:t>역동적인걸</a:t>
            </a:r>
            <a:r>
              <a:rPr lang="ko-KR" altLang="en-US" dirty="0">
                <a:solidFill>
                  <a:schemeClr val="accent3"/>
                </a:solidFill>
              </a:rPr>
              <a:t> 진행할지 고민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en-US" altLang="ko-KR" dirty="0">
                <a:solidFill>
                  <a:schemeClr val="accent3"/>
                </a:solidFill>
              </a:rPr>
              <a:t>**</a:t>
            </a:r>
            <a:r>
              <a:rPr lang="ko-KR" altLang="en-US" dirty="0">
                <a:solidFill>
                  <a:schemeClr val="accent3"/>
                </a:solidFill>
              </a:rPr>
              <a:t>인식범위</a:t>
            </a:r>
            <a:r>
              <a:rPr lang="en-US" altLang="ko-KR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chemeClr val="accent3"/>
                </a:solidFill>
              </a:rPr>
              <a:t>지정</a:t>
            </a: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53" idx="0"/>
            <a:endCxn id="8" idx="1"/>
          </p:cNvCxnSpPr>
          <p:nvPr/>
        </p:nvCxnSpPr>
        <p:spPr>
          <a:xfrm flipH="1">
            <a:off x="5497981" y="3097413"/>
            <a:ext cx="454245" cy="1235340"/>
          </a:xfrm>
          <a:prstGeom prst="bentConnector5">
            <a:avLst>
              <a:gd name="adj1" fmla="val -50325"/>
              <a:gd name="adj2" fmla="val 48336"/>
              <a:gd name="adj3" fmla="val 15032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239516" y="4936242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15144" y="4936242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1E934-0DB7-BF98-4139-65FB026DAD0D}"/>
              </a:ext>
            </a:extLst>
          </p:cNvPr>
          <p:cNvSpPr/>
          <p:nvPr/>
        </p:nvSpPr>
        <p:spPr>
          <a:xfrm>
            <a:off x="7032561" y="4524223"/>
            <a:ext cx="2138250" cy="9275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다시 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꺾인 양쪽 화살표 연결선 18">
            <a:extLst>
              <a:ext uri="{FF2B5EF4-FFF2-40B4-BE49-F238E27FC236}">
                <a16:creationId xmlns:a16="http://schemas.microsoft.com/office/drawing/2014/main" id="{F1A5FC15-967B-2542-3F7E-6D0CAFEBB782}"/>
              </a:ext>
            </a:extLst>
          </p:cNvPr>
          <p:cNvCxnSpPr>
            <a:cxnSpLocks/>
            <a:stCxn id="3" idx="3"/>
            <a:endCxn id="125" idx="1"/>
          </p:cNvCxnSpPr>
          <p:nvPr/>
        </p:nvCxnSpPr>
        <p:spPr>
          <a:xfrm flipV="1">
            <a:off x="9170811" y="3442512"/>
            <a:ext cx="219053" cy="154549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011269-E8CD-8A50-6F63-B6152B5116A8}"/>
              </a:ext>
            </a:extLst>
          </p:cNvPr>
          <p:cNvSpPr/>
          <p:nvPr/>
        </p:nvSpPr>
        <p:spPr>
          <a:xfrm>
            <a:off x="5497981" y="3946554"/>
            <a:ext cx="1196038" cy="772398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일시 중지</a:t>
            </a:r>
            <a:r>
              <a:rPr lang="en-US" altLang="ko-KR" dirty="0">
                <a:solidFill>
                  <a:srgbClr val="000000"/>
                </a:solidFill>
              </a:rPr>
              <a:t>[3T]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BF9AC59B-3E47-B1AF-0545-BB7E65B62E0F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6694019" y="4332753"/>
            <a:ext cx="338542" cy="65525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394CC3-10BC-21B8-5839-6A451024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화물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90B1DD-DAC9-A671-91FC-062941EB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개념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플레이어가 </a:t>
            </a:r>
            <a:r>
              <a:rPr lang="ko-KR" altLang="en-US" sz="1600" dirty="0" err="1"/>
              <a:t>안전히</a:t>
            </a:r>
            <a:r>
              <a:rPr lang="ko-KR" altLang="en-US" sz="1600" dirty="0"/>
              <a:t> 목적지까지 운반해야 하는 오브젝트로</a:t>
            </a:r>
            <a:r>
              <a:rPr lang="en-US" altLang="ko-KR" sz="1600" dirty="0"/>
              <a:t>, </a:t>
            </a:r>
            <a:r>
              <a:rPr lang="ko-KR" altLang="en-US" sz="1600" dirty="0"/>
              <a:t>종류에 따라 다른 생물들의 다른 반응을 이끌어낼 수 있음</a:t>
            </a:r>
            <a:r>
              <a:rPr lang="en-US" altLang="ko-KR" sz="1600" dirty="0"/>
              <a:t>. </a:t>
            </a:r>
            <a:br>
              <a:rPr lang="en-US" altLang="ko-KR" sz="1600" dirty="0"/>
            </a:br>
            <a:r>
              <a:rPr lang="ko-KR" altLang="en-US" sz="1600" dirty="0"/>
              <a:t>화물의 상태는 일반</a:t>
            </a:r>
            <a:r>
              <a:rPr lang="en-US" altLang="ko-KR" sz="1600" dirty="0"/>
              <a:t>, </a:t>
            </a:r>
            <a:r>
              <a:rPr lang="ko-KR" altLang="en-US" sz="1600" dirty="0"/>
              <a:t>파손</a:t>
            </a:r>
            <a:r>
              <a:rPr lang="en-US" altLang="ko-KR" sz="1600" dirty="0"/>
              <a:t>, </a:t>
            </a:r>
            <a:r>
              <a:rPr lang="ko-KR" altLang="en-US" sz="1600" dirty="0"/>
              <a:t>운반</a:t>
            </a:r>
            <a:r>
              <a:rPr lang="en-US" altLang="ko-KR" sz="1600" dirty="0"/>
              <a:t>, </a:t>
            </a:r>
            <a:r>
              <a:rPr lang="ko-KR" altLang="en-US" sz="1600" dirty="0"/>
              <a:t>소실 상태가 있음</a:t>
            </a:r>
            <a:br>
              <a:rPr lang="en-US" altLang="ko-KR" sz="1600" dirty="0"/>
            </a:br>
            <a:r>
              <a:rPr lang="ko-KR" altLang="en-US" sz="1600" dirty="0"/>
              <a:t>일반은 특수한 특징 없이 오로지 생물 반응만 이끌어내는 화물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파손은 운반 중인 화물이 어떤 이유로 인해 플레이어의 손에서 바닥으로 떨어져 즉시 파괴된 상태의 화물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운반은 플레이어 중 한 명이 화물을 집어 이동 중인 화물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소실은 어떤 이유로 플레이어의 손에서 화물이 떨어져 즉시 파괴되지는 않으나 일정 시간 이후 사라지니 화물</a:t>
            </a:r>
            <a:r>
              <a:rPr lang="en-US" altLang="ko-KR" sz="1600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600" dirty="0"/>
              <a:t>동작원리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추가 설정이 없다면 모든 화물은 기본적으로 일반 화물임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파손 가능한 화물은 플레이어에게서 떨어진 이후 바닥을 포함한 모든 오브젝트에 닿는 즉시 파괴됨</a:t>
            </a:r>
            <a:r>
              <a:rPr lang="en-US" altLang="ko-KR" sz="1600" dirty="0"/>
              <a:t>. </a:t>
            </a:r>
            <a:r>
              <a:rPr lang="ko-KR" altLang="en-US" sz="1600" dirty="0"/>
              <a:t>파괴된 화물은 다시 집어들 수 없고 파괴된 상태 후 </a:t>
            </a:r>
            <a:r>
              <a:rPr lang="en-US" altLang="ko-KR" sz="1600" dirty="0"/>
              <a:t>5</a:t>
            </a:r>
            <a:r>
              <a:rPr lang="ko-KR" altLang="en-US" sz="1600" dirty="0"/>
              <a:t>초 경과 시 해당 객체는 삭제됨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플레이어 한 명이 운반 중인 화물은 다른 플레이어가 강제로 상호작용 시 </a:t>
            </a:r>
            <a:r>
              <a:rPr lang="en-US" altLang="ko-KR" sz="1600" dirty="0"/>
              <a:t>40%</a:t>
            </a:r>
            <a:r>
              <a:rPr lang="ko-KR" altLang="en-US" sz="1600" dirty="0"/>
              <a:t>의 확률로 운반자가 변경됨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소실은 모든 화물에 발생할 수 있음</a:t>
            </a:r>
            <a:r>
              <a:rPr lang="en-US" altLang="ko-KR" sz="1600" dirty="0"/>
              <a:t>. </a:t>
            </a:r>
            <a:r>
              <a:rPr lang="ko-KR" altLang="en-US" sz="1600" dirty="0"/>
              <a:t>플레이어가 한 번 집어 올린 화물은 플레이어에게서 떨어진 순간부터 </a:t>
            </a:r>
            <a:r>
              <a:rPr lang="en-US" altLang="ko-KR" sz="1600" dirty="0"/>
              <a:t>7</a:t>
            </a:r>
            <a:r>
              <a:rPr lang="ko-KR" altLang="en-US" sz="1600" dirty="0"/>
              <a:t>초 이내 다시 상호작용하지 않으면 소멸함</a:t>
            </a:r>
            <a:r>
              <a:rPr lang="en-US" altLang="ko-KR" sz="1600" dirty="0"/>
              <a:t>. </a:t>
            </a:r>
            <a:r>
              <a:rPr lang="ko-KR" altLang="en-US" sz="1600" dirty="0"/>
              <a:t>단</a:t>
            </a:r>
            <a:r>
              <a:rPr lang="en-US" altLang="ko-KR" sz="1600" dirty="0"/>
              <a:t>, </a:t>
            </a:r>
            <a:r>
              <a:rPr lang="ko-KR" altLang="en-US" sz="1600" dirty="0"/>
              <a:t>다른 플레이어에 의해 운반자가 강제로 변경된 경우는 소실로 판단하지 않음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정상적인 배달을 위해 화물이 소실되거나 파손되면 기지로 돌아가 동일한 화물을 지급받아 다시 배달을 진행해야 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95AB8F-13DE-0D55-68E5-F0105A1247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10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F6E8-65C3-9037-AE29-04FFCF1F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88206-DB11-0447-4AC5-DF6B8A89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053F0-DAE6-8A2D-16AD-4EEEE2055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5022D-DC77-8C3C-1955-75A17E47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9F86C96-9791-534A-8875-06BFEE1624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4277FD-D192-29CD-1D77-35DF091CE988}"/>
              </a:ext>
            </a:extLst>
          </p:cNvPr>
          <p:cNvSpPr/>
          <p:nvPr/>
        </p:nvSpPr>
        <p:spPr>
          <a:xfrm>
            <a:off x="4403760" y="969805"/>
            <a:ext cx="118230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화물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ED6CF1-9692-CFE0-59F1-0EF558794EAA}"/>
              </a:ext>
            </a:extLst>
          </p:cNvPr>
          <p:cNvSpPr/>
          <p:nvPr/>
        </p:nvSpPr>
        <p:spPr>
          <a:xfrm>
            <a:off x="4549240" y="2172991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자극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530A37-33A3-BC22-C029-965C0768E01A}"/>
              </a:ext>
            </a:extLst>
          </p:cNvPr>
          <p:cNvSpPr/>
          <p:nvPr/>
        </p:nvSpPr>
        <p:spPr>
          <a:xfrm>
            <a:off x="3361954" y="2172992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종류</a:t>
            </a:r>
          </a:p>
        </p:txBody>
      </p:sp>
      <p:cxnSp>
        <p:nvCxnSpPr>
          <p:cNvPr id="40" name="꺾인 양쪽 화살표 연결선 18">
            <a:extLst>
              <a:ext uri="{FF2B5EF4-FFF2-40B4-BE49-F238E27FC236}">
                <a16:creationId xmlns:a16="http://schemas.microsoft.com/office/drawing/2014/main" id="{8FAFFBB6-2B08-F741-B67C-99A1DA833104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4583052" y="1761128"/>
            <a:ext cx="761393" cy="6233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양쪽 화살표 연결선 18">
            <a:extLst>
              <a:ext uri="{FF2B5EF4-FFF2-40B4-BE49-F238E27FC236}">
                <a16:creationId xmlns:a16="http://schemas.microsoft.com/office/drawing/2014/main" id="{702E3B7F-6B57-325E-53B2-C9F964AC16D4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 rot="5400000">
            <a:off x="3989408" y="1167486"/>
            <a:ext cx="761394" cy="124961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AC9EF3D-06CA-0213-91C5-B884F1AFB4CC}"/>
              </a:ext>
            </a:extLst>
          </p:cNvPr>
          <p:cNvSpPr/>
          <p:nvPr/>
        </p:nvSpPr>
        <p:spPr>
          <a:xfrm>
            <a:off x="3751818" y="4862448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후각 자극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E39A05E-48EB-0E1D-0F95-09483D6429F5}"/>
              </a:ext>
            </a:extLst>
          </p:cNvPr>
          <p:cNvSpPr/>
          <p:nvPr/>
        </p:nvSpPr>
        <p:spPr>
          <a:xfrm>
            <a:off x="2430604" y="4866762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시각 자극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D6114FC-EFF4-7353-2914-C436755D834D}"/>
              </a:ext>
            </a:extLst>
          </p:cNvPr>
          <p:cNvSpPr/>
          <p:nvPr/>
        </p:nvSpPr>
        <p:spPr>
          <a:xfrm>
            <a:off x="5073032" y="4862448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진동 자극</a:t>
            </a:r>
          </a:p>
        </p:txBody>
      </p: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9F9FF3BA-8AE3-ACE3-036B-4BD69B488197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 rot="5400000">
            <a:off x="2785180" y="2719360"/>
            <a:ext cx="2251978" cy="2042827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양쪽 화살표 연결선 18">
            <a:extLst>
              <a:ext uri="{FF2B5EF4-FFF2-40B4-BE49-F238E27FC236}">
                <a16:creationId xmlns:a16="http://schemas.microsoft.com/office/drawing/2014/main" id="{DE82D0C6-B284-AF71-BCCD-353C83EF9615}"/>
              </a:ext>
            </a:extLst>
          </p:cNvPr>
          <p:cNvCxnSpPr>
            <a:cxnSpLocks/>
            <a:stCxn id="13" idx="2"/>
            <a:endCxn id="63" idx="0"/>
          </p:cNvCxnSpPr>
          <p:nvPr/>
        </p:nvCxnSpPr>
        <p:spPr>
          <a:xfrm rot="16200000" flipH="1">
            <a:off x="4108550" y="3438815"/>
            <a:ext cx="2247664" cy="5996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양쪽 화살표 연결선 18">
            <a:extLst>
              <a:ext uri="{FF2B5EF4-FFF2-40B4-BE49-F238E27FC236}">
                <a16:creationId xmlns:a16="http://schemas.microsoft.com/office/drawing/2014/main" id="{24C3C693-A8B4-4B4B-D299-2ADBC7A1154F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 rot="5400000">
            <a:off x="3447944" y="3377810"/>
            <a:ext cx="2247664" cy="72161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6D1C16-D95B-7C5C-DCFE-7D3DDF5CEDA5}"/>
              </a:ext>
            </a:extLst>
          </p:cNvPr>
          <p:cNvSpPr/>
          <p:nvPr/>
        </p:nvSpPr>
        <p:spPr>
          <a:xfrm>
            <a:off x="1876242" y="3108401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일반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A04A49-7BAA-5140-2F24-0B986C8F2FEF}"/>
              </a:ext>
            </a:extLst>
          </p:cNvPr>
          <p:cNvSpPr/>
          <p:nvPr/>
        </p:nvSpPr>
        <p:spPr>
          <a:xfrm>
            <a:off x="3048223" y="3108401"/>
            <a:ext cx="118393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파손 주의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BEAF4B-A08E-C9AC-9435-755E4A41CF48}"/>
              </a:ext>
            </a:extLst>
          </p:cNvPr>
          <p:cNvSpPr/>
          <p:nvPr/>
        </p:nvSpPr>
        <p:spPr>
          <a:xfrm>
            <a:off x="7606517" y="3969524"/>
            <a:ext cx="99113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운반 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7B3033-6FB7-621E-264F-C5C059E598FA}"/>
              </a:ext>
            </a:extLst>
          </p:cNvPr>
          <p:cNvSpPr/>
          <p:nvPr/>
        </p:nvSpPr>
        <p:spPr>
          <a:xfrm>
            <a:off x="8869229" y="3969524"/>
            <a:ext cx="94633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파손됨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77C563C-C421-1004-6BA4-3BE621F27E17}"/>
              </a:ext>
            </a:extLst>
          </p:cNvPr>
          <p:cNvSpPr/>
          <p:nvPr/>
        </p:nvSpPr>
        <p:spPr>
          <a:xfrm>
            <a:off x="5736525" y="2170833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237FD5E-205D-1991-C077-FDB5EBCFB962}"/>
              </a:ext>
            </a:extLst>
          </p:cNvPr>
          <p:cNvSpPr/>
          <p:nvPr/>
        </p:nvSpPr>
        <p:spPr>
          <a:xfrm>
            <a:off x="10087145" y="3969524"/>
            <a:ext cx="101791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소실 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1C5AB73-A33E-FEBD-F66A-E0360558B0D4}"/>
              </a:ext>
            </a:extLst>
          </p:cNvPr>
          <p:cNvSpPr/>
          <p:nvPr/>
        </p:nvSpPr>
        <p:spPr>
          <a:xfrm>
            <a:off x="5860203" y="3969523"/>
            <a:ext cx="1474736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상호작용 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8" name="꺾인 양쪽 화살표 연결선 18">
            <a:extLst>
              <a:ext uri="{FF2B5EF4-FFF2-40B4-BE49-F238E27FC236}">
                <a16:creationId xmlns:a16="http://schemas.microsoft.com/office/drawing/2014/main" id="{1656F0E8-131B-38B0-160C-687B9C441F14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 rot="5400000">
            <a:off x="2755632" y="2118737"/>
            <a:ext cx="493616" cy="148571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양쪽 화살표 연결선 18">
            <a:extLst>
              <a:ext uri="{FF2B5EF4-FFF2-40B4-BE49-F238E27FC236}">
                <a16:creationId xmlns:a16="http://schemas.microsoft.com/office/drawing/2014/main" id="{750EFA3D-16EC-CB07-2683-959075468BEC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rot="5400000">
            <a:off x="3445936" y="2809041"/>
            <a:ext cx="493616" cy="10510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양쪽 화살표 연결선 18">
            <a:extLst>
              <a:ext uri="{FF2B5EF4-FFF2-40B4-BE49-F238E27FC236}">
                <a16:creationId xmlns:a16="http://schemas.microsoft.com/office/drawing/2014/main" id="{B169CCEB-FA59-58E7-482E-27469D79B11D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rot="16200000" flipH="1">
            <a:off x="5680271" y="3052222"/>
            <a:ext cx="1356897" cy="47770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99C0381F-901E-509C-FEDF-DA87AB338519}"/>
              </a:ext>
            </a:extLst>
          </p:cNvPr>
          <p:cNvCxnSpPr>
            <a:cxnSpLocks/>
            <a:stCxn id="41" idx="2"/>
            <a:endCxn id="34" idx="0"/>
          </p:cNvCxnSpPr>
          <p:nvPr/>
        </p:nvCxnSpPr>
        <p:spPr>
          <a:xfrm rot="16200000" flipH="1">
            <a:off x="6432526" y="2299966"/>
            <a:ext cx="1356898" cy="1982217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양쪽 화살표 연결선 18">
            <a:extLst>
              <a:ext uri="{FF2B5EF4-FFF2-40B4-BE49-F238E27FC236}">
                <a16:creationId xmlns:a16="http://schemas.microsoft.com/office/drawing/2014/main" id="{6AC9F1C6-EB99-E689-B752-3CFEE0DD44CE}"/>
              </a:ext>
            </a:extLst>
          </p:cNvPr>
          <p:cNvCxnSpPr>
            <a:cxnSpLocks/>
            <a:stCxn id="41" idx="2"/>
            <a:endCxn id="38" idx="0"/>
          </p:cNvCxnSpPr>
          <p:nvPr/>
        </p:nvCxnSpPr>
        <p:spPr>
          <a:xfrm rot="16200000" flipH="1">
            <a:off x="7052683" y="1679809"/>
            <a:ext cx="1356898" cy="32225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양쪽 화살표 연결선 18">
            <a:extLst>
              <a:ext uri="{FF2B5EF4-FFF2-40B4-BE49-F238E27FC236}">
                <a16:creationId xmlns:a16="http://schemas.microsoft.com/office/drawing/2014/main" id="{01C90099-2CB7-BAA5-F5FF-2DF678D4727D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rot="16200000" flipH="1">
            <a:off x="7679536" y="1052956"/>
            <a:ext cx="1356898" cy="4476237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양쪽 화살표 연결선 18">
            <a:extLst>
              <a:ext uri="{FF2B5EF4-FFF2-40B4-BE49-F238E27FC236}">
                <a16:creationId xmlns:a16="http://schemas.microsoft.com/office/drawing/2014/main" id="{DD692EE0-DAD5-2E89-9A79-75FB66F190D7}"/>
              </a:ext>
            </a:extLst>
          </p:cNvPr>
          <p:cNvCxnSpPr>
            <a:cxnSpLocks/>
            <a:stCxn id="8" idx="2"/>
            <a:endCxn id="41" idx="0"/>
          </p:cNvCxnSpPr>
          <p:nvPr/>
        </p:nvCxnSpPr>
        <p:spPr>
          <a:xfrm rot="16200000" flipH="1">
            <a:off x="5177773" y="1228738"/>
            <a:ext cx="759235" cy="112495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0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B4486-62EE-4F69-DAC1-7CBB9C91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화물 종류 별 데이터 테이블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112BD0-5142-B555-B1C3-C623432A7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16816" y="1825625"/>
            <a:ext cx="3336984" cy="4351338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최솟값 </a:t>
            </a:r>
            <a:r>
              <a:rPr lang="en-US" altLang="ko-KR" sz="1800" dirty="0"/>
              <a:t>= 0, </a:t>
            </a:r>
            <a:r>
              <a:rPr lang="ko-KR" altLang="en-US" sz="1800" dirty="0"/>
              <a:t>최댓값 </a:t>
            </a:r>
            <a:r>
              <a:rPr lang="en-US" altLang="ko-KR" sz="1800" dirty="0"/>
              <a:t>= 100</a:t>
            </a:r>
          </a:p>
          <a:p>
            <a:r>
              <a:rPr lang="en-US" altLang="ko-KR" sz="1800" dirty="0"/>
              <a:t>0 = </a:t>
            </a:r>
            <a:r>
              <a:rPr lang="ko-KR" altLang="en-US" sz="1800" dirty="0"/>
              <a:t>게임 내에서 상호작용이 없음을 의미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08382-8421-3C95-54B7-8F8C5B52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FD169-B2FC-1508-28E5-5ADFD900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8B6D79-8A89-4F2D-BE63-62D5793D2B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내용 개체 틀 1">
            <a:extLst>
              <a:ext uri="{FF2B5EF4-FFF2-40B4-BE49-F238E27FC236}">
                <a16:creationId xmlns:a16="http://schemas.microsoft.com/office/drawing/2014/main" id="{13C7B6E4-828B-FDEE-ED26-B65341A3C5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450040"/>
              </p:ext>
            </p:extLst>
          </p:nvPr>
        </p:nvGraphicFramePr>
        <p:xfrm>
          <a:off x="1298276" y="2006052"/>
          <a:ext cx="5953025" cy="2845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605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082165443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142584066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냄새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보여지는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97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17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25168-84E7-44A0-0E0D-B20A0EAD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31240-481A-11A9-533C-BE222CE2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B50EF-03B8-FF17-0987-E3A2055F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19D480-DDE6-E044-E9D8-D2F93D9DE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D3ADD4-7EA4-564C-8572-29B9D36D6831}"/>
              </a:ext>
            </a:extLst>
          </p:cNvPr>
          <p:cNvSpPr/>
          <p:nvPr/>
        </p:nvSpPr>
        <p:spPr>
          <a:xfrm>
            <a:off x="5214705" y="987058"/>
            <a:ext cx="1182307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생물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9" name="꺾인 양쪽 화살표 연결선 18">
            <a:extLst>
              <a:ext uri="{FF2B5EF4-FFF2-40B4-BE49-F238E27FC236}">
                <a16:creationId xmlns:a16="http://schemas.microsoft.com/office/drawing/2014/main" id="{8DC84758-F674-EBEF-9484-045D5F25D556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4300173" y="319939"/>
            <a:ext cx="396774" cy="26145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012682-FAFB-E07F-29E5-DA09895BB6BB}"/>
              </a:ext>
            </a:extLst>
          </p:cNvPr>
          <p:cNvSpPr/>
          <p:nvPr/>
        </p:nvSpPr>
        <p:spPr>
          <a:xfrm>
            <a:off x="2558143" y="1825625"/>
            <a:ext cx="126623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물리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EA6DA5-CF8B-C0DB-799E-2A63CF65FC9F}"/>
              </a:ext>
            </a:extLst>
          </p:cNvPr>
          <p:cNvSpPr/>
          <p:nvPr/>
        </p:nvSpPr>
        <p:spPr>
          <a:xfrm>
            <a:off x="8252382" y="2782598"/>
            <a:ext cx="91830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반응도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8A3A96-6721-85BB-D1B7-BCA8606F5277}"/>
              </a:ext>
            </a:extLst>
          </p:cNvPr>
          <p:cNvSpPr/>
          <p:nvPr/>
        </p:nvSpPr>
        <p:spPr>
          <a:xfrm>
            <a:off x="2730876" y="2782602"/>
            <a:ext cx="918302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공격력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566D65-E40D-FC01-76F8-02FBA7478E8D}"/>
              </a:ext>
            </a:extLst>
          </p:cNvPr>
          <p:cNvSpPr/>
          <p:nvPr/>
        </p:nvSpPr>
        <p:spPr>
          <a:xfrm>
            <a:off x="4102682" y="2782601"/>
            <a:ext cx="1097325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이동속도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3112D3-E339-CE09-DCBC-D6D2D8343D95}"/>
              </a:ext>
            </a:extLst>
          </p:cNvPr>
          <p:cNvSpPr/>
          <p:nvPr/>
        </p:nvSpPr>
        <p:spPr>
          <a:xfrm>
            <a:off x="7031056" y="2782598"/>
            <a:ext cx="766684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3397A29-390C-33DB-7B4F-D5DCBAF1870A}"/>
              </a:ext>
            </a:extLst>
          </p:cNvPr>
          <p:cNvSpPr/>
          <p:nvPr/>
        </p:nvSpPr>
        <p:spPr>
          <a:xfrm>
            <a:off x="1523678" y="2782603"/>
            <a:ext cx="75369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체력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6" name="꺾인 양쪽 화살표 연결선 18">
            <a:extLst>
              <a:ext uri="{FF2B5EF4-FFF2-40B4-BE49-F238E27FC236}">
                <a16:creationId xmlns:a16="http://schemas.microsoft.com/office/drawing/2014/main" id="{B33F4835-4A9A-2102-8269-A52B661892A2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 rot="5400000">
            <a:off x="2288301" y="1879643"/>
            <a:ext cx="515185" cy="129073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78A43A62-0F9D-F60A-7890-A69085D15A5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933052" y="2524394"/>
            <a:ext cx="515184" cy="123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양쪽 화살표 연결선 18">
            <a:extLst>
              <a:ext uri="{FF2B5EF4-FFF2-40B4-BE49-F238E27FC236}">
                <a16:creationId xmlns:a16="http://schemas.microsoft.com/office/drawing/2014/main" id="{EE1BB9E2-BF64-36D0-3D05-9AF33D77D4E9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3663711" y="1794966"/>
            <a:ext cx="515183" cy="146008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52A754-9590-8DB1-9452-AE741BD65473}"/>
              </a:ext>
            </a:extLst>
          </p:cNvPr>
          <p:cNvSpPr/>
          <p:nvPr/>
        </p:nvSpPr>
        <p:spPr>
          <a:xfrm>
            <a:off x="7107159" y="1825621"/>
            <a:ext cx="1675969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상호작용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 err="1">
                <a:solidFill>
                  <a:srgbClr val="000000"/>
                </a:solidFill>
              </a:rPr>
              <a:t>스탯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37" name="꺾인 양쪽 화살표 연결선 18">
            <a:extLst>
              <a:ext uri="{FF2B5EF4-FFF2-40B4-BE49-F238E27FC236}">
                <a16:creationId xmlns:a16="http://schemas.microsoft.com/office/drawing/2014/main" id="{A2E4EFDC-011A-FE63-89A8-3A71ACEEC399}"/>
              </a:ext>
            </a:extLst>
          </p:cNvPr>
          <p:cNvCxnSpPr>
            <a:cxnSpLocks/>
            <a:stCxn id="8" idx="2"/>
            <a:endCxn id="36" idx="0"/>
          </p:cNvCxnSpPr>
          <p:nvPr/>
        </p:nvCxnSpPr>
        <p:spPr>
          <a:xfrm rot="16200000" flipH="1">
            <a:off x="6677116" y="557593"/>
            <a:ext cx="396770" cy="213928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양쪽 화살표 연결선 18">
            <a:extLst>
              <a:ext uri="{FF2B5EF4-FFF2-40B4-BE49-F238E27FC236}">
                <a16:creationId xmlns:a16="http://schemas.microsoft.com/office/drawing/2014/main" id="{2696716A-4AD3-7FF5-4C3F-CABBE0838864}"/>
              </a:ext>
            </a:extLst>
          </p:cNvPr>
          <p:cNvCxnSpPr>
            <a:cxnSpLocks/>
            <a:stCxn id="36" idx="2"/>
            <a:endCxn id="13" idx="0"/>
          </p:cNvCxnSpPr>
          <p:nvPr/>
        </p:nvCxnSpPr>
        <p:spPr>
          <a:xfrm rot="16200000" flipH="1">
            <a:off x="8070746" y="2141811"/>
            <a:ext cx="515184" cy="76638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양쪽 화살표 연결선 18">
            <a:extLst>
              <a:ext uri="{FF2B5EF4-FFF2-40B4-BE49-F238E27FC236}">
                <a16:creationId xmlns:a16="http://schemas.microsoft.com/office/drawing/2014/main" id="{22041EB2-EABF-E94E-A16E-5C19F7EAB0F0}"/>
              </a:ext>
            </a:extLst>
          </p:cNvPr>
          <p:cNvCxnSpPr>
            <a:cxnSpLocks/>
            <a:stCxn id="36" idx="2"/>
            <a:endCxn id="19" idx="0"/>
          </p:cNvCxnSpPr>
          <p:nvPr/>
        </p:nvCxnSpPr>
        <p:spPr>
          <a:xfrm rot="5400000">
            <a:off x="7422179" y="2259633"/>
            <a:ext cx="515184" cy="53074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47AA5C4-14BD-BC3D-CBD9-E6B9B914F62B}"/>
              </a:ext>
            </a:extLst>
          </p:cNvPr>
          <p:cNvSpPr/>
          <p:nvPr/>
        </p:nvSpPr>
        <p:spPr>
          <a:xfrm>
            <a:off x="3139397" y="3739575"/>
            <a:ext cx="1179560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배회 속도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BD4CD1B-3220-C314-01FA-F57A0DA61204}"/>
              </a:ext>
            </a:extLst>
          </p:cNvPr>
          <p:cNvSpPr/>
          <p:nvPr/>
        </p:nvSpPr>
        <p:spPr>
          <a:xfrm>
            <a:off x="4738158" y="3739575"/>
            <a:ext cx="1748903" cy="44179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추격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도망 속도</a:t>
            </a:r>
          </a:p>
        </p:txBody>
      </p:sp>
      <p:cxnSp>
        <p:nvCxnSpPr>
          <p:cNvPr id="50" name="꺾인 양쪽 화살표 연결선 18">
            <a:extLst>
              <a:ext uri="{FF2B5EF4-FFF2-40B4-BE49-F238E27FC236}">
                <a16:creationId xmlns:a16="http://schemas.microsoft.com/office/drawing/2014/main" id="{3FD3F5F4-C914-57C6-88AF-3621FBA3D55E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 rot="5400000">
            <a:off x="3932671" y="3020900"/>
            <a:ext cx="515181" cy="9221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양쪽 화살표 연결선 18">
            <a:extLst>
              <a:ext uri="{FF2B5EF4-FFF2-40B4-BE49-F238E27FC236}">
                <a16:creationId xmlns:a16="http://schemas.microsoft.com/office/drawing/2014/main" id="{9E9CF1A6-B0D7-20DE-12B4-B0FFBDF0A2B8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 rot="16200000" flipH="1">
            <a:off x="4874387" y="3001351"/>
            <a:ext cx="515181" cy="96126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BFC6BE2-4EF1-7BED-FDEB-32DECCBDB0F4}"/>
              </a:ext>
            </a:extLst>
          </p:cNvPr>
          <p:cNvSpPr/>
          <p:nvPr/>
        </p:nvSpPr>
        <p:spPr>
          <a:xfrm>
            <a:off x="7278958" y="3739575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후각 반응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B293FE-EAEE-CE0C-6C0B-342CCD584EA6}"/>
              </a:ext>
            </a:extLst>
          </p:cNvPr>
          <p:cNvSpPr/>
          <p:nvPr/>
        </p:nvSpPr>
        <p:spPr>
          <a:xfrm>
            <a:off x="8572611" y="3739574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시각 반응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F3472ED-FA29-CBB1-4532-56A01D65F4CB}"/>
              </a:ext>
            </a:extLst>
          </p:cNvPr>
          <p:cNvSpPr/>
          <p:nvPr/>
        </p:nvSpPr>
        <p:spPr>
          <a:xfrm>
            <a:off x="9866264" y="3739573"/>
            <a:ext cx="918302" cy="64765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진동 </a:t>
            </a:r>
            <a:r>
              <a:rPr lang="ko-KR" altLang="en-US" dirty="0">
                <a:solidFill>
                  <a:srgbClr val="000000"/>
                </a:solidFill>
              </a:rPr>
              <a:t>반응</a:t>
            </a:r>
          </a:p>
        </p:txBody>
      </p: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F6F0DDE9-BDCF-DC90-E66A-73403300DB16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 rot="16200000" flipH="1">
            <a:off x="8614056" y="3321867"/>
            <a:ext cx="515183" cy="32022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양쪽 화살표 연결선 18">
            <a:extLst>
              <a:ext uri="{FF2B5EF4-FFF2-40B4-BE49-F238E27FC236}">
                <a16:creationId xmlns:a16="http://schemas.microsoft.com/office/drawing/2014/main" id="{D3727766-635A-637B-F616-13D43B88397D}"/>
              </a:ext>
            </a:extLst>
          </p:cNvPr>
          <p:cNvCxnSpPr>
            <a:cxnSpLocks/>
            <a:stCxn id="13" idx="2"/>
            <a:endCxn id="63" idx="0"/>
          </p:cNvCxnSpPr>
          <p:nvPr/>
        </p:nvCxnSpPr>
        <p:spPr>
          <a:xfrm rot="16200000" flipH="1">
            <a:off x="9260883" y="2675041"/>
            <a:ext cx="515182" cy="161388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양쪽 화살표 연결선 18">
            <a:extLst>
              <a:ext uri="{FF2B5EF4-FFF2-40B4-BE49-F238E27FC236}">
                <a16:creationId xmlns:a16="http://schemas.microsoft.com/office/drawing/2014/main" id="{705EF96C-EE4B-7D84-44BC-F6B70FBE3C5E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 rot="5400000">
            <a:off x="7967229" y="2995271"/>
            <a:ext cx="515184" cy="97342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13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757E-1FD6-215F-E156-3C3139C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838200" y="3056121"/>
            <a:ext cx="5746630" cy="3229714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C8D78D-3ED4-2311-EA63-537F5F77C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8034" y="1825625"/>
            <a:ext cx="4505766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레퍼런스 게임의 이미지 </a:t>
            </a:r>
            <a:br>
              <a:rPr lang="en-US" altLang="ko-KR" sz="2400" dirty="0"/>
            </a:br>
            <a:r>
              <a:rPr lang="ko-KR" altLang="en-US" sz="2400" dirty="0"/>
              <a:t>플레이 화면 참고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CE34-8468-8FBD-5332-DFDBCB8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FD26-AF90-A1CC-A66F-C817032E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089F7A-7CA1-E010-5F87-17E27A8029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A101FB-C5F7-D7BA-BAFB-2BFC8BEA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30227"/>
            <a:ext cx="3781977" cy="21258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9ABD2-5C85-6EFE-9E9C-6A167D27F917}"/>
              </a:ext>
            </a:extLst>
          </p:cNvPr>
          <p:cNvSpPr/>
          <p:nvPr/>
        </p:nvSpPr>
        <p:spPr>
          <a:xfrm>
            <a:off x="801999" y="930227"/>
            <a:ext cx="857926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878492" y="3056121"/>
            <a:ext cx="3119350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3147145" y="4635521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A4487-800F-DF37-A70B-371D2746D349}"/>
              </a:ext>
            </a:extLst>
          </p:cNvPr>
          <p:cNvSpPr txBox="1"/>
          <p:nvPr/>
        </p:nvSpPr>
        <p:spPr>
          <a:xfrm>
            <a:off x="4564154" y="1477070"/>
            <a:ext cx="206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4] </a:t>
            </a:r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en-US" altLang="ko-KR" sz="1400" dirty="0"/>
              <a:t>“</a:t>
            </a:r>
            <a:r>
              <a:rPr lang="ko-KR" altLang="en-US" sz="1400" dirty="0" err="1"/>
              <a:t>이프선셋</a:t>
            </a:r>
            <a:r>
              <a:rPr lang="en-US" altLang="ko-KR" sz="1400" dirty="0"/>
              <a:t>” </a:t>
            </a:r>
            <a:r>
              <a:rPr lang="ko-KR" altLang="en-US" sz="1400" dirty="0"/>
              <a:t>플레이 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4564155" y="2345203"/>
            <a:ext cx="2020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5] </a:t>
            </a:r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600675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374B0-6F4C-5F64-2FB3-E6BF609F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9E22-E88D-853E-E3FD-2364677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DBB38-6B09-F311-9B07-7D08411440D9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플레이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7050F-272A-1BB2-9BE6-83E8B05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사격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7DFD3B-7CC6-EEC0-D5A6-B946E851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C69C3-C52D-227B-06D8-382BC809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8D6E8A-9505-F016-5B35-DCE1AF3E51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BB53B-6F9C-16BF-6FF7-32399AA469C0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사격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148455-48BD-A905-0749-713FFC12B82A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AA8159-B17C-E156-E650-AD732A462218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AB653A8-4D11-93F9-C84D-49288B248979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B2E506-D2E6-2921-7B09-B2D13DC7398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그래픽 34" descr="배지 1 단색으로 채워진">
            <a:extLst>
              <a:ext uri="{FF2B5EF4-FFF2-40B4-BE49-F238E27FC236}">
                <a16:creationId xmlns:a16="http://schemas.microsoft.com/office/drawing/2014/main" id="{5870A0CF-B239-2368-0BEE-F56D86E9977B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DDAB14-CD89-AFA7-C7D6-81D044756CE2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DE3EBD-8171-1A15-FDF2-3034FC420713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0887347-8032-1FB2-4AB0-285D50DC644F}"/>
              </a:ext>
            </a:extLst>
          </p:cNvPr>
          <p:cNvGrpSpPr/>
          <p:nvPr/>
        </p:nvGrpSpPr>
        <p:grpSpPr>
          <a:xfrm rot="166083" flipH="1">
            <a:off x="3608027" y="3685770"/>
            <a:ext cx="1024736" cy="1370857"/>
            <a:chOff x="6014111" y="1090488"/>
            <a:chExt cx="1024736" cy="1413781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CC4E4A5-20C3-37D0-40D6-FD90C061B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051800" y="1265209"/>
              <a:ext cx="987047" cy="1239060"/>
            </a:xfrm>
            <a:prstGeom prst="rect">
              <a:avLst/>
            </a:prstGeom>
          </p:spPr>
        </p:pic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A09D9BF-2BA3-F305-1CC9-86C9443253B9}"/>
                </a:ext>
              </a:extLst>
            </p:cNvPr>
            <p:cNvSpPr/>
            <p:nvPr/>
          </p:nvSpPr>
          <p:spPr>
            <a:xfrm>
              <a:off x="6014111" y="1090488"/>
              <a:ext cx="499967" cy="465443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35" name="내용 개체 틀 34" descr="벌집 단색으로 채워진">
            <a:extLst>
              <a:ext uri="{FF2B5EF4-FFF2-40B4-BE49-F238E27FC236}">
                <a16:creationId xmlns:a16="http://schemas.microsoft.com/office/drawing/2014/main" id="{4721B731-4DD9-DC69-8697-2DA5E64FBB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524" y="2916644"/>
            <a:ext cx="914400" cy="914400"/>
          </a:xfrm>
        </p:spPr>
      </p:pic>
      <p:sp>
        <p:nvSpPr>
          <p:cNvPr id="16" name="부분 원형 15">
            <a:extLst>
              <a:ext uri="{FF2B5EF4-FFF2-40B4-BE49-F238E27FC236}">
                <a16:creationId xmlns:a16="http://schemas.microsoft.com/office/drawing/2014/main" id="{C0D4BA13-D904-5DAF-0D68-BC1032A90D2B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9C93C1C8-3C08-A636-5812-3906D5AFD3DC}"/>
              </a:ext>
            </a:extLst>
          </p:cNvPr>
          <p:cNvSpPr/>
          <p:nvPr/>
        </p:nvSpPr>
        <p:spPr>
          <a:xfrm>
            <a:off x="1266064" y="2873197"/>
            <a:ext cx="1126104" cy="1065007"/>
          </a:xfrm>
          <a:prstGeom prst="donut">
            <a:avLst>
              <a:gd name="adj" fmla="val 648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그래픽 34" descr="배지 1 단색으로 채워진">
            <a:extLst>
              <a:ext uri="{FF2B5EF4-FFF2-40B4-BE49-F238E27FC236}">
                <a16:creationId xmlns:a16="http://schemas.microsoft.com/office/drawing/2014/main" id="{940FE48E-AAC5-FC6D-1CE1-92B80000E344}"/>
              </a:ext>
            </a:extLst>
          </p:cNvPr>
          <p:cNvSpPr/>
          <p:nvPr/>
        </p:nvSpPr>
        <p:spPr>
          <a:xfrm>
            <a:off x="1177248" y="282075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1A35C7-29E2-C7A1-829E-DDE315676049}"/>
              </a:ext>
            </a:extLst>
          </p:cNvPr>
          <p:cNvSpPr txBox="1"/>
          <p:nvPr/>
        </p:nvSpPr>
        <p:spPr>
          <a:xfrm>
            <a:off x="7802490" y="1884865"/>
            <a:ext cx="327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타겟 자동 조준</a:t>
            </a:r>
          </a:p>
        </p:txBody>
      </p:sp>
    </p:spTree>
    <p:extLst>
      <p:ext uri="{BB962C8B-B14F-4D97-AF65-F5344CB8AC3E}">
        <p14:creationId xmlns:p14="http://schemas.microsoft.com/office/powerpoint/2010/main" val="3743535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D9AE434-40A3-45F4-5B24-312B8AF82B6E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D4224F-91CE-0FFB-3CE5-3E951280736C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BFFD6C-5952-495B-EDB1-16342967D3FF}"/>
              </a:ext>
            </a:extLst>
          </p:cNvPr>
          <p:cNvCxnSpPr>
            <a:cxnSpLocks/>
          </p:cNvCxnSpPr>
          <p:nvPr/>
        </p:nvCxnSpPr>
        <p:spPr>
          <a:xfrm>
            <a:off x="1418464" y="37424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36B1C07E-F7EC-59D8-EF91-47071F83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ko-KR" altLang="en-US" dirty="0"/>
              <a:t> 전달 대화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716E03-C66C-9577-17B4-22F5FA7A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9725" y="1825625"/>
            <a:ext cx="36840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남은 배달 시간 표시 </a:t>
            </a:r>
            <a:r>
              <a:rPr lang="en-US" altLang="ko-KR" sz="2400" dirty="0"/>
              <a:t>UI</a:t>
            </a:r>
            <a:r>
              <a:rPr lang="ko-KR" altLang="en-US" sz="2400" dirty="0"/>
              <a:t>는 </a:t>
            </a:r>
            <a:br>
              <a:rPr lang="en-US" altLang="ko-KR" sz="2400" dirty="0"/>
            </a:br>
            <a:r>
              <a:rPr lang="ko-KR" altLang="en-US" sz="2400" dirty="0"/>
              <a:t>이때 보이지 </a:t>
            </a:r>
            <a:r>
              <a:rPr lang="en-US" altLang="ko-KR" sz="2400" dirty="0"/>
              <a:t>X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배달 수령 시 주민과의 </a:t>
            </a:r>
            <a:br>
              <a:rPr lang="en-US" altLang="ko-KR" sz="2400" dirty="0"/>
            </a:br>
            <a:r>
              <a:rPr lang="ko-KR" altLang="en-US" sz="2400" dirty="0" err="1"/>
              <a:t>대화창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주민과 카메라 방향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6E54E-956F-E70A-5CC5-4B1DB22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49402-68B7-30F1-6A41-33D219C4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7FEE13-7745-206C-1D5C-507DFDE670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13" name="그래픽 19" descr="남자 단색으로 채워진">
            <a:extLst>
              <a:ext uri="{FF2B5EF4-FFF2-40B4-BE49-F238E27FC236}">
                <a16:creationId xmlns:a16="http://schemas.microsoft.com/office/drawing/2014/main" id="{CE324FDF-8776-CEE9-FF7F-7995DF4B102B}"/>
              </a:ext>
            </a:extLst>
          </p:cNvPr>
          <p:cNvGrpSpPr/>
          <p:nvPr/>
        </p:nvGrpSpPr>
        <p:grpSpPr>
          <a:xfrm>
            <a:off x="3416756" y="3429000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00903F-45C1-78A3-3ACC-2669A2B1C302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C04E9A1-0554-1CF6-B10E-E2F46AB4279F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DC1EAA-421A-ADA7-C901-B1CF0B947D22}"/>
              </a:ext>
            </a:extLst>
          </p:cNvPr>
          <p:cNvSpPr/>
          <p:nvPr/>
        </p:nvSpPr>
        <p:spPr>
          <a:xfrm>
            <a:off x="1266064" y="4263051"/>
            <a:ext cx="5578413" cy="8947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테스트가 적히는 곳</a:t>
            </a:r>
          </a:p>
        </p:txBody>
      </p:sp>
      <p:grpSp>
        <p:nvGrpSpPr>
          <p:cNvPr id="31" name="그래픽 16" descr="천사 같은 얼굴(윤곽선) 윤곽선">
            <a:extLst>
              <a:ext uri="{FF2B5EF4-FFF2-40B4-BE49-F238E27FC236}">
                <a16:creationId xmlns:a16="http://schemas.microsoft.com/office/drawing/2014/main" id="{056A0A10-C7F1-2AE6-2301-ACAF635FFAE2}"/>
              </a:ext>
            </a:extLst>
          </p:cNvPr>
          <p:cNvGrpSpPr/>
          <p:nvPr/>
        </p:nvGrpSpPr>
        <p:grpSpPr>
          <a:xfrm>
            <a:off x="4216848" y="3080941"/>
            <a:ext cx="723900" cy="790575"/>
            <a:chOff x="4216848" y="3080941"/>
            <a:chExt cx="723900" cy="790575"/>
          </a:xfrm>
          <a:solidFill>
            <a:srgbClr val="00B050"/>
          </a:solidFill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F2C7783B-08E7-527A-1026-2A77FDF559E0}"/>
                </a:ext>
              </a:extLst>
            </p:cNvPr>
            <p:cNvSpPr/>
            <p:nvPr/>
          </p:nvSpPr>
          <p:spPr>
            <a:xfrm>
              <a:off x="4264473" y="3080941"/>
              <a:ext cx="628650" cy="140969"/>
            </a:xfrm>
            <a:custGeom>
              <a:avLst/>
              <a:gdLst>
                <a:gd name="csX0" fmla="*/ 561975 w 628650"/>
                <a:gd name="csY0" fmla="*/ 126682 h 140969"/>
                <a:gd name="csX1" fmla="*/ 578168 w 628650"/>
                <a:gd name="csY1" fmla="*/ 140970 h 140969"/>
                <a:gd name="csX2" fmla="*/ 628650 w 628650"/>
                <a:gd name="csY2" fmla="*/ 90488 h 140969"/>
                <a:gd name="csX3" fmla="*/ 314325 w 628650"/>
                <a:gd name="csY3" fmla="*/ 0 h 140969"/>
                <a:gd name="csX4" fmla="*/ 0 w 628650"/>
                <a:gd name="csY4" fmla="*/ 90488 h 140969"/>
                <a:gd name="csX5" fmla="*/ 50482 w 628650"/>
                <a:gd name="csY5" fmla="*/ 140970 h 140969"/>
                <a:gd name="csX6" fmla="*/ 66675 w 628650"/>
                <a:gd name="csY6" fmla="*/ 126682 h 140969"/>
                <a:gd name="csX7" fmla="*/ 19050 w 628650"/>
                <a:gd name="csY7" fmla="*/ 90488 h 140969"/>
                <a:gd name="csX8" fmla="*/ 314325 w 628650"/>
                <a:gd name="csY8" fmla="*/ 19050 h 140969"/>
                <a:gd name="csX9" fmla="*/ 609600 w 628650"/>
                <a:gd name="csY9" fmla="*/ 90488 h 140969"/>
                <a:gd name="csX10" fmla="*/ 561975 w 628650"/>
                <a:gd name="csY10" fmla="*/ 126682 h 140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28650" h="140969">
                  <a:moveTo>
                    <a:pt x="561975" y="126682"/>
                  </a:moveTo>
                  <a:cubicBezTo>
                    <a:pt x="567690" y="131445"/>
                    <a:pt x="572453" y="136208"/>
                    <a:pt x="578168" y="140970"/>
                  </a:cubicBezTo>
                  <a:cubicBezTo>
                    <a:pt x="609600" y="127635"/>
                    <a:pt x="628650" y="110490"/>
                    <a:pt x="628650" y="90488"/>
                  </a:cubicBezTo>
                  <a:cubicBezTo>
                    <a:pt x="628650" y="31433"/>
                    <a:pt x="466725" y="0"/>
                    <a:pt x="314325" y="0"/>
                  </a:cubicBezTo>
                  <a:cubicBezTo>
                    <a:pt x="161925" y="0"/>
                    <a:pt x="0" y="31433"/>
                    <a:pt x="0" y="90488"/>
                  </a:cubicBezTo>
                  <a:cubicBezTo>
                    <a:pt x="0" y="110490"/>
                    <a:pt x="19050" y="127635"/>
                    <a:pt x="50482" y="140970"/>
                  </a:cubicBezTo>
                  <a:cubicBezTo>
                    <a:pt x="56197" y="136208"/>
                    <a:pt x="60960" y="131445"/>
                    <a:pt x="66675" y="126682"/>
                  </a:cubicBezTo>
                  <a:cubicBezTo>
                    <a:pt x="36195" y="114300"/>
                    <a:pt x="19050" y="101918"/>
                    <a:pt x="19050" y="90488"/>
                  </a:cubicBezTo>
                  <a:cubicBezTo>
                    <a:pt x="19050" y="60960"/>
                    <a:pt x="131445" y="19050"/>
                    <a:pt x="314325" y="19050"/>
                  </a:cubicBezTo>
                  <a:cubicBezTo>
                    <a:pt x="497205" y="19050"/>
                    <a:pt x="609600" y="60960"/>
                    <a:pt x="609600" y="90488"/>
                  </a:cubicBezTo>
                  <a:cubicBezTo>
                    <a:pt x="609600" y="101918"/>
                    <a:pt x="593408" y="115253"/>
                    <a:pt x="561975" y="1266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77AB37-181B-925D-1078-3B5366CC313B}"/>
                </a:ext>
              </a:extLst>
            </p:cNvPr>
            <p:cNvSpPr/>
            <p:nvPr/>
          </p:nvSpPr>
          <p:spPr>
            <a:xfrm>
              <a:off x="4216848" y="3147616"/>
              <a:ext cx="723900" cy="723900"/>
            </a:xfrm>
            <a:custGeom>
              <a:avLst/>
              <a:gdLst>
                <a:gd name="csX0" fmla="*/ 361950 w 723900"/>
                <a:gd name="csY0" fmla="*/ 723900 h 723900"/>
                <a:gd name="csX1" fmla="*/ 723900 w 723900"/>
                <a:gd name="csY1" fmla="*/ 361950 h 723900"/>
                <a:gd name="csX2" fmla="*/ 361950 w 723900"/>
                <a:gd name="csY2" fmla="*/ 0 h 723900"/>
                <a:gd name="csX3" fmla="*/ 0 w 723900"/>
                <a:gd name="csY3" fmla="*/ 361950 h 723900"/>
                <a:gd name="csX4" fmla="*/ 361950 w 723900"/>
                <a:gd name="csY4" fmla="*/ 723900 h 723900"/>
                <a:gd name="csX5" fmla="*/ 361950 w 723900"/>
                <a:gd name="csY5" fmla="*/ 19050 h 723900"/>
                <a:gd name="csX6" fmla="*/ 704850 w 723900"/>
                <a:gd name="csY6" fmla="*/ 361950 h 723900"/>
                <a:gd name="csX7" fmla="*/ 361950 w 723900"/>
                <a:gd name="csY7" fmla="*/ 704850 h 723900"/>
                <a:gd name="csX8" fmla="*/ 19050 w 723900"/>
                <a:gd name="csY8" fmla="*/ 361950 h 723900"/>
                <a:gd name="csX9" fmla="*/ 361950 w 723900"/>
                <a:gd name="csY9" fmla="*/ 1905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23900" h="723900">
                  <a:moveTo>
                    <a:pt x="361950" y="723900"/>
                  </a:move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lose/>
                  <a:moveTo>
                    <a:pt x="361950" y="19050"/>
                  </a:moveTo>
                  <a:cubicBezTo>
                    <a:pt x="551498" y="19050"/>
                    <a:pt x="704850" y="172403"/>
                    <a:pt x="704850" y="361950"/>
                  </a:cubicBezTo>
                  <a:cubicBezTo>
                    <a:pt x="704850" y="551498"/>
                    <a:pt x="551498" y="704850"/>
                    <a:pt x="361950" y="704850"/>
                  </a:cubicBezTo>
                  <a:cubicBezTo>
                    <a:pt x="172403" y="704850"/>
                    <a:pt x="19050" y="551498"/>
                    <a:pt x="19050" y="361950"/>
                  </a:cubicBezTo>
                  <a:cubicBezTo>
                    <a:pt x="19050" y="172403"/>
                    <a:pt x="172403" y="19050"/>
                    <a:pt x="36195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0642FA02-F4D2-B1AB-857E-9DBE99C98C09}"/>
                </a:ext>
              </a:extLst>
            </p:cNvPr>
            <p:cNvSpPr/>
            <p:nvPr/>
          </p:nvSpPr>
          <p:spPr>
            <a:xfrm>
              <a:off x="4391399" y="3643348"/>
              <a:ext cx="375086" cy="105067"/>
            </a:xfrm>
            <a:custGeom>
              <a:avLst/>
              <a:gdLst>
                <a:gd name="csX0" fmla="*/ 16901 w 375086"/>
                <a:gd name="csY0" fmla="*/ 3378 h 105067"/>
                <a:gd name="csX1" fmla="*/ 3566 w 375086"/>
                <a:gd name="csY1" fmla="*/ 2425 h 105067"/>
                <a:gd name="csX2" fmla="*/ 1661 w 375086"/>
                <a:gd name="csY2" fmla="*/ 15760 h 105067"/>
                <a:gd name="csX3" fmla="*/ 335989 w 375086"/>
                <a:gd name="csY3" fmla="*/ 52908 h 105067"/>
                <a:gd name="csX4" fmla="*/ 373136 w 375086"/>
                <a:gd name="csY4" fmla="*/ 15760 h 105067"/>
                <a:gd name="csX5" fmla="*/ 371232 w 375086"/>
                <a:gd name="csY5" fmla="*/ 2425 h 105067"/>
                <a:gd name="csX6" fmla="*/ 357897 w 375086"/>
                <a:gd name="csY6" fmla="*/ 4330 h 105067"/>
                <a:gd name="csX7" fmla="*/ 51191 w 375086"/>
                <a:gd name="csY7" fmla="*/ 37668 h 105067"/>
                <a:gd name="csX8" fmla="*/ 16901 w 375086"/>
                <a:gd name="csY8" fmla="*/ 3378 h 105067"/>
                <a:gd name="csX9" fmla="*/ 16901 w 375086"/>
                <a:gd name="csY9" fmla="*/ 3378 h 105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5086" h="105067">
                  <a:moveTo>
                    <a:pt x="16901" y="3378"/>
                  </a:moveTo>
                  <a:cubicBezTo>
                    <a:pt x="13091" y="-432"/>
                    <a:pt x="7376" y="-1385"/>
                    <a:pt x="3566" y="2425"/>
                  </a:cubicBezTo>
                  <a:cubicBezTo>
                    <a:pt x="-244" y="5283"/>
                    <a:pt x="-1196" y="10998"/>
                    <a:pt x="1661" y="15760"/>
                  </a:cubicBezTo>
                  <a:cubicBezTo>
                    <a:pt x="83576" y="118630"/>
                    <a:pt x="233119" y="134823"/>
                    <a:pt x="335989" y="52908"/>
                  </a:cubicBezTo>
                  <a:cubicBezTo>
                    <a:pt x="349324" y="41478"/>
                    <a:pt x="361707" y="29095"/>
                    <a:pt x="373136" y="15760"/>
                  </a:cubicBezTo>
                  <a:cubicBezTo>
                    <a:pt x="375994" y="11950"/>
                    <a:pt x="375994" y="5283"/>
                    <a:pt x="371232" y="2425"/>
                  </a:cubicBezTo>
                  <a:cubicBezTo>
                    <a:pt x="367422" y="-432"/>
                    <a:pt x="360754" y="-432"/>
                    <a:pt x="357897" y="4330"/>
                  </a:cubicBezTo>
                  <a:cubicBezTo>
                    <a:pt x="282649" y="97675"/>
                    <a:pt x="145489" y="112915"/>
                    <a:pt x="51191" y="37668"/>
                  </a:cubicBezTo>
                  <a:cubicBezTo>
                    <a:pt x="37856" y="27190"/>
                    <a:pt x="26426" y="15760"/>
                    <a:pt x="16901" y="3378"/>
                  </a:cubicBezTo>
                  <a:lnTo>
                    <a:pt x="16901" y="33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451B6FF8-54F0-94CF-57A1-28FCFA9D8C45}"/>
                </a:ext>
              </a:extLst>
            </p:cNvPr>
            <p:cNvSpPr/>
            <p:nvPr/>
          </p:nvSpPr>
          <p:spPr>
            <a:xfrm>
              <a:off x="4353825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3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4337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8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14C10B6-57D5-CFF6-6467-0D212F76AC8B}"/>
                </a:ext>
              </a:extLst>
            </p:cNvPr>
            <p:cNvSpPr/>
            <p:nvPr/>
          </p:nvSpPr>
          <p:spPr>
            <a:xfrm>
              <a:off x="4630050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2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3384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7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그래픽 34" descr="배지 1 단색으로 채워진">
            <a:extLst>
              <a:ext uri="{FF2B5EF4-FFF2-40B4-BE49-F238E27FC236}">
                <a16:creationId xmlns:a16="http://schemas.microsoft.com/office/drawing/2014/main" id="{A8B00338-DFF6-D6FF-213C-09D601B1642B}"/>
              </a:ext>
            </a:extLst>
          </p:cNvPr>
          <p:cNvSpPr/>
          <p:nvPr/>
        </p:nvSpPr>
        <p:spPr>
          <a:xfrm>
            <a:off x="1134646" y="2079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그래픽 22" descr="배지 단색으로 채워진">
            <a:extLst>
              <a:ext uri="{FF2B5EF4-FFF2-40B4-BE49-F238E27FC236}">
                <a16:creationId xmlns:a16="http://schemas.microsoft.com/office/drawing/2014/main" id="{300DF055-558F-0015-5F5E-E83AEC078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261" y="4263051"/>
            <a:ext cx="445606" cy="445606"/>
          </a:xfrm>
          <a:prstGeom prst="rect">
            <a:avLst/>
          </a:prstGeom>
        </p:spPr>
      </p:pic>
      <p:pic>
        <p:nvPicPr>
          <p:cNvPr id="25" name="그래픽 24" descr="배지 3 단색으로 채워진">
            <a:extLst>
              <a:ext uri="{FF2B5EF4-FFF2-40B4-BE49-F238E27FC236}">
                <a16:creationId xmlns:a16="http://schemas.microsoft.com/office/drawing/2014/main" id="{3E7B92E4-E0DC-1C20-6500-F5C79F08E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1753" y="2917333"/>
            <a:ext cx="445605" cy="445605"/>
          </a:xfrm>
          <a:prstGeom prst="rect">
            <a:avLst/>
          </a:prstGeom>
        </p:spPr>
      </p:pic>
      <p:sp>
        <p:nvSpPr>
          <p:cNvPr id="38" name="그래픽 34" descr="배지 1 단색으로 채워진">
            <a:extLst>
              <a:ext uri="{FF2B5EF4-FFF2-40B4-BE49-F238E27FC236}">
                <a16:creationId xmlns:a16="http://schemas.microsoft.com/office/drawing/2014/main" id="{6926DFA0-38F3-D148-8E9D-0B2A994372AE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39" descr="배지 단색으로 채워진">
            <a:extLst>
              <a:ext uri="{FF2B5EF4-FFF2-40B4-BE49-F238E27FC236}">
                <a16:creationId xmlns:a16="http://schemas.microsoft.com/office/drawing/2014/main" id="{C59B779A-98FE-7563-D8FE-33B93524BFEF}"/>
              </a:ext>
            </a:extLst>
          </p:cNvPr>
          <p:cNvSpPr/>
          <p:nvPr/>
        </p:nvSpPr>
        <p:spPr>
          <a:xfrm>
            <a:off x="7280694" y="3210719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그래픽 42" descr="배지 3 단색으로 채워진">
            <a:extLst>
              <a:ext uri="{FF2B5EF4-FFF2-40B4-BE49-F238E27FC236}">
                <a16:creationId xmlns:a16="http://schemas.microsoft.com/office/drawing/2014/main" id="{D5B52964-A1F1-1B2C-3714-89A36C476AA3}"/>
              </a:ext>
            </a:extLst>
          </p:cNvPr>
          <p:cNvSpPr/>
          <p:nvPr/>
        </p:nvSpPr>
        <p:spPr>
          <a:xfrm>
            <a:off x="7280695" y="456347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E291D-4206-099A-29B9-4D6E47F0B05E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배달품</a:t>
            </a:r>
            <a:r>
              <a:rPr lang="ko-KR" altLang="en-US" sz="1400" dirty="0"/>
              <a:t> 전달 시 대화 화면</a:t>
            </a:r>
          </a:p>
        </p:txBody>
      </p:sp>
    </p:spTree>
    <p:extLst>
      <p:ext uri="{BB962C8B-B14F-4D97-AF65-F5344CB8AC3E}">
        <p14:creationId xmlns:p14="http://schemas.microsoft.com/office/powerpoint/2010/main" val="1104985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0D5B3-5D67-15C9-B0E9-9B7C4B41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032B7D5-375E-F1B5-D4A7-27FCCFE236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r="9047"/>
          <a:stretch>
            <a:fillRect/>
          </a:stretch>
        </p:blipFill>
        <p:spPr>
          <a:xfrm>
            <a:off x="550653" y="2053138"/>
            <a:ext cx="5621547" cy="3174919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294A18-7686-FCDB-7105-CC5F8EC2D6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 안내 </a:t>
            </a:r>
            <a:r>
              <a:rPr lang="en-US" altLang="ko-KR" dirty="0"/>
              <a:t>UI </a:t>
            </a:r>
            <a:r>
              <a:rPr lang="ko-KR" altLang="en-US" dirty="0"/>
              <a:t>레퍼런스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E60CC-7223-D6EA-9600-7DC2EB56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CC933-EDE8-A29F-F92B-67644A9C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32D19E2-2D28-A6E5-8058-B27390643B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CF7DDC-A34A-0C76-59AD-05080944D4A4}"/>
              </a:ext>
            </a:extLst>
          </p:cNvPr>
          <p:cNvSpPr/>
          <p:nvPr/>
        </p:nvSpPr>
        <p:spPr>
          <a:xfrm>
            <a:off x="3036498" y="2053138"/>
            <a:ext cx="1610264" cy="3174919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738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해당 경로로 이동 시 예측 시간 표시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E0A3A-E10C-A6C2-176D-3E1058C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FB634-331A-7B57-6CCB-2F5E369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824EC7-B62D-5BBB-2C24-F6380CFE97A9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7DB1C08-4D02-7CC8-ADAF-467584B46215}"/>
              </a:ext>
            </a:extLst>
          </p:cNvPr>
          <p:cNvCxnSpPr>
            <a:cxnSpLocks/>
            <a:stCxn id="45" idx="1"/>
            <a:endCxn id="45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6E83863-9E50-B5C8-44EE-E00B6AE6A52C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F760DD5-3247-73AD-AA57-1EC69F09A75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4C3B404-B82A-CD58-7009-67F5BE08402F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10570F-C505-65B3-04BF-C9AFBE1FE990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부분 원형 52">
            <a:extLst>
              <a:ext uri="{FF2B5EF4-FFF2-40B4-BE49-F238E27FC236}">
                <a16:creationId xmlns:a16="http://schemas.microsoft.com/office/drawing/2014/main" id="{6CE3B42A-5025-E122-74F4-F0F334A3880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4FB360E-5421-7BA3-A82A-6EECEB3D2E8E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63" name="화살표: 갈매기형 수장 62">
              <a:extLst>
                <a:ext uri="{FF2B5EF4-FFF2-40B4-BE49-F238E27FC236}">
                  <a16:creationId xmlns:a16="http://schemas.microsoft.com/office/drawing/2014/main" id="{7E16D4AD-70CC-AF6E-75DE-ED47F559141E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화살표: 갈매기형 수장 63">
              <a:extLst>
                <a:ext uri="{FF2B5EF4-FFF2-40B4-BE49-F238E27FC236}">
                  <a16:creationId xmlns:a16="http://schemas.microsoft.com/office/drawing/2014/main" id="{40B5D477-DCBC-071B-3187-AE4FAAC98C2F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화살표: 갈매기형 수장 64">
              <a:extLst>
                <a:ext uri="{FF2B5EF4-FFF2-40B4-BE49-F238E27FC236}">
                  <a16:creationId xmlns:a16="http://schemas.microsoft.com/office/drawing/2014/main" id="{5A846DE9-B7F5-BEEA-E8F7-0047D63D71DF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화살표: 갈매기형 수장 66">
              <a:extLst>
                <a:ext uri="{FF2B5EF4-FFF2-40B4-BE49-F238E27FC236}">
                  <a16:creationId xmlns:a16="http://schemas.microsoft.com/office/drawing/2014/main" id="{DA5D6ACE-5064-01D6-1308-661F415F803F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화살표: 갈매기형 수장 67">
              <a:extLst>
                <a:ext uri="{FF2B5EF4-FFF2-40B4-BE49-F238E27FC236}">
                  <a16:creationId xmlns:a16="http://schemas.microsoft.com/office/drawing/2014/main" id="{A81A2ED8-786F-842A-5987-9DF639080B01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화살표: 갈매기형 수장 68">
              <a:extLst>
                <a:ext uri="{FF2B5EF4-FFF2-40B4-BE49-F238E27FC236}">
                  <a16:creationId xmlns:a16="http://schemas.microsoft.com/office/drawing/2014/main" id="{C52160BD-0F84-3BAD-78DA-470EB2238179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화살표: 갈매기형 수장 69">
              <a:extLst>
                <a:ext uri="{FF2B5EF4-FFF2-40B4-BE49-F238E27FC236}">
                  <a16:creationId xmlns:a16="http://schemas.microsoft.com/office/drawing/2014/main" id="{220B541E-D55E-F550-2377-978ABAD26F65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화살표: 갈매기형 수장 70">
              <a:extLst>
                <a:ext uri="{FF2B5EF4-FFF2-40B4-BE49-F238E27FC236}">
                  <a16:creationId xmlns:a16="http://schemas.microsoft.com/office/drawing/2014/main" id="{12AA950A-2D0C-EFEF-AC4B-4AAA8D84344A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509DA4D6-803C-0808-7E2A-AC240264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73" name="그래픽 19" descr="남자 단색으로 채워진">
            <a:extLst>
              <a:ext uri="{FF2B5EF4-FFF2-40B4-BE49-F238E27FC236}">
                <a16:creationId xmlns:a16="http://schemas.microsoft.com/office/drawing/2014/main" id="{2799056A-18E6-BADC-895E-745EDB114595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857BE383-17B5-A5B0-69CE-A7B16A2C4555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0F9D220B-487B-0FA0-7CB0-37705C5C795E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6" name="그래픽 34" descr="배지 1 단색으로 채워진">
            <a:extLst>
              <a:ext uri="{FF2B5EF4-FFF2-40B4-BE49-F238E27FC236}">
                <a16:creationId xmlns:a16="http://schemas.microsoft.com/office/drawing/2014/main" id="{36326A99-6C25-8FAB-65FD-F88441ADA8DF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그래픽 34" descr="배지 1 단색으로 채워진">
            <a:extLst>
              <a:ext uri="{FF2B5EF4-FFF2-40B4-BE49-F238E27FC236}">
                <a16:creationId xmlns:a16="http://schemas.microsoft.com/office/drawing/2014/main" id="{57B6EDB8-5405-A48B-321A-FAFD0D9477FA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37D6EB5-24FD-45AB-7346-41DDF2873B51}"/>
              </a:ext>
            </a:extLst>
          </p:cNvPr>
          <p:cNvSpPr/>
          <p:nvPr/>
        </p:nvSpPr>
        <p:spPr>
          <a:xfrm>
            <a:off x="1230532" y="3594130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5E1AE7-5E20-D553-A24C-7F76C8B91F31}"/>
              </a:ext>
            </a:extLst>
          </p:cNvPr>
          <p:cNvSpPr/>
          <p:nvPr/>
        </p:nvSpPr>
        <p:spPr>
          <a:xfrm>
            <a:off x="5699161" y="2685306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sp>
        <p:nvSpPr>
          <p:cNvPr id="80" name="그래픽 39" descr="배지 단색으로 채워진">
            <a:extLst>
              <a:ext uri="{FF2B5EF4-FFF2-40B4-BE49-F238E27FC236}">
                <a16:creationId xmlns:a16="http://schemas.microsoft.com/office/drawing/2014/main" id="{EF394799-83CA-71BF-0AFE-911233ED6887}"/>
              </a:ext>
            </a:extLst>
          </p:cNvPr>
          <p:cNvSpPr/>
          <p:nvPr/>
        </p:nvSpPr>
        <p:spPr>
          <a:xfrm>
            <a:off x="5452627" y="2552966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그래픽 39" descr="배지 단색으로 채워진">
            <a:extLst>
              <a:ext uri="{FF2B5EF4-FFF2-40B4-BE49-F238E27FC236}">
                <a16:creationId xmlns:a16="http://schemas.microsoft.com/office/drawing/2014/main" id="{8687A0D9-F965-3AB4-AC66-F6FC35F00E83}"/>
              </a:ext>
            </a:extLst>
          </p:cNvPr>
          <p:cNvSpPr/>
          <p:nvPr/>
        </p:nvSpPr>
        <p:spPr>
          <a:xfrm>
            <a:off x="1053783" y="33672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그래픽 39" descr="배지 단색으로 채워진">
            <a:extLst>
              <a:ext uri="{FF2B5EF4-FFF2-40B4-BE49-F238E27FC236}">
                <a16:creationId xmlns:a16="http://schemas.microsoft.com/office/drawing/2014/main" id="{C8CB77A5-7712-7DCE-D7D9-138813288481}"/>
              </a:ext>
            </a:extLst>
          </p:cNvPr>
          <p:cNvSpPr/>
          <p:nvPr/>
        </p:nvSpPr>
        <p:spPr>
          <a:xfrm>
            <a:off x="6963928" y="27466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1F475-5B50-81EF-0BF8-C560EC3E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F930E-0FCE-98B8-C18D-FD71745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665B5-D155-106B-9932-0B5F391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A1E43-FD2C-0569-0801-ACD96B5205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E81E2-7069-3A85-302B-DD8B8E805CA9}"/>
              </a:ext>
            </a:extLst>
          </p:cNvPr>
          <p:cNvSpPr txBox="1"/>
          <p:nvPr/>
        </p:nvSpPr>
        <p:spPr>
          <a:xfrm>
            <a:off x="914399" y="829386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키보드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681B940-E3E2-C582-AC0D-D2AA8E97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132867"/>
            <a:ext cx="10248975" cy="326709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78716C-9552-6E46-3A6C-44E0FF677670}"/>
              </a:ext>
            </a:extLst>
          </p:cNvPr>
          <p:cNvSpPr/>
          <p:nvPr/>
        </p:nvSpPr>
        <p:spPr>
          <a:xfrm>
            <a:off x="1130291" y="3223458"/>
            <a:ext cx="102235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6FD070B-25F5-4733-F586-051C9247A6CD}"/>
              </a:ext>
            </a:extLst>
          </p:cNvPr>
          <p:cNvSpPr/>
          <p:nvPr/>
        </p:nvSpPr>
        <p:spPr>
          <a:xfrm>
            <a:off x="1932668" y="2386592"/>
            <a:ext cx="1250950" cy="825500"/>
          </a:xfrm>
          <a:custGeom>
            <a:avLst/>
            <a:gdLst>
              <a:gd name="csX0" fmla="*/ 3175 w 1250950"/>
              <a:gd name="csY0" fmla="*/ 793750 h 825500"/>
              <a:gd name="csX1" fmla="*/ 0 w 1250950"/>
              <a:gd name="csY1" fmla="*/ 422275 h 825500"/>
              <a:gd name="csX2" fmla="*/ 384175 w 1250950"/>
              <a:gd name="csY2" fmla="*/ 420687 h 825500"/>
              <a:gd name="csX3" fmla="*/ 376237 w 1250950"/>
              <a:gd name="csY3" fmla="*/ 52387 h 825500"/>
              <a:gd name="csX4" fmla="*/ 392112 w 1250950"/>
              <a:gd name="csY4" fmla="*/ 1587 h 825500"/>
              <a:gd name="csX5" fmla="*/ 746125 w 1250950"/>
              <a:gd name="csY5" fmla="*/ 0 h 825500"/>
              <a:gd name="csX6" fmla="*/ 763587 w 1250950"/>
              <a:gd name="csY6" fmla="*/ 34925 h 825500"/>
              <a:gd name="csX7" fmla="*/ 766762 w 1250950"/>
              <a:gd name="csY7" fmla="*/ 406400 h 825500"/>
              <a:gd name="csX8" fmla="*/ 1225550 w 1250950"/>
              <a:gd name="csY8" fmla="*/ 409575 h 825500"/>
              <a:gd name="csX9" fmla="*/ 1250950 w 1250950"/>
              <a:gd name="csY9" fmla="*/ 442912 h 825500"/>
              <a:gd name="csX10" fmla="*/ 1250950 w 1250950"/>
              <a:gd name="csY10" fmla="*/ 825500 h 825500"/>
              <a:gd name="csX11" fmla="*/ 3175 w 1250950"/>
              <a:gd name="csY11" fmla="*/ 793750 h 82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50950" h="825500">
                <a:moveTo>
                  <a:pt x="3175" y="793750"/>
                </a:moveTo>
                <a:cubicBezTo>
                  <a:pt x="2117" y="669925"/>
                  <a:pt x="1058" y="546100"/>
                  <a:pt x="0" y="422275"/>
                </a:cubicBezTo>
                <a:lnTo>
                  <a:pt x="384175" y="420687"/>
                </a:lnTo>
                <a:lnTo>
                  <a:pt x="376237" y="52387"/>
                </a:lnTo>
                <a:lnTo>
                  <a:pt x="392112" y="1587"/>
                </a:lnTo>
                <a:lnTo>
                  <a:pt x="746125" y="0"/>
                </a:lnTo>
                <a:lnTo>
                  <a:pt x="763587" y="34925"/>
                </a:lnTo>
                <a:cubicBezTo>
                  <a:pt x="764645" y="158750"/>
                  <a:pt x="765704" y="282575"/>
                  <a:pt x="766762" y="406400"/>
                </a:cubicBezTo>
                <a:lnTo>
                  <a:pt x="1225550" y="409575"/>
                </a:lnTo>
                <a:lnTo>
                  <a:pt x="1250950" y="442912"/>
                </a:lnTo>
                <a:lnTo>
                  <a:pt x="1250950" y="825500"/>
                </a:lnTo>
                <a:lnTo>
                  <a:pt x="3175" y="793750"/>
                </a:lnTo>
                <a:close/>
              </a:path>
            </a:pathLst>
          </a:custGeom>
          <a:solidFill>
            <a:srgbClr val="00B0F0">
              <a:alpha val="10000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4C216CB-B9D5-FB6C-3DB9-97923E8626DD}"/>
              </a:ext>
            </a:extLst>
          </p:cNvPr>
          <p:cNvSpPr/>
          <p:nvPr/>
        </p:nvSpPr>
        <p:spPr>
          <a:xfrm>
            <a:off x="3219923" y="2804499"/>
            <a:ext cx="385314" cy="401248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D354653-EC62-818A-CDFF-BCC86B9C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0" t="2892" r="9749" b="6038"/>
          <a:stretch>
            <a:fillRect/>
          </a:stretch>
        </p:blipFill>
        <p:spPr>
          <a:xfrm>
            <a:off x="8505642" y="1940977"/>
            <a:ext cx="1390510" cy="2237206"/>
          </a:xfrm>
          <a:prstGeom prst="rect">
            <a:avLst/>
          </a:prstGeom>
        </p:spPr>
      </p:pic>
      <p:sp>
        <p:nvSpPr>
          <p:cNvPr id="22" name="화살표: 원형 21">
            <a:extLst>
              <a:ext uri="{FF2B5EF4-FFF2-40B4-BE49-F238E27FC236}">
                <a16:creationId xmlns:a16="http://schemas.microsoft.com/office/drawing/2014/main" id="{81DDF3B1-E1A7-0732-86D9-063291983360}"/>
              </a:ext>
            </a:extLst>
          </p:cNvPr>
          <p:cNvSpPr/>
          <p:nvPr/>
        </p:nvSpPr>
        <p:spPr>
          <a:xfrm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206914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원형 23">
            <a:extLst>
              <a:ext uri="{FF2B5EF4-FFF2-40B4-BE49-F238E27FC236}">
                <a16:creationId xmlns:a16="http://schemas.microsoft.com/office/drawing/2014/main" id="{A77F9669-6D41-741A-39A2-B0DD08474AD0}"/>
              </a:ext>
            </a:extLst>
          </p:cNvPr>
          <p:cNvSpPr/>
          <p:nvPr/>
        </p:nvSpPr>
        <p:spPr>
          <a:xfrm flipH="1"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2437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5C2768-F5BD-D7B1-FD97-6AB99AEDB144}"/>
              </a:ext>
            </a:extLst>
          </p:cNvPr>
          <p:cNvSpPr/>
          <p:nvPr/>
        </p:nvSpPr>
        <p:spPr>
          <a:xfrm>
            <a:off x="8547698" y="2005226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ABD8B81-B05A-87B8-4093-2DB156AF6F58}"/>
              </a:ext>
            </a:extLst>
          </p:cNvPr>
          <p:cNvSpPr/>
          <p:nvPr/>
        </p:nvSpPr>
        <p:spPr>
          <a:xfrm>
            <a:off x="3255264" y="3683341"/>
            <a:ext cx="170780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DBF397A-F5A2-BABE-F5F8-F0EF9CB5B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21782"/>
              </p:ext>
            </p:extLst>
          </p:nvPr>
        </p:nvGraphicFramePr>
        <p:xfrm>
          <a:off x="1074508" y="4428198"/>
          <a:ext cx="9928756" cy="94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82">
                  <a:extLst>
                    <a:ext uri="{9D8B030D-6E8A-4147-A177-3AD203B41FA5}">
                      <a16:colId xmlns:a16="http://schemas.microsoft.com/office/drawing/2014/main" val="4197245890"/>
                    </a:ext>
                  </a:extLst>
                </a:gridCol>
                <a:gridCol w="1143688">
                  <a:extLst>
                    <a:ext uri="{9D8B030D-6E8A-4147-A177-3AD203B41FA5}">
                      <a16:colId xmlns:a16="http://schemas.microsoft.com/office/drawing/2014/main" val="4209761999"/>
                    </a:ext>
                  </a:extLst>
                </a:gridCol>
                <a:gridCol w="1131649">
                  <a:extLst>
                    <a:ext uri="{9D8B030D-6E8A-4147-A177-3AD203B41FA5}">
                      <a16:colId xmlns:a16="http://schemas.microsoft.com/office/drawing/2014/main" val="4220247498"/>
                    </a:ext>
                  </a:extLst>
                </a:gridCol>
                <a:gridCol w="1107284">
                  <a:extLst>
                    <a:ext uri="{9D8B030D-6E8A-4147-A177-3AD203B41FA5}">
                      <a16:colId xmlns:a16="http://schemas.microsoft.com/office/drawing/2014/main" val="1951899160"/>
                    </a:ext>
                  </a:extLst>
                </a:gridCol>
                <a:gridCol w="1500997">
                  <a:extLst>
                    <a:ext uri="{9D8B030D-6E8A-4147-A177-3AD203B41FA5}">
                      <a16:colId xmlns:a16="http://schemas.microsoft.com/office/drawing/2014/main" val="3814890661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2511956926"/>
                    </a:ext>
                  </a:extLst>
                </a:gridCol>
                <a:gridCol w="1374475">
                  <a:extLst>
                    <a:ext uri="{9D8B030D-6E8A-4147-A177-3AD203B41FA5}">
                      <a16:colId xmlns:a16="http://schemas.microsoft.com/office/drawing/2014/main" val="1245850054"/>
                    </a:ext>
                  </a:extLst>
                </a:gridCol>
                <a:gridCol w="1249664">
                  <a:extLst>
                    <a:ext uri="{9D8B030D-6E8A-4147-A177-3AD203B41FA5}">
                      <a16:colId xmlns:a16="http://schemas.microsoft.com/office/drawing/2014/main" val="2224349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달리기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회전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경로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9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Wasd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Space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좌우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움직임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우클릭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좌클릭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휠 클릭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475309"/>
                  </a:ext>
                </a:extLst>
              </a:tr>
            </a:tbl>
          </a:graphicData>
        </a:graphic>
      </p:graphicFrame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D617EA0-F4B8-682D-6728-5E7DA72B9BDA}"/>
              </a:ext>
            </a:extLst>
          </p:cNvPr>
          <p:cNvSpPr/>
          <p:nvPr/>
        </p:nvSpPr>
        <p:spPr>
          <a:xfrm>
            <a:off x="9367786" y="2036465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CB54980-D93C-BB36-4337-10581FF81870}"/>
              </a:ext>
            </a:extLst>
          </p:cNvPr>
          <p:cNvSpPr/>
          <p:nvPr/>
        </p:nvSpPr>
        <p:spPr>
          <a:xfrm>
            <a:off x="9067474" y="2225215"/>
            <a:ext cx="276927" cy="525820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34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 </a:t>
            </a:r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</a:t>
            </a:r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4 </a:t>
            </a:r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5 </a:t>
            </a:r>
            <a:r>
              <a:rPr lang="en-US" altLang="ko-KR" sz="1600" dirty="0">
                <a:hlinkClick r:id="rId5"/>
              </a:rPr>
              <a:t>https://www.youtube.com/watch?v=eNRvtvpl1Io&amp;t=872s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 err="1"/>
              <a:t>어떤느낌</a:t>
            </a:r>
            <a:r>
              <a:rPr lang="ko-KR" altLang="en-US" sz="1600" dirty="0"/>
              <a:t> 이미지</a:t>
            </a:r>
            <a:r>
              <a:rPr lang="en-US" altLang="ko-KR" sz="1600" dirty="0"/>
              <a:t> </a:t>
            </a:r>
            <a:r>
              <a:rPr lang="ko-KR" altLang="en-US" sz="1600" dirty="0"/>
              <a:t>베틀그라운드 </a:t>
            </a:r>
            <a:r>
              <a:rPr lang="en-US" altLang="ko-KR" sz="1600" dirty="0">
                <a:hlinkClick r:id="rId6"/>
              </a:rPr>
              <a:t>%EC%9D%B8%EC%B9%AD-Back-view-%EC%8A%88%ED%8C%85%EA%B2%8C%EC%9E%84TPS-%ED%94%84%EB%A1%9C%EC%A0%9D%ED%8A%B8-%EC%8B%9C%EC%9E%91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키보드 이미지 </a:t>
            </a:r>
            <a:r>
              <a:rPr lang="en-US" altLang="ko-KR" sz="1600" dirty="0">
                <a:hlinkClick r:id="rId7"/>
              </a:rPr>
              <a:t>https://creatorjoseph.com/268#google_vignette</a:t>
            </a:r>
            <a:endParaRPr lang="en-US" altLang="ko-KR" sz="1600" dirty="0"/>
          </a:p>
          <a:p>
            <a:r>
              <a:rPr lang="ko-KR" altLang="en-US" sz="1600" dirty="0"/>
              <a:t>마우스 이미지 </a:t>
            </a:r>
            <a:r>
              <a:rPr lang="en-US" altLang="ko-KR" sz="1600" dirty="0">
                <a:hlinkClick r:id="rId8"/>
              </a:rPr>
              <a:t>https://kor.pngtree.com/so/%EB%A7%88%EC%9A%B0%EC%8A%A4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4E2C0-C57B-EAFD-5D06-3FD50861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4289B-9D87-792E-04C1-D2A2923E4F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F9BD28-1458-AB7B-F84E-98312AF8D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55562-3507-C911-F98D-4843A5F5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91E00-6114-C081-D877-7821267F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DDDFA48-0E3E-215C-F127-6CCD554066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547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7DE-7DC4-1DA0-74CB-001BCA1C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2E3-6320-9489-4E68-947F5A3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FD4BF-BA8A-6F73-F997-07EC85AC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 설명란과 폐기된 아이디어</a:t>
            </a:r>
          </a:p>
        </p:txBody>
      </p:sp>
    </p:spTree>
    <p:extLst>
      <p:ext uri="{BB962C8B-B14F-4D97-AF65-F5344CB8AC3E}">
        <p14:creationId xmlns:p14="http://schemas.microsoft.com/office/powerpoint/2010/main" val="3612021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93ED8D-A4DF-5611-FF36-58D5EAA1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D48AEC-BAAE-C0EE-7E52-1E48A848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기획발표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의도</a:t>
            </a:r>
            <a:r>
              <a:rPr lang="en-US" altLang="ko-KR" dirty="0"/>
              <a:t>(2</a:t>
            </a:r>
            <a:r>
              <a:rPr lang="ko-KR" altLang="en-US" dirty="0"/>
              <a:t>인 협동의 이유가 있나</a:t>
            </a:r>
            <a:r>
              <a:rPr lang="en-US" altLang="ko-KR" dirty="0"/>
              <a:t>?? </a:t>
            </a:r>
            <a:r>
              <a:rPr lang="ko-KR" altLang="en-US" dirty="0"/>
              <a:t>굳이 </a:t>
            </a:r>
            <a:r>
              <a:rPr lang="en-US" altLang="ko-KR" dirty="0"/>
              <a:t>2</a:t>
            </a:r>
            <a:r>
              <a:rPr lang="ko-KR" altLang="en-US" dirty="0" err="1"/>
              <a:t>인이어야하나</a:t>
            </a:r>
            <a:r>
              <a:rPr lang="en-US" altLang="ko-KR" dirty="0"/>
              <a:t>?)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기획자를 향한 기획서</a:t>
            </a:r>
            <a:endParaRPr lang="en-US" altLang="ko-KR" dirty="0"/>
          </a:p>
          <a:p>
            <a:r>
              <a:rPr lang="ko-KR" altLang="en-US" dirty="0"/>
              <a:t>연구주제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연구 주제 추가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ko-KR" altLang="en-US" dirty="0" err="1"/>
              <a:t>구현하겠다에</a:t>
            </a:r>
            <a:r>
              <a:rPr lang="ko-KR" altLang="en-US" dirty="0"/>
              <a:t> 대한 계획과 기획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프로그래머를 향한 기획서</a:t>
            </a:r>
            <a:endParaRPr lang="en-US" altLang="ko-KR" dirty="0"/>
          </a:p>
          <a:p>
            <a:r>
              <a:rPr lang="ko-KR" altLang="en-US" dirty="0"/>
              <a:t>팀원 공유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세부 내용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EC38E-F7F5-111A-9006-FE8FD05119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48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7D7EE-3DE5-1BD9-35E5-37F9E1FF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이후 사용 가능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DD9361-CC15-4C39-F844-0B591E49D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**</a:t>
            </a:r>
            <a:r>
              <a:rPr lang="ko-KR" altLang="en-US" b="1" dirty="0"/>
              <a:t>화면에 필요한 것</a:t>
            </a:r>
            <a:br>
              <a:rPr lang="en-US" altLang="ko-KR" b="1" dirty="0"/>
            </a:br>
            <a:r>
              <a:rPr lang="ko-KR" altLang="en-US" b="1" dirty="0"/>
              <a:t>어디 경로 선택지 표시</a:t>
            </a:r>
            <a:r>
              <a:rPr lang="en-US" altLang="ko-KR" b="1" dirty="0"/>
              <a:t>, </a:t>
            </a:r>
            <a:r>
              <a:rPr lang="ko-KR" altLang="en-US" b="1" dirty="0"/>
              <a:t>경로 선택 후 경로를 안내하는 화살표</a:t>
            </a:r>
            <a:endParaRPr lang="en-US" altLang="ko-KR" b="1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D26FB4-7390-2550-A4C9-67000541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215FE-1961-73FF-95E9-3D78003F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A0D3D40-2BD2-2885-B7A9-E532CC149B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택배 상태</a:t>
            </a:r>
          </a:p>
        </p:txBody>
      </p:sp>
      <p:pic>
        <p:nvPicPr>
          <p:cNvPr id="15" name="그래픽 14" descr="청각 장애인 단색으로 채워진">
            <a:extLst>
              <a:ext uri="{FF2B5EF4-FFF2-40B4-BE49-F238E27FC236}">
                <a16:creationId xmlns:a16="http://schemas.microsoft.com/office/drawing/2014/main" id="{FD64F41E-05E6-1601-577E-8956F652A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9992" y="4105763"/>
            <a:ext cx="914400" cy="914400"/>
          </a:xfrm>
          <a:prstGeom prst="rect">
            <a:avLst/>
          </a:prstGeom>
        </p:spPr>
      </p:pic>
      <p:pic>
        <p:nvPicPr>
          <p:cNvPr id="17" name="그래픽 16" descr="폭발 단색으로 채워진">
            <a:extLst>
              <a:ext uri="{FF2B5EF4-FFF2-40B4-BE49-F238E27FC236}">
                <a16:creationId xmlns:a16="http://schemas.microsoft.com/office/drawing/2014/main" id="{14D3EE94-1ED3-E171-7945-1C1392F11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786" y="4056527"/>
            <a:ext cx="914400" cy="914400"/>
          </a:xfrm>
          <a:prstGeom prst="rect">
            <a:avLst/>
          </a:prstGeom>
        </p:spPr>
      </p:pic>
      <p:pic>
        <p:nvPicPr>
          <p:cNvPr id="19" name="그래픽 18" descr="가연성 단색으로 채워진">
            <a:extLst>
              <a:ext uri="{FF2B5EF4-FFF2-40B4-BE49-F238E27FC236}">
                <a16:creationId xmlns:a16="http://schemas.microsoft.com/office/drawing/2014/main" id="{B1DBA925-63AD-7FD2-9A28-1987D39BC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5773" y="4056527"/>
            <a:ext cx="914400" cy="914400"/>
          </a:xfrm>
          <a:prstGeom prst="rect">
            <a:avLst/>
          </a:prstGeom>
        </p:spPr>
      </p:pic>
      <p:pic>
        <p:nvPicPr>
          <p:cNvPr id="21" name="그래픽 20" descr="고전압 단색으로 채워진">
            <a:extLst>
              <a:ext uri="{FF2B5EF4-FFF2-40B4-BE49-F238E27FC236}">
                <a16:creationId xmlns:a16="http://schemas.microsoft.com/office/drawing/2014/main" id="{5D1196DC-A71A-F175-C042-5E7D62781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9732" y="4056527"/>
            <a:ext cx="914400" cy="914400"/>
          </a:xfrm>
          <a:prstGeom prst="rect">
            <a:avLst/>
          </a:prstGeom>
        </p:spPr>
      </p:pic>
      <p:pic>
        <p:nvPicPr>
          <p:cNvPr id="8" name="그래픽 7" descr="지속적인 개선 단색으로 채워진">
            <a:extLst>
              <a:ext uri="{FF2B5EF4-FFF2-40B4-BE49-F238E27FC236}">
                <a16:creationId xmlns:a16="http://schemas.microsoft.com/office/drawing/2014/main" id="{0D0E0612-78ED-BF89-4FAD-ED1F15947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0814" y="1735771"/>
            <a:ext cx="914400" cy="914400"/>
          </a:xfrm>
          <a:prstGeom prst="rect">
            <a:avLst/>
          </a:prstGeom>
        </p:spPr>
      </p:pic>
      <p:pic>
        <p:nvPicPr>
          <p:cNvPr id="10" name="그래픽 9" descr="지속적인 개선 윤곽선">
            <a:extLst>
              <a:ext uri="{FF2B5EF4-FFF2-40B4-BE49-F238E27FC236}">
                <a16:creationId xmlns:a16="http://schemas.microsoft.com/office/drawing/2014/main" id="{178B322E-84E1-38DE-6ABE-A6F9F929F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67000" y="1890819"/>
            <a:ext cx="914400" cy="914400"/>
          </a:xfrm>
          <a:prstGeom prst="rect">
            <a:avLst/>
          </a:prstGeom>
        </p:spPr>
      </p:pic>
      <p:pic>
        <p:nvPicPr>
          <p:cNvPr id="12" name="그래픽 11" descr="하비 공 65% 단색으로 채워진">
            <a:extLst>
              <a:ext uri="{FF2B5EF4-FFF2-40B4-BE49-F238E27FC236}">
                <a16:creationId xmlns:a16="http://schemas.microsoft.com/office/drawing/2014/main" id="{BEC253AC-A8B5-43B5-33A3-D60E27397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5400" y="2344273"/>
            <a:ext cx="914400" cy="9144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CAE25721-75DD-A818-1577-BD7F5AA4DB91}"/>
              </a:ext>
            </a:extLst>
          </p:cNvPr>
          <p:cNvGrpSpPr/>
          <p:nvPr/>
        </p:nvGrpSpPr>
        <p:grpSpPr>
          <a:xfrm>
            <a:off x="4943969" y="2797892"/>
            <a:ext cx="272824" cy="325698"/>
            <a:chOff x="4943969" y="2797892"/>
            <a:chExt cx="272824" cy="325698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B4EA4EFC-B3DA-A1A0-6037-816F577E7241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A83F4BE3-02DD-7710-1820-3CCCE3B09F79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469D8E0-7094-8CEB-0C16-1AF87B1D7277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BA16980F-5E58-138A-2B7B-D8120F2D87A9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23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D51-F217-67D8-15C1-2C657497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UI_</a:t>
            </a:r>
            <a:r>
              <a:rPr lang="ko-KR" altLang="en-US"/>
              <a:t>세부</a:t>
            </a:r>
            <a:r>
              <a:rPr lang="en-US" altLang="ko-KR"/>
              <a:t>_</a:t>
            </a:r>
            <a:r>
              <a:rPr lang="ko-KR" altLang="en-US"/>
              <a:t>시간예측분석</a:t>
            </a:r>
            <a:r>
              <a:rPr lang="en-US" altLang="ko-KR"/>
              <a:t>UI</a:t>
            </a:r>
            <a:r>
              <a:rPr lang="en-US" altLang="ko-KR">
                <a:solidFill>
                  <a:schemeClr val="accent3"/>
                </a:solidFill>
              </a:rPr>
              <a:t>_</a:t>
            </a:r>
            <a:r>
              <a:rPr lang="ko-KR" altLang="en-US">
                <a:solidFill>
                  <a:schemeClr val="accent3"/>
                </a:solidFill>
              </a:rPr>
              <a:t>후보</a:t>
            </a:r>
            <a:r>
              <a:rPr lang="en-US" altLang="ko-KR">
                <a:solidFill>
                  <a:schemeClr val="accent3"/>
                </a:solidFill>
              </a:rPr>
              <a:t>1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7975F-8ACE-F4FA-8AB0-07475DFB4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F8528-CD96-16F4-2F05-6811FC983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결과 </a:t>
            </a:r>
            <a:r>
              <a:rPr lang="en-US" altLang="ko-KR" sz="2400" dirty="0"/>
              <a:t>: </a:t>
            </a:r>
            <a:r>
              <a:rPr lang="ko-KR" altLang="en-US" sz="2400" dirty="0"/>
              <a:t>폐기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까닭 </a:t>
            </a:r>
            <a:r>
              <a:rPr lang="en-US" altLang="ko-KR" sz="2400" dirty="0"/>
              <a:t>: </a:t>
            </a:r>
            <a:r>
              <a:rPr lang="ko-KR" altLang="en-US" sz="2400" dirty="0"/>
              <a:t>다른 후보들에 비해 가장 쉽게 </a:t>
            </a:r>
            <a:r>
              <a:rPr lang="en-US" altLang="ko-KR" sz="2400" dirty="0"/>
              <a:t>3</a:t>
            </a:r>
            <a:r>
              <a:rPr lang="ko-KR" altLang="en-US" sz="2400" dirty="0"/>
              <a:t>인칭에 녹여낼 있으나</a:t>
            </a:r>
            <a:r>
              <a:rPr lang="en-US" altLang="ko-KR" sz="2400" dirty="0"/>
              <a:t>, </a:t>
            </a:r>
            <a:r>
              <a:rPr lang="ko-KR" altLang="en-US" sz="2400" dirty="0"/>
              <a:t>마찬가지로 다른 </a:t>
            </a:r>
            <a:r>
              <a:rPr lang="en-US" altLang="ko-KR" sz="2400" dirty="0"/>
              <a:t>3</a:t>
            </a:r>
            <a:r>
              <a:rPr lang="ko-KR" altLang="en-US" sz="2400" dirty="0"/>
              <a:t>인칭 </a:t>
            </a:r>
            <a:r>
              <a:rPr lang="en-US" altLang="ko-KR" sz="2400" dirty="0"/>
              <a:t>UI</a:t>
            </a:r>
            <a:r>
              <a:rPr lang="ko-KR" altLang="en-US" sz="2400" dirty="0"/>
              <a:t>에서 아이디어를 얻거나 통합하는 것이 더 나은 방안이라 판단함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핍보이</a:t>
            </a:r>
            <a:r>
              <a:rPr lang="ko-KR" altLang="en-US" sz="2400" dirty="0"/>
              <a:t> </a:t>
            </a:r>
            <a:r>
              <a:rPr lang="en-US" altLang="ko-KR" sz="2400" dirty="0"/>
              <a:t>UI </a:t>
            </a:r>
            <a:r>
              <a:rPr lang="ko-KR" altLang="en-US" sz="2400" dirty="0"/>
              <a:t>이미지 </a:t>
            </a:r>
            <a:r>
              <a:rPr lang="en-US" altLang="ko-KR" sz="2400" dirty="0">
                <a:hlinkClick r:id="rId2"/>
              </a:rPr>
              <a:t>https://arca.live/b/fallout76/19323367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EFC82-39C1-37D5-A2C1-BD71091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AC843-7DC9-A361-45FE-6B5FA43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7C3D725-686D-219D-E3F9-FCDBA59832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C82763-7EB2-6DBD-BD2A-89C2169C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060"/>
            <a:ext cx="5266640" cy="29624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BB6AC-574F-23F8-798C-FE5AED8C901E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3066405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ED21-0446-B325-480B-8AEDED03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B022-CC93-5BD3-2FB3-7C520F27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2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B2E1-7D68-E4DC-0EA7-BE29AF19F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FF18E-C4C2-7C23-480E-50C0007526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 err="1"/>
              <a:t>테블릿</a:t>
            </a:r>
            <a:r>
              <a:rPr lang="ko-KR" altLang="en-US" sz="1600" dirty="0"/>
              <a:t>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 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화면을 덮을 크기</a:t>
            </a:r>
            <a:r>
              <a:rPr lang="en-US" altLang="ko-KR" sz="1600" dirty="0"/>
              <a:t>, </a:t>
            </a:r>
            <a:r>
              <a:rPr lang="ko-KR" altLang="en-US" sz="1600" dirty="0"/>
              <a:t>투명도는 방식에 따라 필요가 </a:t>
            </a:r>
            <a:r>
              <a:rPr lang="ko-KR" altLang="en-US" sz="1600" dirty="0" err="1"/>
              <a:t>정해짐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ko-KR" altLang="en-US" sz="1600" dirty="0" err="1"/>
              <a:t>미니맵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탑뷰로</a:t>
            </a:r>
            <a:r>
              <a:rPr lang="ko-KR" altLang="en-US" sz="1600" dirty="0"/>
              <a:t> 경로를 알려준다면 투명도 필요 없음</a:t>
            </a:r>
            <a:r>
              <a:rPr lang="en-US" altLang="ko-KR" sz="1600" dirty="0"/>
              <a:t>, </a:t>
            </a:r>
            <a:r>
              <a:rPr lang="ko-KR" altLang="en-US" sz="1600" dirty="0"/>
              <a:t>눈 앞의 경로를 알려준다면 투명도 필요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3</a:t>
            </a:r>
            <a:r>
              <a:rPr lang="ko-KR" altLang="en-US" sz="1600" dirty="0"/>
              <a:t>인칭 진행에서 자연스럽게 디자인할 방안을 찾지 못함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서브노티카</a:t>
            </a:r>
            <a:r>
              <a:rPr lang="en-US" altLang="ko-KR" sz="1600" dirty="0"/>
              <a:t> 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https://gameuidatabase.com/index.php?&amp;scrn=71&amp;set=1&amp;plat=1&amp;tag=131&amp;series=106&amp;sort=2&amp;r=4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EB7CD-9D5E-B089-9D35-D9AF354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F2533-7743-0CAA-E193-5A96F503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20614F1-FB8C-4B4B-8C14-E7CF485B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E6418C-1FA6-12EF-E3A5-687928F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" y="1119112"/>
            <a:ext cx="5197870" cy="292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E254F-D347-9C8F-D15D-BFD13989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9" y="4065917"/>
            <a:ext cx="5003961" cy="21110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8EEAA-D802-B5E2-4634-5801BDADAFC3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2954105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E5E-B71B-3E00-C88E-EB1061C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DB0DB-4DCE-11D7-B365-3F83F678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83826-6FD3-BF10-B452-319AE5A8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CC3A1F-E50B-52CB-1E8A-D38165C4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1916"/>
            <a:ext cx="5181600" cy="49950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</a:t>
            </a:r>
            <a:r>
              <a:rPr lang="en-US" altLang="ko-KR" sz="1600" dirty="0"/>
              <a:t> :</a:t>
            </a:r>
            <a:br>
              <a:rPr lang="en-US" altLang="ko-KR" sz="1600" dirty="0"/>
            </a:br>
            <a:r>
              <a:rPr lang="ko-KR" altLang="en-US" sz="1600" dirty="0"/>
              <a:t>시계는 크기가 </a:t>
            </a:r>
            <a:r>
              <a:rPr lang="ko-KR" altLang="en-US" sz="1600" dirty="0" err="1"/>
              <a:t>커야함</a:t>
            </a:r>
            <a:r>
              <a:rPr lang="en-US" altLang="ko-KR" sz="1600" dirty="0"/>
              <a:t>, </a:t>
            </a:r>
            <a:r>
              <a:rPr lang="ko-KR" altLang="en-US" sz="1600" dirty="0"/>
              <a:t>직관적이고 선명한 색의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중앙에는 화살표로 경로의 위치를 확인할 수 있도록 해야함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</a:t>
            </a:r>
            <a:r>
              <a:rPr lang="ko-KR" altLang="en-US" sz="1600" dirty="0"/>
              <a:t>실시간 컨셉과 맞지 않다고 판단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배달품</a:t>
            </a:r>
            <a:r>
              <a:rPr lang="ko-KR" altLang="en-US" sz="1600" dirty="0"/>
              <a:t> 소지 시 손목을 볼 수 없거나 구현이 곤란해짐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그린헬</a:t>
            </a:r>
            <a:r>
              <a:rPr lang="ko-KR" altLang="en-US" sz="1600" dirty="0"/>
              <a:t> 손목시계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https://constante.tistory.com/entry/%EA%B7%B8%EB%A6%B0-%ED%97%ACGreen-Hell-%EC%B4%88%EB%B3%B4%EA%B0%80%EC%9D%B4%EB%93%9C-%ED%8A%9C%ED%86%A0%EB%A6%AC%EC%96%BC-%ED%95%B4%EC%95%BC-%ED%95%98%EB%8A%94-%EC%9D%B4%EC%9C%A0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9BB43-0277-F6FA-BBC7-4CA345E2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6AA24-EF56-CAB7-B5BB-9D1F1703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8ECF64-4803-31DC-51AA-50E8624A34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D80CA8-A303-4ECC-BDB8-24B3AFB8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4152"/>
            <a:ext cx="5181600" cy="2932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66009D-C93F-161B-09F5-E69904A8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1916"/>
            <a:ext cx="5181600" cy="29634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60AB15-8ACC-8D8E-F1D0-86A263E9E1FF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751271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F461-14B0-BB36-311E-F0C2506F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FF308-2CD8-B301-36CC-07AFAD5F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프로토타입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5E3038B-C0FA-5E5A-5CAD-6210C3334C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B4A19-A40C-231E-13BA-53A5983D5D61}"/>
              </a:ext>
            </a:extLst>
          </p:cNvPr>
          <p:cNvSpPr/>
          <p:nvPr/>
        </p:nvSpPr>
        <p:spPr>
          <a:xfrm>
            <a:off x="4109741" y="1115617"/>
            <a:ext cx="1540360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본거지에서 랜덤 </a:t>
            </a:r>
            <a:r>
              <a:rPr lang="ko-KR" altLang="en-US" dirty="0" err="1">
                <a:solidFill>
                  <a:srgbClr val="000000"/>
                </a:solidFill>
              </a:rPr>
              <a:t>배다품</a:t>
            </a:r>
            <a:r>
              <a:rPr lang="ko-KR" altLang="en-US" dirty="0">
                <a:solidFill>
                  <a:srgbClr val="000000"/>
                </a:solidFill>
              </a:rPr>
              <a:t> 조달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57F16-D0B3-1B9A-37D2-4C66D1F8F559}"/>
              </a:ext>
            </a:extLst>
          </p:cNvPr>
          <p:cNvSpPr/>
          <p:nvPr/>
        </p:nvSpPr>
        <p:spPr>
          <a:xfrm>
            <a:off x="8401609" y="800285"/>
            <a:ext cx="1818245" cy="1458316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두 플레이어 중 누가 배달품을 운반할지 결정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배달품의 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20F480-58C7-2D5A-5B79-C2939DFD97C0}"/>
              </a:ext>
            </a:extLst>
          </p:cNvPr>
          <p:cNvSpPr/>
          <p:nvPr/>
        </p:nvSpPr>
        <p:spPr>
          <a:xfrm>
            <a:off x="3739433" y="2819301"/>
            <a:ext cx="1687574" cy="89229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667A37-D258-2A8D-9046-72399B6DF659}"/>
              </a:ext>
            </a:extLst>
          </p:cNvPr>
          <p:cNvSpPr/>
          <p:nvPr/>
        </p:nvSpPr>
        <p:spPr>
          <a:xfrm>
            <a:off x="6106410" y="2672427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7E71A8-1AD4-7AE5-CC48-FF3FA646E6F5}"/>
              </a:ext>
            </a:extLst>
          </p:cNvPr>
          <p:cNvSpPr/>
          <p:nvPr/>
        </p:nvSpPr>
        <p:spPr>
          <a:xfrm>
            <a:off x="6106410" y="3621123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852B5A-2957-F499-1C31-8FCD7C57B816}"/>
              </a:ext>
            </a:extLst>
          </p:cNvPr>
          <p:cNvSpPr/>
          <p:nvPr/>
        </p:nvSpPr>
        <p:spPr>
          <a:xfrm>
            <a:off x="6130402" y="5571286"/>
            <a:ext cx="1460848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1918198C-FB21-2611-8580-230602B3D4CA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>
            <a:off x="5650101" y="1527271"/>
            <a:ext cx="3696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897AEB-6EE7-87EC-3E2D-C30561AF01DA}"/>
              </a:ext>
            </a:extLst>
          </p:cNvPr>
          <p:cNvSpPr/>
          <p:nvPr/>
        </p:nvSpPr>
        <p:spPr>
          <a:xfrm>
            <a:off x="6130402" y="4672933"/>
            <a:ext cx="1460849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BB2388B9-A5ED-45B0-C29F-652541C5E543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DB7E95AC-5157-F2D2-BDF0-0AE378CDEC48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427007" y="3101188"/>
            <a:ext cx="679403" cy="1642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6C0BFD02-9B5C-64B3-DC0C-9FAF5DDD9D8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427007" y="3265450"/>
            <a:ext cx="679403" cy="7247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EA952F6D-1E8E-24F6-FBBE-58606F879584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885801" y="5094644"/>
            <a:ext cx="244601" cy="2661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64665EAA-0FAB-A742-3FDC-70048DA1C678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885801" y="5360809"/>
            <a:ext cx="244601" cy="6321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4315DA8E-3106-C294-9726-7ADC3B59BEF8}"/>
              </a:ext>
            </a:extLst>
          </p:cNvPr>
          <p:cNvCxnSpPr>
            <a:cxnSpLocks/>
            <a:stCxn id="13" idx="3"/>
            <a:endCxn id="218" idx="1"/>
          </p:cNvCxnSpPr>
          <p:nvPr/>
        </p:nvCxnSpPr>
        <p:spPr>
          <a:xfrm flipH="1">
            <a:off x="3781647" y="3101188"/>
            <a:ext cx="4399024" cy="2259621"/>
          </a:xfrm>
          <a:prstGeom prst="bentConnector5">
            <a:avLst>
              <a:gd name="adj1" fmla="val -5197"/>
              <a:gd name="adj2" fmla="val 6146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36077822-9C4B-7262-E4F1-29FEF4A09CD7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7591251" y="5094643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FA01B67-4475-7248-4FFC-CF2D73F9E927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7591250" y="5988054"/>
            <a:ext cx="547806" cy="49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138E0AF3-24A6-BB1B-E7CA-81ED48DCAD28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298BC00F-AB13-843C-521E-9E77FF86FA48}"/>
              </a:ext>
            </a:extLst>
          </p:cNvPr>
          <p:cNvSpPr/>
          <p:nvPr/>
        </p:nvSpPr>
        <p:spPr>
          <a:xfrm>
            <a:off x="8139056" y="4711677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A3C28926-8FEE-D426-9BED-A5BE8A93619B}"/>
              </a:ext>
            </a:extLst>
          </p:cNvPr>
          <p:cNvSpPr/>
          <p:nvPr/>
        </p:nvSpPr>
        <p:spPr>
          <a:xfrm>
            <a:off x="8139056" y="560508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E2963922-933C-401E-5F2B-039143BEA027}"/>
              </a:ext>
            </a:extLst>
          </p:cNvPr>
          <p:cNvSpPr/>
          <p:nvPr/>
        </p:nvSpPr>
        <p:spPr>
          <a:xfrm>
            <a:off x="3781647" y="4851939"/>
            <a:ext cx="2104154" cy="10177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본거지로 복귀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(=</a:t>
            </a: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29C595-3733-C2E2-DB35-F9BEE0C1E5CD}"/>
              </a:ext>
            </a:extLst>
          </p:cNvPr>
          <p:cNvSpPr/>
          <p:nvPr/>
        </p:nvSpPr>
        <p:spPr>
          <a:xfrm>
            <a:off x="2111837" y="1158178"/>
            <a:ext cx="1632960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각 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캐릭터 선택</a:t>
            </a:r>
          </a:p>
        </p:txBody>
      </p:sp>
      <p:cxnSp>
        <p:nvCxnSpPr>
          <p:cNvPr id="21" name="화살표 12">
            <a:extLst>
              <a:ext uri="{FF2B5EF4-FFF2-40B4-BE49-F238E27FC236}">
                <a16:creationId xmlns:a16="http://schemas.microsoft.com/office/drawing/2014/main" id="{DB7ADB23-D008-0403-68F9-C111546AD64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744797" y="1527271"/>
            <a:ext cx="36494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화살표 12">
            <a:extLst>
              <a:ext uri="{FF2B5EF4-FFF2-40B4-BE49-F238E27FC236}">
                <a16:creationId xmlns:a16="http://schemas.microsoft.com/office/drawing/2014/main" id="{4F8C28DF-58ED-F47B-F109-DC5DEACE25FD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BD74BA-DB7D-C800-5F83-19D5A2966C14}"/>
              </a:ext>
            </a:extLst>
          </p:cNvPr>
          <p:cNvSpPr/>
          <p:nvPr/>
        </p:nvSpPr>
        <p:spPr>
          <a:xfrm>
            <a:off x="6019702" y="1115617"/>
            <a:ext cx="1889378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벌꿀이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배송품으로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나옴</a:t>
            </a:r>
          </a:p>
        </p:txBody>
      </p:sp>
      <p:cxnSp>
        <p:nvCxnSpPr>
          <p:cNvPr id="34" name="화살표 14">
            <a:extLst>
              <a:ext uri="{FF2B5EF4-FFF2-40B4-BE49-F238E27FC236}">
                <a16:creationId xmlns:a16="http://schemas.microsoft.com/office/drawing/2014/main" id="{296C43E9-1EBF-B78D-4D8B-4F083616081E}"/>
              </a:ext>
            </a:extLst>
          </p:cNvPr>
          <p:cNvCxnSpPr>
            <a:cxnSpLocks/>
            <a:stCxn id="33" idx="3"/>
            <a:endCxn id="10" idx="1"/>
          </p:cNvCxnSpPr>
          <p:nvPr/>
        </p:nvCxnSpPr>
        <p:spPr>
          <a:xfrm>
            <a:off x="7909080" y="1527271"/>
            <a:ext cx="492529" cy="21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79EF659-D767-46F3-85EC-931C4B96BC20}"/>
              </a:ext>
            </a:extLst>
          </p:cNvPr>
          <p:cNvSpPr/>
          <p:nvPr/>
        </p:nvSpPr>
        <p:spPr>
          <a:xfrm>
            <a:off x="1194175" y="2840050"/>
            <a:ext cx="1960613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휠을</a:t>
            </a:r>
            <a:r>
              <a:rPr lang="ko-KR" altLang="en-US" dirty="0">
                <a:solidFill>
                  <a:srgbClr val="000000"/>
                </a:solidFill>
              </a:rPr>
              <a:t> 눌러 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로 경로 파악</a:t>
            </a:r>
          </a:p>
        </p:txBody>
      </p:sp>
      <p:cxnSp>
        <p:nvCxnSpPr>
          <p:cNvPr id="86" name="꺾인 양쪽 화살표 연결선 20">
            <a:extLst>
              <a:ext uri="{FF2B5EF4-FFF2-40B4-BE49-F238E27FC236}">
                <a16:creationId xmlns:a16="http://schemas.microsoft.com/office/drawing/2014/main" id="{FD123B17-66B1-DF4D-D055-BEBCD9948175}"/>
              </a:ext>
            </a:extLst>
          </p:cNvPr>
          <p:cNvCxnSpPr>
            <a:cxnSpLocks/>
            <a:stCxn id="10" idx="3"/>
            <a:endCxn id="82" idx="1"/>
          </p:cNvCxnSpPr>
          <p:nvPr/>
        </p:nvCxnSpPr>
        <p:spPr>
          <a:xfrm flipH="1">
            <a:off x="1194175" y="1529443"/>
            <a:ext cx="9025679" cy="1739368"/>
          </a:xfrm>
          <a:prstGeom prst="bentConnector5">
            <a:avLst>
              <a:gd name="adj1" fmla="val -2533"/>
              <a:gd name="adj2" fmla="val 58635"/>
              <a:gd name="adj3" fmla="val 10253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화살표 14">
            <a:extLst>
              <a:ext uri="{FF2B5EF4-FFF2-40B4-BE49-F238E27FC236}">
                <a16:creationId xmlns:a16="http://schemas.microsoft.com/office/drawing/2014/main" id="{958F0617-751B-0FB9-24FF-8154CE805DC2}"/>
              </a:ext>
            </a:extLst>
          </p:cNvPr>
          <p:cNvCxnSpPr>
            <a:cxnSpLocks/>
            <a:stCxn id="82" idx="3"/>
            <a:endCxn id="12" idx="1"/>
          </p:cNvCxnSpPr>
          <p:nvPr/>
        </p:nvCxnSpPr>
        <p:spPr>
          <a:xfrm flipV="1">
            <a:off x="3154788" y="3265450"/>
            <a:ext cx="584645" cy="33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양쪽 화살표 연결선 20">
            <a:extLst>
              <a:ext uri="{FF2B5EF4-FFF2-40B4-BE49-F238E27FC236}">
                <a16:creationId xmlns:a16="http://schemas.microsoft.com/office/drawing/2014/main" id="{8B6BB6B2-D495-FCB4-587F-444E26A629CE}"/>
              </a:ext>
            </a:extLst>
          </p:cNvPr>
          <p:cNvCxnSpPr>
            <a:cxnSpLocks/>
            <a:stCxn id="14" idx="3"/>
            <a:endCxn id="218" idx="1"/>
          </p:cNvCxnSpPr>
          <p:nvPr/>
        </p:nvCxnSpPr>
        <p:spPr>
          <a:xfrm flipH="1">
            <a:off x="3781647" y="3990217"/>
            <a:ext cx="4399024" cy="1370592"/>
          </a:xfrm>
          <a:prstGeom prst="bentConnector5">
            <a:avLst>
              <a:gd name="adj1" fmla="val -5197"/>
              <a:gd name="adj2" fmla="val 4490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5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D4F6-795A-EB20-54C4-2E1FA3F0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F816BD5-858B-342C-B823-0402D9D9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</a:t>
            </a:r>
            <a:r>
              <a:rPr lang="ko-KR" altLang="en-US" dirty="0"/>
              <a:t>맵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20A946CA-1674-179B-AE75-4D66304C04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73459" y="1553440"/>
          <a:ext cx="2645434" cy="4268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71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100d*100d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66608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모래언덕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08401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20d*15d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22120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946AB-3E4D-E33A-2A0B-17C37A30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F43B1E-AD1F-E948-28C2-82FB3168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B3BECAE-7C73-0F19-AE82-887C923DF6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D2F03D9-B845-BFFB-CCF6-9FB4E746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3" y="1525774"/>
            <a:ext cx="4152774" cy="4164488"/>
          </a:xfrm>
          <a:prstGeom prst="rect">
            <a:avLst/>
          </a:prstGeom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A9FC3793-CB72-77C8-51B2-9A89A355061A}"/>
              </a:ext>
            </a:extLst>
          </p:cNvPr>
          <p:cNvSpPr/>
          <p:nvPr/>
        </p:nvSpPr>
        <p:spPr>
          <a:xfrm>
            <a:off x="6377792" y="1293938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2028BC5-0B37-AFD4-F158-2A6E32D34539}"/>
              </a:ext>
            </a:extLst>
          </p:cNvPr>
          <p:cNvSpPr/>
          <p:nvPr/>
        </p:nvSpPr>
        <p:spPr>
          <a:xfrm rot="5400000">
            <a:off x="8589636" y="3490111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329C8-DCC7-A2F0-6B61-6A9432AB87EF}"/>
              </a:ext>
            </a:extLst>
          </p:cNvPr>
          <p:cNvSpPr txBox="1"/>
          <p:nvPr/>
        </p:nvSpPr>
        <p:spPr>
          <a:xfrm>
            <a:off x="7879085" y="971408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57484-2A68-488C-FE59-0B93B43FA7FB}"/>
              </a:ext>
            </a:extLst>
          </p:cNvPr>
          <p:cNvSpPr txBox="1"/>
          <p:nvPr/>
        </p:nvSpPr>
        <p:spPr>
          <a:xfrm>
            <a:off x="10456649" y="3150381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4EF25E2-6D6F-DF10-2FB6-D98F803D0F88}"/>
              </a:ext>
            </a:extLst>
          </p:cNvPr>
          <p:cNvCxnSpPr>
            <a:cxnSpLocks/>
            <a:stCxn id="32" idx="0"/>
            <a:endCxn id="32" idx="2"/>
          </p:cNvCxnSpPr>
          <p:nvPr/>
        </p:nvCxnSpPr>
        <p:spPr>
          <a:xfrm>
            <a:off x="8459930" y="1525774"/>
            <a:ext cx="0" cy="416448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50D21BC-03E8-4770-3F07-FA45CB9F81E4}"/>
              </a:ext>
            </a:extLst>
          </p:cNvPr>
          <p:cNvCxnSpPr>
            <a:cxnSpLocks/>
            <a:stCxn id="32" idx="1"/>
            <a:endCxn id="32" idx="3"/>
          </p:cNvCxnSpPr>
          <p:nvPr/>
        </p:nvCxnSpPr>
        <p:spPr>
          <a:xfrm>
            <a:off x="6383543" y="3608018"/>
            <a:ext cx="41527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A3CE3F5-BFCF-DD7C-F5BE-62E79C4744F3}"/>
              </a:ext>
            </a:extLst>
          </p:cNvPr>
          <p:cNvSpPr/>
          <p:nvPr/>
        </p:nvSpPr>
        <p:spPr>
          <a:xfrm>
            <a:off x="6407140" y="3203274"/>
            <a:ext cx="1253112" cy="235809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7509C5AB-F4DE-3D4D-1834-0942DCFC0EF8}"/>
              </a:ext>
            </a:extLst>
          </p:cNvPr>
          <p:cNvSpPr/>
          <p:nvPr/>
        </p:nvSpPr>
        <p:spPr>
          <a:xfrm>
            <a:off x="8014522" y="2195838"/>
            <a:ext cx="1348010" cy="228185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3BA74708-E3B2-BC6E-91F5-B4E1AF31ACE3}"/>
              </a:ext>
            </a:extLst>
          </p:cNvPr>
          <p:cNvSpPr/>
          <p:nvPr/>
        </p:nvSpPr>
        <p:spPr>
          <a:xfrm rot="5400000">
            <a:off x="7277766" y="3815700"/>
            <a:ext cx="941714" cy="168316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BACC5BA7-437A-6B0B-3DFB-94BCE3ACE9A8}"/>
              </a:ext>
            </a:extLst>
          </p:cNvPr>
          <p:cNvSpPr/>
          <p:nvPr/>
        </p:nvSpPr>
        <p:spPr>
          <a:xfrm rot="5400000">
            <a:off x="7491619" y="2033804"/>
            <a:ext cx="1136945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C220081B-D162-CB59-0713-6850674D6E95}"/>
              </a:ext>
            </a:extLst>
          </p:cNvPr>
          <p:cNvSpPr/>
          <p:nvPr/>
        </p:nvSpPr>
        <p:spPr>
          <a:xfrm>
            <a:off x="6404693" y="1315351"/>
            <a:ext cx="160982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AA566ED8-14E7-0976-0069-AD2185B7B2DC}"/>
              </a:ext>
            </a:extLst>
          </p:cNvPr>
          <p:cNvSpPr/>
          <p:nvPr/>
        </p:nvSpPr>
        <p:spPr>
          <a:xfrm>
            <a:off x="9085048" y="2443274"/>
            <a:ext cx="112951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91068D27-346D-48C1-9F8B-EBFA48CED659}"/>
              </a:ext>
            </a:extLst>
          </p:cNvPr>
          <p:cNvSpPr/>
          <p:nvPr/>
        </p:nvSpPr>
        <p:spPr>
          <a:xfrm rot="5400000">
            <a:off x="9327516" y="2611465"/>
            <a:ext cx="800773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0EAF07-D46E-6366-4DC7-063B5B2E853A}"/>
              </a:ext>
            </a:extLst>
          </p:cNvPr>
          <p:cNvSpPr txBox="1"/>
          <p:nvPr/>
        </p:nvSpPr>
        <p:spPr>
          <a:xfrm>
            <a:off x="8060091" y="202367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40d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90F07F-8FBC-2BDF-338B-03EBFCB08B79}"/>
              </a:ext>
            </a:extLst>
          </p:cNvPr>
          <p:cNvSpPr txBox="1"/>
          <p:nvPr/>
        </p:nvSpPr>
        <p:spPr>
          <a:xfrm>
            <a:off x="6586933" y="1116820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45d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2F1617-2E5F-BC2E-A5E6-91E4557AEEDC}"/>
              </a:ext>
            </a:extLst>
          </p:cNvPr>
          <p:cNvSpPr txBox="1"/>
          <p:nvPr/>
        </p:nvSpPr>
        <p:spPr>
          <a:xfrm>
            <a:off x="7386089" y="3730655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6442D4-5D2C-8674-81EC-A0EDC14D6F5A}"/>
              </a:ext>
            </a:extLst>
          </p:cNvPr>
          <p:cNvSpPr txBox="1"/>
          <p:nvPr/>
        </p:nvSpPr>
        <p:spPr>
          <a:xfrm>
            <a:off x="6428702" y="301459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30d</a:t>
            </a:r>
            <a:endParaRPr lang="ko-KR" alt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D3124B-A52E-814C-890B-01921229E181}"/>
              </a:ext>
            </a:extLst>
          </p:cNvPr>
          <p:cNvSpPr txBox="1"/>
          <p:nvPr/>
        </p:nvSpPr>
        <p:spPr>
          <a:xfrm>
            <a:off x="7645191" y="1832262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3651B9FD-A63F-07BA-D2D4-D02DC873D76F}"/>
              </a:ext>
            </a:extLst>
          </p:cNvPr>
          <p:cNvSpPr/>
          <p:nvPr/>
        </p:nvSpPr>
        <p:spPr>
          <a:xfrm rot="16200000" flipH="1">
            <a:off x="7461221" y="2798634"/>
            <a:ext cx="961031" cy="145038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91B93C-2AF9-9A55-0F1E-E5971C5A2B8E}"/>
              </a:ext>
            </a:extLst>
          </p:cNvPr>
          <p:cNvSpPr txBox="1"/>
          <p:nvPr/>
        </p:nvSpPr>
        <p:spPr>
          <a:xfrm>
            <a:off x="7177979" y="272100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A5A53E-CBD6-4D27-7935-D88BFB023A30}"/>
              </a:ext>
            </a:extLst>
          </p:cNvPr>
          <p:cNvSpPr txBox="1"/>
          <p:nvPr/>
        </p:nvSpPr>
        <p:spPr>
          <a:xfrm>
            <a:off x="9317350" y="2596139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15d</a:t>
            </a:r>
            <a:endParaRPr lang="ko-KR" altLang="en-US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6974E6-E12C-B465-BD5E-8F165C5D4856}"/>
              </a:ext>
            </a:extLst>
          </p:cNvPr>
          <p:cNvSpPr txBox="1"/>
          <p:nvPr/>
        </p:nvSpPr>
        <p:spPr>
          <a:xfrm>
            <a:off x="9134645" y="2321731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35304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31982-35EF-EBEC-D9A7-CC0AFA18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ko-KR" altLang="en-US" dirty="0" err="1"/>
              <a:t>행동트리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5F99C4-5814-36F2-7009-3BBAB3B6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46A311-80A7-E422-30F5-4DA87EF2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2276D0C-5F68-C658-45CC-3713A071FA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3720E-869D-97FB-FFF4-58F6951EDD70}"/>
              </a:ext>
            </a:extLst>
          </p:cNvPr>
          <p:cNvSpPr/>
          <p:nvPr/>
        </p:nvSpPr>
        <p:spPr>
          <a:xfrm>
            <a:off x="5318094" y="1262664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selector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1CA78A-DB74-E88D-5A42-4737866F5DAB}"/>
              </a:ext>
            </a:extLst>
          </p:cNvPr>
          <p:cNvSpPr/>
          <p:nvPr/>
        </p:nvSpPr>
        <p:spPr>
          <a:xfrm>
            <a:off x="9249734" y="2370482"/>
            <a:ext cx="2291327" cy="83248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배회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벌집 주변 배회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238FB-1BE7-6F02-51F7-EE12BBE682BE}"/>
              </a:ext>
            </a:extLst>
          </p:cNvPr>
          <p:cNvSpPr/>
          <p:nvPr/>
        </p:nvSpPr>
        <p:spPr>
          <a:xfrm>
            <a:off x="992448" y="2479320"/>
            <a:ext cx="181401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</a:t>
            </a:r>
            <a:r>
              <a:rPr lang="ko-KR" altLang="en-US">
                <a:solidFill>
                  <a:schemeClr val="tx1"/>
                </a:solidFill>
              </a:rPr>
              <a:t>피격 대응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874184-5899-7BE1-D3E2-49F78C10ACF4}"/>
              </a:ext>
            </a:extLst>
          </p:cNvPr>
          <p:cNvSpPr/>
          <p:nvPr/>
        </p:nvSpPr>
        <p:spPr>
          <a:xfrm>
            <a:off x="6630824" y="2326698"/>
            <a:ext cx="2291327" cy="949681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귀환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범위에서 벗어나면 복귀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5E6C07C-C01C-D2E5-1242-D2D2577CCBA2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899454" y="1914034"/>
            <a:ext cx="4011950" cy="5652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A1C32BD-8F65-AEA2-7EAF-2701ECEB5A9B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>
            <a:off x="5911404" y="1914034"/>
            <a:ext cx="1865084" cy="412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D447524-DD88-0B20-3BFA-0F6A4CE85A0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911404" y="1914034"/>
            <a:ext cx="4483994" cy="45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B9E20A-B8F9-CB51-C4D5-C3E38CB1857F}"/>
              </a:ext>
            </a:extLst>
          </p:cNvPr>
          <p:cNvSpPr/>
          <p:nvPr/>
        </p:nvSpPr>
        <p:spPr>
          <a:xfrm>
            <a:off x="4677148" y="2471926"/>
            <a:ext cx="1530911" cy="73104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벌꿀 탐지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FB0CA58-B2A0-207C-01CA-61B12DC6F7B8}"/>
              </a:ext>
            </a:extLst>
          </p:cNvPr>
          <p:cNvSpPr/>
          <p:nvPr/>
        </p:nvSpPr>
        <p:spPr>
          <a:xfrm>
            <a:off x="44572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저격 당함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BDC9A5-280C-0B39-6D93-588DAE81FDF5}"/>
              </a:ext>
            </a:extLst>
          </p:cNvPr>
          <p:cNvSpPr/>
          <p:nvPr/>
        </p:nvSpPr>
        <p:spPr>
          <a:xfrm>
            <a:off x="191760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 중단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D74D15-DF3C-D729-CB6A-4CBA92D0021F}"/>
              </a:ext>
            </a:extLst>
          </p:cNvPr>
          <p:cNvSpPr/>
          <p:nvPr/>
        </p:nvSpPr>
        <p:spPr>
          <a:xfrm>
            <a:off x="3389481" y="5372271"/>
            <a:ext cx="1415605" cy="756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활성화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59B2BA-1FE3-ACCD-2734-EFA2C960462F}"/>
              </a:ext>
            </a:extLst>
          </p:cNvPr>
          <p:cNvSpPr/>
          <p:nvPr/>
        </p:nvSpPr>
        <p:spPr>
          <a:xfrm>
            <a:off x="5090346" y="5424914"/>
            <a:ext cx="11866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벌집으로 복귀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FE06FCC-84DD-0387-364D-1B12A7A29D4A}"/>
              </a:ext>
            </a:extLst>
          </p:cNvPr>
          <p:cNvCxnSpPr>
            <a:cxnSpLocks/>
            <a:stCxn id="13" idx="2"/>
            <a:endCxn id="39" idx="0"/>
          </p:cNvCxnSpPr>
          <p:nvPr/>
        </p:nvCxnSpPr>
        <p:spPr>
          <a:xfrm flipH="1">
            <a:off x="1039031" y="3130690"/>
            <a:ext cx="860423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D1DB450-3FD5-CA64-2FAD-CF858AAAA0C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>
            <a:off x="1899454" y="3130690"/>
            <a:ext cx="611457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42D94AC-F1AB-B320-A63D-D65BEDB2F883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1899454" y="3130690"/>
            <a:ext cx="2197830" cy="2241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C7DE81E-0306-4215-23BE-0FAEF864D331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>
            <a:off x="1899454" y="3130690"/>
            <a:ext cx="3784203" cy="2294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36355BB-7CF3-D6C0-0FF4-FF08FC91CC27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flipH="1">
            <a:off x="5442604" y="1914034"/>
            <a:ext cx="468800" cy="557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219BEB-70FB-881E-2E07-BF9EF884B57D}"/>
              </a:ext>
            </a:extLst>
          </p:cNvPr>
          <p:cNvSpPr/>
          <p:nvPr/>
        </p:nvSpPr>
        <p:spPr>
          <a:xfrm>
            <a:off x="5044801" y="3665389"/>
            <a:ext cx="1517425" cy="7538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탐지 범위 내 벌꿀 확인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A2DA9F5-63DA-6AF6-0E57-506688DF3FB6}"/>
              </a:ext>
            </a:extLst>
          </p:cNvPr>
          <p:cNvSpPr/>
          <p:nvPr/>
        </p:nvSpPr>
        <p:spPr>
          <a:xfrm>
            <a:off x="6829339" y="3751992"/>
            <a:ext cx="897611" cy="580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69EFBC2-F234-7089-4A2B-35BB504DD58E}"/>
              </a:ext>
            </a:extLst>
          </p:cNvPr>
          <p:cNvCxnSpPr>
            <a:cxnSpLocks/>
            <a:stCxn id="36" idx="2"/>
            <a:endCxn id="78" idx="0"/>
          </p:cNvCxnSpPr>
          <p:nvPr/>
        </p:nvCxnSpPr>
        <p:spPr>
          <a:xfrm>
            <a:off x="5442604" y="3202968"/>
            <a:ext cx="360910" cy="462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75FDA05-F133-29E2-9D32-977FC9FDF09F}"/>
              </a:ext>
            </a:extLst>
          </p:cNvPr>
          <p:cNvCxnSpPr>
            <a:cxnSpLocks/>
            <a:stCxn id="36" idx="2"/>
            <a:endCxn id="80" idx="0"/>
          </p:cNvCxnSpPr>
          <p:nvPr/>
        </p:nvCxnSpPr>
        <p:spPr>
          <a:xfrm>
            <a:off x="5442604" y="3202968"/>
            <a:ext cx="1835541" cy="549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9D0BA7-EA09-4391-B6D3-AC5D5E87FFFF}"/>
              </a:ext>
            </a:extLst>
          </p:cNvPr>
          <p:cNvSpPr/>
          <p:nvPr/>
        </p:nvSpPr>
        <p:spPr>
          <a:xfrm>
            <a:off x="6562226" y="5424915"/>
            <a:ext cx="897611" cy="65136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방해 재개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0489940-664C-3F00-3493-E53F6070489D}"/>
              </a:ext>
            </a:extLst>
          </p:cNvPr>
          <p:cNvCxnSpPr>
            <a:cxnSpLocks/>
            <a:stCxn id="13" idx="2"/>
            <a:endCxn id="98" idx="0"/>
          </p:cNvCxnSpPr>
          <p:nvPr/>
        </p:nvCxnSpPr>
        <p:spPr>
          <a:xfrm>
            <a:off x="1899454" y="3130690"/>
            <a:ext cx="5111578" cy="2294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15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6DE3-0E15-A4E3-AD51-80CFCE74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0A5533-2494-995E-04E9-3605D145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FF5E8E-A9CD-330E-9FC8-B676E015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F0538A-2066-F481-809B-FBA490AA0A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/>
              <a:t>도우미</a:t>
            </a:r>
            <a:r>
              <a:rPr lang="en-US" altLang="ko-KR" dirty="0"/>
              <a:t>UI</a:t>
            </a:r>
            <a:r>
              <a:rPr lang="ko-KR" altLang="en-US" dirty="0"/>
              <a:t>가 알려줄 수 있는 경로 시각화</a:t>
            </a: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7598D-BF01-6FA4-27BE-4C634CE2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B68A3-DC4A-32C0-16C5-C911CDA4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AEA602-BF4B-7886-C855-2581E77291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4DB2FB71-1CD1-7FEF-D981-FD35DA664AD3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A62AA2FF-0FAA-5A42-1E66-54DFF1F89F2F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3D62A-05DA-08D7-EB76-628C4B5E0674}"/>
              </a:ext>
            </a:extLst>
          </p:cNvPr>
          <p:cNvSpPr txBox="1"/>
          <p:nvPr/>
        </p:nvSpPr>
        <p:spPr>
          <a:xfrm>
            <a:off x="3620894" y="1504293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목적지</a:t>
            </a:r>
          </a:p>
        </p:txBody>
      </p:sp>
      <p:sp>
        <p:nvSpPr>
          <p:cNvPr id="27" name="사각형: 잘린 대각선 방향 모서리 26">
            <a:extLst>
              <a:ext uri="{FF2B5EF4-FFF2-40B4-BE49-F238E27FC236}">
                <a16:creationId xmlns:a16="http://schemas.microsoft.com/office/drawing/2014/main" id="{1EA77AB9-DF44-A84A-41DB-F629F902BD02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6B2778-A5F5-35CB-EF2E-C08179C3082B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AF3308F-4788-4387-6DEA-CF3B38B6A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B60C7EBE-E326-576B-EA70-9812E3FF3224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C69234DE-C068-8877-1766-4EDF9BD36689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2868A49-7460-5A45-B609-CA58D758D5DC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B81C346-04AC-C07E-17EE-9D82F2DD08C9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F24490-07A8-ED4D-12EE-2780966A078B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강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3C8048-2622-E91A-F569-A33A08409DE3}"/>
              </a:ext>
            </a:extLst>
          </p:cNvPr>
          <p:cNvSpPr txBox="1"/>
          <p:nvPr/>
        </p:nvSpPr>
        <p:spPr>
          <a:xfrm>
            <a:off x="2418364" y="4552710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산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CE35D27-4ADD-BA38-B676-C231C0D37567}"/>
              </a:ext>
            </a:extLst>
          </p:cNvPr>
          <p:cNvCxnSpPr>
            <a:cxnSpLocks/>
          </p:cNvCxnSpPr>
          <p:nvPr/>
        </p:nvCxnSpPr>
        <p:spPr>
          <a:xfrm flipV="1">
            <a:off x="1679275" y="4175185"/>
            <a:ext cx="316302" cy="966158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2A5188-0E8F-0D78-4410-22EF23692B67}"/>
              </a:ext>
            </a:extLst>
          </p:cNvPr>
          <p:cNvCxnSpPr>
            <a:cxnSpLocks/>
          </p:cNvCxnSpPr>
          <p:nvPr/>
        </p:nvCxnSpPr>
        <p:spPr>
          <a:xfrm flipV="1">
            <a:off x="2288875" y="4819291"/>
            <a:ext cx="465827" cy="638354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50E6E8-9B6F-C35B-594F-70AE0A6F1B58}"/>
              </a:ext>
            </a:extLst>
          </p:cNvPr>
          <p:cNvCxnSpPr>
            <a:cxnSpLocks/>
          </p:cNvCxnSpPr>
          <p:nvPr/>
        </p:nvCxnSpPr>
        <p:spPr>
          <a:xfrm flipH="1">
            <a:off x="2104845" y="2923582"/>
            <a:ext cx="1264273" cy="1021565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44B077-A0C3-6C14-F814-4F7E526E3BE8}"/>
              </a:ext>
            </a:extLst>
          </p:cNvPr>
          <p:cNvCxnSpPr>
            <a:cxnSpLocks/>
          </p:cNvCxnSpPr>
          <p:nvPr/>
        </p:nvCxnSpPr>
        <p:spPr>
          <a:xfrm flipH="1">
            <a:off x="2104845" y="2324101"/>
            <a:ext cx="333555" cy="1621046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A2DE262-B537-122C-114B-463C87EDB9D2}"/>
              </a:ext>
            </a:extLst>
          </p:cNvPr>
          <p:cNvCxnSpPr>
            <a:cxnSpLocks/>
          </p:cNvCxnSpPr>
          <p:nvPr/>
        </p:nvCxnSpPr>
        <p:spPr>
          <a:xfrm flipV="1">
            <a:off x="2609849" y="1870163"/>
            <a:ext cx="1435360" cy="119663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0DC381D-8F6D-AD90-56EC-EA030D352556}"/>
              </a:ext>
            </a:extLst>
          </p:cNvPr>
          <p:cNvCxnSpPr>
            <a:cxnSpLocks/>
          </p:cNvCxnSpPr>
          <p:nvPr/>
        </p:nvCxnSpPr>
        <p:spPr>
          <a:xfrm flipH="1">
            <a:off x="2104845" y="2915728"/>
            <a:ext cx="2541917" cy="9834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1D14DB9-DFE9-90E0-FF84-06986793D0EB}"/>
              </a:ext>
            </a:extLst>
          </p:cNvPr>
          <p:cNvCxnSpPr>
            <a:cxnSpLocks/>
          </p:cNvCxnSpPr>
          <p:nvPr/>
        </p:nvCxnSpPr>
        <p:spPr>
          <a:xfrm>
            <a:off x="4133850" y="1920815"/>
            <a:ext cx="512912" cy="649857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B06D98F-2AB5-E389-09B3-1630D4725358}"/>
              </a:ext>
            </a:extLst>
          </p:cNvPr>
          <p:cNvCxnSpPr>
            <a:cxnSpLocks/>
          </p:cNvCxnSpPr>
          <p:nvPr/>
        </p:nvCxnSpPr>
        <p:spPr>
          <a:xfrm flipH="1">
            <a:off x="3581400" y="1938478"/>
            <a:ext cx="470912" cy="7400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E3BDF6-E604-94D5-E7EE-4F46917F1B41}"/>
              </a:ext>
            </a:extLst>
          </p:cNvPr>
          <p:cNvSpPr txBox="1"/>
          <p:nvPr/>
        </p:nvSpPr>
        <p:spPr>
          <a:xfrm>
            <a:off x="1221173" y="4568334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D4D11C-36F3-0685-17A9-DEE3BA65A757}"/>
              </a:ext>
            </a:extLst>
          </p:cNvPr>
          <p:cNvSpPr txBox="1"/>
          <p:nvPr/>
        </p:nvSpPr>
        <p:spPr>
          <a:xfrm>
            <a:off x="2424550" y="5157907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38375D-3EEB-E799-4221-62827EBA27B4}"/>
              </a:ext>
            </a:extLst>
          </p:cNvPr>
          <p:cNvSpPr txBox="1"/>
          <p:nvPr/>
        </p:nvSpPr>
        <p:spPr>
          <a:xfrm>
            <a:off x="1477965" y="2492237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1032E7-1D39-FDEE-6061-5957A677F3D3}"/>
              </a:ext>
            </a:extLst>
          </p:cNvPr>
          <p:cNvSpPr txBox="1"/>
          <p:nvPr/>
        </p:nvSpPr>
        <p:spPr>
          <a:xfrm>
            <a:off x="3889224" y="3161889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a_c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629B5A-90CD-BA3B-D926-C0CEA2ACF822}"/>
              </a:ext>
            </a:extLst>
          </p:cNvPr>
          <p:cNvSpPr txBox="1"/>
          <p:nvPr/>
        </p:nvSpPr>
        <p:spPr>
          <a:xfrm>
            <a:off x="2449305" y="3059085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974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18B30-7F03-02EC-39B9-2E52F1A6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09B55-7CAE-4747-DF68-93099566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40EE3-21B5-3C3B-9239-F3851A43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A80355-FD95-48B5-8E7E-4A19AC3FBF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연구과제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D5735-58BD-AD2A-5BD7-69A82B6CBDD7}"/>
              </a:ext>
            </a:extLst>
          </p:cNvPr>
          <p:cNvSpPr/>
          <p:nvPr/>
        </p:nvSpPr>
        <p:spPr>
          <a:xfrm>
            <a:off x="3865643" y="1653872"/>
            <a:ext cx="6667393" cy="85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자극원</a:t>
            </a:r>
            <a:r>
              <a:rPr lang="ko-KR" altLang="ko-KR" dirty="0">
                <a:solidFill>
                  <a:sysClr val="windowText" lastClr="000000"/>
                </a:solidFill>
              </a:rPr>
              <a:t>) 데이터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테이블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지형 비용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종간 관계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299C9DE-AEE8-9365-0348-CE4C190DF7C0}"/>
              </a:ext>
            </a:extLst>
          </p:cNvPr>
          <p:cNvSpPr/>
          <p:nvPr/>
        </p:nvSpPr>
        <p:spPr>
          <a:xfrm>
            <a:off x="2406957" y="1653872"/>
            <a:ext cx="2004020" cy="85353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모델 설계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BB3943-A14F-7B9A-AB7A-7DD734EB4C32}"/>
              </a:ext>
            </a:extLst>
          </p:cNvPr>
          <p:cNvSpPr/>
          <p:nvPr/>
        </p:nvSpPr>
        <p:spPr>
          <a:xfrm>
            <a:off x="3100764" y="4868995"/>
            <a:ext cx="7896478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</a:t>
            </a:r>
            <a:r>
              <a:rPr lang="ko-KR" altLang="ko-KR" dirty="0">
                <a:solidFill>
                  <a:sysClr val="windowText" lastClr="000000"/>
                </a:solidFill>
              </a:rPr>
              <a:t>결정</a:t>
            </a:r>
            <a:r>
              <a:rPr lang="ko-KR" altLang="en-US" dirty="0">
                <a:solidFill>
                  <a:sysClr val="windowText" lastClr="000000"/>
                </a:solidFill>
              </a:rPr>
              <a:t>에</a:t>
            </a:r>
            <a:r>
              <a:rPr lang="ko-KR" altLang="ko-KR" dirty="0">
                <a:solidFill>
                  <a:sysClr val="windowText" lastClr="000000"/>
                </a:solidFill>
              </a:rPr>
              <a:t> 깊이 부여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반복 플레이</a:t>
            </a:r>
            <a:r>
              <a:rPr lang="ko-KR" altLang="en-US" dirty="0">
                <a:solidFill>
                  <a:sysClr val="windowText" lastClr="000000"/>
                </a:solidFill>
              </a:rPr>
              <a:t>를 해도</a:t>
            </a:r>
            <a:r>
              <a:rPr lang="ko-KR" altLang="ko-KR" dirty="0">
                <a:solidFill>
                  <a:sysClr val="windowText" lastClr="000000"/>
                </a:solidFill>
              </a:rPr>
              <a:t> 학습된 예측</a:t>
            </a:r>
            <a:r>
              <a:rPr lang="ko-KR" altLang="en-US" dirty="0">
                <a:solidFill>
                  <a:sysClr val="windowText" lastClr="000000"/>
                </a:solidFill>
              </a:rPr>
              <a:t>보단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 동적 대응 요구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ko-KR" dirty="0">
                <a:solidFill>
                  <a:sysClr val="windowText" lastClr="000000"/>
                </a:solidFill>
              </a:rPr>
              <a:t>연쇄 반응 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생물간 반응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화물에 따라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>
                <a:solidFill>
                  <a:sysClr val="windowText" lastClr="000000"/>
                </a:solidFill>
              </a:rPr>
              <a:t>차별화된 경로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위험도 적용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BAED63B-DC64-D745-71EB-83272A06B565}"/>
              </a:ext>
            </a:extLst>
          </p:cNvPr>
          <p:cNvSpPr/>
          <p:nvPr/>
        </p:nvSpPr>
        <p:spPr>
          <a:xfrm>
            <a:off x="1642078" y="4868995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C4B92-241A-4CD1-3226-6ED9B1B58C68}"/>
              </a:ext>
            </a:extLst>
          </p:cNvPr>
          <p:cNvSpPr txBox="1"/>
          <p:nvPr/>
        </p:nvSpPr>
        <p:spPr>
          <a:xfrm>
            <a:off x="665117" y="833523"/>
            <a:ext cx="108617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/>
              <a:t>도우미 </a:t>
            </a:r>
            <a:r>
              <a:rPr lang="en-US" altLang="ko-KR" sz="1700" dirty="0"/>
              <a:t>AI : </a:t>
            </a:r>
            <a:r>
              <a:rPr lang="ko-KR" altLang="en-US" sz="1700" dirty="0"/>
              <a:t>플레이어가 소지 중인 아이템의 특성</a:t>
            </a:r>
            <a:r>
              <a:rPr lang="en-US" altLang="ko-KR" sz="1700" dirty="0"/>
              <a:t>, </a:t>
            </a:r>
            <a:r>
              <a:rPr lang="ko-KR" altLang="en-US" sz="1700" dirty="0"/>
              <a:t>몬스터 별 민감도와 반응</a:t>
            </a:r>
            <a:r>
              <a:rPr lang="en-US" altLang="ko-KR" sz="1700" dirty="0"/>
              <a:t>, </a:t>
            </a:r>
            <a:r>
              <a:rPr lang="ko-KR" altLang="en-US" sz="1700" dirty="0"/>
              <a:t>거리</a:t>
            </a:r>
            <a:r>
              <a:rPr lang="en-US" altLang="ko-KR" sz="1700" dirty="0"/>
              <a:t>, </a:t>
            </a:r>
            <a:r>
              <a:rPr lang="ko-KR" altLang="en-US" sz="1700" dirty="0"/>
              <a:t>생태계 생물 종간 </a:t>
            </a:r>
            <a:br>
              <a:rPr lang="en-US" altLang="ko-KR" sz="1700" dirty="0"/>
            </a:br>
            <a:r>
              <a:rPr lang="ko-KR" altLang="en-US" sz="1700" dirty="0"/>
              <a:t>관계를 이용해 계획 경로로의 위험도를 예측</a:t>
            </a:r>
            <a:r>
              <a:rPr lang="en-US" altLang="ko-KR" sz="1700" dirty="0"/>
              <a:t>, </a:t>
            </a:r>
            <a:r>
              <a:rPr lang="ko-KR" altLang="en-US" sz="1700" dirty="0"/>
              <a:t>플레이어에게 </a:t>
            </a:r>
            <a:r>
              <a:rPr lang="ko-KR" altLang="en-US" sz="1700" u="sng" dirty="0"/>
              <a:t>경로와 경로별 예측 시간을</a:t>
            </a:r>
            <a:r>
              <a:rPr lang="ko-KR" altLang="en-US" sz="1700" dirty="0"/>
              <a:t> 고지할 수 있어야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AB67F6-F788-CC32-890B-AFEF9FC55AA6}"/>
              </a:ext>
            </a:extLst>
          </p:cNvPr>
          <p:cNvSpPr/>
          <p:nvPr/>
        </p:nvSpPr>
        <p:spPr>
          <a:xfrm>
            <a:off x="3865643" y="2599662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자극 확산 계산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스코어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반응 발생 가능성</a:t>
            </a:r>
            <a:r>
              <a:rPr lang="en-US" altLang="ko-KR" dirty="0">
                <a:solidFill>
                  <a:sysClr val="windowText" lastClr="000000"/>
                </a:solidFill>
              </a:rPr>
              <a:t>),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ETA 계산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03361DF7-20CA-4AF8-EA53-810F3F937218}"/>
              </a:ext>
            </a:extLst>
          </p:cNvPr>
          <p:cNvSpPr/>
          <p:nvPr/>
        </p:nvSpPr>
        <p:spPr>
          <a:xfrm>
            <a:off x="2406957" y="2599662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알고리즘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파이프라인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구성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0EED32-2010-9D8A-F794-5CD0D65EAAE3}"/>
              </a:ext>
            </a:extLst>
          </p:cNvPr>
          <p:cNvSpPr/>
          <p:nvPr/>
        </p:nvSpPr>
        <p:spPr>
          <a:xfrm>
            <a:off x="765201" y="1582780"/>
            <a:ext cx="1580733" cy="10168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_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곰</a:t>
            </a:r>
            <a:br>
              <a:rPr lang="en-US" altLang="ko-KR" sz="1600" dirty="0">
                <a:solidFill>
                  <a:sysClr val="windowText" lastClr="000000"/>
                </a:solidFill>
              </a:rPr>
            </a:br>
            <a:r>
              <a:rPr lang="en-US" altLang="ko-KR" sz="16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강탈 시도</a:t>
            </a:r>
          </a:p>
        </p:txBody>
      </p:sp>
      <p:sp>
        <p:nvSpPr>
          <p:cNvPr id="24" name="배지 23">
            <a:extLst>
              <a:ext uri="{FF2B5EF4-FFF2-40B4-BE49-F238E27FC236}">
                <a16:creationId xmlns:a16="http://schemas.microsoft.com/office/drawing/2014/main" id="{18AD1EBE-68F7-8A34-69A9-85191512AC77}"/>
              </a:ext>
            </a:extLst>
          </p:cNvPr>
          <p:cNvSpPr/>
          <p:nvPr/>
        </p:nvSpPr>
        <p:spPr>
          <a:xfrm>
            <a:off x="387398" y="2813256"/>
            <a:ext cx="960089" cy="55285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기억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활성화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A0E7E7-33ED-7698-A839-9AE402FB0519}"/>
              </a:ext>
            </a:extLst>
          </p:cNvPr>
          <p:cNvSpPr/>
          <p:nvPr/>
        </p:nvSpPr>
        <p:spPr>
          <a:xfrm>
            <a:off x="1377926" y="2835005"/>
            <a:ext cx="1029031" cy="47510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600" dirty="0">
                <a:solidFill>
                  <a:srgbClr val="000000"/>
                </a:solidFill>
              </a:rPr>
              <a:t>경로</a:t>
            </a:r>
            <a:r>
              <a:rPr lang="en-US" altLang="ko-KR" sz="1600" dirty="0">
                <a:solidFill>
                  <a:srgbClr val="000000"/>
                </a:solidFill>
              </a:rPr>
              <a:t>a_</a:t>
            </a:r>
            <a:r>
              <a:rPr lang="ko-KR" altLang="en-US" sz="1600" dirty="0">
                <a:solidFill>
                  <a:srgbClr val="000000"/>
                </a:solidFill>
              </a:rPr>
              <a:t>숲</a:t>
            </a:r>
            <a:endParaRPr lang="en-US" altLang="ko-KR" sz="1600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A6479-C678-E6F1-6597-1E31784EA71C}"/>
              </a:ext>
            </a:extLst>
          </p:cNvPr>
          <p:cNvSpPr/>
          <p:nvPr/>
        </p:nvSpPr>
        <p:spPr>
          <a:xfrm>
            <a:off x="3865643" y="3657451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계산 주체는 서버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호스트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무거운 계산은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비동기로 처리한 후 결과만 메인 스레드에 반영</a:t>
            </a:r>
          </a:p>
        </p:txBody>
      </p:sp>
      <p:sp>
        <p:nvSpPr>
          <p:cNvPr id="30" name="화살표: 오각형 29">
            <a:extLst>
              <a:ext uri="{FF2B5EF4-FFF2-40B4-BE49-F238E27FC236}">
                <a16:creationId xmlns:a16="http://schemas.microsoft.com/office/drawing/2014/main" id="{9B74FA54-B0EF-29A9-3B59-1EF12C510C6A}"/>
              </a:ext>
            </a:extLst>
          </p:cNvPr>
          <p:cNvSpPr/>
          <p:nvPr/>
        </p:nvSpPr>
        <p:spPr>
          <a:xfrm>
            <a:off x="2406957" y="3657451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구현 매핑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F194D-1C85-D7EC-D3B1-10F9DDDBB3AE}"/>
              </a:ext>
            </a:extLst>
          </p:cNvPr>
          <p:cNvSpPr txBox="1"/>
          <p:nvPr/>
        </p:nvSpPr>
        <p:spPr>
          <a:xfrm>
            <a:off x="306014" y="158278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848560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CF57BE9-8481-9F59-2C95-0BFBD58D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70430" cy="662782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_NPC,</a:t>
            </a:r>
            <a:r>
              <a:rPr lang="ko-KR" altLang="en-US" dirty="0"/>
              <a:t>플레이어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AAD9A12E-7B8A-8401-8786-3CD2FD3A94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8" y="1121076"/>
          <a:ext cx="1071544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605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082165443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142584066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411341689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586902170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6578290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2323312840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Walk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이동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달리는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Jump</a:t>
                      </a:r>
                    </a:p>
                    <a:p>
                      <a:pPr algn="ctr" latinLnBrk="1"/>
                      <a:r>
                        <a:rPr lang="ko-KR" altLang="en-US" dirty="0"/>
                        <a:t>높이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스테미너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데미지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감지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반경 </a:t>
                      </a:r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8EE23-F6D7-9277-F5AF-5F6856D9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E2C10-5960-BF61-30DE-D6C4AA75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D3AF6C5-2C25-B122-432E-F14FF0090F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7EA355-89BE-1583-EC30-7F9EE2A3933C}"/>
              </a:ext>
            </a:extLst>
          </p:cNvPr>
          <p:cNvCxnSpPr>
            <a:cxnSpLocks/>
          </p:cNvCxnSpPr>
          <p:nvPr/>
        </p:nvCxnSpPr>
        <p:spPr>
          <a:xfrm>
            <a:off x="202525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5FC984A-5A55-996D-9B41-49BA08E8AD89}"/>
              </a:ext>
            </a:extLst>
          </p:cNvPr>
          <p:cNvCxnSpPr>
            <a:cxnSpLocks/>
          </p:cNvCxnSpPr>
          <p:nvPr/>
        </p:nvCxnSpPr>
        <p:spPr>
          <a:xfrm>
            <a:off x="4404927" y="274634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3B9C742-06A7-5272-31E7-17824AE017D3}"/>
              </a:ext>
            </a:extLst>
          </p:cNvPr>
          <p:cNvCxnSpPr>
            <a:cxnSpLocks/>
          </p:cNvCxnSpPr>
          <p:nvPr/>
        </p:nvCxnSpPr>
        <p:spPr>
          <a:xfrm>
            <a:off x="10358479" y="2035146"/>
            <a:ext cx="119516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내용 개체 틀 1">
            <a:extLst>
              <a:ext uri="{FF2B5EF4-FFF2-40B4-BE49-F238E27FC236}">
                <a16:creationId xmlns:a16="http://schemas.microsoft.com/office/drawing/2014/main" id="{72BD6EC9-1064-D057-14C5-E0E40C8946A9}"/>
              </a:ext>
            </a:extLst>
          </p:cNvPr>
          <p:cNvGraphicFramePr>
            <a:graphicFrameLocks/>
          </p:cNvGraphicFramePr>
          <p:nvPr/>
        </p:nvGraphicFramePr>
        <p:xfrm>
          <a:off x="841037" y="3457546"/>
          <a:ext cx="594838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967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2144455748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559243483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높이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가로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세로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벌집 주변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배회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방해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지속 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F710C9C-C96B-CBB7-D075-8FDF666210E7}"/>
              </a:ext>
            </a:extLst>
          </p:cNvPr>
          <p:cNvCxnSpPr>
            <a:cxnSpLocks/>
          </p:cNvCxnSpPr>
          <p:nvPr/>
        </p:nvCxnSpPr>
        <p:spPr>
          <a:xfrm>
            <a:off x="5589511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33A880B-6DC7-CF20-8BE6-49651F7EA2CF}"/>
              </a:ext>
            </a:extLst>
          </p:cNvPr>
          <p:cNvCxnSpPr>
            <a:cxnSpLocks/>
          </p:cNvCxnSpPr>
          <p:nvPr/>
        </p:nvCxnSpPr>
        <p:spPr>
          <a:xfrm>
            <a:off x="678188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ED431E-4FFF-BCC6-3704-CD16D04EDD40}"/>
              </a:ext>
            </a:extLst>
          </p:cNvPr>
          <p:cNvCxnSpPr>
            <a:cxnSpLocks/>
          </p:cNvCxnSpPr>
          <p:nvPr/>
        </p:nvCxnSpPr>
        <p:spPr>
          <a:xfrm>
            <a:off x="4404927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A37C42E-BB35-AFE6-8C0B-C7A0B26493AD}"/>
              </a:ext>
            </a:extLst>
          </p:cNvPr>
          <p:cNvCxnSpPr>
            <a:cxnSpLocks/>
          </p:cNvCxnSpPr>
          <p:nvPr/>
        </p:nvCxnSpPr>
        <p:spPr>
          <a:xfrm>
            <a:off x="5589511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65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E988F8A-FE25-3C03-8392-4987A049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78FFE0F-21C3-0093-CCB8-BF260178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891"/>
            <a:ext cx="10515600" cy="5320072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데이터 항목 </a:t>
            </a:r>
            <a:r>
              <a:rPr lang="en-US" altLang="ko-KR" dirty="0"/>
              <a:t>: </a:t>
            </a:r>
            <a:r>
              <a:rPr lang="ko-KR" altLang="en-US" dirty="0"/>
              <a:t>캐릭터크기 </a:t>
            </a:r>
            <a:r>
              <a:rPr lang="en-US" altLang="ko-KR" dirty="0"/>
              <a:t>: 1m(2:1</a:t>
            </a:r>
            <a:r>
              <a:rPr lang="ko-KR" altLang="en-US" dirty="0"/>
              <a:t>비율</a:t>
            </a:r>
            <a:r>
              <a:rPr lang="en-US" altLang="ko-KR" dirty="0"/>
              <a:t>) , </a:t>
            </a:r>
            <a:r>
              <a:rPr lang="ko-KR" altLang="en-US" dirty="0"/>
              <a:t>무기</a:t>
            </a:r>
            <a:r>
              <a:rPr lang="en-US" altLang="ko-KR" dirty="0"/>
              <a:t>, </a:t>
            </a:r>
            <a:r>
              <a:rPr lang="ko-KR" altLang="en-US" dirty="0"/>
              <a:t>총탄의 종류</a:t>
            </a:r>
            <a:r>
              <a:rPr lang="en-US" altLang="ko-KR" dirty="0"/>
              <a:t>, </a:t>
            </a:r>
            <a:r>
              <a:rPr lang="ko-KR" altLang="en-US" dirty="0"/>
              <a:t>이펙트</a:t>
            </a:r>
            <a:r>
              <a:rPr lang="en-US" altLang="ko-KR" dirty="0"/>
              <a:t>,</a:t>
            </a:r>
            <a:r>
              <a:rPr lang="ko-KR" altLang="en-US" dirty="0"/>
              <a:t> 조형물</a:t>
            </a:r>
            <a:r>
              <a:rPr lang="en-US" altLang="ko-KR" dirty="0"/>
              <a:t>_</a:t>
            </a:r>
            <a:r>
              <a:rPr lang="ko-KR" altLang="en-US" dirty="0" err="1"/>
              <a:t>나무랑</a:t>
            </a:r>
            <a:r>
              <a:rPr lang="ko-KR" altLang="en-US" dirty="0"/>
              <a:t> 돌 등등</a:t>
            </a:r>
            <a:r>
              <a:rPr lang="en-US" altLang="ko-KR" dirty="0"/>
              <a:t>, </a:t>
            </a:r>
            <a:r>
              <a:rPr lang="ko-KR" altLang="en-US" dirty="0" err="1"/>
              <a:t>맵크기</a:t>
            </a:r>
            <a:r>
              <a:rPr lang="ko-KR" altLang="en-US" dirty="0"/>
              <a:t> </a:t>
            </a:r>
            <a:r>
              <a:rPr lang="en-US" altLang="ko-KR" dirty="0"/>
              <a:t>(100,00</a:t>
            </a:r>
            <a:r>
              <a:rPr lang="ko-KR" altLang="en-US" dirty="0"/>
              <a:t>이상 고려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ko-KR" alt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세부 기획 고려사항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 err="1"/>
              <a:t>타격감</a:t>
            </a:r>
            <a:r>
              <a:rPr lang="en-US" altLang="ko-KR" dirty="0"/>
              <a:t>, </a:t>
            </a:r>
            <a:r>
              <a:rPr lang="ko-KR" altLang="en-US" dirty="0"/>
              <a:t>행동 패턴 디자인</a:t>
            </a:r>
            <a:r>
              <a:rPr lang="en-US" altLang="ko-KR" dirty="0"/>
              <a:t>, </a:t>
            </a:r>
            <a:r>
              <a:rPr lang="ko-KR" altLang="en-US" dirty="0"/>
              <a:t>다양한 총 </a:t>
            </a:r>
            <a:r>
              <a:rPr lang="ko-KR" altLang="en-US" dirty="0" err="1"/>
              <a:t>파티클</a:t>
            </a:r>
            <a:r>
              <a:rPr lang="en-US" altLang="ko-KR" dirty="0"/>
              <a:t>,</a:t>
            </a:r>
            <a:r>
              <a:rPr lang="ko-KR" altLang="en-US" dirty="0"/>
              <a:t> 난이도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B240FF-057F-29EB-E826-B26CD651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10/10/2026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F7C50-00EF-30DA-610F-FA0DC56B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74CC034-212F-BECC-4AEE-010BDB4F29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149DFC2-8A88-BD82-0FAF-41BC9920C5E9}"/>
              </a:ext>
            </a:extLst>
          </p:cNvPr>
          <p:cNvSpPr/>
          <p:nvPr/>
        </p:nvSpPr>
        <p:spPr>
          <a:xfrm rot="20292011">
            <a:off x="7288179" y="2798438"/>
            <a:ext cx="288007" cy="1886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65CC25E7-B2CF-F36E-901F-21745077C1A4}"/>
              </a:ext>
            </a:extLst>
          </p:cNvPr>
          <p:cNvSpPr/>
          <p:nvPr/>
        </p:nvSpPr>
        <p:spPr>
          <a:xfrm>
            <a:off x="7177049" y="2650577"/>
            <a:ext cx="552450" cy="557453"/>
          </a:xfrm>
          <a:custGeom>
            <a:avLst/>
            <a:gdLst>
              <a:gd name="csX0" fmla="*/ 261937 w 552450"/>
              <a:gd name="csY0" fmla="*/ 32 h 557453"/>
              <a:gd name="csX1" fmla="*/ 233362 w 552450"/>
              <a:gd name="csY1" fmla="*/ 19082 h 557453"/>
              <a:gd name="csX2" fmla="*/ 190500 w 552450"/>
              <a:gd name="csY2" fmla="*/ 38132 h 557453"/>
              <a:gd name="csX3" fmla="*/ 104775 w 552450"/>
              <a:gd name="csY3" fmla="*/ 90520 h 557453"/>
              <a:gd name="csX4" fmla="*/ 85725 w 552450"/>
              <a:gd name="csY4" fmla="*/ 119095 h 557453"/>
              <a:gd name="csX5" fmla="*/ 42862 w 552450"/>
              <a:gd name="csY5" fmla="*/ 171482 h 557453"/>
              <a:gd name="csX6" fmla="*/ 19050 w 552450"/>
              <a:gd name="csY6" fmla="*/ 228632 h 557453"/>
              <a:gd name="csX7" fmla="*/ 14287 w 552450"/>
              <a:gd name="csY7" fmla="*/ 247682 h 557453"/>
              <a:gd name="csX8" fmla="*/ 0 w 552450"/>
              <a:gd name="csY8" fmla="*/ 295307 h 557453"/>
              <a:gd name="csX9" fmla="*/ 19050 w 552450"/>
              <a:gd name="csY9" fmla="*/ 376270 h 557453"/>
              <a:gd name="csX10" fmla="*/ 47625 w 552450"/>
              <a:gd name="csY10" fmla="*/ 400082 h 557453"/>
              <a:gd name="csX11" fmla="*/ 104775 w 552450"/>
              <a:gd name="csY11" fmla="*/ 447707 h 557453"/>
              <a:gd name="csX12" fmla="*/ 133350 w 552450"/>
              <a:gd name="csY12" fmla="*/ 452470 h 557453"/>
              <a:gd name="csX13" fmla="*/ 242887 w 552450"/>
              <a:gd name="csY13" fmla="*/ 509620 h 557453"/>
              <a:gd name="csX14" fmla="*/ 266700 w 552450"/>
              <a:gd name="csY14" fmla="*/ 519145 h 557453"/>
              <a:gd name="csX15" fmla="*/ 295275 w 552450"/>
              <a:gd name="csY15" fmla="*/ 523907 h 557453"/>
              <a:gd name="csX16" fmla="*/ 352425 w 552450"/>
              <a:gd name="csY16" fmla="*/ 557245 h 557453"/>
              <a:gd name="csX17" fmla="*/ 400050 w 552450"/>
              <a:gd name="csY17" fmla="*/ 528670 h 557453"/>
              <a:gd name="csX18" fmla="*/ 481012 w 552450"/>
              <a:gd name="csY18" fmla="*/ 395320 h 557453"/>
              <a:gd name="csX19" fmla="*/ 500062 w 552450"/>
              <a:gd name="csY19" fmla="*/ 381032 h 557453"/>
              <a:gd name="csX20" fmla="*/ 519112 w 552450"/>
              <a:gd name="csY20" fmla="*/ 333407 h 557453"/>
              <a:gd name="csX21" fmla="*/ 523875 w 552450"/>
              <a:gd name="csY21" fmla="*/ 309595 h 557453"/>
              <a:gd name="csX22" fmla="*/ 552450 w 552450"/>
              <a:gd name="csY22" fmla="*/ 200057 h 557453"/>
              <a:gd name="csX23" fmla="*/ 528637 w 552450"/>
              <a:gd name="csY23" fmla="*/ 100045 h 557453"/>
              <a:gd name="csX24" fmla="*/ 457200 w 552450"/>
              <a:gd name="csY24" fmla="*/ 95282 h 557453"/>
              <a:gd name="csX25" fmla="*/ 414337 w 552450"/>
              <a:gd name="csY25" fmla="*/ 80995 h 557453"/>
              <a:gd name="csX26" fmla="*/ 395287 w 552450"/>
              <a:gd name="csY26" fmla="*/ 71470 h 557453"/>
              <a:gd name="csX27" fmla="*/ 352425 w 552450"/>
              <a:gd name="csY27" fmla="*/ 66707 h 557453"/>
              <a:gd name="csX28" fmla="*/ 347662 w 552450"/>
              <a:gd name="csY28" fmla="*/ 52420 h 557453"/>
              <a:gd name="csX29" fmla="*/ 300037 w 552450"/>
              <a:gd name="csY29" fmla="*/ 28607 h 557453"/>
              <a:gd name="csX30" fmla="*/ 276225 w 552450"/>
              <a:gd name="csY30" fmla="*/ 14320 h 557453"/>
              <a:gd name="csX31" fmla="*/ 261937 w 552450"/>
              <a:gd name="csY31" fmla="*/ 32 h 557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52450" h="557453">
                <a:moveTo>
                  <a:pt x="261937" y="32"/>
                </a:moveTo>
                <a:cubicBezTo>
                  <a:pt x="254793" y="826"/>
                  <a:pt x="243463" y="13695"/>
                  <a:pt x="233362" y="19082"/>
                </a:cubicBezTo>
                <a:cubicBezTo>
                  <a:pt x="219567" y="26440"/>
                  <a:pt x="203960" y="30178"/>
                  <a:pt x="190500" y="38132"/>
                </a:cubicBezTo>
                <a:cubicBezTo>
                  <a:pt x="84941" y="100508"/>
                  <a:pt x="164364" y="66684"/>
                  <a:pt x="104775" y="90520"/>
                </a:cubicBezTo>
                <a:cubicBezTo>
                  <a:pt x="98425" y="100045"/>
                  <a:pt x="93175" y="110403"/>
                  <a:pt x="85725" y="119095"/>
                </a:cubicBezTo>
                <a:cubicBezTo>
                  <a:pt x="51984" y="158459"/>
                  <a:pt x="65932" y="140723"/>
                  <a:pt x="42862" y="171482"/>
                </a:cubicBezTo>
                <a:cubicBezTo>
                  <a:pt x="19007" y="254977"/>
                  <a:pt x="48724" y="161867"/>
                  <a:pt x="19050" y="228632"/>
                </a:cubicBezTo>
                <a:cubicBezTo>
                  <a:pt x="16392" y="234613"/>
                  <a:pt x="16168" y="241413"/>
                  <a:pt x="14287" y="247682"/>
                </a:cubicBezTo>
                <a:cubicBezTo>
                  <a:pt x="-3099" y="305632"/>
                  <a:pt x="10972" y="251415"/>
                  <a:pt x="0" y="295307"/>
                </a:cubicBezTo>
                <a:cubicBezTo>
                  <a:pt x="6350" y="322295"/>
                  <a:pt x="7577" y="351030"/>
                  <a:pt x="19050" y="376270"/>
                </a:cubicBezTo>
                <a:cubicBezTo>
                  <a:pt x="24181" y="387557"/>
                  <a:pt x="38358" y="391845"/>
                  <a:pt x="47625" y="400082"/>
                </a:cubicBezTo>
                <a:cubicBezTo>
                  <a:pt x="63711" y="414381"/>
                  <a:pt x="86156" y="444604"/>
                  <a:pt x="104775" y="447707"/>
                </a:cubicBezTo>
                <a:lnTo>
                  <a:pt x="133350" y="452470"/>
                </a:lnTo>
                <a:cubicBezTo>
                  <a:pt x="193418" y="488511"/>
                  <a:pt x="172818" y="478478"/>
                  <a:pt x="242887" y="509620"/>
                </a:cubicBezTo>
                <a:cubicBezTo>
                  <a:pt x="250699" y="513092"/>
                  <a:pt x="258452" y="516896"/>
                  <a:pt x="266700" y="519145"/>
                </a:cubicBezTo>
                <a:cubicBezTo>
                  <a:pt x="276016" y="521686"/>
                  <a:pt x="285750" y="522320"/>
                  <a:pt x="295275" y="523907"/>
                </a:cubicBezTo>
                <a:cubicBezTo>
                  <a:pt x="306294" y="532722"/>
                  <a:pt x="336190" y="560110"/>
                  <a:pt x="352425" y="557245"/>
                </a:cubicBezTo>
                <a:cubicBezTo>
                  <a:pt x="370657" y="554028"/>
                  <a:pt x="384175" y="538195"/>
                  <a:pt x="400050" y="528670"/>
                </a:cubicBezTo>
                <a:cubicBezTo>
                  <a:pt x="405720" y="518876"/>
                  <a:pt x="460359" y="420104"/>
                  <a:pt x="481012" y="395320"/>
                </a:cubicBezTo>
                <a:cubicBezTo>
                  <a:pt x="486094" y="389222"/>
                  <a:pt x="493712" y="385795"/>
                  <a:pt x="500062" y="381032"/>
                </a:cubicBezTo>
                <a:cubicBezTo>
                  <a:pt x="513758" y="326255"/>
                  <a:pt x="491567" y="409154"/>
                  <a:pt x="519112" y="333407"/>
                </a:cubicBezTo>
                <a:cubicBezTo>
                  <a:pt x="521878" y="325800"/>
                  <a:pt x="522119" y="317497"/>
                  <a:pt x="523875" y="309595"/>
                </a:cubicBezTo>
                <a:cubicBezTo>
                  <a:pt x="539318" y="240100"/>
                  <a:pt x="534087" y="261265"/>
                  <a:pt x="552450" y="200057"/>
                </a:cubicBezTo>
                <a:cubicBezTo>
                  <a:pt x="544512" y="166720"/>
                  <a:pt x="551689" y="125402"/>
                  <a:pt x="528637" y="100045"/>
                </a:cubicBezTo>
                <a:cubicBezTo>
                  <a:pt x="512584" y="82386"/>
                  <a:pt x="480740" y="99205"/>
                  <a:pt x="457200" y="95282"/>
                </a:cubicBezTo>
                <a:cubicBezTo>
                  <a:pt x="442344" y="92806"/>
                  <a:pt x="428394" y="86401"/>
                  <a:pt x="414337" y="80995"/>
                </a:cubicBezTo>
                <a:cubicBezTo>
                  <a:pt x="407711" y="78446"/>
                  <a:pt x="402205" y="73066"/>
                  <a:pt x="395287" y="71470"/>
                </a:cubicBezTo>
                <a:cubicBezTo>
                  <a:pt x="381280" y="68237"/>
                  <a:pt x="366712" y="68295"/>
                  <a:pt x="352425" y="66707"/>
                </a:cubicBezTo>
                <a:cubicBezTo>
                  <a:pt x="350837" y="61945"/>
                  <a:pt x="351722" y="55373"/>
                  <a:pt x="347662" y="52420"/>
                </a:cubicBezTo>
                <a:cubicBezTo>
                  <a:pt x="333308" y="41981"/>
                  <a:pt x="315257" y="37739"/>
                  <a:pt x="300037" y="28607"/>
                </a:cubicBezTo>
                <a:cubicBezTo>
                  <a:pt x="292100" y="23845"/>
                  <a:pt x="284733" y="17966"/>
                  <a:pt x="276225" y="14320"/>
                </a:cubicBezTo>
                <a:cubicBezTo>
                  <a:pt x="273307" y="13069"/>
                  <a:pt x="269081" y="-762"/>
                  <a:pt x="261937" y="3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65A5AE7E-99B9-9B3B-21BB-7A74224986BC}"/>
              </a:ext>
            </a:extLst>
          </p:cNvPr>
          <p:cNvSpPr/>
          <p:nvPr/>
        </p:nvSpPr>
        <p:spPr>
          <a:xfrm>
            <a:off x="6956678" y="2569647"/>
            <a:ext cx="1066772" cy="780555"/>
          </a:xfrm>
          <a:custGeom>
            <a:avLst/>
            <a:gdLst>
              <a:gd name="csX0" fmla="*/ 77496 w 1066772"/>
              <a:gd name="csY0" fmla="*/ 128587 h 780555"/>
              <a:gd name="csX1" fmla="*/ 120358 w 1066772"/>
              <a:gd name="csY1" fmla="*/ 114300 h 780555"/>
              <a:gd name="csX2" fmla="*/ 267996 w 1066772"/>
              <a:gd name="csY2" fmla="*/ 52387 h 780555"/>
              <a:gd name="csX3" fmla="*/ 377533 w 1066772"/>
              <a:gd name="csY3" fmla="*/ 19050 h 780555"/>
              <a:gd name="csX4" fmla="*/ 439446 w 1066772"/>
              <a:gd name="csY4" fmla="*/ 0 h 780555"/>
              <a:gd name="csX5" fmla="*/ 710908 w 1066772"/>
              <a:gd name="csY5" fmla="*/ 9525 h 780555"/>
              <a:gd name="csX6" fmla="*/ 801396 w 1066772"/>
              <a:gd name="csY6" fmla="*/ 38100 h 780555"/>
              <a:gd name="csX7" fmla="*/ 849021 w 1066772"/>
              <a:gd name="csY7" fmla="*/ 71437 h 780555"/>
              <a:gd name="csX8" fmla="*/ 953796 w 1066772"/>
              <a:gd name="csY8" fmla="*/ 161925 h 780555"/>
              <a:gd name="csX9" fmla="*/ 987133 w 1066772"/>
              <a:gd name="csY9" fmla="*/ 200025 h 780555"/>
              <a:gd name="csX10" fmla="*/ 1053808 w 1066772"/>
              <a:gd name="csY10" fmla="*/ 309562 h 780555"/>
              <a:gd name="csX11" fmla="*/ 1039521 w 1066772"/>
              <a:gd name="csY11" fmla="*/ 523875 h 780555"/>
              <a:gd name="csX12" fmla="*/ 944271 w 1066772"/>
              <a:gd name="csY12" fmla="*/ 628650 h 780555"/>
              <a:gd name="csX13" fmla="*/ 853783 w 1066772"/>
              <a:gd name="csY13" fmla="*/ 666750 h 780555"/>
              <a:gd name="csX14" fmla="*/ 829971 w 1066772"/>
              <a:gd name="csY14" fmla="*/ 681037 h 780555"/>
              <a:gd name="csX15" fmla="*/ 787108 w 1066772"/>
              <a:gd name="csY15" fmla="*/ 695325 h 780555"/>
              <a:gd name="csX16" fmla="*/ 749008 w 1066772"/>
              <a:gd name="csY16" fmla="*/ 709612 h 780555"/>
              <a:gd name="csX17" fmla="*/ 706146 w 1066772"/>
              <a:gd name="csY17" fmla="*/ 728662 h 780555"/>
              <a:gd name="csX18" fmla="*/ 658521 w 1066772"/>
              <a:gd name="csY18" fmla="*/ 757237 h 780555"/>
              <a:gd name="csX19" fmla="*/ 620421 w 1066772"/>
              <a:gd name="csY19" fmla="*/ 762000 h 780555"/>
              <a:gd name="csX20" fmla="*/ 348958 w 1066772"/>
              <a:gd name="csY20" fmla="*/ 757237 h 780555"/>
              <a:gd name="csX21" fmla="*/ 291808 w 1066772"/>
              <a:gd name="csY21" fmla="*/ 733425 h 780555"/>
              <a:gd name="csX22" fmla="*/ 172746 w 1066772"/>
              <a:gd name="csY22" fmla="*/ 609600 h 780555"/>
              <a:gd name="csX23" fmla="*/ 120358 w 1066772"/>
              <a:gd name="csY23" fmla="*/ 547687 h 780555"/>
              <a:gd name="csX24" fmla="*/ 96546 w 1066772"/>
              <a:gd name="csY24" fmla="*/ 504825 h 780555"/>
              <a:gd name="csX25" fmla="*/ 58446 w 1066772"/>
              <a:gd name="csY25" fmla="*/ 414337 h 780555"/>
              <a:gd name="csX26" fmla="*/ 44158 w 1066772"/>
              <a:gd name="csY26" fmla="*/ 395287 h 780555"/>
              <a:gd name="csX27" fmla="*/ 25108 w 1066772"/>
              <a:gd name="csY27" fmla="*/ 357187 h 780555"/>
              <a:gd name="csX28" fmla="*/ 6058 w 1066772"/>
              <a:gd name="csY28" fmla="*/ 323850 h 780555"/>
              <a:gd name="csX29" fmla="*/ 6058 w 1066772"/>
              <a:gd name="csY29" fmla="*/ 209550 h 780555"/>
              <a:gd name="csX30" fmla="*/ 20346 w 1066772"/>
              <a:gd name="csY30" fmla="*/ 190500 h 780555"/>
              <a:gd name="csX31" fmla="*/ 72733 w 1066772"/>
              <a:gd name="csY31" fmla="*/ 171450 h 780555"/>
              <a:gd name="csX32" fmla="*/ 87021 w 1066772"/>
              <a:gd name="csY32" fmla="*/ 161925 h 780555"/>
              <a:gd name="csX33" fmla="*/ 77496 w 1066772"/>
              <a:gd name="csY33" fmla="*/ 128587 h 780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066772" h="780555">
                <a:moveTo>
                  <a:pt x="77496" y="128587"/>
                </a:moveTo>
                <a:cubicBezTo>
                  <a:pt x="83052" y="120649"/>
                  <a:pt x="106375" y="119893"/>
                  <a:pt x="120358" y="114300"/>
                </a:cubicBezTo>
                <a:cubicBezTo>
                  <a:pt x="169906" y="94481"/>
                  <a:pt x="217953" y="70921"/>
                  <a:pt x="267996" y="52387"/>
                </a:cubicBezTo>
                <a:cubicBezTo>
                  <a:pt x="303786" y="39131"/>
                  <a:pt x="341326" y="31119"/>
                  <a:pt x="377533" y="19050"/>
                </a:cubicBezTo>
                <a:cubicBezTo>
                  <a:pt x="443868" y="-3062"/>
                  <a:pt x="379679" y="9960"/>
                  <a:pt x="439446" y="0"/>
                </a:cubicBezTo>
                <a:cubicBezTo>
                  <a:pt x="529933" y="3175"/>
                  <a:pt x="620602" y="2981"/>
                  <a:pt x="710908" y="9525"/>
                </a:cubicBezTo>
                <a:cubicBezTo>
                  <a:pt x="730245" y="10926"/>
                  <a:pt x="780513" y="25816"/>
                  <a:pt x="801396" y="38100"/>
                </a:cubicBezTo>
                <a:cubicBezTo>
                  <a:pt x="818098" y="47925"/>
                  <a:pt x="833784" y="59465"/>
                  <a:pt x="849021" y="71437"/>
                </a:cubicBezTo>
                <a:cubicBezTo>
                  <a:pt x="871232" y="88889"/>
                  <a:pt x="925444" y="130995"/>
                  <a:pt x="953796" y="161925"/>
                </a:cubicBezTo>
                <a:cubicBezTo>
                  <a:pt x="965199" y="174365"/>
                  <a:pt x="977379" y="186254"/>
                  <a:pt x="987133" y="200025"/>
                </a:cubicBezTo>
                <a:cubicBezTo>
                  <a:pt x="1011260" y="234087"/>
                  <a:pt x="1032836" y="272862"/>
                  <a:pt x="1053808" y="309562"/>
                </a:cubicBezTo>
                <a:cubicBezTo>
                  <a:pt x="1069350" y="395043"/>
                  <a:pt x="1077418" y="407656"/>
                  <a:pt x="1039521" y="523875"/>
                </a:cubicBezTo>
                <a:cubicBezTo>
                  <a:pt x="1035998" y="534678"/>
                  <a:pt x="956490" y="621066"/>
                  <a:pt x="944271" y="628650"/>
                </a:cubicBezTo>
                <a:cubicBezTo>
                  <a:pt x="916465" y="645909"/>
                  <a:pt x="881847" y="649912"/>
                  <a:pt x="853783" y="666750"/>
                </a:cubicBezTo>
                <a:cubicBezTo>
                  <a:pt x="845846" y="671512"/>
                  <a:pt x="838479" y="677391"/>
                  <a:pt x="829971" y="681037"/>
                </a:cubicBezTo>
                <a:cubicBezTo>
                  <a:pt x="816128" y="686970"/>
                  <a:pt x="801310" y="690313"/>
                  <a:pt x="787108" y="695325"/>
                </a:cubicBezTo>
                <a:cubicBezTo>
                  <a:pt x="774318" y="699839"/>
                  <a:pt x="761550" y="704448"/>
                  <a:pt x="749008" y="709612"/>
                </a:cubicBezTo>
                <a:cubicBezTo>
                  <a:pt x="734551" y="715565"/>
                  <a:pt x="719982" y="721380"/>
                  <a:pt x="706146" y="728662"/>
                </a:cubicBezTo>
                <a:cubicBezTo>
                  <a:pt x="689763" y="737285"/>
                  <a:pt x="675775" y="750527"/>
                  <a:pt x="658521" y="757237"/>
                </a:cubicBezTo>
                <a:cubicBezTo>
                  <a:pt x="646592" y="761876"/>
                  <a:pt x="633121" y="760412"/>
                  <a:pt x="620421" y="762000"/>
                </a:cubicBezTo>
                <a:cubicBezTo>
                  <a:pt x="527161" y="793082"/>
                  <a:pt x="569959" y="780676"/>
                  <a:pt x="348958" y="757237"/>
                </a:cubicBezTo>
                <a:cubicBezTo>
                  <a:pt x="328436" y="755060"/>
                  <a:pt x="310858" y="741362"/>
                  <a:pt x="291808" y="733425"/>
                </a:cubicBezTo>
                <a:cubicBezTo>
                  <a:pt x="252121" y="692150"/>
                  <a:pt x="209733" y="653311"/>
                  <a:pt x="172746" y="609600"/>
                </a:cubicBezTo>
                <a:cubicBezTo>
                  <a:pt x="155283" y="588962"/>
                  <a:pt x="133487" y="571319"/>
                  <a:pt x="120358" y="547687"/>
                </a:cubicBezTo>
                <a:cubicBezTo>
                  <a:pt x="112421" y="533400"/>
                  <a:pt x="103429" y="519649"/>
                  <a:pt x="96546" y="504825"/>
                </a:cubicBezTo>
                <a:cubicBezTo>
                  <a:pt x="82764" y="475141"/>
                  <a:pt x="78083" y="440519"/>
                  <a:pt x="58446" y="414337"/>
                </a:cubicBezTo>
                <a:cubicBezTo>
                  <a:pt x="53683" y="407987"/>
                  <a:pt x="48158" y="402143"/>
                  <a:pt x="44158" y="395287"/>
                </a:cubicBezTo>
                <a:cubicBezTo>
                  <a:pt x="37003" y="383022"/>
                  <a:pt x="31790" y="369716"/>
                  <a:pt x="25108" y="357187"/>
                </a:cubicBezTo>
                <a:cubicBezTo>
                  <a:pt x="19085" y="345894"/>
                  <a:pt x="12408" y="334962"/>
                  <a:pt x="6058" y="323850"/>
                </a:cubicBezTo>
                <a:cubicBezTo>
                  <a:pt x="506" y="279430"/>
                  <a:pt x="-4208" y="260878"/>
                  <a:pt x="6058" y="209550"/>
                </a:cubicBezTo>
                <a:cubicBezTo>
                  <a:pt x="7615" y="201767"/>
                  <a:pt x="13996" y="195263"/>
                  <a:pt x="20346" y="190500"/>
                </a:cubicBezTo>
                <a:cubicBezTo>
                  <a:pt x="26886" y="185595"/>
                  <a:pt x="67282" y="173873"/>
                  <a:pt x="72733" y="171450"/>
                </a:cubicBezTo>
                <a:cubicBezTo>
                  <a:pt x="77964" y="169125"/>
                  <a:pt x="81901" y="164485"/>
                  <a:pt x="87021" y="161925"/>
                </a:cubicBezTo>
                <a:cubicBezTo>
                  <a:pt x="97835" y="156518"/>
                  <a:pt x="71940" y="136525"/>
                  <a:pt x="77496" y="128587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930FB4B-7840-7838-86C4-5C18938759F9}"/>
              </a:ext>
            </a:extLst>
          </p:cNvPr>
          <p:cNvSpPr/>
          <p:nvPr/>
        </p:nvSpPr>
        <p:spPr>
          <a:xfrm>
            <a:off x="8144250" y="3250487"/>
            <a:ext cx="342486" cy="329007"/>
          </a:xfrm>
          <a:custGeom>
            <a:avLst/>
            <a:gdLst>
              <a:gd name="csX0" fmla="*/ 4349 w 342486"/>
              <a:gd name="csY0" fmla="*/ 81160 h 329007"/>
              <a:gd name="csX1" fmla="*/ 90074 w 342486"/>
              <a:gd name="csY1" fmla="*/ 157360 h 329007"/>
              <a:gd name="csX2" fmla="*/ 132936 w 342486"/>
              <a:gd name="csY2" fmla="*/ 209747 h 329007"/>
              <a:gd name="csX3" fmla="*/ 161511 w 342486"/>
              <a:gd name="csY3" fmla="*/ 252610 h 329007"/>
              <a:gd name="csX4" fmla="*/ 213899 w 342486"/>
              <a:gd name="csY4" fmla="*/ 304997 h 329007"/>
              <a:gd name="csX5" fmla="*/ 228186 w 342486"/>
              <a:gd name="csY5" fmla="*/ 319285 h 329007"/>
              <a:gd name="csX6" fmla="*/ 271049 w 342486"/>
              <a:gd name="csY6" fmla="*/ 324047 h 329007"/>
              <a:gd name="csX7" fmla="*/ 290099 w 342486"/>
              <a:gd name="csY7" fmla="*/ 328810 h 329007"/>
              <a:gd name="csX8" fmla="*/ 323436 w 342486"/>
              <a:gd name="csY8" fmla="*/ 314522 h 329007"/>
              <a:gd name="csX9" fmla="*/ 342486 w 342486"/>
              <a:gd name="csY9" fmla="*/ 243085 h 329007"/>
              <a:gd name="csX10" fmla="*/ 275811 w 342486"/>
              <a:gd name="csY10" fmla="*/ 176410 h 329007"/>
              <a:gd name="csX11" fmla="*/ 256761 w 342486"/>
              <a:gd name="csY11" fmla="*/ 157360 h 329007"/>
              <a:gd name="csX12" fmla="*/ 232949 w 342486"/>
              <a:gd name="csY12" fmla="*/ 124022 h 329007"/>
              <a:gd name="csX13" fmla="*/ 223424 w 342486"/>
              <a:gd name="csY13" fmla="*/ 104972 h 329007"/>
              <a:gd name="csX14" fmla="*/ 199611 w 342486"/>
              <a:gd name="csY14" fmla="*/ 85922 h 329007"/>
              <a:gd name="csX15" fmla="*/ 190086 w 342486"/>
              <a:gd name="csY15" fmla="*/ 71635 h 329007"/>
              <a:gd name="csX16" fmla="*/ 104361 w 342486"/>
              <a:gd name="csY16" fmla="*/ 9722 h 329007"/>
              <a:gd name="csX17" fmla="*/ 66261 w 342486"/>
              <a:gd name="csY17" fmla="*/ 4960 h 329007"/>
              <a:gd name="csX18" fmla="*/ 47211 w 342486"/>
              <a:gd name="csY18" fmla="*/ 197 h 329007"/>
              <a:gd name="csX19" fmla="*/ 4349 w 342486"/>
              <a:gd name="csY19" fmla="*/ 81160 h 329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42486" h="329007">
                <a:moveTo>
                  <a:pt x="4349" y="81160"/>
                </a:moveTo>
                <a:cubicBezTo>
                  <a:pt x="11493" y="107354"/>
                  <a:pt x="31262" y="111617"/>
                  <a:pt x="90074" y="157360"/>
                </a:cubicBezTo>
                <a:cubicBezTo>
                  <a:pt x="111826" y="200864"/>
                  <a:pt x="83071" y="148374"/>
                  <a:pt x="132936" y="209747"/>
                </a:cubicBezTo>
                <a:cubicBezTo>
                  <a:pt x="143764" y="223074"/>
                  <a:pt x="151208" y="238873"/>
                  <a:pt x="161511" y="252610"/>
                </a:cubicBezTo>
                <a:cubicBezTo>
                  <a:pt x="192210" y="293542"/>
                  <a:pt x="181777" y="276890"/>
                  <a:pt x="213899" y="304997"/>
                </a:cubicBezTo>
                <a:cubicBezTo>
                  <a:pt x="218968" y="309432"/>
                  <a:pt x="221796" y="317155"/>
                  <a:pt x="228186" y="319285"/>
                </a:cubicBezTo>
                <a:cubicBezTo>
                  <a:pt x="241824" y="323831"/>
                  <a:pt x="256761" y="322460"/>
                  <a:pt x="271049" y="324047"/>
                </a:cubicBezTo>
                <a:cubicBezTo>
                  <a:pt x="277399" y="325635"/>
                  <a:pt x="283659" y="329981"/>
                  <a:pt x="290099" y="328810"/>
                </a:cubicBezTo>
                <a:cubicBezTo>
                  <a:pt x="301994" y="326647"/>
                  <a:pt x="316065" y="324105"/>
                  <a:pt x="323436" y="314522"/>
                </a:cubicBezTo>
                <a:cubicBezTo>
                  <a:pt x="330921" y="304791"/>
                  <a:pt x="338932" y="260856"/>
                  <a:pt x="342486" y="243085"/>
                </a:cubicBezTo>
                <a:lnTo>
                  <a:pt x="275811" y="176410"/>
                </a:lnTo>
                <a:cubicBezTo>
                  <a:pt x="269461" y="170060"/>
                  <a:pt x="262149" y="164544"/>
                  <a:pt x="256761" y="157360"/>
                </a:cubicBezTo>
                <a:cubicBezTo>
                  <a:pt x="250627" y="149181"/>
                  <a:pt x="238521" y="133772"/>
                  <a:pt x="232949" y="124022"/>
                </a:cubicBezTo>
                <a:cubicBezTo>
                  <a:pt x="229427" y="117858"/>
                  <a:pt x="228099" y="110315"/>
                  <a:pt x="223424" y="104972"/>
                </a:cubicBezTo>
                <a:cubicBezTo>
                  <a:pt x="216730" y="97322"/>
                  <a:pt x="206799" y="93110"/>
                  <a:pt x="199611" y="85922"/>
                </a:cubicBezTo>
                <a:cubicBezTo>
                  <a:pt x="195564" y="81875"/>
                  <a:pt x="193889" y="75913"/>
                  <a:pt x="190086" y="71635"/>
                </a:cubicBezTo>
                <a:cubicBezTo>
                  <a:pt x="170694" y="49819"/>
                  <a:pt x="132580" y="13249"/>
                  <a:pt x="104361" y="9722"/>
                </a:cubicBezTo>
                <a:lnTo>
                  <a:pt x="66261" y="4960"/>
                </a:lnTo>
                <a:cubicBezTo>
                  <a:pt x="59911" y="3372"/>
                  <a:pt x="53651" y="-974"/>
                  <a:pt x="47211" y="197"/>
                </a:cubicBezTo>
                <a:cubicBezTo>
                  <a:pt x="-8013" y="10238"/>
                  <a:pt x="-2795" y="54966"/>
                  <a:pt x="4349" y="8116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8E59B8F-3D2D-244F-7E99-56673E10EBBA}"/>
              </a:ext>
            </a:extLst>
          </p:cNvPr>
          <p:cNvSpPr/>
          <p:nvPr/>
        </p:nvSpPr>
        <p:spPr>
          <a:xfrm>
            <a:off x="8031897" y="3126859"/>
            <a:ext cx="731093" cy="595313"/>
          </a:xfrm>
          <a:custGeom>
            <a:avLst/>
            <a:gdLst>
              <a:gd name="csX0" fmla="*/ 235764 w 731093"/>
              <a:gd name="csY0" fmla="*/ 9525 h 595313"/>
              <a:gd name="csX1" fmla="*/ 269102 w 731093"/>
              <a:gd name="csY1" fmla="*/ 28575 h 595313"/>
              <a:gd name="csX2" fmla="*/ 383402 w 731093"/>
              <a:gd name="csY2" fmla="*/ 85725 h 595313"/>
              <a:gd name="csX3" fmla="*/ 454839 w 731093"/>
              <a:gd name="csY3" fmla="*/ 123825 h 595313"/>
              <a:gd name="csX4" fmla="*/ 526277 w 731093"/>
              <a:gd name="csY4" fmla="*/ 209550 h 595313"/>
              <a:gd name="csX5" fmla="*/ 531039 w 731093"/>
              <a:gd name="csY5" fmla="*/ 242888 h 595313"/>
              <a:gd name="csX6" fmla="*/ 569139 w 731093"/>
              <a:gd name="csY6" fmla="*/ 300038 h 595313"/>
              <a:gd name="csX7" fmla="*/ 645339 w 731093"/>
              <a:gd name="csY7" fmla="*/ 347663 h 595313"/>
              <a:gd name="csX8" fmla="*/ 664389 w 731093"/>
              <a:gd name="csY8" fmla="*/ 361950 h 595313"/>
              <a:gd name="csX9" fmla="*/ 669152 w 731093"/>
              <a:gd name="csY9" fmla="*/ 381000 h 595313"/>
              <a:gd name="csX10" fmla="*/ 683439 w 731093"/>
              <a:gd name="csY10" fmla="*/ 400050 h 595313"/>
              <a:gd name="csX11" fmla="*/ 712014 w 731093"/>
              <a:gd name="csY11" fmla="*/ 433388 h 595313"/>
              <a:gd name="csX12" fmla="*/ 731064 w 731093"/>
              <a:gd name="csY12" fmla="*/ 504825 h 595313"/>
              <a:gd name="csX13" fmla="*/ 683439 w 731093"/>
              <a:gd name="csY13" fmla="*/ 590550 h 595313"/>
              <a:gd name="csX14" fmla="*/ 664389 w 731093"/>
              <a:gd name="csY14" fmla="*/ 595313 h 595313"/>
              <a:gd name="csX15" fmla="*/ 583427 w 731093"/>
              <a:gd name="csY15" fmla="*/ 590550 h 595313"/>
              <a:gd name="csX16" fmla="*/ 526277 w 731093"/>
              <a:gd name="csY16" fmla="*/ 576263 h 595313"/>
              <a:gd name="csX17" fmla="*/ 497702 w 731093"/>
              <a:gd name="csY17" fmla="*/ 571500 h 595313"/>
              <a:gd name="csX18" fmla="*/ 402452 w 731093"/>
              <a:gd name="csY18" fmla="*/ 533400 h 595313"/>
              <a:gd name="csX19" fmla="*/ 383402 w 731093"/>
              <a:gd name="csY19" fmla="*/ 519113 h 595313"/>
              <a:gd name="csX20" fmla="*/ 331014 w 731093"/>
              <a:gd name="csY20" fmla="*/ 495300 h 595313"/>
              <a:gd name="csX21" fmla="*/ 278627 w 731093"/>
              <a:gd name="csY21" fmla="*/ 461963 h 595313"/>
              <a:gd name="csX22" fmla="*/ 173852 w 731093"/>
              <a:gd name="csY22" fmla="*/ 409575 h 595313"/>
              <a:gd name="csX23" fmla="*/ 145277 w 731093"/>
              <a:gd name="csY23" fmla="*/ 376238 h 595313"/>
              <a:gd name="csX24" fmla="*/ 107177 w 731093"/>
              <a:gd name="csY24" fmla="*/ 304800 h 595313"/>
              <a:gd name="csX25" fmla="*/ 92889 w 731093"/>
              <a:gd name="csY25" fmla="*/ 276225 h 595313"/>
              <a:gd name="csX26" fmla="*/ 88127 w 731093"/>
              <a:gd name="csY26" fmla="*/ 261938 h 595313"/>
              <a:gd name="csX27" fmla="*/ 64314 w 731093"/>
              <a:gd name="csY27" fmla="*/ 238125 h 595313"/>
              <a:gd name="csX28" fmla="*/ 50027 w 731093"/>
              <a:gd name="csY28" fmla="*/ 200025 h 595313"/>
              <a:gd name="csX29" fmla="*/ 30977 w 731093"/>
              <a:gd name="csY29" fmla="*/ 176213 h 595313"/>
              <a:gd name="csX30" fmla="*/ 7164 w 731093"/>
              <a:gd name="csY30" fmla="*/ 138113 h 595313"/>
              <a:gd name="csX31" fmla="*/ 16689 w 731093"/>
              <a:gd name="csY31" fmla="*/ 33338 h 595313"/>
              <a:gd name="csX32" fmla="*/ 30977 w 731093"/>
              <a:gd name="csY32" fmla="*/ 19050 h 595313"/>
              <a:gd name="csX33" fmla="*/ 50027 w 731093"/>
              <a:gd name="csY33" fmla="*/ 4763 h 595313"/>
              <a:gd name="csX34" fmla="*/ 83364 w 731093"/>
              <a:gd name="csY34" fmla="*/ 0 h 595313"/>
              <a:gd name="csX35" fmla="*/ 188139 w 731093"/>
              <a:gd name="csY35" fmla="*/ 4763 h 595313"/>
              <a:gd name="csX36" fmla="*/ 202427 w 731093"/>
              <a:gd name="csY36" fmla="*/ 14288 h 595313"/>
              <a:gd name="csX37" fmla="*/ 235764 w 731093"/>
              <a:gd name="csY37" fmla="*/ 9525 h 5953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731093" h="595313">
                <a:moveTo>
                  <a:pt x="235764" y="9525"/>
                </a:moveTo>
                <a:cubicBezTo>
                  <a:pt x="246877" y="11906"/>
                  <a:pt x="257729" y="22705"/>
                  <a:pt x="269102" y="28575"/>
                </a:cubicBezTo>
                <a:cubicBezTo>
                  <a:pt x="306955" y="48112"/>
                  <a:pt x="346418" y="64591"/>
                  <a:pt x="383402" y="85725"/>
                </a:cubicBezTo>
                <a:cubicBezTo>
                  <a:pt x="429067" y="111820"/>
                  <a:pt x="405292" y="99051"/>
                  <a:pt x="454839" y="123825"/>
                </a:cubicBezTo>
                <a:cubicBezTo>
                  <a:pt x="517155" y="196527"/>
                  <a:pt x="494425" y="167083"/>
                  <a:pt x="526277" y="209550"/>
                </a:cubicBezTo>
                <a:cubicBezTo>
                  <a:pt x="527864" y="220663"/>
                  <a:pt x="527264" y="232316"/>
                  <a:pt x="531039" y="242888"/>
                </a:cubicBezTo>
                <a:cubicBezTo>
                  <a:pt x="535613" y="255697"/>
                  <a:pt x="557596" y="289545"/>
                  <a:pt x="569139" y="300038"/>
                </a:cubicBezTo>
                <a:cubicBezTo>
                  <a:pt x="594165" y="322789"/>
                  <a:pt x="616406" y="329858"/>
                  <a:pt x="645339" y="347663"/>
                </a:cubicBezTo>
                <a:cubicBezTo>
                  <a:pt x="652099" y="351823"/>
                  <a:pt x="658039" y="357188"/>
                  <a:pt x="664389" y="361950"/>
                </a:cubicBezTo>
                <a:cubicBezTo>
                  <a:pt x="665977" y="368300"/>
                  <a:pt x="666225" y="375146"/>
                  <a:pt x="669152" y="381000"/>
                </a:cubicBezTo>
                <a:cubicBezTo>
                  <a:pt x="672702" y="388099"/>
                  <a:pt x="678413" y="393907"/>
                  <a:pt x="683439" y="400050"/>
                </a:cubicBezTo>
                <a:cubicBezTo>
                  <a:pt x="692707" y="411378"/>
                  <a:pt x="702489" y="422275"/>
                  <a:pt x="712014" y="433388"/>
                </a:cubicBezTo>
                <a:cubicBezTo>
                  <a:pt x="717615" y="450192"/>
                  <a:pt x="731827" y="489560"/>
                  <a:pt x="731064" y="504825"/>
                </a:cubicBezTo>
                <a:cubicBezTo>
                  <a:pt x="729895" y="528210"/>
                  <a:pt x="714597" y="582760"/>
                  <a:pt x="683439" y="590550"/>
                </a:cubicBezTo>
                <a:lnTo>
                  <a:pt x="664389" y="595313"/>
                </a:lnTo>
                <a:cubicBezTo>
                  <a:pt x="637402" y="593725"/>
                  <a:pt x="610207" y="594244"/>
                  <a:pt x="583427" y="590550"/>
                </a:cubicBezTo>
                <a:cubicBezTo>
                  <a:pt x="563975" y="587867"/>
                  <a:pt x="545446" y="580523"/>
                  <a:pt x="526277" y="576263"/>
                </a:cubicBezTo>
                <a:cubicBezTo>
                  <a:pt x="516851" y="574168"/>
                  <a:pt x="507227" y="573088"/>
                  <a:pt x="497702" y="571500"/>
                </a:cubicBezTo>
                <a:cubicBezTo>
                  <a:pt x="465952" y="558800"/>
                  <a:pt x="429809" y="553917"/>
                  <a:pt x="402452" y="533400"/>
                </a:cubicBezTo>
                <a:cubicBezTo>
                  <a:pt x="396102" y="528638"/>
                  <a:pt x="390133" y="523320"/>
                  <a:pt x="383402" y="519113"/>
                </a:cubicBezTo>
                <a:cubicBezTo>
                  <a:pt x="366950" y="508830"/>
                  <a:pt x="348038" y="504467"/>
                  <a:pt x="331014" y="495300"/>
                </a:cubicBezTo>
                <a:cubicBezTo>
                  <a:pt x="281952" y="468882"/>
                  <a:pt x="322593" y="483946"/>
                  <a:pt x="278627" y="461963"/>
                </a:cubicBezTo>
                <a:cubicBezTo>
                  <a:pt x="220720" y="433010"/>
                  <a:pt x="239973" y="450901"/>
                  <a:pt x="173852" y="409575"/>
                </a:cubicBezTo>
                <a:cubicBezTo>
                  <a:pt x="164484" y="403720"/>
                  <a:pt x="151192" y="384125"/>
                  <a:pt x="145277" y="376238"/>
                </a:cubicBezTo>
                <a:cubicBezTo>
                  <a:pt x="133797" y="307367"/>
                  <a:pt x="153454" y="397351"/>
                  <a:pt x="107177" y="304800"/>
                </a:cubicBezTo>
                <a:cubicBezTo>
                  <a:pt x="102414" y="295275"/>
                  <a:pt x="97214" y="285956"/>
                  <a:pt x="92889" y="276225"/>
                </a:cubicBezTo>
                <a:cubicBezTo>
                  <a:pt x="90850" y="271638"/>
                  <a:pt x="91139" y="265954"/>
                  <a:pt x="88127" y="261938"/>
                </a:cubicBezTo>
                <a:cubicBezTo>
                  <a:pt x="81392" y="252958"/>
                  <a:pt x="72252" y="246063"/>
                  <a:pt x="64314" y="238125"/>
                </a:cubicBezTo>
                <a:cubicBezTo>
                  <a:pt x="59552" y="225425"/>
                  <a:pt x="56457" y="211967"/>
                  <a:pt x="50027" y="200025"/>
                </a:cubicBezTo>
                <a:cubicBezTo>
                  <a:pt x="45208" y="191075"/>
                  <a:pt x="37076" y="184345"/>
                  <a:pt x="30977" y="176213"/>
                </a:cubicBezTo>
                <a:cubicBezTo>
                  <a:pt x="23652" y="166446"/>
                  <a:pt x="12537" y="147067"/>
                  <a:pt x="7164" y="138113"/>
                </a:cubicBezTo>
                <a:cubicBezTo>
                  <a:pt x="-3466" y="95587"/>
                  <a:pt x="-3795" y="105033"/>
                  <a:pt x="16689" y="33338"/>
                </a:cubicBezTo>
                <a:cubicBezTo>
                  <a:pt x="18539" y="26862"/>
                  <a:pt x="25863" y="23433"/>
                  <a:pt x="30977" y="19050"/>
                </a:cubicBezTo>
                <a:cubicBezTo>
                  <a:pt x="37004" y="13884"/>
                  <a:pt x="42567" y="7476"/>
                  <a:pt x="50027" y="4763"/>
                </a:cubicBezTo>
                <a:cubicBezTo>
                  <a:pt x="60576" y="927"/>
                  <a:pt x="72252" y="1588"/>
                  <a:pt x="83364" y="0"/>
                </a:cubicBezTo>
                <a:cubicBezTo>
                  <a:pt x="118289" y="1588"/>
                  <a:pt x="153427" y="597"/>
                  <a:pt x="188139" y="4763"/>
                </a:cubicBezTo>
                <a:cubicBezTo>
                  <a:pt x="193822" y="5445"/>
                  <a:pt x="197166" y="12033"/>
                  <a:pt x="202427" y="14288"/>
                </a:cubicBezTo>
                <a:cubicBezTo>
                  <a:pt x="208443" y="16866"/>
                  <a:pt x="224651" y="7144"/>
                  <a:pt x="235764" y="9525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6F8F4E2-3E6E-A653-0A2B-A093153ACD3E}"/>
              </a:ext>
            </a:extLst>
          </p:cNvPr>
          <p:cNvSpPr/>
          <p:nvPr/>
        </p:nvSpPr>
        <p:spPr>
          <a:xfrm>
            <a:off x="9000895" y="3841234"/>
            <a:ext cx="119413" cy="100040"/>
          </a:xfrm>
          <a:custGeom>
            <a:avLst/>
            <a:gdLst>
              <a:gd name="csX0" fmla="*/ 19241 w 119413"/>
              <a:gd name="csY0" fmla="*/ 71438 h 100040"/>
              <a:gd name="csX1" fmla="*/ 4954 w 119413"/>
              <a:gd name="csY1" fmla="*/ 42863 h 100040"/>
              <a:gd name="csX2" fmla="*/ 191 w 119413"/>
              <a:gd name="csY2" fmla="*/ 28575 h 100040"/>
              <a:gd name="csX3" fmla="*/ 14479 w 119413"/>
              <a:gd name="csY3" fmla="*/ 0 h 100040"/>
              <a:gd name="csX4" fmla="*/ 66866 w 119413"/>
              <a:gd name="csY4" fmla="*/ 14288 h 100040"/>
              <a:gd name="csX5" fmla="*/ 90679 w 119413"/>
              <a:gd name="csY5" fmla="*/ 28575 h 100040"/>
              <a:gd name="csX6" fmla="*/ 109729 w 119413"/>
              <a:gd name="csY6" fmla="*/ 38100 h 100040"/>
              <a:gd name="csX7" fmla="*/ 119254 w 119413"/>
              <a:gd name="csY7" fmla="*/ 90488 h 100040"/>
              <a:gd name="csX8" fmla="*/ 104966 w 119413"/>
              <a:gd name="csY8" fmla="*/ 100013 h 100040"/>
              <a:gd name="csX9" fmla="*/ 33529 w 119413"/>
              <a:gd name="csY9" fmla="*/ 76200 h 100040"/>
              <a:gd name="csX10" fmla="*/ 19241 w 119413"/>
              <a:gd name="csY10" fmla="*/ 71438 h 1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9413" h="100040">
                <a:moveTo>
                  <a:pt x="19241" y="71438"/>
                </a:moveTo>
                <a:cubicBezTo>
                  <a:pt x="14479" y="65882"/>
                  <a:pt x="9279" y="52594"/>
                  <a:pt x="4954" y="42863"/>
                </a:cubicBezTo>
                <a:cubicBezTo>
                  <a:pt x="2915" y="38275"/>
                  <a:pt x="-898" y="33476"/>
                  <a:pt x="191" y="28575"/>
                </a:cubicBezTo>
                <a:cubicBezTo>
                  <a:pt x="2501" y="18179"/>
                  <a:pt x="9716" y="9525"/>
                  <a:pt x="14479" y="0"/>
                </a:cubicBezTo>
                <a:cubicBezTo>
                  <a:pt x="31941" y="4763"/>
                  <a:pt x="49918" y="7933"/>
                  <a:pt x="66866" y="14288"/>
                </a:cubicBezTo>
                <a:cubicBezTo>
                  <a:pt x="75533" y="17538"/>
                  <a:pt x="82587" y="24080"/>
                  <a:pt x="90679" y="28575"/>
                </a:cubicBezTo>
                <a:cubicBezTo>
                  <a:pt x="96885" y="32023"/>
                  <a:pt x="103379" y="34925"/>
                  <a:pt x="109729" y="38100"/>
                </a:cubicBezTo>
                <a:cubicBezTo>
                  <a:pt x="112904" y="55563"/>
                  <a:pt x="120615" y="72791"/>
                  <a:pt x="119254" y="90488"/>
                </a:cubicBezTo>
                <a:cubicBezTo>
                  <a:pt x="118815" y="96195"/>
                  <a:pt x="110675" y="100421"/>
                  <a:pt x="104966" y="100013"/>
                </a:cubicBezTo>
                <a:cubicBezTo>
                  <a:pt x="85284" y="98607"/>
                  <a:pt x="53254" y="88034"/>
                  <a:pt x="33529" y="76200"/>
                </a:cubicBezTo>
                <a:cubicBezTo>
                  <a:pt x="31604" y="75045"/>
                  <a:pt x="24003" y="76994"/>
                  <a:pt x="19241" y="71438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63A946A-EB06-5E5E-5692-A48567B9A9E4}"/>
              </a:ext>
            </a:extLst>
          </p:cNvPr>
          <p:cNvSpPr/>
          <p:nvPr/>
        </p:nvSpPr>
        <p:spPr>
          <a:xfrm>
            <a:off x="7915236" y="2988447"/>
            <a:ext cx="1390727" cy="1100437"/>
          </a:xfrm>
          <a:custGeom>
            <a:avLst/>
            <a:gdLst>
              <a:gd name="csX0" fmla="*/ 619125 w 1390727"/>
              <a:gd name="csY0" fmla="*/ 176512 h 1100437"/>
              <a:gd name="csX1" fmla="*/ 733425 w 1390727"/>
              <a:gd name="csY1" fmla="*/ 267000 h 1100437"/>
              <a:gd name="csX2" fmla="*/ 766763 w 1390727"/>
              <a:gd name="csY2" fmla="*/ 300337 h 1100437"/>
              <a:gd name="csX3" fmla="*/ 804863 w 1390727"/>
              <a:gd name="csY3" fmla="*/ 352725 h 1100437"/>
              <a:gd name="csX4" fmla="*/ 866775 w 1390727"/>
              <a:gd name="csY4" fmla="*/ 419400 h 1100437"/>
              <a:gd name="csX5" fmla="*/ 890588 w 1390727"/>
              <a:gd name="csY5" fmla="*/ 452737 h 1100437"/>
              <a:gd name="csX6" fmla="*/ 914400 w 1390727"/>
              <a:gd name="csY6" fmla="*/ 471787 h 1100437"/>
              <a:gd name="csX7" fmla="*/ 957263 w 1390727"/>
              <a:gd name="csY7" fmla="*/ 524175 h 1100437"/>
              <a:gd name="csX8" fmla="*/ 1009650 w 1390727"/>
              <a:gd name="csY8" fmla="*/ 609900 h 1100437"/>
              <a:gd name="csX9" fmla="*/ 1028700 w 1390727"/>
              <a:gd name="csY9" fmla="*/ 638475 h 1100437"/>
              <a:gd name="csX10" fmla="*/ 1133475 w 1390727"/>
              <a:gd name="csY10" fmla="*/ 700387 h 1100437"/>
              <a:gd name="csX11" fmla="*/ 1185863 w 1390727"/>
              <a:gd name="csY11" fmla="*/ 719437 h 1100437"/>
              <a:gd name="csX12" fmla="*/ 1219200 w 1390727"/>
              <a:gd name="csY12" fmla="*/ 738487 h 1100437"/>
              <a:gd name="csX13" fmla="*/ 1295400 w 1390727"/>
              <a:gd name="csY13" fmla="*/ 786112 h 1100437"/>
              <a:gd name="csX14" fmla="*/ 1333500 w 1390727"/>
              <a:gd name="csY14" fmla="*/ 833737 h 1100437"/>
              <a:gd name="csX15" fmla="*/ 1376363 w 1390727"/>
              <a:gd name="csY15" fmla="*/ 900412 h 1100437"/>
              <a:gd name="csX16" fmla="*/ 1381125 w 1390727"/>
              <a:gd name="csY16" fmla="*/ 957562 h 1100437"/>
              <a:gd name="csX17" fmla="*/ 1381125 w 1390727"/>
              <a:gd name="csY17" fmla="*/ 1071862 h 1100437"/>
              <a:gd name="csX18" fmla="*/ 1362075 w 1390727"/>
              <a:gd name="csY18" fmla="*/ 1086150 h 1100437"/>
              <a:gd name="csX19" fmla="*/ 1309688 w 1390727"/>
              <a:gd name="csY19" fmla="*/ 1100437 h 1100437"/>
              <a:gd name="csX20" fmla="*/ 1243013 w 1390727"/>
              <a:gd name="csY20" fmla="*/ 1081387 h 1100437"/>
              <a:gd name="csX21" fmla="*/ 1209675 w 1390727"/>
              <a:gd name="csY21" fmla="*/ 1067100 h 1100437"/>
              <a:gd name="csX22" fmla="*/ 1095375 w 1390727"/>
              <a:gd name="csY22" fmla="*/ 1033762 h 1100437"/>
              <a:gd name="csX23" fmla="*/ 1076325 w 1390727"/>
              <a:gd name="csY23" fmla="*/ 1024237 h 1100437"/>
              <a:gd name="csX24" fmla="*/ 995363 w 1390727"/>
              <a:gd name="csY24" fmla="*/ 952800 h 1100437"/>
              <a:gd name="csX25" fmla="*/ 981075 w 1390727"/>
              <a:gd name="csY25" fmla="*/ 933750 h 1100437"/>
              <a:gd name="csX26" fmla="*/ 947738 w 1390727"/>
              <a:gd name="csY26" fmla="*/ 900412 h 1100437"/>
              <a:gd name="csX27" fmla="*/ 900113 w 1390727"/>
              <a:gd name="csY27" fmla="*/ 843262 h 1100437"/>
              <a:gd name="csX28" fmla="*/ 885825 w 1390727"/>
              <a:gd name="csY28" fmla="*/ 824212 h 1100437"/>
              <a:gd name="csX29" fmla="*/ 790575 w 1390727"/>
              <a:gd name="csY29" fmla="*/ 805162 h 1100437"/>
              <a:gd name="csX30" fmla="*/ 757238 w 1390727"/>
              <a:gd name="csY30" fmla="*/ 795637 h 1100437"/>
              <a:gd name="csX31" fmla="*/ 652463 w 1390727"/>
              <a:gd name="csY31" fmla="*/ 786112 h 1100437"/>
              <a:gd name="csX32" fmla="*/ 633413 w 1390727"/>
              <a:gd name="csY32" fmla="*/ 776587 h 1100437"/>
              <a:gd name="csX33" fmla="*/ 604838 w 1390727"/>
              <a:gd name="csY33" fmla="*/ 771825 h 1100437"/>
              <a:gd name="csX34" fmla="*/ 585788 w 1390727"/>
              <a:gd name="csY34" fmla="*/ 757537 h 1100437"/>
              <a:gd name="csX35" fmla="*/ 504825 w 1390727"/>
              <a:gd name="csY35" fmla="*/ 724200 h 1100437"/>
              <a:gd name="csX36" fmla="*/ 457200 w 1390727"/>
              <a:gd name="csY36" fmla="*/ 690862 h 1100437"/>
              <a:gd name="csX37" fmla="*/ 371475 w 1390727"/>
              <a:gd name="csY37" fmla="*/ 652762 h 1100437"/>
              <a:gd name="csX38" fmla="*/ 280988 w 1390727"/>
              <a:gd name="csY38" fmla="*/ 595612 h 1100437"/>
              <a:gd name="csX39" fmla="*/ 209550 w 1390727"/>
              <a:gd name="csY39" fmla="*/ 557512 h 1100437"/>
              <a:gd name="csX40" fmla="*/ 195263 w 1390727"/>
              <a:gd name="csY40" fmla="*/ 543225 h 1100437"/>
              <a:gd name="csX41" fmla="*/ 147638 w 1390727"/>
              <a:gd name="csY41" fmla="*/ 514650 h 1100437"/>
              <a:gd name="csX42" fmla="*/ 109538 w 1390727"/>
              <a:gd name="csY42" fmla="*/ 471787 h 1100437"/>
              <a:gd name="csX43" fmla="*/ 66675 w 1390727"/>
              <a:gd name="csY43" fmla="*/ 414637 h 1100437"/>
              <a:gd name="csX44" fmla="*/ 52388 w 1390727"/>
              <a:gd name="csY44" fmla="*/ 390825 h 1100437"/>
              <a:gd name="csX45" fmla="*/ 42863 w 1390727"/>
              <a:gd name="csY45" fmla="*/ 357487 h 1100437"/>
              <a:gd name="csX46" fmla="*/ 23813 w 1390727"/>
              <a:gd name="csY46" fmla="*/ 324150 h 1100437"/>
              <a:gd name="csX47" fmla="*/ 14288 w 1390727"/>
              <a:gd name="csY47" fmla="*/ 290812 h 1100437"/>
              <a:gd name="csX48" fmla="*/ 0 w 1390727"/>
              <a:gd name="csY48" fmla="*/ 247950 h 1100437"/>
              <a:gd name="csX49" fmla="*/ 14288 w 1390727"/>
              <a:gd name="csY49" fmla="*/ 166987 h 1100437"/>
              <a:gd name="csX50" fmla="*/ 28575 w 1390727"/>
              <a:gd name="csY50" fmla="*/ 162225 h 1100437"/>
              <a:gd name="csX51" fmla="*/ 80963 w 1390727"/>
              <a:gd name="csY51" fmla="*/ 95550 h 1100437"/>
              <a:gd name="csX52" fmla="*/ 85725 w 1390727"/>
              <a:gd name="csY52" fmla="*/ 81262 h 1100437"/>
              <a:gd name="csX53" fmla="*/ 133350 w 1390727"/>
              <a:gd name="csY53" fmla="*/ 24112 h 1100437"/>
              <a:gd name="csX54" fmla="*/ 152400 w 1390727"/>
              <a:gd name="csY54" fmla="*/ 300 h 1100437"/>
              <a:gd name="csX55" fmla="*/ 285750 w 1390727"/>
              <a:gd name="csY55" fmla="*/ 43162 h 1100437"/>
              <a:gd name="csX56" fmla="*/ 319088 w 1390727"/>
              <a:gd name="csY56" fmla="*/ 57450 h 1100437"/>
              <a:gd name="csX57" fmla="*/ 442913 w 1390727"/>
              <a:gd name="csY57" fmla="*/ 71737 h 1100437"/>
              <a:gd name="csX58" fmla="*/ 466725 w 1390727"/>
              <a:gd name="csY58" fmla="*/ 76500 h 1100437"/>
              <a:gd name="csX59" fmla="*/ 495300 w 1390727"/>
              <a:gd name="csY59" fmla="*/ 81262 h 1100437"/>
              <a:gd name="csX60" fmla="*/ 519113 w 1390727"/>
              <a:gd name="csY60" fmla="*/ 95550 h 1100437"/>
              <a:gd name="csX61" fmla="*/ 552450 w 1390727"/>
              <a:gd name="csY61" fmla="*/ 109837 h 1100437"/>
              <a:gd name="csX62" fmla="*/ 628650 w 1390727"/>
              <a:gd name="csY62" fmla="*/ 162225 h 1100437"/>
              <a:gd name="csX63" fmla="*/ 619125 w 1390727"/>
              <a:gd name="csY63" fmla="*/ 176512 h 1100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390727" h="1100437">
                <a:moveTo>
                  <a:pt x="619125" y="176512"/>
                </a:moveTo>
                <a:cubicBezTo>
                  <a:pt x="657225" y="206675"/>
                  <a:pt x="699063" y="232639"/>
                  <a:pt x="733425" y="267000"/>
                </a:cubicBezTo>
                <a:cubicBezTo>
                  <a:pt x="744538" y="278112"/>
                  <a:pt x="756612" y="288340"/>
                  <a:pt x="766763" y="300337"/>
                </a:cubicBezTo>
                <a:cubicBezTo>
                  <a:pt x="833383" y="379069"/>
                  <a:pt x="741428" y="282946"/>
                  <a:pt x="804863" y="352725"/>
                </a:cubicBezTo>
                <a:cubicBezTo>
                  <a:pt x="848320" y="400528"/>
                  <a:pt x="820873" y="362023"/>
                  <a:pt x="866775" y="419400"/>
                </a:cubicBezTo>
                <a:cubicBezTo>
                  <a:pt x="875306" y="430064"/>
                  <a:pt x="881402" y="442632"/>
                  <a:pt x="890588" y="452737"/>
                </a:cubicBezTo>
                <a:cubicBezTo>
                  <a:pt x="897426" y="460258"/>
                  <a:pt x="907464" y="464356"/>
                  <a:pt x="914400" y="471787"/>
                </a:cubicBezTo>
                <a:cubicBezTo>
                  <a:pt x="929795" y="488282"/>
                  <a:pt x="957263" y="524175"/>
                  <a:pt x="957263" y="524175"/>
                </a:cubicBezTo>
                <a:cubicBezTo>
                  <a:pt x="976556" y="591700"/>
                  <a:pt x="952501" y="524176"/>
                  <a:pt x="1009650" y="609900"/>
                </a:cubicBezTo>
                <a:cubicBezTo>
                  <a:pt x="1016000" y="619425"/>
                  <a:pt x="1020144" y="630870"/>
                  <a:pt x="1028700" y="638475"/>
                </a:cubicBezTo>
                <a:cubicBezTo>
                  <a:pt x="1098654" y="700656"/>
                  <a:pt x="1073654" y="673197"/>
                  <a:pt x="1133475" y="700387"/>
                </a:cubicBezTo>
                <a:cubicBezTo>
                  <a:pt x="1184769" y="723702"/>
                  <a:pt x="1082487" y="693593"/>
                  <a:pt x="1185863" y="719437"/>
                </a:cubicBezTo>
                <a:cubicBezTo>
                  <a:pt x="1196975" y="725787"/>
                  <a:pt x="1208347" y="731704"/>
                  <a:pt x="1219200" y="738487"/>
                </a:cubicBezTo>
                <a:cubicBezTo>
                  <a:pt x="1314332" y="797944"/>
                  <a:pt x="1216133" y="740816"/>
                  <a:pt x="1295400" y="786112"/>
                </a:cubicBezTo>
                <a:cubicBezTo>
                  <a:pt x="1308100" y="801987"/>
                  <a:pt x="1321440" y="817370"/>
                  <a:pt x="1333500" y="833737"/>
                </a:cubicBezTo>
                <a:cubicBezTo>
                  <a:pt x="1351645" y="858363"/>
                  <a:pt x="1361630" y="875859"/>
                  <a:pt x="1376363" y="900412"/>
                </a:cubicBezTo>
                <a:cubicBezTo>
                  <a:pt x="1377950" y="919462"/>
                  <a:pt x="1378934" y="938572"/>
                  <a:pt x="1381125" y="957562"/>
                </a:cubicBezTo>
                <a:cubicBezTo>
                  <a:pt x="1386070" y="1000423"/>
                  <a:pt x="1400006" y="1030952"/>
                  <a:pt x="1381125" y="1071862"/>
                </a:cubicBezTo>
                <a:cubicBezTo>
                  <a:pt x="1377799" y="1079069"/>
                  <a:pt x="1369301" y="1082865"/>
                  <a:pt x="1362075" y="1086150"/>
                </a:cubicBezTo>
                <a:cubicBezTo>
                  <a:pt x="1355151" y="1089297"/>
                  <a:pt x="1321427" y="1097503"/>
                  <a:pt x="1309688" y="1100437"/>
                </a:cubicBezTo>
                <a:cubicBezTo>
                  <a:pt x="1287463" y="1094087"/>
                  <a:pt x="1264941" y="1088696"/>
                  <a:pt x="1243013" y="1081387"/>
                </a:cubicBezTo>
                <a:cubicBezTo>
                  <a:pt x="1231543" y="1077564"/>
                  <a:pt x="1221274" y="1070511"/>
                  <a:pt x="1209675" y="1067100"/>
                </a:cubicBezTo>
                <a:cubicBezTo>
                  <a:pt x="1087467" y="1031157"/>
                  <a:pt x="1252284" y="1094783"/>
                  <a:pt x="1095375" y="1033762"/>
                </a:cubicBezTo>
                <a:cubicBezTo>
                  <a:pt x="1088758" y="1031189"/>
                  <a:pt x="1081843" y="1028704"/>
                  <a:pt x="1076325" y="1024237"/>
                </a:cubicBezTo>
                <a:cubicBezTo>
                  <a:pt x="1048351" y="1001592"/>
                  <a:pt x="1016958" y="981592"/>
                  <a:pt x="995363" y="952800"/>
                </a:cubicBezTo>
                <a:cubicBezTo>
                  <a:pt x="990600" y="946450"/>
                  <a:pt x="986414" y="939623"/>
                  <a:pt x="981075" y="933750"/>
                </a:cubicBezTo>
                <a:cubicBezTo>
                  <a:pt x="970504" y="922121"/>
                  <a:pt x="957447" y="912769"/>
                  <a:pt x="947738" y="900412"/>
                </a:cubicBezTo>
                <a:cubicBezTo>
                  <a:pt x="854215" y="781381"/>
                  <a:pt x="1004707" y="947856"/>
                  <a:pt x="900113" y="843262"/>
                </a:cubicBezTo>
                <a:cubicBezTo>
                  <a:pt x="894500" y="837649"/>
                  <a:pt x="893018" y="827569"/>
                  <a:pt x="885825" y="824212"/>
                </a:cubicBezTo>
                <a:cubicBezTo>
                  <a:pt x="860376" y="812336"/>
                  <a:pt x="819403" y="808766"/>
                  <a:pt x="790575" y="805162"/>
                </a:cubicBezTo>
                <a:cubicBezTo>
                  <a:pt x="779463" y="801987"/>
                  <a:pt x="768706" y="797070"/>
                  <a:pt x="757238" y="795637"/>
                </a:cubicBezTo>
                <a:cubicBezTo>
                  <a:pt x="589655" y="774690"/>
                  <a:pt x="726300" y="800881"/>
                  <a:pt x="652463" y="786112"/>
                </a:cubicBezTo>
                <a:cubicBezTo>
                  <a:pt x="646113" y="782937"/>
                  <a:pt x="640213" y="778627"/>
                  <a:pt x="633413" y="776587"/>
                </a:cubicBezTo>
                <a:cubicBezTo>
                  <a:pt x="624164" y="773812"/>
                  <a:pt x="613804" y="775411"/>
                  <a:pt x="604838" y="771825"/>
                </a:cubicBezTo>
                <a:cubicBezTo>
                  <a:pt x="597468" y="768877"/>
                  <a:pt x="592644" y="761537"/>
                  <a:pt x="585788" y="757537"/>
                </a:cubicBezTo>
                <a:cubicBezTo>
                  <a:pt x="551408" y="737482"/>
                  <a:pt x="542925" y="736899"/>
                  <a:pt x="504825" y="724200"/>
                </a:cubicBezTo>
                <a:cubicBezTo>
                  <a:pt x="488950" y="713087"/>
                  <a:pt x="474366" y="699854"/>
                  <a:pt x="457200" y="690862"/>
                </a:cubicBezTo>
                <a:cubicBezTo>
                  <a:pt x="353134" y="636350"/>
                  <a:pt x="448258" y="702444"/>
                  <a:pt x="371475" y="652762"/>
                </a:cubicBezTo>
                <a:cubicBezTo>
                  <a:pt x="298763" y="605714"/>
                  <a:pt x="350655" y="632495"/>
                  <a:pt x="280988" y="595612"/>
                </a:cubicBezTo>
                <a:cubicBezTo>
                  <a:pt x="261081" y="585073"/>
                  <a:pt x="228498" y="570775"/>
                  <a:pt x="209550" y="557512"/>
                </a:cubicBezTo>
                <a:cubicBezTo>
                  <a:pt x="204032" y="553650"/>
                  <a:pt x="200579" y="547360"/>
                  <a:pt x="195263" y="543225"/>
                </a:cubicBezTo>
                <a:cubicBezTo>
                  <a:pt x="174574" y="527133"/>
                  <a:pt x="168373" y="525018"/>
                  <a:pt x="147638" y="514650"/>
                </a:cubicBezTo>
                <a:cubicBezTo>
                  <a:pt x="124482" y="479915"/>
                  <a:pt x="156655" y="526152"/>
                  <a:pt x="109538" y="471787"/>
                </a:cubicBezTo>
                <a:cubicBezTo>
                  <a:pt x="97438" y="457826"/>
                  <a:pt x="78412" y="433417"/>
                  <a:pt x="66675" y="414637"/>
                </a:cubicBezTo>
                <a:cubicBezTo>
                  <a:pt x="61769" y="406788"/>
                  <a:pt x="57150" y="398762"/>
                  <a:pt x="52388" y="390825"/>
                </a:cubicBezTo>
                <a:cubicBezTo>
                  <a:pt x="49213" y="379712"/>
                  <a:pt x="46813" y="368349"/>
                  <a:pt x="42863" y="357487"/>
                </a:cubicBezTo>
                <a:cubicBezTo>
                  <a:pt x="38029" y="344193"/>
                  <a:pt x="31431" y="335576"/>
                  <a:pt x="23813" y="324150"/>
                </a:cubicBezTo>
                <a:cubicBezTo>
                  <a:pt x="20638" y="313037"/>
                  <a:pt x="18238" y="301674"/>
                  <a:pt x="14288" y="290812"/>
                </a:cubicBezTo>
                <a:cubicBezTo>
                  <a:pt x="-3240" y="242609"/>
                  <a:pt x="11153" y="303708"/>
                  <a:pt x="0" y="247950"/>
                </a:cubicBezTo>
                <a:cubicBezTo>
                  <a:pt x="4763" y="220962"/>
                  <a:pt x="5622" y="192985"/>
                  <a:pt x="14288" y="166987"/>
                </a:cubicBezTo>
                <a:cubicBezTo>
                  <a:pt x="15875" y="162225"/>
                  <a:pt x="24797" y="165531"/>
                  <a:pt x="28575" y="162225"/>
                </a:cubicBezTo>
                <a:cubicBezTo>
                  <a:pt x="38461" y="153575"/>
                  <a:pt x="75793" y="102443"/>
                  <a:pt x="80963" y="95550"/>
                </a:cubicBezTo>
                <a:cubicBezTo>
                  <a:pt x="82550" y="90787"/>
                  <a:pt x="82756" y="85310"/>
                  <a:pt x="85725" y="81262"/>
                </a:cubicBezTo>
                <a:cubicBezTo>
                  <a:pt x="100389" y="61265"/>
                  <a:pt x="133350" y="24112"/>
                  <a:pt x="133350" y="24112"/>
                </a:cubicBezTo>
                <a:cubicBezTo>
                  <a:pt x="135442" y="17836"/>
                  <a:pt x="139045" y="-2716"/>
                  <a:pt x="152400" y="300"/>
                </a:cubicBezTo>
                <a:cubicBezTo>
                  <a:pt x="197943" y="10584"/>
                  <a:pt x="242836" y="24770"/>
                  <a:pt x="285750" y="43162"/>
                </a:cubicBezTo>
                <a:cubicBezTo>
                  <a:pt x="296863" y="47925"/>
                  <a:pt x="307193" y="55287"/>
                  <a:pt x="319088" y="57450"/>
                </a:cubicBezTo>
                <a:cubicBezTo>
                  <a:pt x="359967" y="64882"/>
                  <a:pt x="401706" y="66420"/>
                  <a:pt x="442913" y="71737"/>
                </a:cubicBezTo>
                <a:cubicBezTo>
                  <a:pt x="450941" y="72773"/>
                  <a:pt x="458761" y="75052"/>
                  <a:pt x="466725" y="76500"/>
                </a:cubicBezTo>
                <a:cubicBezTo>
                  <a:pt x="476226" y="78227"/>
                  <a:pt x="485775" y="79675"/>
                  <a:pt x="495300" y="81262"/>
                </a:cubicBezTo>
                <a:cubicBezTo>
                  <a:pt x="503238" y="86025"/>
                  <a:pt x="510833" y="91410"/>
                  <a:pt x="519113" y="95550"/>
                </a:cubicBezTo>
                <a:cubicBezTo>
                  <a:pt x="529926" y="100957"/>
                  <a:pt x="542123" y="103551"/>
                  <a:pt x="552450" y="109837"/>
                </a:cubicBezTo>
                <a:cubicBezTo>
                  <a:pt x="578780" y="125864"/>
                  <a:pt x="628650" y="162225"/>
                  <a:pt x="628650" y="162225"/>
                </a:cubicBezTo>
                <a:lnTo>
                  <a:pt x="619125" y="176512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CD3067D-0A9B-6F10-BA2A-DD0589870983}"/>
              </a:ext>
            </a:extLst>
          </p:cNvPr>
          <p:cNvSpPr/>
          <p:nvPr/>
        </p:nvSpPr>
        <p:spPr>
          <a:xfrm>
            <a:off x="8015249" y="2860159"/>
            <a:ext cx="1638302" cy="1238250"/>
          </a:xfrm>
          <a:custGeom>
            <a:avLst/>
            <a:gdLst>
              <a:gd name="csX0" fmla="*/ 0 w 1638302"/>
              <a:gd name="csY0" fmla="*/ 0 h 1238250"/>
              <a:gd name="csX1" fmla="*/ 185737 w 1638302"/>
              <a:gd name="csY1" fmla="*/ 14288 h 1238250"/>
              <a:gd name="csX2" fmla="*/ 238125 w 1638302"/>
              <a:gd name="csY2" fmla="*/ 42863 h 1238250"/>
              <a:gd name="csX3" fmla="*/ 276225 w 1638302"/>
              <a:gd name="csY3" fmla="*/ 57150 h 1238250"/>
              <a:gd name="csX4" fmla="*/ 295275 w 1638302"/>
              <a:gd name="csY4" fmla="*/ 66675 h 1238250"/>
              <a:gd name="csX5" fmla="*/ 381000 w 1638302"/>
              <a:gd name="csY5" fmla="*/ 95250 h 1238250"/>
              <a:gd name="csX6" fmla="*/ 461962 w 1638302"/>
              <a:gd name="csY6" fmla="*/ 100013 h 1238250"/>
              <a:gd name="csX7" fmla="*/ 647700 w 1638302"/>
              <a:gd name="csY7" fmla="*/ 114300 h 1238250"/>
              <a:gd name="csX8" fmla="*/ 700087 w 1638302"/>
              <a:gd name="csY8" fmla="*/ 123825 h 1238250"/>
              <a:gd name="csX9" fmla="*/ 747712 w 1638302"/>
              <a:gd name="csY9" fmla="*/ 128588 h 1238250"/>
              <a:gd name="csX10" fmla="*/ 900112 w 1638302"/>
              <a:gd name="csY10" fmla="*/ 180975 h 1238250"/>
              <a:gd name="csX11" fmla="*/ 1114425 w 1638302"/>
              <a:gd name="csY11" fmla="*/ 319088 h 1238250"/>
              <a:gd name="csX12" fmla="*/ 1157287 w 1638302"/>
              <a:gd name="csY12" fmla="*/ 342900 h 1238250"/>
              <a:gd name="csX13" fmla="*/ 1238250 w 1638302"/>
              <a:gd name="csY13" fmla="*/ 428625 h 1238250"/>
              <a:gd name="csX14" fmla="*/ 1257300 w 1638302"/>
              <a:gd name="csY14" fmla="*/ 490538 h 1238250"/>
              <a:gd name="csX15" fmla="*/ 1262062 w 1638302"/>
              <a:gd name="csY15" fmla="*/ 509588 h 1238250"/>
              <a:gd name="csX16" fmla="*/ 1362075 w 1638302"/>
              <a:gd name="csY16" fmla="*/ 619125 h 1238250"/>
              <a:gd name="csX17" fmla="*/ 1433512 w 1638302"/>
              <a:gd name="csY17" fmla="*/ 714375 h 1238250"/>
              <a:gd name="csX18" fmla="*/ 1471612 w 1638302"/>
              <a:gd name="csY18" fmla="*/ 752475 h 1238250"/>
              <a:gd name="csX19" fmla="*/ 1519237 w 1638302"/>
              <a:gd name="csY19" fmla="*/ 804863 h 1238250"/>
              <a:gd name="csX20" fmla="*/ 1557337 w 1638302"/>
              <a:gd name="csY20" fmla="*/ 871538 h 1238250"/>
              <a:gd name="csX21" fmla="*/ 1585912 w 1638302"/>
              <a:gd name="csY21" fmla="*/ 923925 h 1238250"/>
              <a:gd name="csX22" fmla="*/ 1600200 w 1638302"/>
              <a:gd name="csY22" fmla="*/ 962025 h 1238250"/>
              <a:gd name="csX23" fmla="*/ 1619250 w 1638302"/>
              <a:gd name="csY23" fmla="*/ 1190625 h 1238250"/>
              <a:gd name="csX24" fmla="*/ 1638300 w 1638302"/>
              <a:gd name="csY24" fmla="*/ 1238250 h 123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38302" h="1238250">
                <a:moveTo>
                  <a:pt x="0" y="0"/>
                </a:moveTo>
                <a:cubicBezTo>
                  <a:pt x="61912" y="4763"/>
                  <a:pt x="124163" y="6257"/>
                  <a:pt x="185737" y="14288"/>
                </a:cubicBezTo>
                <a:cubicBezTo>
                  <a:pt x="223190" y="19173"/>
                  <a:pt x="211491" y="29546"/>
                  <a:pt x="238125" y="42863"/>
                </a:cubicBezTo>
                <a:cubicBezTo>
                  <a:pt x="250257" y="48929"/>
                  <a:pt x="263705" y="51933"/>
                  <a:pt x="276225" y="57150"/>
                </a:cubicBezTo>
                <a:cubicBezTo>
                  <a:pt x="282778" y="59881"/>
                  <a:pt x="288722" y="63944"/>
                  <a:pt x="295275" y="66675"/>
                </a:cubicBezTo>
                <a:cubicBezTo>
                  <a:pt x="312524" y="73862"/>
                  <a:pt x="364825" y="92854"/>
                  <a:pt x="381000" y="95250"/>
                </a:cubicBezTo>
                <a:cubicBezTo>
                  <a:pt x="407742" y="99212"/>
                  <a:pt x="434975" y="98425"/>
                  <a:pt x="461962" y="100013"/>
                </a:cubicBezTo>
                <a:cubicBezTo>
                  <a:pt x="651793" y="125324"/>
                  <a:pt x="381468" y="91481"/>
                  <a:pt x="647700" y="114300"/>
                </a:cubicBezTo>
                <a:cubicBezTo>
                  <a:pt x="665384" y="115816"/>
                  <a:pt x="682517" y="121315"/>
                  <a:pt x="700087" y="123825"/>
                </a:cubicBezTo>
                <a:cubicBezTo>
                  <a:pt x="715881" y="126081"/>
                  <a:pt x="731837" y="127000"/>
                  <a:pt x="747712" y="128588"/>
                </a:cubicBezTo>
                <a:cubicBezTo>
                  <a:pt x="809322" y="142805"/>
                  <a:pt x="839848" y="146135"/>
                  <a:pt x="900112" y="180975"/>
                </a:cubicBezTo>
                <a:cubicBezTo>
                  <a:pt x="973688" y="223511"/>
                  <a:pt x="1040133" y="277815"/>
                  <a:pt x="1114425" y="319088"/>
                </a:cubicBezTo>
                <a:cubicBezTo>
                  <a:pt x="1128712" y="327025"/>
                  <a:pt x="1144524" y="332690"/>
                  <a:pt x="1157287" y="342900"/>
                </a:cubicBezTo>
                <a:cubicBezTo>
                  <a:pt x="1185802" y="365712"/>
                  <a:pt x="1213884" y="400199"/>
                  <a:pt x="1238250" y="428625"/>
                </a:cubicBezTo>
                <a:cubicBezTo>
                  <a:pt x="1249034" y="471765"/>
                  <a:pt x="1235490" y="419656"/>
                  <a:pt x="1257300" y="490538"/>
                </a:cubicBezTo>
                <a:cubicBezTo>
                  <a:pt x="1259225" y="496794"/>
                  <a:pt x="1257927" y="504514"/>
                  <a:pt x="1262062" y="509588"/>
                </a:cubicBezTo>
                <a:cubicBezTo>
                  <a:pt x="1293293" y="547917"/>
                  <a:pt x="1332410" y="579571"/>
                  <a:pt x="1362075" y="619125"/>
                </a:cubicBezTo>
                <a:cubicBezTo>
                  <a:pt x="1385887" y="650875"/>
                  <a:pt x="1405449" y="686312"/>
                  <a:pt x="1433512" y="714375"/>
                </a:cubicBezTo>
                <a:cubicBezTo>
                  <a:pt x="1446212" y="727075"/>
                  <a:pt x="1459923" y="738838"/>
                  <a:pt x="1471612" y="752475"/>
                </a:cubicBezTo>
                <a:cubicBezTo>
                  <a:pt x="1523469" y="812974"/>
                  <a:pt x="1453784" y="750318"/>
                  <a:pt x="1519237" y="804863"/>
                </a:cubicBezTo>
                <a:cubicBezTo>
                  <a:pt x="1531937" y="827088"/>
                  <a:pt x="1544511" y="849385"/>
                  <a:pt x="1557337" y="871538"/>
                </a:cubicBezTo>
                <a:cubicBezTo>
                  <a:pt x="1570276" y="893887"/>
                  <a:pt x="1575341" y="899259"/>
                  <a:pt x="1585912" y="923925"/>
                </a:cubicBezTo>
                <a:cubicBezTo>
                  <a:pt x="1591255" y="936392"/>
                  <a:pt x="1595437" y="949325"/>
                  <a:pt x="1600200" y="962025"/>
                </a:cubicBezTo>
                <a:cubicBezTo>
                  <a:pt x="1603658" y="1010447"/>
                  <a:pt x="1615561" y="1182324"/>
                  <a:pt x="1619250" y="1190625"/>
                </a:cubicBezTo>
                <a:cubicBezTo>
                  <a:pt x="1638945" y="1234939"/>
                  <a:pt x="1638300" y="1217853"/>
                  <a:pt x="1638300" y="1238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7FD8B6C-CE5A-CF63-E181-CAD4E349E0C8}"/>
              </a:ext>
            </a:extLst>
          </p:cNvPr>
          <p:cNvSpPr/>
          <p:nvPr/>
        </p:nvSpPr>
        <p:spPr>
          <a:xfrm>
            <a:off x="7710449" y="3307834"/>
            <a:ext cx="1155680" cy="824634"/>
          </a:xfrm>
          <a:custGeom>
            <a:avLst/>
            <a:gdLst>
              <a:gd name="csX0" fmla="*/ 0 w 1155680"/>
              <a:gd name="csY0" fmla="*/ 0 h 824634"/>
              <a:gd name="csX1" fmla="*/ 57150 w 1155680"/>
              <a:gd name="csY1" fmla="*/ 176213 h 824634"/>
              <a:gd name="csX2" fmla="*/ 90487 w 1155680"/>
              <a:gd name="csY2" fmla="*/ 242888 h 824634"/>
              <a:gd name="csX3" fmla="*/ 109537 w 1155680"/>
              <a:gd name="csY3" fmla="*/ 266700 h 824634"/>
              <a:gd name="csX4" fmla="*/ 123825 w 1155680"/>
              <a:gd name="csY4" fmla="*/ 300038 h 824634"/>
              <a:gd name="csX5" fmla="*/ 142875 w 1155680"/>
              <a:gd name="csY5" fmla="*/ 314325 h 824634"/>
              <a:gd name="csX6" fmla="*/ 204787 w 1155680"/>
              <a:gd name="csY6" fmla="*/ 357188 h 824634"/>
              <a:gd name="csX7" fmla="*/ 276225 w 1155680"/>
              <a:gd name="csY7" fmla="*/ 404813 h 824634"/>
              <a:gd name="csX8" fmla="*/ 319087 w 1155680"/>
              <a:gd name="csY8" fmla="*/ 442913 h 824634"/>
              <a:gd name="csX9" fmla="*/ 352425 w 1155680"/>
              <a:gd name="csY9" fmla="*/ 476250 h 824634"/>
              <a:gd name="csX10" fmla="*/ 385762 w 1155680"/>
              <a:gd name="csY10" fmla="*/ 495300 h 824634"/>
              <a:gd name="csX11" fmla="*/ 404812 w 1155680"/>
              <a:gd name="csY11" fmla="*/ 514350 h 824634"/>
              <a:gd name="csX12" fmla="*/ 442912 w 1155680"/>
              <a:gd name="csY12" fmla="*/ 533400 h 824634"/>
              <a:gd name="csX13" fmla="*/ 533400 w 1155680"/>
              <a:gd name="csY13" fmla="*/ 581025 h 824634"/>
              <a:gd name="csX14" fmla="*/ 609600 w 1155680"/>
              <a:gd name="csY14" fmla="*/ 600075 h 824634"/>
              <a:gd name="csX15" fmla="*/ 819150 w 1155680"/>
              <a:gd name="csY15" fmla="*/ 595313 h 824634"/>
              <a:gd name="csX16" fmla="*/ 895350 w 1155680"/>
              <a:gd name="csY16" fmla="*/ 619125 h 824634"/>
              <a:gd name="csX17" fmla="*/ 928687 w 1155680"/>
              <a:gd name="csY17" fmla="*/ 633413 h 824634"/>
              <a:gd name="csX18" fmla="*/ 957262 w 1155680"/>
              <a:gd name="csY18" fmla="*/ 638175 h 824634"/>
              <a:gd name="csX19" fmla="*/ 1009650 w 1155680"/>
              <a:gd name="csY19" fmla="*/ 676275 h 824634"/>
              <a:gd name="csX20" fmla="*/ 1028700 w 1155680"/>
              <a:gd name="csY20" fmla="*/ 690563 h 824634"/>
              <a:gd name="csX21" fmla="*/ 1081087 w 1155680"/>
              <a:gd name="csY21" fmla="*/ 733425 h 824634"/>
              <a:gd name="csX22" fmla="*/ 1090612 w 1155680"/>
              <a:gd name="csY22" fmla="*/ 747713 h 824634"/>
              <a:gd name="csX23" fmla="*/ 1100137 w 1155680"/>
              <a:gd name="csY23" fmla="*/ 766763 h 824634"/>
              <a:gd name="csX24" fmla="*/ 1123950 w 1155680"/>
              <a:gd name="csY24" fmla="*/ 790575 h 824634"/>
              <a:gd name="csX25" fmla="*/ 1152525 w 1155680"/>
              <a:gd name="csY25" fmla="*/ 823913 h 824634"/>
              <a:gd name="csX26" fmla="*/ 1152525 w 1155680"/>
              <a:gd name="csY26" fmla="*/ 800100 h 824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155680" h="824634">
                <a:moveTo>
                  <a:pt x="0" y="0"/>
                </a:moveTo>
                <a:cubicBezTo>
                  <a:pt x="15404" y="57764"/>
                  <a:pt x="30565" y="123042"/>
                  <a:pt x="57150" y="176213"/>
                </a:cubicBezTo>
                <a:cubicBezTo>
                  <a:pt x="68262" y="198438"/>
                  <a:pt x="74964" y="223485"/>
                  <a:pt x="90487" y="242888"/>
                </a:cubicBezTo>
                <a:cubicBezTo>
                  <a:pt x="96837" y="250825"/>
                  <a:pt x="104415" y="257920"/>
                  <a:pt x="109537" y="266700"/>
                </a:cubicBezTo>
                <a:cubicBezTo>
                  <a:pt x="115629" y="277143"/>
                  <a:pt x="116892" y="290133"/>
                  <a:pt x="123825" y="300038"/>
                </a:cubicBezTo>
                <a:cubicBezTo>
                  <a:pt x="128377" y="306541"/>
                  <a:pt x="136390" y="309748"/>
                  <a:pt x="142875" y="314325"/>
                </a:cubicBezTo>
                <a:cubicBezTo>
                  <a:pt x="163381" y="328800"/>
                  <a:pt x="184071" y="343014"/>
                  <a:pt x="204787" y="357188"/>
                </a:cubicBezTo>
                <a:cubicBezTo>
                  <a:pt x="213165" y="362920"/>
                  <a:pt x="275564" y="404152"/>
                  <a:pt x="276225" y="404813"/>
                </a:cubicBezTo>
                <a:cubicBezTo>
                  <a:pt x="374996" y="503584"/>
                  <a:pt x="242020" y="372853"/>
                  <a:pt x="319087" y="442913"/>
                </a:cubicBezTo>
                <a:cubicBezTo>
                  <a:pt x="330716" y="453484"/>
                  <a:pt x="340068" y="466541"/>
                  <a:pt x="352425" y="476250"/>
                </a:cubicBezTo>
                <a:cubicBezTo>
                  <a:pt x="362489" y="484157"/>
                  <a:pt x="375411" y="487772"/>
                  <a:pt x="385762" y="495300"/>
                </a:cubicBezTo>
                <a:cubicBezTo>
                  <a:pt x="393025" y="500582"/>
                  <a:pt x="397340" y="509369"/>
                  <a:pt x="404812" y="514350"/>
                </a:cubicBezTo>
                <a:cubicBezTo>
                  <a:pt x="416626" y="522226"/>
                  <a:pt x="430796" y="525996"/>
                  <a:pt x="442912" y="533400"/>
                </a:cubicBezTo>
                <a:cubicBezTo>
                  <a:pt x="506282" y="572127"/>
                  <a:pt x="469505" y="563135"/>
                  <a:pt x="533400" y="581025"/>
                </a:cubicBezTo>
                <a:cubicBezTo>
                  <a:pt x="558612" y="588084"/>
                  <a:pt x="609600" y="600075"/>
                  <a:pt x="609600" y="600075"/>
                </a:cubicBezTo>
                <a:cubicBezTo>
                  <a:pt x="732849" y="585854"/>
                  <a:pt x="712292" y="578873"/>
                  <a:pt x="819150" y="595313"/>
                </a:cubicBezTo>
                <a:cubicBezTo>
                  <a:pt x="845447" y="599359"/>
                  <a:pt x="870856" y="609327"/>
                  <a:pt x="895350" y="619125"/>
                </a:cubicBezTo>
                <a:cubicBezTo>
                  <a:pt x="906575" y="623615"/>
                  <a:pt x="917132" y="629857"/>
                  <a:pt x="928687" y="633413"/>
                </a:cubicBezTo>
                <a:cubicBezTo>
                  <a:pt x="937916" y="636253"/>
                  <a:pt x="947737" y="636588"/>
                  <a:pt x="957262" y="638175"/>
                </a:cubicBezTo>
                <a:lnTo>
                  <a:pt x="1009650" y="676275"/>
                </a:lnTo>
                <a:cubicBezTo>
                  <a:pt x="1016051" y="680969"/>
                  <a:pt x="1022673" y="685397"/>
                  <a:pt x="1028700" y="690563"/>
                </a:cubicBezTo>
                <a:cubicBezTo>
                  <a:pt x="1068063" y="724304"/>
                  <a:pt x="1050328" y="710357"/>
                  <a:pt x="1081087" y="733425"/>
                </a:cubicBezTo>
                <a:cubicBezTo>
                  <a:pt x="1084262" y="738188"/>
                  <a:pt x="1087772" y="742743"/>
                  <a:pt x="1090612" y="747713"/>
                </a:cubicBezTo>
                <a:cubicBezTo>
                  <a:pt x="1094134" y="753877"/>
                  <a:pt x="1095778" y="761159"/>
                  <a:pt x="1100137" y="766763"/>
                </a:cubicBezTo>
                <a:cubicBezTo>
                  <a:pt x="1107029" y="775624"/>
                  <a:pt x="1116012" y="782638"/>
                  <a:pt x="1123950" y="790575"/>
                </a:cubicBezTo>
                <a:cubicBezTo>
                  <a:pt x="1125965" y="794606"/>
                  <a:pt x="1140160" y="830095"/>
                  <a:pt x="1152525" y="823913"/>
                </a:cubicBezTo>
                <a:cubicBezTo>
                  <a:pt x="1159625" y="820363"/>
                  <a:pt x="1152525" y="808038"/>
                  <a:pt x="1152525" y="8001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4C531B06-0E42-2150-B327-4F057CE205CD}"/>
              </a:ext>
            </a:extLst>
          </p:cNvPr>
          <p:cNvSpPr/>
          <p:nvPr/>
        </p:nvSpPr>
        <p:spPr>
          <a:xfrm>
            <a:off x="7900949" y="2655372"/>
            <a:ext cx="1885950" cy="1485980"/>
          </a:xfrm>
          <a:custGeom>
            <a:avLst/>
            <a:gdLst>
              <a:gd name="csX0" fmla="*/ 0 w 1885950"/>
              <a:gd name="csY0" fmla="*/ 57150 h 1485980"/>
              <a:gd name="csX1" fmla="*/ 114300 w 1885950"/>
              <a:gd name="csY1" fmla="*/ 28575 h 1485980"/>
              <a:gd name="csX2" fmla="*/ 214312 w 1885950"/>
              <a:gd name="csY2" fmla="*/ 4762 h 1485980"/>
              <a:gd name="csX3" fmla="*/ 280987 w 1885950"/>
              <a:gd name="csY3" fmla="*/ 0 h 1485980"/>
              <a:gd name="csX4" fmla="*/ 442912 w 1885950"/>
              <a:gd name="csY4" fmla="*/ 4762 h 1485980"/>
              <a:gd name="csX5" fmla="*/ 514350 w 1885950"/>
              <a:gd name="csY5" fmla="*/ 47625 h 1485980"/>
              <a:gd name="csX6" fmla="*/ 547687 w 1885950"/>
              <a:gd name="csY6" fmla="*/ 66675 h 1485980"/>
              <a:gd name="csX7" fmla="*/ 638175 w 1885950"/>
              <a:gd name="csY7" fmla="*/ 123825 h 1485980"/>
              <a:gd name="csX8" fmla="*/ 728662 w 1885950"/>
              <a:gd name="csY8" fmla="*/ 157162 h 1485980"/>
              <a:gd name="csX9" fmla="*/ 766762 w 1885950"/>
              <a:gd name="csY9" fmla="*/ 161925 h 1485980"/>
              <a:gd name="csX10" fmla="*/ 862012 w 1885950"/>
              <a:gd name="csY10" fmla="*/ 180975 h 1485980"/>
              <a:gd name="csX11" fmla="*/ 995362 w 1885950"/>
              <a:gd name="csY11" fmla="*/ 195262 h 1485980"/>
              <a:gd name="csX12" fmla="*/ 1028700 w 1885950"/>
              <a:gd name="csY12" fmla="*/ 209550 h 1485980"/>
              <a:gd name="csX13" fmla="*/ 1071562 w 1885950"/>
              <a:gd name="csY13" fmla="*/ 223837 h 1485980"/>
              <a:gd name="csX14" fmla="*/ 1138237 w 1885950"/>
              <a:gd name="csY14" fmla="*/ 276225 h 1485980"/>
              <a:gd name="csX15" fmla="*/ 1181100 w 1885950"/>
              <a:gd name="csY15" fmla="*/ 328612 h 1485980"/>
              <a:gd name="csX16" fmla="*/ 1252537 w 1885950"/>
              <a:gd name="csY16" fmla="*/ 395287 h 1485980"/>
              <a:gd name="csX17" fmla="*/ 1271587 w 1885950"/>
              <a:gd name="csY17" fmla="*/ 423862 h 1485980"/>
              <a:gd name="csX18" fmla="*/ 1314450 w 1885950"/>
              <a:gd name="csY18" fmla="*/ 466725 h 1485980"/>
              <a:gd name="csX19" fmla="*/ 1343025 w 1885950"/>
              <a:gd name="csY19" fmla="*/ 495300 h 1485980"/>
              <a:gd name="csX20" fmla="*/ 1390650 w 1885950"/>
              <a:gd name="csY20" fmla="*/ 566737 h 1485980"/>
              <a:gd name="csX21" fmla="*/ 1409700 w 1885950"/>
              <a:gd name="csY21" fmla="*/ 600075 h 1485980"/>
              <a:gd name="csX22" fmla="*/ 1447800 w 1885950"/>
              <a:gd name="csY22" fmla="*/ 652462 h 1485980"/>
              <a:gd name="csX23" fmla="*/ 1504950 w 1885950"/>
              <a:gd name="csY23" fmla="*/ 742950 h 1485980"/>
              <a:gd name="csX24" fmla="*/ 1538287 w 1885950"/>
              <a:gd name="csY24" fmla="*/ 800100 h 1485980"/>
              <a:gd name="csX25" fmla="*/ 1566862 w 1885950"/>
              <a:gd name="csY25" fmla="*/ 838200 h 1485980"/>
              <a:gd name="csX26" fmla="*/ 1600200 w 1885950"/>
              <a:gd name="csY26" fmla="*/ 904875 h 1485980"/>
              <a:gd name="csX27" fmla="*/ 1633537 w 1885950"/>
              <a:gd name="csY27" fmla="*/ 938212 h 1485980"/>
              <a:gd name="csX28" fmla="*/ 1652587 w 1885950"/>
              <a:gd name="csY28" fmla="*/ 957262 h 1485980"/>
              <a:gd name="csX29" fmla="*/ 1690687 w 1885950"/>
              <a:gd name="csY29" fmla="*/ 1023937 h 1485980"/>
              <a:gd name="csX30" fmla="*/ 1719262 w 1885950"/>
              <a:gd name="csY30" fmla="*/ 1062037 h 1485980"/>
              <a:gd name="csX31" fmla="*/ 1738312 w 1885950"/>
              <a:gd name="csY31" fmla="*/ 1100137 h 1485980"/>
              <a:gd name="csX32" fmla="*/ 1743075 w 1885950"/>
              <a:gd name="csY32" fmla="*/ 1119187 h 1485980"/>
              <a:gd name="csX33" fmla="*/ 1771650 w 1885950"/>
              <a:gd name="csY33" fmla="*/ 1143000 h 1485980"/>
              <a:gd name="csX34" fmla="*/ 1790700 w 1885950"/>
              <a:gd name="csY34" fmla="*/ 1200150 h 1485980"/>
              <a:gd name="csX35" fmla="*/ 1828800 w 1885950"/>
              <a:gd name="csY35" fmla="*/ 1290637 h 1485980"/>
              <a:gd name="csX36" fmla="*/ 1847850 w 1885950"/>
              <a:gd name="csY36" fmla="*/ 1428750 h 1485980"/>
              <a:gd name="csX37" fmla="*/ 1862137 w 1885950"/>
              <a:gd name="csY37" fmla="*/ 1438275 h 1485980"/>
              <a:gd name="csX38" fmla="*/ 1866900 w 1885950"/>
              <a:gd name="csY38" fmla="*/ 1481137 h 1485980"/>
              <a:gd name="csX39" fmla="*/ 1885950 w 1885950"/>
              <a:gd name="csY39" fmla="*/ 1485900 h 1485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885950" h="1485980">
                <a:moveTo>
                  <a:pt x="0" y="57150"/>
                </a:moveTo>
                <a:cubicBezTo>
                  <a:pt x="97405" y="35504"/>
                  <a:pt x="-22612" y="62803"/>
                  <a:pt x="114300" y="28575"/>
                </a:cubicBezTo>
                <a:cubicBezTo>
                  <a:pt x="147546" y="20263"/>
                  <a:pt x="180535" y="10552"/>
                  <a:pt x="214312" y="4762"/>
                </a:cubicBezTo>
                <a:cubicBezTo>
                  <a:pt x="236273" y="997"/>
                  <a:pt x="258762" y="1587"/>
                  <a:pt x="280987" y="0"/>
                </a:cubicBezTo>
                <a:lnTo>
                  <a:pt x="442912" y="4762"/>
                </a:lnTo>
                <a:cubicBezTo>
                  <a:pt x="456048" y="6595"/>
                  <a:pt x="500005" y="38797"/>
                  <a:pt x="514350" y="47625"/>
                </a:cubicBezTo>
                <a:cubicBezTo>
                  <a:pt x="525250" y="54333"/>
                  <a:pt x="536787" y="59967"/>
                  <a:pt x="547687" y="66675"/>
                </a:cubicBezTo>
                <a:cubicBezTo>
                  <a:pt x="578070" y="85372"/>
                  <a:pt x="605052" y="110576"/>
                  <a:pt x="638175" y="123825"/>
                </a:cubicBezTo>
                <a:cubicBezTo>
                  <a:pt x="659860" y="132499"/>
                  <a:pt x="704745" y="151534"/>
                  <a:pt x="728662" y="157162"/>
                </a:cubicBezTo>
                <a:cubicBezTo>
                  <a:pt x="741121" y="160093"/>
                  <a:pt x="754062" y="160337"/>
                  <a:pt x="766762" y="161925"/>
                </a:cubicBezTo>
                <a:cubicBezTo>
                  <a:pt x="826474" y="184316"/>
                  <a:pt x="786112" y="173123"/>
                  <a:pt x="862012" y="180975"/>
                </a:cubicBezTo>
                <a:cubicBezTo>
                  <a:pt x="1071650" y="202662"/>
                  <a:pt x="844120" y="181514"/>
                  <a:pt x="995362" y="195262"/>
                </a:cubicBezTo>
                <a:cubicBezTo>
                  <a:pt x="1006475" y="200025"/>
                  <a:pt x="1017380" y="205305"/>
                  <a:pt x="1028700" y="209550"/>
                </a:cubicBezTo>
                <a:cubicBezTo>
                  <a:pt x="1042801" y="214838"/>
                  <a:pt x="1057915" y="217468"/>
                  <a:pt x="1071562" y="223837"/>
                </a:cubicBezTo>
                <a:cubicBezTo>
                  <a:pt x="1089948" y="232417"/>
                  <a:pt x="1127241" y="264582"/>
                  <a:pt x="1138237" y="276225"/>
                </a:cubicBezTo>
                <a:cubicBezTo>
                  <a:pt x="1153729" y="292628"/>
                  <a:pt x="1165475" y="312336"/>
                  <a:pt x="1181100" y="328612"/>
                </a:cubicBezTo>
                <a:cubicBezTo>
                  <a:pt x="1203658" y="352109"/>
                  <a:pt x="1230103" y="371672"/>
                  <a:pt x="1252537" y="395287"/>
                </a:cubicBezTo>
                <a:cubicBezTo>
                  <a:pt x="1260422" y="403587"/>
                  <a:pt x="1264090" y="415211"/>
                  <a:pt x="1271587" y="423862"/>
                </a:cubicBezTo>
                <a:cubicBezTo>
                  <a:pt x="1284820" y="439131"/>
                  <a:pt x="1300162" y="452437"/>
                  <a:pt x="1314450" y="466725"/>
                </a:cubicBezTo>
                <a:cubicBezTo>
                  <a:pt x="1323975" y="476250"/>
                  <a:pt x="1337001" y="483252"/>
                  <a:pt x="1343025" y="495300"/>
                </a:cubicBezTo>
                <a:cubicBezTo>
                  <a:pt x="1382889" y="575027"/>
                  <a:pt x="1338127" y="493205"/>
                  <a:pt x="1390650" y="566737"/>
                </a:cubicBezTo>
                <a:cubicBezTo>
                  <a:pt x="1398089" y="577152"/>
                  <a:pt x="1402600" y="589426"/>
                  <a:pt x="1409700" y="600075"/>
                </a:cubicBezTo>
                <a:cubicBezTo>
                  <a:pt x="1421677" y="618041"/>
                  <a:pt x="1438144" y="633149"/>
                  <a:pt x="1447800" y="652462"/>
                </a:cubicBezTo>
                <a:cubicBezTo>
                  <a:pt x="1492915" y="742695"/>
                  <a:pt x="1409821" y="579869"/>
                  <a:pt x="1504950" y="742950"/>
                </a:cubicBezTo>
                <a:cubicBezTo>
                  <a:pt x="1516062" y="762000"/>
                  <a:pt x="1526268" y="781609"/>
                  <a:pt x="1538287" y="800100"/>
                </a:cubicBezTo>
                <a:cubicBezTo>
                  <a:pt x="1546939" y="813410"/>
                  <a:pt x="1558813" y="824517"/>
                  <a:pt x="1566862" y="838200"/>
                </a:cubicBezTo>
                <a:cubicBezTo>
                  <a:pt x="1579558" y="859784"/>
                  <a:pt x="1583855" y="885262"/>
                  <a:pt x="1600200" y="904875"/>
                </a:cubicBezTo>
                <a:cubicBezTo>
                  <a:pt x="1610261" y="916948"/>
                  <a:pt x="1622425" y="927100"/>
                  <a:pt x="1633537" y="938212"/>
                </a:cubicBezTo>
                <a:cubicBezTo>
                  <a:pt x="1639887" y="944562"/>
                  <a:pt x="1648132" y="949465"/>
                  <a:pt x="1652587" y="957262"/>
                </a:cubicBezTo>
                <a:cubicBezTo>
                  <a:pt x="1665287" y="979487"/>
                  <a:pt x="1675328" y="1003459"/>
                  <a:pt x="1690687" y="1023937"/>
                </a:cubicBezTo>
                <a:cubicBezTo>
                  <a:pt x="1700212" y="1036637"/>
                  <a:pt x="1710848" y="1048575"/>
                  <a:pt x="1719262" y="1062037"/>
                </a:cubicBezTo>
                <a:cubicBezTo>
                  <a:pt x="1726787" y="1074078"/>
                  <a:pt x="1732851" y="1087030"/>
                  <a:pt x="1738312" y="1100137"/>
                </a:cubicBezTo>
                <a:cubicBezTo>
                  <a:pt x="1740830" y="1106179"/>
                  <a:pt x="1739056" y="1114020"/>
                  <a:pt x="1743075" y="1119187"/>
                </a:cubicBezTo>
                <a:cubicBezTo>
                  <a:pt x="1750687" y="1128974"/>
                  <a:pt x="1762125" y="1135062"/>
                  <a:pt x="1771650" y="1143000"/>
                </a:cubicBezTo>
                <a:cubicBezTo>
                  <a:pt x="1778000" y="1162050"/>
                  <a:pt x="1783097" y="1181565"/>
                  <a:pt x="1790700" y="1200150"/>
                </a:cubicBezTo>
                <a:cubicBezTo>
                  <a:pt x="1845691" y="1334575"/>
                  <a:pt x="1788158" y="1168715"/>
                  <a:pt x="1828800" y="1290637"/>
                </a:cubicBezTo>
                <a:cubicBezTo>
                  <a:pt x="1831015" y="1334943"/>
                  <a:pt x="1825072" y="1386990"/>
                  <a:pt x="1847850" y="1428750"/>
                </a:cubicBezTo>
                <a:cubicBezTo>
                  <a:pt x="1850591" y="1433775"/>
                  <a:pt x="1857375" y="1435100"/>
                  <a:pt x="1862137" y="1438275"/>
                </a:cubicBezTo>
                <a:cubicBezTo>
                  <a:pt x="1863725" y="1452562"/>
                  <a:pt x="1860471" y="1468279"/>
                  <a:pt x="1866900" y="1481137"/>
                </a:cubicBezTo>
                <a:cubicBezTo>
                  <a:pt x="1869827" y="1486991"/>
                  <a:pt x="1885950" y="1485900"/>
                  <a:pt x="1885950" y="14859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6078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2410</TotalTime>
  <Words>3208</Words>
  <Application>Microsoft Office PowerPoint</Application>
  <PresentationFormat>와이드스크린</PresentationFormat>
  <Paragraphs>559</Paragraphs>
  <Slides>51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맑은 고딕</vt:lpstr>
      <vt:lpstr>Arial</vt:lpstr>
      <vt:lpstr>Wingdings</vt:lpstr>
      <vt:lpstr>기본_수정</vt:lpstr>
      <vt:lpstr>디자인 사용자 지정</vt:lpstr>
      <vt:lpstr>배트와 달트 기획서</vt:lpstr>
      <vt:lpstr>용어 정리</vt:lpstr>
      <vt:lpstr>목차</vt:lpstr>
      <vt:lpstr>게임 소개</vt:lpstr>
      <vt:lpstr>게임 개요</vt:lpstr>
      <vt:lpstr>도우미 AI 참고 프리뷰</vt:lpstr>
      <vt:lpstr>게임 정보</vt:lpstr>
      <vt:lpstr>기획 목표</vt:lpstr>
      <vt:lpstr>기획 목표</vt:lpstr>
      <vt:lpstr>게임 전체 플로우 </vt:lpstr>
      <vt:lpstr>게임 플로우 세부</vt:lpstr>
      <vt:lpstr>컨텐츠</vt:lpstr>
      <vt:lpstr>스토리</vt:lpstr>
      <vt:lpstr>플레이어블 캐릭터</vt:lpstr>
      <vt:lpstr>NPC_반응 생물</vt:lpstr>
      <vt:lpstr>NPC_주민</vt:lpstr>
      <vt:lpstr>맵</vt:lpstr>
      <vt:lpstr>맵 지형</vt:lpstr>
      <vt:lpstr>배달품</vt:lpstr>
      <vt:lpstr>상호작용_배달품_예시</vt:lpstr>
      <vt:lpstr>PowerPoint 프레젠테이션</vt:lpstr>
      <vt:lpstr>상호작용_생물</vt:lpstr>
      <vt:lpstr>시스템</vt:lpstr>
      <vt:lpstr>화물</vt:lpstr>
      <vt:lpstr>화물</vt:lpstr>
      <vt:lpstr>화물 종류 별 데이터 테이블</vt:lpstr>
      <vt:lpstr>생물</vt:lpstr>
      <vt:lpstr>UI_플로우</vt:lpstr>
      <vt:lpstr>UI_세부_플레이화면 참고</vt:lpstr>
      <vt:lpstr>UI_세부_플레이화면</vt:lpstr>
      <vt:lpstr>UI_세부_사격</vt:lpstr>
      <vt:lpstr>UI_세부_배달품 전달 대화</vt:lpstr>
      <vt:lpstr>UI_세부_경로 안내 참고</vt:lpstr>
      <vt:lpstr>UI_세부_경로 안내 UI</vt:lpstr>
      <vt:lpstr>컨트롤</vt:lpstr>
      <vt:lpstr>참고문헌 및 출처</vt:lpstr>
      <vt:lpstr>이미지 자료 출처</vt:lpstr>
      <vt:lpstr>히스토리</vt:lpstr>
      <vt:lpstr>부록</vt:lpstr>
      <vt:lpstr>PowerPoint 프레젠테이션</vt:lpstr>
      <vt:lpstr>이후 사용 가능</vt:lpstr>
      <vt:lpstr>UI_세부_시간예측분석UI_후보1</vt:lpstr>
      <vt:lpstr>UI_세부_시간예측분석UI_후보2</vt:lpstr>
      <vt:lpstr>UI_세부_시간예측분석UI_후보3</vt:lpstr>
      <vt:lpstr>프로토타입 플로우</vt:lpstr>
      <vt:lpstr>데이터 테이블_맵</vt:lpstr>
      <vt:lpstr>NPC_생물_벌 행동트리</vt:lpstr>
      <vt:lpstr>경로 예측</vt:lpstr>
      <vt:lpstr>도우미 AI 구현 계획</vt:lpstr>
      <vt:lpstr>데이터 테이블_NPC,플레이어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150</cp:revision>
  <dcterms:created xsi:type="dcterms:W3CDTF">2026-09-16T19:24:55Z</dcterms:created>
  <dcterms:modified xsi:type="dcterms:W3CDTF">2026-10-10T07:07:21Z</dcterms:modified>
</cp:coreProperties>
</file>