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0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269" r:id="rId26"/>
    <p:sldId id="274" r:id="rId27"/>
    <p:sldId id="289" r:id="rId28"/>
    <p:sldId id="294" r:id="rId29"/>
    <p:sldId id="291" r:id="rId30"/>
    <p:sldId id="288" r:id="rId31"/>
    <p:sldId id="290" r:id="rId32"/>
    <p:sldId id="276" r:id="rId33"/>
    <p:sldId id="263" r:id="rId34"/>
    <p:sldId id="270" r:id="rId35"/>
    <p:sldId id="316" r:id="rId36"/>
    <p:sldId id="285" r:id="rId37"/>
    <p:sldId id="295" r:id="rId38"/>
    <p:sldId id="287" r:id="rId39"/>
    <p:sldId id="275" r:id="rId40"/>
    <p:sldId id="282" r:id="rId41"/>
    <p:sldId id="283" r:id="rId42"/>
    <p:sldId id="311" r:id="rId43"/>
    <p:sldId id="307" r:id="rId44"/>
    <p:sldId id="310" r:id="rId45"/>
    <p:sldId id="306" r:id="rId46"/>
    <p:sldId id="303" r:id="rId47"/>
    <p:sldId id="312" r:id="rId48"/>
    <p:sldId id="313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5386747-3639-AA9F-0C0C-C7205DF2FB09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06C8E-317B-6C5C-5567-FD9A52F42FF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페이지 수정됨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2332</TotalTime>
  <Words>2901</Words>
  <Application>Microsoft Office PowerPoint</Application>
  <PresentationFormat>와이드스크린</PresentationFormat>
  <Paragraphs>503</Paragraphs>
  <Slides>47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138</cp:revision>
  <dcterms:created xsi:type="dcterms:W3CDTF">2026-09-16T19:24:55Z</dcterms:created>
  <dcterms:modified xsi:type="dcterms:W3CDTF">2026-10-09T03:41:50Z</dcterms:modified>
</cp:coreProperties>
</file>