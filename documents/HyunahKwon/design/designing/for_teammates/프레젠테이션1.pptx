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6" r:id="rId2"/>
  </p:sldMasterIdLst>
  <p:notesMasterIdLst>
    <p:notesMasterId r:id="rId8"/>
  </p:notesMasterIdLst>
  <p:sldIdLst>
    <p:sldId id="256" r:id="rId3"/>
    <p:sldId id="259" r:id="rId4"/>
    <p:sldId id="260" r:id="rId5"/>
    <p:sldId id="257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8DC04-DA99-44AC-A01F-2F95C0B6D09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1AA2E-5ACD-4C6B-85C2-D818F5D3A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426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94D01-0EC0-583E-AF02-DDCDEA8D0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A9843C-2E0B-D9E6-B5D7-6909186C5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646B0-B772-A89B-6DD6-32E64992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97EA-4337-429A-83B6-762BAE56A4E6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AF6E5-FE5A-F08E-367B-7F725EE7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BBE15-E2E0-4779-6B21-BFB77CB3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1102-25CD-4783-851D-9B742D2A6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12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94BD-73FA-417A-9BAE-BFA9C1A992F0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1102-25CD-4783-851D-9B742D2A6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31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C4AC8-AB3F-5038-2C5D-ECFD0DFE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4F8DD8-EBF7-C7CA-A7B3-4DE84D44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D840D-91BA-8969-733C-760C0CC2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E8C701-6832-9922-1B55-3528A9A78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F3C741-5C5C-4E0D-9516-F82616A88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E3BD39-8A43-2222-3ED7-DB6770AB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86D61-17D3-478C-A020-5FFF4E26004B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E65C6-0631-C506-DCD0-0A1E06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26683C-E239-4914-EF7F-7026E333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1102-25CD-4783-851D-9B742D2A6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289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CB2BC-D0E5-D763-5DAF-13D16567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81A45-90C6-16CA-2AF2-8E5ED7FC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040AB-764F-3822-9F18-4DF9939C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BF953-F401-6B6F-B1F2-05302E42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B726-7B3B-43A4-ADFC-94752EB098B7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149C9-6AFC-7EEA-5BCD-1477D94C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AE919-E01F-1035-FAA8-43BFDBE5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1102-25CD-4783-851D-9B742D2A6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61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AB656-48C0-0972-7E76-32CE1D6D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A4A784-0DEB-4142-8F8E-8EC7A5B2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B73C37-B926-C476-D4EA-AB10FA41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33CFE-BA4B-AFFC-8407-2909DE31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6B8-8A7D-473F-BB74-4ED3D2EF325E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D7999-E7B8-52AC-818C-67668266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6B130-BCE7-300C-3277-EE150134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1102-25CD-4783-851D-9B742D2A6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410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9296-21E3-A9FC-A4DB-7B03A6C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06C92-FCD2-1EE5-65CA-960BAD86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5C27E-9FD6-CB00-CDB5-49439619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BF53-0B21-4E7E-908D-3C5183444677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AF181-B144-901E-B753-06600F2E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3318B-EB45-18D5-4A5B-0DCED4D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8A04A8B-D800-31FA-0770-95221831A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8670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F307C-4412-EB5A-8D2D-EA89E00F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2B6C-4F9A-BA5C-6E3C-F6E047CA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6D48A-7F6B-8326-0930-0DE24BF81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B666-EF3E-7582-FF42-000C51D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6EA62-CFB4-480D-B5EB-54150AB5E5D0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6DC83-9D08-7CE4-6BCC-51434AC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CDA60-E2AC-817E-7561-D9E112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D8193305-12D2-4DF2-56CE-EB42263E5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9879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4CFDA-2672-2E64-250A-F85C4C1E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F9F220-64B1-A520-D359-97A2A45A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981-0BBB-479E-9504-206A1D14BE5B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39E46-EEFA-DE87-E99F-562046BD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F63DD-7AC8-650C-4263-EE4C217D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4CF38ABA-E54E-6711-1E63-96557E15BF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0767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B2A50D-47D3-E02F-D339-3BB790B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D3744-B54A-DCB5-B319-D1D7784B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EF6D5-B8B1-F18C-1A8C-E7CE5CC4D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AA8E3-026E-4AFA-9AF7-FAC57B3F3319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6C4B4-7272-9E1C-45ED-CBAA88D01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65CEA-97AE-D52F-4F97-A5C1CFD89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11102-25CD-4783-851D-9B742D2A6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20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650182-8DBB-2193-E636-2E6C9C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1628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94A67-557E-E664-B632-8621D959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30F72-E992-E233-953E-48FDE883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208F1-24D9-4A44-A328-EE15E74BA502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A9C8A-AB1D-DC51-B767-4B47C5CB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049B-DBEB-F397-5C41-CA1F52FC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B8842A-CF3B-4DC9-FF99-31C497E908FF}"/>
              </a:ext>
            </a:extLst>
          </p:cNvPr>
          <p:cNvCxnSpPr/>
          <p:nvPr/>
        </p:nvCxnSpPr>
        <p:spPr>
          <a:xfrm>
            <a:off x="0" y="662782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99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204F9-FFE7-F5EF-1AC1-CBB9517B85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77F056-61ED-E9D9-C9B6-259D2478B1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661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003FB048-7C9C-4176-A54B-F1595D18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A4F0501-D016-C510-05F0-74E93E60C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B62037-C4A1-B2D4-5115-61E3AFB02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8CBB1-3EC9-6145-ED74-2C7B48F4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94BD-73FA-417A-9BAE-BFA9C1A992F0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0618C5-7248-207D-3DF4-A82C7F775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1102-25CD-4783-851D-9B742D2A6F7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926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CEE8AAD-EFB9-82DC-1E9C-B26F20EF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A04BB37-4603-654B-F861-248D8565F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FDA94-C862-0C27-6329-E79B9F87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94BD-73FA-417A-9BAE-BFA9C1A992F0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5F254E-3371-18AA-27D8-4B1F19A4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1102-25CD-4783-851D-9B742D2A6F7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702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D542C5A-02E8-6A60-FE61-0076B8E15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E77619-2198-99C2-679E-BCA53315E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EA4806-C8FA-B0F5-D8F0-3BAF2D21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94BD-73FA-417A-9BAE-BFA9C1A992F0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F851BF-758C-1881-39F5-F41D8133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1102-25CD-4783-851D-9B742D2A6F7A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C490476-93B8-9319-2FEF-46F70BA0867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969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5085404-2055-F378-0619-3298856D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228BC4F-AD5E-A664-B971-3617E09BC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23DE31-BE72-5264-9D2B-E50CBED2D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94BD-73FA-417A-9BAE-BFA9C1A992F0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929751-5C91-B180-54EC-27A3BF9B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1102-25CD-4783-851D-9B742D2A6F7A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D36958C-89FF-D8D8-35E3-6A18BAC092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96567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_수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기본_수정" id="{CBA6B7FE-B6CA-4F39-BB51-F79B6C8A8A52}" vid="{D2CEE810-8952-4285-9131-7485780386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기본_수정</Template>
  <TotalTime>1</TotalTime>
  <Words>8</Words>
  <Application>Microsoft Office PowerPoint</Application>
  <PresentationFormat>와이드스크린</PresentationFormat>
  <Paragraphs>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기본_수정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1</cp:revision>
  <dcterms:created xsi:type="dcterms:W3CDTF">2026-10-27T13:29:34Z</dcterms:created>
  <dcterms:modified xsi:type="dcterms:W3CDTF">2026-10-27T13:30:51Z</dcterms:modified>
</cp:coreProperties>
</file>