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6" r:id="rId2"/>
    <p:sldMasterId id="2147483670" r:id="rId3"/>
  </p:sldMasterIdLst>
  <p:notesMasterIdLst>
    <p:notesMasterId r:id="rId31"/>
  </p:notesMasterIdLst>
  <p:sldIdLst>
    <p:sldId id="256" r:id="rId4"/>
    <p:sldId id="261" r:id="rId5"/>
    <p:sldId id="259" r:id="rId6"/>
    <p:sldId id="263" r:id="rId7"/>
    <p:sldId id="264" r:id="rId8"/>
    <p:sldId id="265" r:id="rId9"/>
    <p:sldId id="266" r:id="rId10"/>
    <p:sldId id="267" r:id="rId11"/>
    <p:sldId id="283" r:id="rId12"/>
    <p:sldId id="269" r:id="rId13"/>
    <p:sldId id="262" r:id="rId14"/>
    <p:sldId id="270" r:id="rId15"/>
    <p:sldId id="282" r:id="rId16"/>
    <p:sldId id="284" r:id="rId17"/>
    <p:sldId id="272" r:id="rId18"/>
    <p:sldId id="274" r:id="rId19"/>
    <p:sldId id="285" r:id="rId20"/>
    <p:sldId id="276" r:id="rId21"/>
    <p:sldId id="286" r:id="rId22"/>
    <p:sldId id="277" r:id="rId23"/>
    <p:sldId id="278" r:id="rId24"/>
    <p:sldId id="279" r:id="rId25"/>
    <p:sldId id="287" r:id="rId26"/>
    <p:sldId id="281" r:id="rId27"/>
    <p:sldId id="288" r:id="rId28"/>
    <p:sldId id="289" r:id="rId29"/>
    <p:sldId id="290" r:id="rId3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tableStyles" Target="tableStyles.xml"/><Relationship Id="rId8" Type="http://schemas.openxmlformats.org/officeDocument/2006/relationships/slide" Target="slides/slide5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7T02:27:07.906"/>
    </inkml:context>
    <inkml:brush xml:id="br0">
      <inkml:brushProperty name="width" value="0.1" units="cm"/>
      <inkml:brushProperty name="height" value="0.1" units="cm"/>
      <inkml:brushProperty name="color" value="#FF4E00"/>
      <inkml:brushProperty name="inkEffects" value="rainbow"/>
      <inkml:brushProperty name="anchorX" value="25667.23828"/>
      <inkml:brushProperty name="anchorY" value="5558.2876"/>
      <inkml:brushProperty name="scaleFactor" value="0.5"/>
    </inkml:brush>
  </inkml:definitions>
  <inkml:trace contextRef="#ctx0" brushRef="#br0">5981 908 24575,'0'0'0,"-4"0"0,-3 0 0,-4 3 0,-2 2 0,2 1 0,-2 0 0,0-1 0,-2-1 0,0-1 0,-1-2 0,0 0 0,-3 3 0,3 0 0,-2 0 0,1-1 0,0 1 0,-6 6 0,3-1 0,0-1 0,2-2 0,-2-2 0,-4-3 0,-2 0 0,1 0 0,1-1 0,3 0 0,1 0 0,2-1 0,0 1 0,2 0 0,-1 0 0,2 0 0,-2 0 0,1 0 0,0 0 0,1 0 0,-2 0 0,0 0 0,-1 0 0,-2 0 0,-5 0 0,-5 0 0,0 0 0,-4 0 0,-2 0 0,1 0 0,0 0 0,2 0 0,-1 0 0,0 0 0,-2 0 0,1 0 0,6-1 0,-1-1 0,0-4 0,-3-1 0,-2-2 0,1 2 0,-2 0 0,4 3 0,1 1 0,3 2 0,-2-5 0,-2 1 0,-3-1 0,3 2 0,-3 1 0,0 2 0,-1 0 0,-2 0 0,2 1 0,-1 0 0,1 1 0,-2-1 0,3 0 0,1 0 0,-2 0 0,0 0 0,-1-5 0,-1 0 0,-1-1 0,-1 2 0,-4 1 0,-6 0 0,-3 2 0,-7 1 0,3 0 0,5 0 0,7 0 0,4 0 0,6 1 0,2-4 0,0 1 0,4-1 0,0 1 0,-1 0 0,0 1 0,-2 0 0,-2 1 0,-2 0 0,5 0 0,-1 0 0,-1 0 0,-1-6 0,-2-1 0,-2 0 0,4 2 0,-2 1 0,1 1 0,1 2 0,-1 0 0,-1 1 0,-1 0 0,2 1 0,5-1 0,3 0 0,6-1 0,1 0 0,3 0 0,1 0 0,-1-6 0,-6 1 0,-5-2 0,-5 1 0,0 1 0,-2-1 0,2 2 0,-2 0 0,-1-3 0,5-1 0,2 0 0,2 1 0,4-2 0,2 1 0,-2 1 0,1 2 0,-2 1 0,-4-5 0,-3 2 0,-5-3 0,-2 3 0,-2-4 0,3 2 0,3 3 0,5 1 0,4 3 0,-1 0 0,2-2 0,1 1 0,-3 0 0,-4-2 0,-3 2 0,3-6 0,-3 2 0,0-2 0,1 2 0,-1 2 0,4 1 0,1-3 0,3 2 0,3-1 0,2 1 0,-3 2 0,1-4 0,-3 1 0,-1-2 0,0 1 0,-3 3 0,-4-5 0,2 2 0,-3-1 0,1 2 0,-1 1 0,4-4 0,1 2 0,6 2 0,2 1 0,3 2 0,1 1 0,-3 1 0,2-1 0,1-1 0,1 1 0,3-4 0,1-2 0,-1 0 0,0 2 0,-3-4 0,2 0 0,-4 1 0,3 3 0,-3-4 0,2 2 0,-2-2 0,2 3 0,-1-3 0,0 2 0,3-1 0,0 2 0,1-4 0,-2 2 0,3 0 0,1-3 0,-3 2 0,-6 1 0,1 3 0,-2 1 0,2 1 0,-1 2 0,4-4 0,0 0 0,1 0 0,-1-1 0,2-2 0,2 0 0,-2 2 0,3-1 0,-4 2 0,2-3 0,0 2 0,-1 1 0,2 0 0,2 0 0,3-2 0,-3 1 0,-1 2 0,-2 0 0,1-3 0,0 2 0,4-1 0,3 6 0,2 3 0,1 8 0,2 6 0,0 8 0,1 6 0,0-2 0,-1 0 0,1-4 0,-1-1 0,0-4 0,0 0 0,0-4 0,0 3 0,0-1 0,5 1 0,1 1 0,-1-3 0,-1 3 0,0-3 0,0 2 0,-1-7 0,-7-4 0,-3-5 0,-4-3 0,-1-6 0,0 0 0,2-3 0,-2 1 0,3-2 0,2 0 0,0 1 0,2-2 0,-3 0 0,1-3 0,1 0 0,2-2 0,-1 2 0,1-3 0,1 2 0,1-2 0,0 2 0,1-2 0,1 3 0,0-3 0,0 3 0,2-3 0,5 1 0,0 0 0,1 2 0,-2 2 0,5 3 0,-2 0 0,-1 1 0,4 1 0,1-4 0,3-2 0,-1 3 0,2 2 0,-1 3 0,2 2 0,-2 2 0,2 1 0,-2 1 0,1 2 0,2 0 0,-1 0 0,4-5 0,-2 0 0,-2 0 0,-1 0 0,-1 1 0,-1 0 0,1 1 0,-1 1 0,1 0 0,0 0 0,1 0 0,-1 0 0,1 0 0,-1 0 0,1 0 0,4 0 0,0 0 0,1 0 0,-5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7T02:27:01.152"/>
    </inkml:context>
    <inkml:brush xml:id="br0">
      <inkml:brushProperty name="width" value="0.1" units="cm"/>
      <inkml:brushProperty name="height" value="0.1" units="cm"/>
      <inkml:brushProperty name="color" value="#FF4E00"/>
      <inkml:brushProperty name="inkEffects" value="rainbow"/>
      <inkml:brushProperty name="anchorX" value="18504.44531"/>
      <inkml:brushProperty name="anchorY" value="3765.62695"/>
      <inkml:brushProperty name="scaleFactor" value="0.5"/>
    </inkml:brush>
  </inkml:definitions>
  <inkml:trace contextRef="#ctx0" brushRef="#br0">5873 1371 24575,'0'0'0,"-2"0"0,-6-3 0,-3-8 0,-5-5 0,1 0 0,-6 0 0,-3-2 0,2 1 0,-3-1 0,-1 1 0,-3-3 0,-4-3 0,-2 0 0,5-2 0,0 6 0,3 1 0,2 2 0,4 1 0,1 3 0,4 0 0,1 0 0,1 2 0,3-2 0,-4-1 0,-3-3 0,-6-1 0,0 3 0,3 0 0,-2 2 0,5 1 0,0-1 0,-1 0 0,4-4 0,1 3 0,-1 2 0,1 2 0,-1 3 0,3-3 0,-5-1 0,-1 1 0,-4-4 0,-2 0 0,2-2 0,-1-7 0,2 2 0,-4 1 0,0-1 0,3 2 0,-1 2 0,0-1 0,-1-2 0,-7-2 0,-6 0 0,-4-2 0,1 1 0,-1-1 0,3 2 0,1 5 0,-1-1 0,6 4 0,3 1 0,7-1 0,5 3 0,1 2 0,-3 3 0,1-1 0,-2 2 0,-4-4 0,-5 0 0,-3-1 0,-1 1 0,-5 2 0,-2-1 0,-1-3 0,0 0 0,-4 2 0,-2 0 0,-10-3 0,-7-5 0,-2 2 0,3 0 0,8-3 0,5 3 0,9 3 0,4 1 0,0-3 0,1 3 0,4-6 0,3 1 0,3 4 0,-4 2 0,-3 3 0,-7 3 0,-2 2 0,-1-2 0,0-6 0,3 0 0,1 1 0,0-4 0,6 2 0,4-1 0,5 2 0,0-1 0,-1 1 0,-2 3 0,1 1 0,-3 3 0,3 0 0,-1 2 0,-3-3 0,-2 1 0,-1 0 0,-1 0 0,-2 0 0,4 2 0,3-1 0,0 1 0,-2 0 0,1 0 0,-1 0 0,-2 0 0,-3 0 0,-1 0 0,-1 0 0,-1 0 0,4 0 0,2 0 0,5 0 0,3 0 0,-5 0 0,-3 0 0,-2 0 0,-3 0 0,-1 0 0,2 0 0,-3 2 0,0-1 0,-1 6 0,0-1 0,0 0 0,3-1 0,0-1 0,8 1 0,1-1 0,7-1 0,3-1 0,2-1 0,-2 0 0,-4-1 0,-6 6 0,-4-1 0,0 0 0,-2 0 0,1-2 0,6-1 0,-1-1 0,3-1 0,-7 0 0,-2 3 0,-6 2 0,-9 0 0,-5 2 0,-7 4 0,-6-2 0,2 2 0,6 2 0,4-1 0,13-2 0,8-3 0,6-3 0,7-1 0,0 0 0,-2 0 0,-4-1 0,-5 8 0,-4-1 0,-2 0 0,-1 3 0,2-1 0,0-3 0,0-2 0,0-2 0,-1 1 0,0 1 0,0-1 0,2 3 0,7-2 0,7-1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7T02:27:02.435"/>
    </inkml:context>
    <inkml:brush xml:id="br0">
      <inkml:brushProperty name="width" value="0.1" units="cm"/>
      <inkml:brushProperty name="height" value="0.1" units="cm"/>
      <inkml:brushProperty name="color" value="#FF4E00"/>
      <inkml:brushProperty name="inkEffects" value="rainbow"/>
      <inkml:brushProperty name="anchorX" value="25012.33984"/>
      <inkml:brushProperty name="anchorY" value="5484.71045"/>
      <inkml:brushProperty name="scaleFactor" value="0.5"/>
    </inkml:brush>
  </inkml:definitions>
  <inkml:trace contextRef="#ctx0" brushRef="#br0">459 0 24575,'0'0'0,"-2"0"0,-1 5 0,-9 4 0,-4 4 0,-8 2 0,-7 4 0,-4 0 0,2 2 0,-1 6 0,-3-2 0,5-4 0,0-1 0,5-3 0,2-4 0,4 1 0,1-3 0,3-2 0,-1-2 0,5 3 0,1-2 0,3 1 0,4 2 0,8 4 0,4 1 0,6 0 0,2 1 0,3-3 0,4 5 0,8 6 0,-1-3 0,0 1 0,2-4 0,-3-5 0,-3-2 0,3-4 0,-1-3 0,-4-1 0,0 1 0,-3 2 0,0-1 0,-4-1 0,1-1 0,-3-1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7T02:27:31.624"/>
    </inkml:context>
    <inkml:brush xml:id="br0">
      <inkml:brushProperty name="width" value="0.1" units="cm"/>
      <inkml:brushProperty name="height" value="0.1" units="cm"/>
      <inkml:brushProperty name="color" value="#FF4E00"/>
      <inkml:brushProperty name="inkEffects" value="rainbow"/>
      <inkml:brushProperty name="anchorX" value="0"/>
      <inkml:brushProperty name="anchorY" value="0"/>
      <inkml:brushProperty name="scaleFactor" value="0.5"/>
    </inkml:brush>
  </inkml:definitions>
  <inkml:trace contextRef="#ctx0" brushRef="#br0">306 138 24575,'0'0'0,"0"2"0,0 1 0,0 4 0,-4 1 0,1 2 0,-1 0 0,1 3 0,1-2 0,1 1 0,0-1 0,1 1 0,-2-2 0,0-2 0,0 1 0,1 0 0,-1 1 0,1-1 0,0 2 0,0-1 0,0 2 0,-1-2 0,0 2 0,0-1 0,1 0 0,0 0 0,0 1 0,1 0 0,-4 3 0,1 0 0,-1 0 0,1-1 0,1-1 0,1-1 0,0 0 0,1 1 0,-2 1 0,0 0 0,1-1 0,-1 1 0,1-2 0,1-1 0,-4-2 0,-1-3 0,-2-3 0,-1-1 0,-3-3 0,1-2 0,1-2 0,-1 0 0,2-1 0,0 0 0,-1 0 0,-1 1 0,3-2 0,-1 2 0,2-1 0,-1 1 0,-1-2 0,-1 1 0,1 0 0,0 1 0,-1-1 0,1-2 0,1 2 0,-1-2 0,1 0 0,1-2 0,0 2 0,2 0 0,1 0 0,1-1 0,1-1 0,0 0 0,1-3 0,-3-1 0,-1 0 0,1 0 0,0 0 0,1 2 0,1 0 0,0 0 0,1 0 0,0 0 0,0 0 0,0-3 0,0 1 0,0-1 0,1 2 0,-1-1 0,3-1 0,2 1 0,-1-1 0,0 2 0,1 0 0,0 1 0,0 0 0,0 3 0,2 0 0,-1-1 0,0 3 0,6-2 0,-2 0 0,2 2 0,0-2 0,1 3 0,-2-1 0,2 2 0,-2-3 0,1 2 0,0 2 0,-3-2 0,0 2 0,0 1 0,0 1 0,1 1 0,0 1 0,0-1 0,1 2 0,0-1 0,0 0 0,0 0 0,1 0 0,0 0 0,0 0 0,0 0 0,-2 1 0,-1 0 0,-3 3 0,1-1 0,-1 2 0,1 0 0,0-2 0,0 3 0,0 0 0,-2-1 0,2-1 0,0 3 0,1-1 0,0 0 0,-2 4 0,0 2 0,2-1 0,-1-2 0,-2 2 0,0-2 0,-1-2 0,-2 2 0,1-2 0,-1 0 0,2 1 0,-1 1 0,0 1 0,-1-1 0,-1 2 0,3 0 0,0 3 0,0 1 0,0-2 0,-1-2 0,-1 0 0,-1 1 0,0-1 0,-1 1 0,0-1 0,0-1 0,0 0 0,0-2 0,-4-2 0,1 1 0,-1 1 0,1 1 0,0 1 0,1 1 0,0-1 0,-3 2 0,1-1 0,-1 0 0,0 0 0,-2 0 0,2 0 0,-1-2 0,-3 1 0,1-2 0,-3 0 0,1-1 0,2 0 0,1-2 0,-1 1 0,0-1 0,1 1 0,-1-1 0,0-2 0,1 2 0,0-1 0,-1-1 0,1 2 0,0-2 0,-1 3 0,0 0 0,0-2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7T02:27:44.095"/>
    </inkml:context>
    <inkml:brush xml:id="br0">
      <inkml:brushProperty name="width" value="0.1" units="cm"/>
      <inkml:brushProperty name="height" value="0.1" units="cm"/>
      <inkml:brushProperty name="color" value="#FF4E00"/>
      <inkml:brushProperty name="inkEffects" value="rainbow"/>
      <inkml:brushProperty name="anchorX" value="-1295.49792"/>
      <inkml:brushProperty name="anchorY" value="-1106.6488"/>
      <inkml:brushProperty name="scaleFactor" value="0.5"/>
    </inkml:brush>
  </inkml:definitions>
  <inkml:trace contextRef="#ctx0" brushRef="#br0">95 23 24575,'0'0'0,"1"0"0,3-1 0,2 1 0,2-5 0,3 1 0,-1 0 0,2 0 0,-1 2 0,1 0 0,-1 2 0,1-1 0,-2 1 0,1 1 0,0-1 0,0 3 0,0-1 0,-2 2 0,0-1 0,-1 3 0,-2 0 0,3 0 0,-1 3 0,-1 2 0,-1 0 0,0-2 0,0-1 0,-3 1 0,0-1 0,-2 2 0,0 0 0,1 1 0,0-1 0,0 1 0,-1 0 0,-1-1 0,-1-1 0,1 0 0,-1 0 0,-3 1 0,0 1 0,0-1 0,0-1 0,-3 0 0,2 0 0,-1-2 0,-3 0 0,1 1 0,-3 2 0,1-1 0,-1-3 0,1 0 0,1-2 0,0-1 0,0-2 0,-1 0 0,0-1 0,-1 0 0,1-1 0,-1 3 0,0-1 0,-1 1 0,1-1 0,2 0 0,0 0 0,-1-1 0,1 0 0,-1 1 0,-4-2 0,1 1 0,-2 0 0,2 2 0,0 0 0,4 0 0,5-1 0,6 0 0,3 0 0,4-1 0,4 0 0,2 0 0,0 0 0,3 0 0,-2 0 0,1 3 0,-3-1 0,0 1 0,-2-1 0,-1 0 0,0 1 0,0-1 0,0 0 0,0 0 0,0 2 0,1 0 0,-2 0 0,2-1 0,-1 0 0,-1-1 0,0 0 0,0-1 0,-1-1 0,0 4 0,0 0 0,-2-1 0,2 0 0,0-1 0,1-1 0,0 0 0,1-1 0,-2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7T02:27:47.289"/>
    </inkml:context>
    <inkml:brush xml:id="br0">
      <inkml:brushProperty name="width" value="0.1" units="cm"/>
      <inkml:brushProperty name="height" value="0.1" units="cm"/>
      <inkml:brushProperty name="color" value="#FF4E00"/>
      <inkml:brushProperty name="inkEffects" value="rainbow"/>
      <inkml:brushProperty name="anchorX" value="-2219.30249"/>
      <inkml:brushProperty name="anchorY" value="-2112.77515"/>
      <inkml:brushProperty name="scaleFactor" value="0.5"/>
    </inkml:brush>
  </inkml:definitions>
  <inkml:trace contextRef="#ctx0" brushRef="#br0">569 787 24575,'0'0'0,"-2"0"0,-3 0 0,-2 0 0,-5 3 0,-1 3 0,-3-1 0,-4 4 0,0-2 0,2-1 0,1-2 0,2-1 0,2-1 0,1-2 0,0 1 0,0-2 0,1 1 0,-1 0 0,1-1 0,-1 1 0,2 0 0,-2-3 0,-3 1 0,3-2 0,0 1 0,1 0 0,1-2 0,3 0 0,-2 0 0,1 0 0,1-2 0,-1 1 0,2 0 0,-1 1 0,-2 2 0,1-3 0,1 0 0,-1 0 0,1-1 0,-3 0 0,1 1 0,0 2 0,2-3 0,-2 1 0,1 1 0,2 1 0,-2 1 0,2-3 0,2 1 0,-2 0 0,-2-3 0,2 0 0,-1-2 0,-2 0 0,3-1 0,-3 0 0,2-2 0,1 1 0,2 0 0,2 0 0,-1 0 0,0 1 0,2 1 0,-1 1 0,2 0 0,-1 0 0,1-3 0,0-2 0,0 1 0,0 0 0,0 1 0,0-3 0,1 0 0,-1 1 0,0 1 0,0 0 0,0-1 0,1 1 0,4 1 0,-1-1 0,0 2 0,1 0 0,0 0 0,0-1 0,2 1 0,-1-1 0,2 1 0,0 0 0,2-1 0,-1 0 0,-2 0 0,1 0 0,-1 0 0,0 0 0,3-3 0,6-4 0,-1 3 0,4-1 0,-1 2 0,-2 1 0,1 3 0,-5 1 0,0 4 0,-3-2 0,2 2 0,0 0 0,0-1 0,-1 0 0,-1 2 0,0 1 0,1 2 0,0 0 0,0 2 0,1 0 0,3 0 0,0 0 0,0 1 0,0-1 0,-1 0 0,-1 0 0,0 0 0,-1 0 0,0 0 0,2 0 0,-1 3 0,0-1 0,0 1 0,0-1 0,-3 2 0,0-1 0,0 2 0,2-1 0,0 2 0,-2 1 0,3-1 0,-1 0 0,1-1 0,-1-1 0,-2 2 0,0-1 0,-3 0 0,3 0 0,-2 2 0,-1-1 0,2 0 0,-1 2 0,-1-1 0,-1 0 0,2 2 0,-1 0 0,0 1 0,-2 0 0,3-2 0,-2 1 0,0 0 0,-1 1 0,-1-1 0,3 2 0,-2-1 0,0 1 0,-1 0 0,1 1 0,-1-1 0,-1 1 0,0-2 0,2-1 0,-1 1 0,0-2 0,-1 0 0,-1 0 0,2 1 0,-1 1 0,0 2 0,0 2 0,2-1 0,0 1 0,0 3 0,-1-1 0,-1-1 0,0-1 0,-2 0 0,1-2 0,-1 0 0,-1 0 0,1 0 0,0-1 0,0 0 0,0 0 0,0 1 0,0 0 0,-3-1 0,0 1 0,0-3 0,-4 0 0,1 0 0,0 0 0,-3 1 0,2 0 0,1 1 0,0-1 0,-1 2 0,1-1 0,-1 0 0,0-2 0,0 2 0,2-1 0,-3 0 0,2 1 0,0 0 0,-2 1 0,2 2 0,-1-2 0,1-2 0,-1-3 0,2 1 0,-1-1 0,1-1 0,-1-1 0,-1-1 0,-2-2 0,0 0 0,-1-2 0,-1 0 0,2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7T02:28:00.474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2880.34644"/>
      <inkml:brushProperty name="anchorY" value="-2837.02075"/>
      <inkml:brushProperty name="scaleFactor" value="0.5"/>
    </inkml:brush>
  </inkml:definitions>
  <inkml:trace contextRef="#ctx0" brushRef="#br0">1913 0 24575,'0'0'0,"-2"3"0,-3 1 0,-2 0 0,-3 4 0,-2 0 0,0-1 0,-1 3 0,1-2 0,-1-2 0,1 0 0,0-1 0,3 3 0,0-1 0,0-2 0,2 0 0,0 2 0,-1 0 0,0-2 0,-2 0 0,0 2 0,-2-2 0,-3 2 0,0 1 0,-2 4 0,-2-2 0,3-1 0,-1 2 0,3-3 0,1 0 0,1-2 0,2 3 0,-1 1 0,0-1 0,1-2 0,-1 0 0,-1 0 0,0-1 0,0-1 0,2 0 0,-1 0 0,0 0 0,-1-2 0,-3-1 0,1 3 0,-4 0 0,-2 1 0,0-2 0,-2 4 0,0-2 0,2-1 0,3 1 0,2-2 0,1-1 0,3 2 0,-1-1 0,2-1 0,-2 1 0,1 3 0,-1-1 0,1 1 0,-3 2 0,0 0 0,0-1 0,2 1 0,1-2 0,1 0 0,-2 4 0,-4 3 0,-2 2 0,1-1 0,0-2 0,-1 0 0,1-2 0,1 2 0,2-2 0,1-2 0,3 1 0,-3-2 0,0 1 0,0-1 0,-1 0 0,1 1 0,0-1 0,1 3 0,0 0 0,2 1 0,-1-3 0,1 2 0,-2 0 0,1 1 0,-2-1 0,3 1 0,1 0 0,2 0 0,1-1 0,2 0 0,0 0 0,1 0 0,-2-2 0,-1 0 0,0 0 0,-2-2 0,2 2 0,-1-1 0,-1 2 0,0 0 0,1 2 0,0-2 0,0 1 0,2 0 0,-2 1 0,0-1 0,2 1 0,-3-1 0,1 1 0,0-1 0,2 1 0,-2-2 0,1 0 0,0 0 0,2 0 0,0 0 0,-2 2 0,1 2 0,1-1 0,1 1 0,-3-1 0,1 0 0,0-1 0,1 0 0,-2-1 0,0 1 0,0-2 0,1 0 0,-2 0 0,2 1 0,0-1 0,1 1 0,0 0 0,1 1 0,-2 2 0,-2 1 0,1 0 0,0-1 0,0-1 0,1-1 0,2 0 0,0-1 0,2 2 0,0 1 0,-3-1 0,1-1 0,-1-1 0,1 0 0,0 0 0,0-1 0,0 1 0,-1 1 0,0 3 0,1 2 0,-3 1 0,1 1 0,0-1 0,0-2 0,1-1 0,1-1 0,-3-1 0,1 0 0,0-2 0,-2 1 0,0-1 0,2 1 0,0 0 0,3-1 0,0 0 0,0 2 0,0-2 0,0 0 0,1-1 0,0 1 0,1 2 0,0-1 0,-3 0 0,0 0 0,1 0 0,0-1 0,-2 2 0,2 2 0,-1-2 0,-2 3 0,0 0 0,0-1 0,1 0 0,1-1 0,-3 3 0,0-1 0,0 1 0,1 0 0,2 2 0,0-1 0,0 1 0,1-1 0,0-2 0,1-2 0,0 0 0,0-1 0,1 0 0,0 2 0,0 0 0,0-1 0,1 0 0,-1-1 0,0-2 0,0 1 0,0-1 0,0 0 0,0 0 0,0 2 0,0 1 0,0-1 0,-2 1 0,0 0 0,0-1 0,1-1 0,0 0 0,0-2 0,1 1 0,0 0 0,0 0 0,-4 4 0,1-1 0,-2 0 0,1 1 0,1-3 0,1 1 0,-3-2 0,1 2 0,0-2 0,1 1 0,1-2 0,1 2 0,1-2 0,-1 0 0,1-1 0,1 1 0,-1-2 0,0 3 0,0-1 0,0 1 0,0-1 0,0 0 0,0-1 0,0-1 0,0 1 0,0 0 0,0 1 0,0 0 0,0 1 0,0 3 0,0 0 0,0 0 0,3 0 0,0 0 0,-1-2 0,1 1 0,-4-6 0,-1-4 0,-4-5 0,-1-7 0,-4-7 0,2-5 0,-1 0 0,0 4 0,2 2 0,0 3 0,2 2 0,1 0 0,3 2 0,-2 2 0,0-1 0,2-1 0,0-1 0,0-1 0,-2-1 0,0 1 0,1-4 0,-1 3 0,1-1 0,1 1 0,-3 3 0,0-1 0,0 0 0,1-1 0,-2 2 0,0-1 0,2 1 0,-2-1 0,2-1 0,1-4 0,-1 3 0,0-1 0,-1 0 0,1 2 0,-2 1 0,2 3 0,4 2 0,0 3 0,5 1 0,-1 4 0,2 2 0,-1 3 0,-1 0 0,1 2 0,2 0 0,-2 1 0,0-1 0,1 3 0,0 0 0,-2 4 0,1-2 0,-2 0 0,-1 2 0,5 1 0,0 0 0,0-2 0,-2-2 0,-1-2 0,-1 2 0,3 0 0,-1-1 0,-1 0 0,-1-2 0,-1 1 0,-1-2 0,0 1 0,1-3 0,-1-1 0,1 1 0,-1 1 0,3-1 0,-1-1 0,0 2 0,1-3 0,2 0 0,1-2 0,3-1 0,-2-7 0,0-6 0,-2-1 0,-1-4 0,-2 1 0,2-1 0,-1 1 0,0 0 0,-1 1 0,1 0 0,-2 1 0,3 0 0,1-4 0,0 1 0,2 1 0,0 1 0,-2 0 0,-1 2 0,2 2 0,-1-1 0,-1 0 0,-1 0 0,-1 0 0,-1-2 0,3 0 0,-1 0 0,-1 0 0,0-1 0,-1 1 0,1 0 0,-1 0 0,0 0 0,0 0 0,0-1 0,1 1 0,0 2 0,-1 0 0,0 1 0,-1-1 0,0-4 0,3 2 0,0 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7T02:28:05.261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674.32721"/>
      <inkml:brushProperty name="anchorY" value="-4631.15332"/>
      <inkml:brushProperty name="scaleFactor" value="0.5"/>
    </inkml:brush>
  </inkml:definitions>
  <inkml:trace contextRef="#ctx0" brushRef="#br0">1443 1 24575,'0'0'0,"0"1"0,0 4 0,0 6 0,0 5 0,0 4 0,0 2 0,-2-1 0,0 0 0,1-3 0,-1-2 0,1-2 0,-3-4 0,0-1 0,-1 0 0,1 0 0,1 2 0,1-1 0,-1 2 0,1-2 0,0 2 0,0-1 0,2 1 0,-1-2 0,1 2 0,0-2 0,0 2 0,-2 3 0,1-2 0,-5 4 0,1 2 0,1 1 0,-1-3 0,2-2 0,0-3 0,2 0 0,0-2 0,-3 1 0,0-1 0,-1 1 0,1-1 0,0 4 0,-2 0 0,0 0 0,2 2 0,-1 3 0,1-2 0,-2 2 0,1-3 0,1 0 0,1-2 0,-2-1 0,1-2 0,0 3 0,-1 0 0,1 0 0,1-1 0,1 0 0,-3 1 0,1 0 0,0-3 0,0 3 0,2 0 0,-4 0 0,1 2 0,-3 1 0,-2 0 0,0 0 0,2 0 0,1 0 0,1-1 0,3-3 0,0-2 0,2 0 0,-3-1 0,0 3 0,-1 1 0,1 1 0,0-1 0,2-1 0,-3 2 0,2-1 0,0-1 0,-2 3 0,1-1 0,0-2 0,-1 3 0,0-1 0,0-1 0,0 1 0,2 2 0,-3-3 0,-1 2 0,-2-2 0,0 2 0,1 0 0,-2 0 0,2-1 0,2 0 0,0-1 0,1-1 0,-1 0 0,0-1 0,2-1 0,-1 1 0,2-2 0,-1 4 0,-2 1 0,-2 3 0,1-1 0,-2 1 0,-1 1 0,-1-1 0,0-2 0,2 2 0,1-2 0,0 3 0,2-2 0,-1 0 0,0-3 0,0 0 0,-2 1 0,2-1 0,-1 0 0,1 0 0,-2 2 0,2 0 0,-1 1 0,0-2 0,-1 2 0,-1 1 0,1 1 0,-1 2 0,1-2 0,2-1 0,-3 1 0,-3 0 0,1-2 0,0 0 0,-1-3 0,3 0 0,2-2 0,1 0 0,1-1 0,0 0 0,-2 4 0,1-1 0,0 1 0,-3 1 0,0 1 0,-2 0 0,-3 2 0,2 2 0,0 0 0,0 0 0,2-1 0,2-1 0,-2 0 0,1-2 0,-2 0 0,2-2 0,-3 0 0,4-3 0,-1 1 0,3-2 0,2 1 0,-1-2 0,-2 3 0,0 2 0,-2-1 0,-1 1 0,-1 0 0,2 2 0,0-1 0,-1 1 0,2-3 0,-3 1 0,-2-4 0,0 2 0,2 3 0,-1-1 0,1 4 0,0-1 0,0 1 0,0-2 0,0 0 0,0-3 0,1 0 0,2-3 0,0 1 0,1 0 0,3-1 0,-3 0 0,2 1 0,0-2 0,-2 1 0,0-1 0,0 1 0,-1-1 0,2 2 0,0-3 0,2 0 0,-2 0 0,-2 2 0,1 0 0,0-2 0,2 1 0,2-1 0,-2-2 0,1 1 0,0-2 0,-2 3 0,0-1 0,0 2 0,1 0 0,-1 1 0,2 0 0,-1-2 0,2-3 0,1-6 0,1-7 0,2-8 0,0 0 0,-1-4 0,0 0 0,-3-1 0,0 1 0,0 1 0,1 3 0,1 1 0,0-2 0,2 2 0,-1 0 0,1 0 0,0 2 0,1 0 0,-1 1 0,0 0 0,0 0 0,0-2 0,0 2 0,0-1 0,0 1 0,0-3 0,0 0 0,0 0 0,0 0 0,0 2 0,0 0 0,0 0 0,0 1 0,0 0 0,0-2 0,0-1 0,0 1 0,0-1 0,2 3 0,0 5 0,-1 4 0,1 8 0,-1 6 0,0 6 0,-1 5 0,0-2 0,0 1 0,0-2 0,0-2 0,0 0 0,0-1 0,0-3 0,0 1 0,0-3 0,0 0 0,0-1 0,0 0 0,0-1 0,0 2 0,0-2 0,0 1 0,0 0 0,2 2 0,-1 1 0,1 0 0,3-1 0,0 0 0,-1-1 0,1 1 0,-1 0 0,4 1 0,-1 0 0,0 0 0,0-1 0,-3 0 0,-1-1 0,3-2 0,-2-1 0,0-1 0,0-2 0,2-2 0,5-5 0,6-3 0,6-6 0,2-5 0,1-3 0,-3 1 0,-2 4 0,-5 4 0,-1 3 0,-3 3 0,0 2 0,-2-1 0,1 1 0,-1 0 0,1 0 0,-2-2 0,-1 0 0,1-2 0,0 1 0,0 1 0,1 1 0,1 0 0,-2-2 0,-1 0 0,2 0 0,0-1 0,1 1 0,1-1 0,-1 0 0,-1 1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7T02:28:07.947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458.5592"/>
      <inkml:brushProperty name="anchorY" value="-3458.11841"/>
      <inkml:brushProperty name="scaleFactor" value="0.5"/>
    </inkml:brush>
  </inkml:definitions>
  <inkml:trace contextRef="#ctx0" brushRef="#br0">44 0 24575,'-44'631'0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7T02:28:15.139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541.1792"/>
      <inkml:brushProperty name="anchorY" value="-7182.45166"/>
      <inkml:brushProperty name="scaleFactor" value="0.5"/>
    </inkml:brush>
  </inkml:definitions>
  <inkml:trace contextRef="#ctx0" brushRef="#br0">420 725 24575,'0'0'0,"-3"0"0,0 1 0,-1-1 0,-3 1 0,-1 0 0,-1 0 0,-2-1 0,0 0 0,0 0 0,2-3 0,0-1 0,0 0 0,0-4 0,-1 1 0,-1 2 0,3-1 0,-1 1 0,1-1 0,1-1 0,-2 1 0,2-1 0,0 0 0,-2 0 0,0-1 0,-1 0 0,0 3 0,1 0 0,0 1 0,2-1 0,0 0 0,-1-1 0,0-2 0,0 2 0,1-1 0,0 1 0,3-1 0,-3 2 0,2-1 0,-1-2 0,-3 0 0,2-2 0,0-1 0,-2 2 0,1-1 0,1 3 0,-1-1 0,0 3 0,1-2 0,2 1 0,-2-3 0,1 2 0,1-1 0,1 0 0,1-5 0,1 1 0,2-2 0,-2 1 0,0 0 0,0 1 0,1 0 0,0 1 0,1-1 0,0 1 0,2 0 0,1 1 0,0-2 0,-1 2 0,0 1 0,0 0 0,0 1 0,2 1 0,2-2 0,-2 2 0,4-5 0,0 2 0,-1-1 0,2 2 0,-3 0 0,1 0 0,2 1 0,4-4 0,2-1 0,0 0 0,1 3 0,-2-1 0,0 2 0,-2 1 0,1 2 0,-3-1 0,-2 2 0,2-1 0,-2 2 0,2-2 0,-1 1 0,-1-1 0,1-2 0,-1 1 0,3 1 0,-1 1 0,1 2 0,-1 2 0,2 0 0,-1 1 0,0 0 0,0 1 0,0-1 0,2 0 0,-3 1 0,-1 0 0,1 0 0,-1 0 0,1-1 0,-1 4 0,2 0 0,-1 1 0,-1-1 0,0 2 0,1 0 0,0-1 0,0 0 0,1-1 0,1-1 0,1-1 0,2 0 0,-3 1 0,-2 0 0,1-1 0,-3 2 0,-1-1 0,-2 3 0,2-2 0,0 2 0,0 1 0,1 1 0,-2 2 0,2-2 0,1 4 0,1 0 0,-2 3 0,0 2 0,2-1 0,-2 1 0,1-4 0,-3-1 0,-1-1 0,-3 2 0,3-3 0,-2 1 0,0-2 0,-1 2 0,-1-1 0,0 1 0,1-1 0,0 2 0,-1-2 0,1 2 0,-1-2 0,-1 2 0,0-1 0,-1 0 0,0 0 0,0-1 0,-2-1 0,0 1 0,-2 0 0,1-1 0,0-1 0,2 0 0,0 2 0,-2-1 0,0 2 0,-1 0 0,2 0 0,-4-2 0,2 0 0,0 0 0,-2 0 0,1 2 0,0-2 0,-2 1 0,0-1 0,-2-1 0,0 1 0,-1-1 0,-1-1 0,1-2 0,0 1 0,-2 0 0,3 0 0,0-1 0,1 1 0,-1-1 0,0-1 0,-2-1 0,2 1 0,1-1 0,-1-1 0,2-1 0,1 3 0,-2-1 0,1 0 0,2 1 0,2-1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7T02:28:18.103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28.66725"/>
      <inkml:brushProperty name="anchorY" value="-7806.93945"/>
      <inkml:brushProperty name="scaleFactor" value="0.5"/>
    </inkml:brush>
  </inkml:definitions>
  <inkml:trace contextRef="#ctx0" brushRef="#br0">24 231 24575,'0'0'0,"0"-2"0,-1 0 0,-3-2 0,-1-6 0,1-1 0,0-1 0,2-1 0,0 0 0,1 1 0,1-1 0,0 2 0,0-1 0,0 1 0,2 3 0,0-1 0,0 0 0,1 3 0,0-2 0,3 2 0,1 0 0,2-2 0,0 2 0,-1-1 0,-1 2 0,1-3 0,1 2 0,-1 1 0,2 1 0,1 2 0,1 1 0,1 0 0,0 1 0,-1 0 0,1 1 0,-1 2 0,0 0 0,-1 1 0,1 3 0,-2 1 0,-2-1 0,2 4 0,-3 1 0,1 1 0,0-1 0,-1 1 0,0-4 0,-2 0 0,2-2 0,-2 2 0,3 0 0,2-2 0,-1 2 0,-2-1 0,-1 1 0,-3 1 0,-1 1 0,-1-1 0,-1 1 0,0 0 0,0 1 0,-1-2 0,1 2 0,-1-1 0,0 0 0,0 0 0,-3 0 0,-1 2 0,0-1 0,1-1 0,-3-3 0,0 1 0,0 0 0,2 1 0,-1-2 0,-1 0 0,-2 0 0,0-1 0,0 2 0,0-1 0,-3 3 0,-3-1 0,-3 3 0,-2-1 0,1-2 0,-1-1 0,1-1 0,1-1 0,4-3 0,2-1 0,1-1 0,1 2 0,-1-1 0,1 2 0,-1-2 0,4 0 0,5-1 0,4-1 0,4-1 0,2 0 0,3 0 0,2 0 0,2 0 0,-1 0 0,0 0 0,-1 0 0,-1 0 0,-1 0 0,1 0 0,-1 0 0,1 0 0,3 0 0,-2 0 0,1 0 0,3 0 0,-2 0 0,0 0 0,-1 0 0,-1 0 0,-1 0 0,2 0 0,-1 0 0,2 0 0,-1 0 0,0 3 0,-2 1 0,1-1 0,-2 0 0,1 0 0,-2-2 0,2 0 0,-2-1 0,1 0 0,-3 0 0,-4-3 0,-1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7T02:28:23.229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94.81475"/>
      <inkml:brushProperty name="anchorY" value="-7820.51611"/>
      <inkml:brushProperty name="scaleFactor" value="0.5"/>
    </inkml:brush>
  </inkml:definitions>
  <inkml:trace contextRef="#ctx0" brushRef="#br0">332 98 24575,'0'0'0,"0"0"0,-3 1 0,-3 3 0,-2-1 0,-1 1 0,-2 0 0,2 3 0,0 0 0,-1-1 0,1 3 0,-5 4 0,1 0 0,1 2 0,-2-1 0,3 1 0,1-2 0,0 0 0,2-1 0,1-3 0,1 0 0,-1 0 0,1 1 0,1 0 0,-1 2 0,-1-2 0,2 2 0,-3-1 0,1 1 0,2-1 0,0 0 0,-2-2 0,1 2 0,1-2 0,1 2 0,2-1 0,-1 2 0,1-2 0,0 4 0,-3 2 0,1 4 0,-2 3 0,-1 0 0,1-4 0,2 2 0,-3-2 0,1-1 0,2-2 0,0 0 0,1-2 0,0 1 0,2 1 0,1 1 0,-1-2 0,2-3 0,-1 1 0,0-2 0,0-2 0,0 0 0,0 0 0,0 0 0,4 0 0,0 1 0,-1 0 0,1 0 0,3 1 0,0 1 0,4 0 0,-2 1 0,0-2 0,1 2 0,0-2 0,-2 1 0,1 0 0,0 0 0,-1-3 0,1 0 0,0 1 0,-1-1 0,0 2 0,1-2 0,-1-2 0,3-1 0,-2 1 0,0-1 0,-2 1 0,0-2 0,1-1 0,-2 1 0,2-1 0,-1-1 0,2 0 0,-1 1 0,0-1 0,0 2 0,3-1 0,-2 3 0,-1-1 0,2-1 0,3-1 0,0-1 0,1-1 0,-2 0 0,1-1 0,0 3 0,-1-1 0,-1 1 0,1-1 0,-1-1 0,2-1 0,1 0 0,4-1 0,-2 0 0,0 0 0,-2 0 0,0 0 0,-2-1 0,0 1 0,-1 0 0,0-2 0,1 1 0,4-5 0,-1 1 0,2-1 0,3 0 0,-1 0 0,-1 1 0,1 0 0,-3 1 0,-2 0 0,-1 0 0,2-3 0,-1 1 0,1-3 0,2-3 0,-1 1 0,0 1 0,-1-2 0,-1 3 0,-2 1 0,1-2 0,-3 1 0,-2 1 0,1 0 0,2-2 0,-2-1 0,-1 0 0,-1 0 0,0-1 0,1 1 0,-1 0 0,1 0 0,0-2 0,-3 2 0,-1-1 0,0 2 0,-2-2 0,-1 1 0,3-2 0,0-1 0,-1-4 0,-1 2 0,-1-3 0,0 1 0,-1-2 0,-1 1 0,1-3 0,0 4 0,0-2 0,0 0 0,0-2 0,0-2 0,-4-1 0,0 2 0,1 3 0,0 2 0,1 3 0,0 3 0,2 1 0,-1-3 0,0 1 0,-1-1 0,0 1 0,1-1 0,-4-1 0,1 0 0,-2-1 0,-2 0 0,-1-1 0,-3 1 0,0-2 0,2 1 0,-1-3 0,1 4 0,3-1 0,-2 3 0,0 2 0,2 1 0,-1 3 0,0 1 0,1-3 0,0 2 0,-6-3 0,2 1 0,1 2 0,2-1 0,-1 0 0,0-2 0,-2 2 0,1 2 0,2 1 0,-1 1 0,1-1 0,2 1 0,-3 1 0,-5 4 0,-4 3 0,-4 1 0,-2 3 0,-2 0 0,1-1 0,-1 0 0,5-1 0,2 2 0,3-1 0,1-1 0,3-2 0,0 0 0,2 0 0,-1-1 0,1 0 0,-1-1 0,0 1 0,0-1 0,1 0 0,-2 0 0,2-1 0,-2 1 0,1-1 0,-1 2 0,1-1 0,0 1 0,-2 2 0,2 0 0,3-1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7T02:31:16.501"/>
    </inkml:context>
    <inkml:brush xml:id="br0">
      <inkml:brushProperty name="width" value="0.1" units="cm"/>
      <inkml:brushProperty name="height" value="0.1" units="cm"/>
      <inkml:brushProperty name="color" value="#EEB3A6"/>
      <inkml:brushProperty name="inkEffects" value="rosegold"/>
      <inkml:brushProperty name="anchorX" value="-1989.91333"/>
      <inkml:brushProperty name="anchorY" value="-7969.06641"/>
      <inkml:brushProperty name="scaleFactor" value="0.5"/>
    </inkml:brush>
  </inkml:definitions>
  <inkml:trace contextRef="#ctx0" brushRef="#br0">0 4264 24575,'0'0'0,"0"-2"0,0-9 0,0-2 0,0-8 0,3 0 0,-1-6 0,0 2 0,6 4 0,0-3 0,3 6 0,0 2 0,3-4 0,3-1 0,6-7 0,2-5 0,-4 0 0,2 5 0,-5 1 0,-2 3 0,-1-1 0,1 1 0,1-2 0,-1 6 0,-3 0 0,1-2 0,5 5 0,-1-4 0,7-1 0,0 4 0,2-4 0,0 2 0,4-5 0,-4 4 0,-6 0 0,3 6 0,-4-3 0,5 0 0,-1-5 0,0-1 0,0-3 0,1 0 0,0 5 0,3-2 0,-2 2 0,3 5 0,-4-3 0,4-1 0,-6-4 0,-1 1 0,1-4 0,3-4 0,11 1 0,8-7 0,17-11 0,8-13 0,-6 3 0,-1-3 0,-14 6 0,-10 13 0,-6 8 0,-6 3 0,-4 7 0,-6-2 0,-3 7 0,3 2 0,2-3 0,9-10 0,6 2 0,1-3 0,2 3 0,-2-2 0,-5 2 0,-4 0 0,2 1 0,-2-2 0,1 6 0,-1-3 0,3 1 0,-1-3 0,-3 3 0,-2-3 0,-1-2 0,3 0 0,0-1 0,-4 3 0,1 1 0,-1 5 0,4-2 0,-3 3 0,-4-4 0,5 0 0,-1-3 0,5 0 0,-6 0 0,-3 0 0,-5 1 0,1 5 0,1-2 0,7 1 0,-4-4 0,0 3 0,-4-4 0,3 6 0,-2 3 0,-3-3 0,0 5 0,4 2 0,-3-5 0,3 1 0,2-4 0,2-5 0,-3 0 0,5 5 0,-4 0 0,-2 1 0,1 3 0,-5-3 0,6-1 0,-3-2 0,-1 5 0,-3 1 0,5-2 0,-1 0 0,-1-2 0,4 5 0,2-5 0,-3 0 0,5-1 0,-4 0 0,-1-4 0,3 2 0,-3-2 0,1 5 0,-4 2 0,3-1 0,0 1 0,-2-3 0,4 1 0,2-4 0,5-4 0,-1 1 0,-5-1 0,-1 6 0,-4 5 0,1-2 0,1 1 0,-3-3 0,1 1 0,-2 4 0,2-1 0,-2 1 0,0-3 0,-2 0 0,-1 4 0,-2-1 0,5 3 0,4-3 0,-3-1 0,5-3 0,-4 0 0,1 4 0,-3-2 0,-4 1 0,6-2 0,-1 0 0,-1-2 0,1 0 0,-3-2 0,-3 5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7T02:31:26.985"/>
    </inkml:context>
    <inkml:brush xml:id="br0">
      <inkml:brushProperty name="width" value="0.1" units="cm"/>
      <inkml:brushProperty name="height" value="0.1" units="cm"/>
      <inkml:brushProperty name="color" value="#EEB3A6"/>
      <inkml:brushProperty name="inkEffects" value="rosegold"/>
      <inkml:brushProperty name="anchorX" value="-3028.15063"/>
      <inkml:brushProperty name="anchorY" value="-2170.13379"/>
      <inkml:brushProperty name="scaleFactor" value="0.5"/>
    </inkml:brush>
  </inkml:definitions>
  <inkml:trace contextRef="#ctx0" brushRef="#br0">0 6732 24575,'762'-6731'0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7T02:31:36.741"/>
    </inkml:context>
    <inkml:brush xml:id="br0">
      <inkml:brushProperty name="width" value="0.1" units="cm"/>
      <inkml:brushProperty name="height" value="0.1" units="cm"/>
      <inkml:brushProperty name="color" value="#EEB3A6"/>
      <inkml:brushProperty name="inkEffects" value="rosegold"/>
      <inkml:brushProperty name="anchorX" value="-7444.12109"/>
      <inkml:brushProperty name="anchorY" value="1712.29785"/>
      <inkml:brushProperty name="scaleFactor" value="0.5"/>
    </inkml:brush>
  </inkml:definitions>
  <inkml:trace contextRef="#ctx0" brushRef="#br0">0 4560 24575,'0'0'0,"0"-5"0,0-11 0,0-1 0,9-8 0,0 1 0,3-5 0,8 1 0,-1-1 0,-2 0 0,5-1 0,-3 3 0,2-7 0,0-3 0,-4 4 0,5-2 0,-3 7 0,6 1 0,-1 3 0,3-3 0,0 3 0,-8-4 0,1 2 0,-5-2 0,0 5 0,-4 2 0,3-1 0,2 4 0,4-3 0,1 1 0,-2-4 0,3-1 0,1-4 0,4-8 0,-1 3 0,3 5 0,-1 0 0,-21 26 0,0-2 0,-1 2 0,13-6 0,20-6 0,0 7 0,-8-2 0,1-2 0,0 1 0,-6-3 0,6 1 0,-6-2 0,1-3 0,-2 3 0,1-2 0,-1 3 0,-5-4 0,1 3 0,-1 0 0,0-4 0,-1 0 0,3-5 0,2 2 0,1 3 0,-3-3 0,-2 4 0,2 0 0,0 2 0,2 0 0,0-6 0,0 4 0,-2-1 0,2-3 0,-2 5 0,5-1 0,-1-4 0,1 3 0,10 0 0,-2 1 0,2 5 0,-3-4 0,0-2 0,-4 3 0,2-5 0,-5 1 0,-2 4 0,-4-4 0,3-1 0,-1 4 0,2-3 0,1 0 0,0 3 0,0-3 0,3-2 0,0 5 0,0-3 0,-1 4 0,-6-1 0,-2 5 0,-3-3 0,4 2 0,-4-1 0,-2 3 0,-3-3 0,4 1 0,-3-1 0,3 3 0,-4-4 0,10-1 0,3 1 0,3-4 0,4-2 0,7-6 0,-1 0 0,0 5 0,-3-4 0,-5 3 0,-4 6 0,0 0 0,-1 0 0,5 5 0,4-6 0,-1 1 0,4 2 0,3-4 0,5 3 0,6 3 0,-6 0 0,0 3 0,2-6 0,-6 0 0,-1 3 0,-2 2 0,-8-4 0,0-2 0,-1-3 0,-1 4 0,1-3 0,-2 3 0,2 0 0,-4 4 0,4-6 0,6-1 0,0 3 0,0-3 0,-2-1 0,-1 3 0,-3 5 0,-7-1 0,0 2 0,-1 2 0,1 3 0,-4-7 0,5-2 0,4 1 0,-4-4 0,8-3 0,1 2 0,0-8 0,7 3 0,1 0 0,-1 4 0,-2 4 0,-8-3 0,-4 2 0,-2 3 0,0 3 0,0-4 0,1 3 0,1-3 0,0 3 0,-5-3 0,3-2 0,-2 2 0,4 4 0,-4-1 0,-3 0 0,4 3 0,4-6 0,-1-2 0,-1 2 0,0-4 0,-3-1 0,3 4 0,0-5 0,1-1 0,1 4 0,3 2 0,-3 0 0,2 4 0,-3-6 0,4 0 0,-1-7 0,-1 4 0,-4 1 0,3-3 0,-1 4 0,1 2 0,0 5 0,1-5 0,-1-1 0,1-4 0,-1-1 0,4-2 0,-4 3 0,3 2 0,-4 4 0,-4-4 0,1 3 0,4 2 0,-1 0 0,3 0 0,-3 2 0,-4-3 0,2 3 0,7-12 0,1 0 0,4-5 0,1 0 0,-3-3 0,-3-7 0,-2 6 0,-1 5 0,-2-1 0,3 8 0,-1-3 0,-1-3 0,3 0 0,-3-3 0,3 1 0,-5-1 0,2 3 0,-1-4 0,4 3 0,-4 4 0,4 1 0,-1-2 0,3 1 0,-6-2 0,-5 5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7T02:31:56.807"/>
    </inkml:context>
    <inkml:brush xml:id="br0">
      <inkml:brushProperty name="width" value="0.1" units="cm"/>
      <inkml:brushProperty name="height" value="0.1" units="cm"/>
      <inkml:brushProperty name="color" value="#EEB3A6"/>
      <inkml:brushProperty name="inkEffects" value="rosegold"/>
      <inkml:brushProperty name="anchorX" value="-16290.18457"/>
      <inkml:brushProperty name="anchorY" value="3907.34229"/>
      <inkml:brushProperty name="scaleFactor" value="0.5"/>
    </inkml:brush>
  </inkml:definitions>
  <inkml:trace contextRef="#ctx0" brushRef="#br0">1 229 24575,'0'0'0,"0"-2"0,8-9 0,5-2 0,0-8 0,1 0 0,1 2 0,1-4 0,-2 3 0,4 3 0,-4-4 0,-1 5 0,-4-1 0,7 3 0,-1 4 0,6 6 0,-19 5 0,1 0 0,-1-1 0,1 1 0,0-1 0,-1 1 0,1 0 0,2 1 0,23 12 0,1 9 0,-5 1 0,0 5 0,-1-4 0,-3-5 0,-1-4 0,-4-5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7T02:32:29.819"/>
    </inkml:context>
    <inkml:brush xml:id="br0">
      <inkml:brushProperty name="width" value="0.1" units="cm"/>
      <inkml:brushProperty name="height" value="0.1" units="cm"/>
      <inkml:brushProperty name="color" value="#EEB3A6"/>
      <inkml:brushProperty name="inkEffects" value="rosegold"/>
      <inkml:brushProperty name="anchorX" value="-25260.61328"/>
      <inkml:brushProperty name="anchorY" value="7750.60449"/>
      <inkml:brushProperty name="scaleFactor" value="0.5"/>
    </inkml:brush>
  </inkml:definitions>
  <inkml:trace contextRef="#ctx0" brushRef="#br0">55 5100 24575,'0'0'0,"-2"0"0,0-4 0,-9-4 0,1-10 0,0 0 0,2-8 0,2 2 0,3-5 0,1 3 0,1-3 0,1 3 0,1-3 0,-1 4 0,0-4 0,1 5 0,-1-5 0,0 5 0,0-4 0,0 3 0,0-7 0,0-2 0,2-7 0,1 2 0,7-2 0,1 6 0,-1 0 0,0 6 0,-3 3 0,-1 5 0,6-2 0,-1 0 0,5-2 0,-3 0 0,-1-6 0,0-3 0,-2 2 0,-3-1 0,-2 3 0,6-1 0,-1 3 0,-1-1 0,2-2 0,-2 3 0,-2-7 0,7-2 0,-2 4 0,-2-7 0,2 0 0,-3 4 0,-2-5 0,7 0 0,-3 5 0,-1-4 0,2 1 0,-2 4 0,7-6 0,-1 2 0,6-1 0,2-5 0,0 4 0,0-3 0,8-6 0,-5-4 0,4-1 0,-2 9 0,4-2 0,-5 3 0,-2 7 0,-2-4 0,2-2 0,-1-2 0,4 4 0,-2 7 0,-6-4 0,2 5 0,0 1 0,4 3 0,-1-6 0,5-2 0,-2-2 0,-1-6 0,-1-8 0,2 6 0,-2-4 0,8-4 0,-6 2 0,10 3 0,-3-3 0,-4 7 0,-7 5 0,6-3 0,-5 6 0,0-1 0,-1-3 0,3 3 0,-5 7 0,-1 3 0,1 3 0,-1-3 0,0-6 0,0 1 0,-4-1 0,1 8 0,0 2 0,-3 2 0,4 1 0,1-8 0,9-9 0,18-18 0,19-22 0,4-7 0,4-1 0,0 1 0,-10 12 0,-8 3 0,-10 5 0,-4 2 0,-8 11 0,-2 6 0,-8 10 0,-7 4 0,-5 10 0,-5 3 0,5 1 0,-2 0 0,2 0 0,4 2 0,-2-4 0,2-2 0,-4-1 0,6-1 0,-4-1 0,-2 1 0,2-4 0,-3 3 0,-3-2 0,2 3 0,-2-3 0,-3 4 0,-2 1 0,-1 6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7T02:32:38.091"/>
    </inkml:context>
    <inkml:brush xml:id="br0">
      <inkml:brushProperty name="width" value="0.1" units="cm"/>
      <inkml:brushProperty name="height" value="0.1" units="cm"/>
      <inkml:brushProperty name="color" value="#EEB3A6"/>
      <inkml:brushProperty name="inkEffects" value="rosegold"/>
      <inkml:brushProperty name="anchorX" value="-28435.99805"/>
      <inkml:brushProperty name="anchorY" value="12215.10547"/>
      <inkml:brushProperty name="scaleFactor" value="0.5"/>
    </inkml:brush>
  </inkml:definitions>
  <inkml:trace contextRef="#ctx0" brushRef="#br0">351 4622 24575,'0'0'0,"0"-1"0,0-15 0,-6 1 0,-5-8 0,0-10 0,2 0 0,1-3 0,3 4 0,-4 7 0,1 0 0,1 3 0,2-3 0,1-1 0,-2-1 0,1 0 0,0 0 0,2-1 0,0 1 0,-4 6 0,0-2 0,0 2 0,2-4 0,-3 5 0,1 2 0,2-2 0,1 0 0,1-2 0,-4-1 0,-1-4 0,2-5 0,-4 5 0,2 4 0,2-3 0,1 4 0,2-2 0,-7 1 0,1 0 0,-6-3 0,1 1 0,3-7 0,-1-1 0,2 0 0,2 0 0,4 3 0,1 0 0,1 2 0,-6-1 0,-1-6 0,1 1 0,1 1 0,3 1 0,1 2 0,1-3 0,1 3 0,1-1 0,1 3 0,-1 0 0,0 1 0,1-1 0,-1 3 0,0-6 0,0-4 0,0 4 0,0 0 0,0-7 0,0 3 0,0 0 0,0 3 0,0 3 0,0 4 0,0 0 0,0 2 0,0-3 0,0 3 0,0-4 0,0 3 0,0-8 0,0-1 0,0-8 0,0 2 0,0-4 0,0-5 0,0 0 0,0 2 0,0-3 0,0 5 0,0 4 0,0 5 0,0 2 0,0 5 0,0 0 0,0-6 0,0 1 0,0-1 0,0 3 0,0-4 0,0-2 0,0 5 0,0-3 0,6-4 0,1 2 0,-1 0 0,0 6 0,-2-1 0,-2 1 0,-1 3 0,4-3 0,0 4 0,-1-3 0,-1 4 0,8-2 0,-1 3 0,-1-3 0,-1 3 0,-1-7 0,-2-1 0,3-4 0,-1 2 0,-1 1 0,2 7 0,-1-5 0,-1 4 0,-2 0 0,7 1 0,-1-2 0,-1 1 0,-1-1 0,1-7 0,-2 1 0,-1 0 0,0 7 0,-1 1 0,-2 2 0,4-2 0,-2 3 0,0-3 0,-1 3 0,-2-4 0,0 3 0,-2-3 0,1 3 0,-2-1 0,1 1 0,0-1 0,8 1 0,1-3 0,-1 0 0,-1-1 0,3-3 0,-3 3 0,0-2 0,-3 5 0,-1-4 0,-2 5 0,-1-4 0,0 4 0,0-2 0,0 4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7T02:32:41.245"/>
    </inkml:context>
    <inkml:brush xml:id="br0">
      <inkml:brushProperty name="width" value="0.1" units="cm"/>
      <inkml:brushProperty name="height" value="0.1" units="cm"/>
      <inkml:brushProperty name="color" value="#EEB3A6"/>
      <inkml:brushProperty name="inkEffects" value="rosegold"/>
      <inkml:brushProperty name="anchorX" value="-27759.60547"/>
      <inkml:brushProperty name="anchorY" value="17471.48242"/>
      <inkml:brushProperty name="scaleFactor" value="0.5"/>
    </inkml:brush>
  </inkml:definitions>
  <inkml:trace contextRef="#ctx0" brushRef="#br0">0 4518 24575,'0'0'0,"8"0"0,4 0 0,7 0 0,-16-3 0,0 2 0,0 0 0,0-1 0,0 1 0,4-4 0,13-14 0,5-5 0,-5-6 0,-5 2 0,-2-4 0,-4 4 0,-3-2 0,5 2 0,-1-1 0,-1 1 0,-3 0 0,-1 2 0,-3-1 0,0 1 0,-2-1 0,0 1 0,4-5 0,8-3 0,1 0 0,-1 1 0,-3 1 0,2 2 0,-2 2 0,-3 0 0,3-6 0,0 0 0,-2 2 0,4-4 0,-3 3 0,8 0 0,-1 2 0,-1 1 0,-3 3 0,-3-1 0,-4 2 0,7 0 0,-1-8 0,-2 0 0,3 0 0,-2 2 0,-2-3 0,2-2 0,-2 1 0,6 2 0,-3-1 0,-1 2 0,2 1 0,-2 3 0,-2 0 0,-3 3 0,3 3 0,5 1 0,0-2 0,-2-9 0,-3 2 0,3-3 0,-3 4 0,-1-2 0,6 2 0,-1 1 0,-1-3 0,0 4 0,-3 1 0,-2 1 0,3 1 0,-2-5 0,7-3 0,0 0 0,-2-5 0,-1 7 0,-2-5 0,-3 0 0,-1 2 0,-2 2 0,-2 2 0,0 5 0,0 2 0,-1-4 0,9-4 0,1 1 0,3-6 0,0-3 0,-3 3 0,-2-4 0,-3 2 0,3-8 0,-2 5 0,0 1 0,-2 6 0,-1 4 0,-1 6 0,0-5 0,-1-1 0,0 1 0,0-6 0,-1-2 0,1 2 0,0 0 0,0 6 0,0-2 0,0 5 0,0-6 0,0-1 0,-6 1 0,-1-2 0,0-2 0,0 4 0,1 1 0,1 3 0,-6-2 0,0 4 0,2-3 0,1 4 0,-1-8 0,-5 6 0,2-1 0,1 2 0,3-5 0,-1-3 0,2 1 0,1 4 0,2 3 0,-4 6 0,0 0 0,1 1 0,-2-4 0,-8 1 0,2-4 0,2-1 0,-3 6 0,2-2 0,4 1 0,-2 5 0,4-2 0,-7 4 0,2 0 0,-1-3 0,4-2 0,-6 4 0,-2-5 0,2 1 0,4-4 0,-3 3 0,2 3 0,0 4 0,2-4 0,3 2 0,-4 2 0,-2 4 0,2-5 0,2 0 0,2-6 0,-3 3 0,2 0 0,-2 5 0,1-4 0,-6 2 0,1 1 0,1 4 0,3-6 0,-5 5 0,-2 2 0,-4 4 0,2-7 0,5 2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7T02:32:48.434"/>
    </inkml:context>
    <inkml:brush xml:id="br0">
      <inkml:brushProperty name="width" value="0.1" units="cm"/>
      <inkml:brushProperty name="height" value="0.1" units="cm"/>
      <inkml:brushProperty name="color" value="#EEB3A6"/>
      <inkml:brushProperty name="inkEffects" value="rosegold"/>
      <inkml:brushProperty name="anchorX" value="-28508.40234"/>
      <inkml:brushProperty name="anchorY" value="21353.89063"/>
      <inkml:brushProperty name="scaleFactor" value="0.5"/>
    </inkml:brush>
  </inkml:definitions>
  <inkml:trace contextRef="#ctx0" brushRef="#br0">44 2837 24575,'0'0'0,"-7"0"0,-3-4 0,1-5 0,2-6 0,2-3 0,2-6 0,1 0 0,1-4 0,3 6 0,5 4 0,0 2 0,-1-1 0,2 2 0,-3 0 0,8 3 0,-1-3 0,0-2 0,7-5 0,-3 0 0,-2-5 0,-4 2 0,3 5 0,-3-4 0,2 4 0,4-4 0,-1-1 0,1-2 0,-3 1 0,3 5 0,-3-1 0,1 5 0,6-4 0,0 3 0,-3-6 0,4 0 0,-4-3 0,5 1 0,0-4 0,6 1 0,8-3 0,-1-2 0,8 1 0,-2-2 0,-6 4 0,-1-1 0,-3 3 0,-1 0 0,-3 6 0,-4 1 0,-1 7 0,-2-2 0,2 4 0,0-1 0,2-3 0,11-1 0,4-7 0,-2-1 0,5-4 0,1 0 0,-6 6 0,1-1 0,-7 3 0,0 4 0,-2-4 0,-1 1 0,-1 4 0,2-7 0,1 4 0,10-4 0,-4-1 0,7-3 0,0-1 0,6-6 0,0-4 0,0 5 0,2 0 0,-7 3 0,-2 1 0,3 2 0,-1 2 0,-3 7 0,-4 5 0,-4-7 0,0 3 0,6-7 0,1-6 0,7 1 0,5-4 0,-4 3 0,-3-1 0,-6 6 0,-11 3 0,-2 5 0,-4 7 0,5 4 0,4-5 0,8 2 0,10-2 0,-4 1 0,5 3 0,-1-7 0,0 3 0,-4 2 0,-3-5 0,4-1 0,3-6 0,-4 3 0,-3-2 0,-5-4 0,-1 0 0,4 4 0,6-3 0,1 5 0,5-4 0,3 4 0,4 4 0,9-10 0,1 4 0,2-2 0,-10 6 0,-4 3 0,1-3 0,-10 4 0,-8 2 0,-5-1 0,-6 3 0,-1 3 0,-3 1 0,1-6 0,-2 1 0,2 1 0,3-2 0,4 2 0,1 2 0,-1 2 0,-1 2 0,-2-7 0,1 1 0,3 0 0,-5 2 0,1 2 0,-2 3 0,3 0 0,4 2 0,-2 0 0,0-2 0,-2 0 0,-1 0 0,-2 1 0,0 0 0,-2 0 0,1 1 0,-1-1 0,0 1 0,0 0 0,1 1 0,-2-1 0,2 0 0,-1 0 0,1 0 0,-1 0 0,1 0 0,-1 0 0,1 0 0,-1 0 0,1 0 0,-1 0 0,1 0 0,-3 0 0,-6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7T02:33:02.664"/>
    </inkml:context>
    <inkml:brush xml:id="br0">
      <inkml:brushProperty name="width" value="0.1" units="cm"/>
      <inkml:brushProperty name="height" value="0.1" units="cm"/>
      <inkml:brushProperty name="color" value="#EEB3A6"/>
      <inkml:brushProperty name="inkEffects" value="rosegold"/>
      <inkml:brushProperty name="anchorX" value="-36105.90234"/>
      <inkml:brushProperty name="anchorY" value="23174.36523"/>
      <inkml:brushProperty name="scaleFactor" value="0.5"/>
    </inkml:brush>
  </inkml:definitions>
  <inkml:trace contextRef="#ctx0" brushRef="#br0">1 2744 24575,'0'0'0,"2"0"0,7 0 0,3 4 0,7 1 0,3-1 0,4 0 0,0-2 0,1 0 0,0-1 0,1-3 0,-1 0 0,-4 0 0,-1 0 0,-1 0 0,1 1 0,9 1 0,0-1 0,2 1 0,-1 0 0,-1 0 0,-2 0 0,-1 1 0,-1-1 0,0 0 0,-1 0 0,1 0 0,-3 0 0,2 0 0,-2 0 0,3 0 0,1 0 0,5 0 0,2 0 0,1 0 0,-2 0 0,3 0 0,2 0 0,-5 0 0,5 0 0,-2 0 0,-1 0 0,-3 0 0,-2 0 0,-2 0 0,-2 0 0,0 0 0,3 0 0,-3 0 0,2 0 0,-3 0 0,7 0 0,1 0 0,-1 0 0,4 0 0,1 0 0,7 0 0,-5 0 0,0 0 0,-7 0 0,1 0 0,-6 0 0,5 0 0,7-9 0,3 1 0,6-5 0,5 1 0,4-8 0,-1 2 0,-9 3 0,-3 4 0,-10 1 0,-2 4 0,-6 2 0,1-7 0,-4 1 0,3 2 0,7-3 0,4 2 0,8-7 0,5-2 0,2-6 0,-1-2 0,-2-5 0,-9 5 0,-6 3 0,-6-2 0,-2 6 0,-3 0 0,1-2 0,9 0 0,0-5 0,8 0 0,2-4 0,-5 1 0,0-2 0,-1 3 0,5-4 0,6 3 0,-4-3 0,4-9 0,5-2 0,0 1 0,3 1 0,-9 3 0,1 3 0,-6 5 0,0-4 0,-5-2 0,3 7 0,1 2 0,-3-1 0,-1 2 0,-3-4 0,4 2 0,1-3 0,-6 3 0,-3-3 0,8-1 0,-5 0 0,2 1 0,-5 1 0,0 7 0,-1-2 0,-1 2 0,9-8 0,2-9 0,-1-3 0,-30 29 0,14-22 0,9-11 0,-23 38 0,-1 0 0,11-11 0,15-15 0,3-4 0,-5 3 0,0 1 0,3-7 0,-3 1 0,-3 2 0,1-4 0,-3 8 0,2 3 0,-3 3 0,2 1 0,0-2 0,-6 2 0,0-1 0,0 1 0,-5 0 0,3 1 0,1-2 0,3 1 0,0-4 0,-4 5 0,3 5 0,-4-2 0,-2 1 0,3-1 0,5-9 0,2 0 0,-5-1 0,-3 3 0,0-3 0,-6 7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7T02:33:25.176"/>
    </inkml:context>
    <inkml:brush xml:id="br0">
      <inkml:brushProperty name="width" value="0.1" units="cm"/>
      <inkml:brushProperty name="height" value="0.1" units="cm"/>
      <inkml:brushProperty name="color" value="#EEB3A6"/>
      <inkml:brushProperty name="inkEffects" value="rosegold"/>
      <inkml:brushProperty name="anchorX" value="-42048.05469"/>
      <inkml:brushProperty name="anchorY" value="25283.30078"/>
      <inkml:brushProperty name="scaleFactor" value="0.5"/>
    </inkml:brush>
  </inkml:definitions>
  <inkml:trace contextRef="#ctx0" brushRef="#br0">0 0 24575,'0'0'0,"2"1"0,3 2 0,1 1 0,1 3 0,3 0 0,-1 3 0,1-1 0,0-2 0,-1-1 0,-1 0 0,-1-2 0,-2 1 0,0-2 0,0 2 0,2-1 0,-1 1 0,0-2 0,1-1 0,-2 2 0,1 0 0,0 0 0,0 0 0,-1 1 0,1-1 0,-3 0 0,-1 2 0,-1 1 0,-5 0 0,1 1 0,-2 2 0,-2 1 0,0 0 0,1 1 0,-2 1 0,1-2 0,-2 0 0,2 0 0,1-3 0,-1 0 0,1 0 0,0-2 0,2 0 0,1 1 0,-1-1 0,1 1 0,0 1 0,2-2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7T02:33:26.271"/>
    </inkml:context>
    <inkml:brush xml:id="br0">
      <inkml:brushProperty name="width" value="0.1" units="cm"/>
      <inkml:brushProperty name="height" value="0.1" units="cm"/>
      <inkml:brushProperty name="color" value="#EEB3A6"/>
      <inkml:brushProperty name="inkEffects" value="rosegold"/>
      <inkml:brushProperty name="anchorX" value="-42740.40234"/>
      <inkml:brushProperty name="anchorY" value="24340.67969"/>
      <inkml:brushProperty name="scaleFactor" value="0.5"/>
    </inkml:brush>
  </inkml:definitions>
  <inkml:trace contextRef="#ctx0" brushRef="#br0">1 49 24575,'0'0'0,"0"0"0,6 0 0,9-1 0,9-1 0,9-4 0,5-2 0,0 1 0,-3-1 0,-5 0 0,-7 1 0,-8 5 0,-15 2 0,0 0 0,1 0 0,-1 0 0,0 0 0,0 0 0,1 0 0,-1 0 0,0 1 0,0-1 0,1 0 0,-1 0 0,0 0 0,0 0 0,1 0 0,-1 0 0,0 0 0,0 0 0,0 1 0,1-1 0,-1 0 0,0 0 0,0 0 0,0 0 0,1 1 0,-1-1 0,0 0 0,0 1 0,0 5 0,-3 3 0,-1 3 0,-2 2 0,-1 3 0,2-1 0,0-1 0,2 1 0,0-3 0,1-1 0,1 0 0,1-1 0,0-3 0,1-2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7T02:33:27.138"/>
    </inkml:context>
    <inkml:brush xml:id="br0">
      <inkml:brushProperty name="width" value="0.1" units="cm"/>
      <inkml:brushProperty name="height" value="0.1" units="cm"/>
      <inkml:brushProperty name="color" value="#EEB3A6"/>
      <inkml:brushProperty name="inkEffects" value="rosegold"/>
      <inkml:brushProperty name="anchorX" value="-43600.83984"/>
      <inkml:brushProperty name="anchorY" value="23583.8125"/>
      <inkml:brushProperty name="scaleFactor" value="0.5"/>
    </inkml:brush>
  </inkml:definitions>
  <inkml:trace contextRef="#ctx0" brushRef="#br0">14 223 24575,'0'0'0,"-3"-2"0,0-4 0,1-1 0,-1-2 0,2 0 0,0-1 0,2-2 0,1 2 0,0-2 0,0 2 0,0-1 0,3-3 0,0 0 0,-1 2 0,0 0 0,-2 1 0,0 0 0,-1 0 0,3 0 0,0 1 0,3 1 0,-1 3 0,3 3 0,-1 3 0,2 4 0,2 3 0,0 1 0,0 1 0,-1-2 0,-2 2 0,-2-3 0,1 0 0,-1 1 0,2-2 0,0-1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7T02:33:28.387"/>
    </inkml:context>
    <inkml:brush xml:id="br0">
      <inkml:brushProperty name="width" value="0.1" units="cm"/>
      <inkml:brushProperty name="height" value="0.1" units="cm"/>
      <inkml:brushProperty name="color" value="#EEB3A6"/>
      <inkml:brushProperty name="inkEffects" value="rosegold"/>
      <inkml:brushProperty name="anchorX" value="-44398.92578"/>
      <inkml:brushProperty name="anchorY" value="23098.43164"/>
      <inkml:brushProperty name="scaleFactor" value="0.5"/>
    </inkml:brush>
  </inkml:definitions>
  <inkml:trace contextRef="#ctx0" brushRef="#br0">290 33 24575,'0'0'0,"-2"0"0,-2 0 0,-2 0 0,0 0 0,-2 0 0,0 0 0,-1 0 0,1 0 0,-1 0 0,1 0 0,-1 0 0,-2 0 0,0 0 0,-1 0 0,0 0 0,-2 0 0,-2-3 0,1 0 0,2 1 0,2-1 0,1 0 0,2 2 0,0 0 0,-3-3 0,1 0 0,-1 1 0,1 0 0,1 1 0,1 1 0,2 6 0,3 6 0,1 6 0,1 5 0,1-2 0,0 1 0,1-4 0,-1-3 0,2-4 0,0-1 0,4-2 0,1 0 0,1 4 0,0-1 0,2 2 0,-1 0 0,1 3 0,-1 2 0,2-2 0,-2 1 0,1 0 0,-1-1 0,-2-1 0,-2-1 0,1-1 0,-1-1 0,-1-2 0,0 0 0,1 0 0,0 0 0,-1-2 0,0-2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7T02:33:29.634"/>
    </inkml:context>
    <inkml:brush xml:id="br0">
      <inkml:brushProperty name="width" value="0.1" units="cm"/>
      <inkml:brushProperty name="height" value="0.1" units="cm"/>
      <inkml:brushProperty name="color" value="#EEB3A6"/>
      <inkml:brushProperty name="inkEffects" value="rosegold"/>
      <inkml:brushProperty name="anchorX" value="-43634.14063"/>
      <inkml:brushProperty name="anchorY" value="23368.69336"/>
      <inkml:brushProperty name="scaleFactor" value="0.5"/>
    </inkml:brush>
  </inkml:definitions>
  <inkml:trace contextRef="#ctx0" brushRef="#br0">0 5 24575,'0'0'0,"2"0"0,2 0 0,1 2 0,1 1 0,2 0 0,0-1 0,1-1 0,2 1 0,0-2 0,1 0 0,2-1 0,1 0 0,-1 1 0,-1-4 0,-1 1 0,2 0 0,-3 1 0,1 0 0,-2 1 0,-1 1 0,-1 2 0,-2 4 0,-1 4 0,1 6 0,-1 4 0,0 4 0,1 2 0,-1 2 0,1 0 0,-1-4 0,0-1 0,-2-5 0,0-5 0,0-5 0,0-1 0,0-2 0,1 2 0,1 0 0,0-1 0,-1 0 0,-1-2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7T03:36:21.191"/>
    </inkml:context>
    <inkml:brush xml:id="br0">
      <inkml:brushProperty name="width" value="0.1" units="cm"/>
      <inkml:brushProperty name="height" value="0.1" units="cm"/>
      <inkml:brushProperty name="color" value="#EEB3A6"/>
      <inkml:brushProperty name="inkEffects" value="rosegold"/>
      <inkml:brushProperty name="anchorX" value="0"/>
      <inkml:brushProperty name="anchorY" value="0"/>
      <inkml:brushProperty name="scaleFactor" value="0.5"/>
    </inkml:brush>
  </inkml:definitions>
  <inkml:trace contextRef="#ctx0" brushRef="#br0">233 120 24575,'0'0'0,"0"3"0,0 44 0,4 8 0,1 2 0,-1-1 0,0-8 0,-2-6 0,4-7 0,-1-4 0,0-4 0,-1-2 0,-2-5 0,0-1 0,-2 2 0,0 4 0,-2-3 0,-1-24 0,3 3 0,-1 0 0,0 0 0,0-1 0,1 1 0,-1-1 0,0 1 0,0 0 0,0-1 0,0 0 0,0 1 0,0-1 0,0 0 0,1 1 0,-1-1 0,0 0 0,0 0 0,0 0 0,-2 0 0,0 2 0,0-2 0,-1 1 0,0-1 0,0 0 0,-4-1 0,5 0 0,-1 0 0,1 0 0,-1 0 0,0-1 0,-4-2 0,-20-7 0,1-3 0,-1 3 0,6-7 0,5-1 0,6-4 0,1-1 0,3-3 0,2 1 0,2-1 0,-7 0 0,0-3 0,2-4 0,1 0 0,2-1 0,2-1 0,8 3 0,1-1 0,5 4 0,-1-2 0,5 8 0,-2 3 0,2 7 0,-3-3 0,4 3 0,-3 1 0,1 4 0,4 2 0,1 3 0,4 2 0,1 2 0,2 0 0,0 0 0,4 3 0,-4 0 0,-4 5 0,1 1 0,-2 3 0,-5 5 0,4-2 0,-5 2 0,-2 3 0,4 16 0,-3 1 0,-3 3 0,-3-5 0,-3 0 0,-2-3 0,-4-27 0,0-1 0,0 1 0,0 0 0,-2 6 0,-10 17 0,-7 4 0,1 3 0,-1 7 0,4-2 0,-4-7 0,1-9 0,16-21 0,0-1 0,0 0 0,0 0 0,0 0 0,-6 3 0,-13 4 0,4-5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7T02:31:51.996"/>
    </inkml:context>
    <inkml:brush xml:id="br0">
      <inkml:brushProperty name="width" value="0.1" units="cm"/>
      <inkml:brushProperty name="height" value="0.1" units="cm"/>
      <inkml:brushProperty name="color" value="#EEB3A6"/>
      <inkml:brushProperty name="inkEffects" value="rosegold"/>
      <inkml:brushProperty name="anchorX" value="-14133.39844"/>
      <inkml:brushProperty name="anchorY" value="5637.24023"/>
      <inkml:brushProperty name="scaleFactor" value="0.5"/>
    </inkml:brush>
  </inkml:definitions>
  <inkml:trace contextRef="#ctx0" brushRef="#br0">0 164 24575,'0'0'0,"8"0"0,4 0 0,7-10 0,12-1 0,6-4 0,5-7 0,6-2 0,-2-5 0,-3 4 0,-14 5 0,-10 12 0,-17 10 0,-1-2 0,0 0 0,0 0 0,0 0 0,-1 1 0,1-1 0,0 0 0,0 1 0,0-1 0,-1 0 0,1 1 0,0-1 0,-1 1 0,1 0 0,0-1 0,-1 1 0,1-1 0,-1 1 0,2 1 0,-1 1 0,1 0 0,0 0 0,-1 1 0,0-1 0,1 0 0,0 6 0,7 25 0,-3 4 0,-2 7 0,6-6 0,0-5 0,-2-2 0,-1-4 0,4-7 0,-1-7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7T02:31:54.653"/>
    </inkml:context>
    <inkml:brush xml:id="br0">
      <inkml:brushProperty name="width" value="0.1" units="cm"/>
      <inkml:brushProperty name="height" value="0.1" units="cm"/>
      <inkml:brushProperty name="color" value="#EEB3A6"/>
      <inkml:brushProperty name="inkEffects" value="rosegold"/>
      <inkml:brushProperty name="anchorX" value="-15204.5459"/>
      <inkml:brushProperty name="anchorY" value="4842.25684"/>
      <inkml:brushProperty name="scaleFactor" value="0.5"/>
    </inkml:brush>
  </inkml:definitions>
  <inkml:trace contextRef="#ctx0" brushRef="#br0">1 0 24575,'0'0'0,"2"0"0,7 0 0,3 0 0,7 0 0,3 0 0,4 0 0,0 0 0,1 0 0,0 0 0,1 0 0,8 0 0,-2 2 0,5 0 0,2 1 0,-5-2 0,0 1 0,-6-1 0,2-1 0,-14 0 0,-9 0 0,-15-2 0,-3 2 0,-3 6 0,2 5 0,2 7 0,2 3 0,3 4 0,1 0 0,2 3 0,0-1 0,0 1 0,1-1 0,-1 1 0,-1-2 0,-1-5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7T03:36:30.865"/>
    </inkml:context>
    <inkml:brush xml:id="br0">
      <inkml:brushProperty name="width" value="0.1" units="cm"/>
      <inkml:brushProperty name="height" value="0.1" units="cm"/>
      <inkml:brushProperty name="color" value="#EEB3A6"/>
      <inkml:brushProperty name="inkEffects" value="rosegold"/>
      <inkml:brushProperty name="anchorX" value="-2553.302"/>
      <inkml:brushProperty name="anchorY" value="-2453.35718"/>
      <inkml:brushProperty name="scaleFactor" value="0.5"/>
    </inkml:brush>
  </inkml:definitions>
  <inkml:trace contextRef="#ctx0" brushRef="#br0">0 187 24575,'0'0'0,"0"-7"0,7-10 0,5-2 0,3-7 0,-1-1 0,6-5 0,2 5 0,-1 10 0,1 7 0,-2 6 0,-5 4 0,1 2 0,-4 7 0,-3 0 0,-4 6 0,0-1 0,-3 4 0,0 0 0,-1 1 0,-1-2 0,0 1 0,-1-2 0,0 4 0,-9 4 0,1 0 0,-1 0 0,3 0 0,-4-2 0,0 0 0,-5-2 0,0 0 0,3-2 0,-2-4 0,1 1 0,-1-3 0,0-4 0,-1-2 0,6-3 0,5-1 0,8-2 0,10 0 0,9-5 0,2 1 0,2-1 0,0 1 0,-1 2 0,-5 0 0,0 1 0,-4 1 0,2-3 0,-3 0 0,-4 1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7T03:36:33.351"/>
    </inkml:context>
    <inkml:brush xml:id="br0">
      <inkml:brushProperty name="width" value="0.1" units="cm"/>
      <inkml:brushProperty name="height" value="0.1" units="cm"/>
      <inkml:brushProperty name="color" value="#EEB3A6"/>
      <inkml:brushProperty name="inkEffects" value="rosegold"/>
      <inkml:brushProperty name="anchorX" value="-3452.34497"/>
      <inkml:brushProperty name="anchorY" value="-3304.60449"/>
      <inkml:brushProperty name="scaleFactor" value="0.5"/>
    </inkml:brush>
  </inkml:definitions>
  <inkml:trace contextRef="#ctx0" brushRef="#br0">689 246 24575,'0'0'0,"-2"0"0,-1-5 0,-4 0 0,-2-9 0,-5-1 0,-6-4 0,1-1 0,1 4 0,3-3 0,-1 4 0,3-2 0,3 3 0,-3-3 0,1 3 0,1 1 0,-1 3 0,0 4 0,-2-3 0,0 3 0,-2 1 0,0 2 0,-1 1 0,-4 1 0,-1 0 0,1 4 0,0 0 0,2 3 0,1-1 0,-2 5 0,5 0 0,0 4 0,0-1 0,0 0 0,0 1 0,-2 0 0,0-2 0,-1 2 0,1 0 0,-1 4 0,4 5 0,3 3 0,-1 0 0,3-2 0,1 3 0,3-2 0,3-2 0,-2 3 0,0-2 0,2-1 0,0-2 0,1-1 0,-5 0 0,0-1 0,1 2 0,1 2 0,0-2 0,3 0 0,-1 4 0,2-3 0,0 1 0,3-5 0,3-5 0,-1-2 0,4 0 0,2-2 0,2-2 0,-1-1 0,0-1 0,-2 3 0,2-1 0,-1-1 0,4 1 0,-1-1 0,2-2 0,-1-1 0,3-1 0,-2-1 0,1-1 0,2 0 0,-1 0 0,0 0 0,-1-1 0,1 1 0,-2 0 0,1-1 0,0-1 0,-1-4 0,1-1 0,-5 0 0,2 0 0,-4-3 0,0 1 0,1-1 0,2-3 0,2 0 0,1-3 0,0 2 0,-1-2 0,1 0 0,0-1 0,-3 1 0,2-3 0,-4 3 0,1-2 0,-3 1 0,-3 0 0,-2 1 0,-2-2 0,0 4 0,0-1 0,-1 1 0,-1-1 0,1 0 0,-1-1 0,0 0 0,0 0 0,0-1 0,0 1 0,0-1 0,-3 4 0,0 0 0,1-13 0,-1-4 0,2 3 0,0-2 0,0 7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7T03:36:35.740"/>
    </inkml:context>
    <inkml:brush xml:id="br0">
      <inkml:brushProperty name="width" value="0.1" units="cm"/>
      <inkml:brushProperty name="height" value="0.1" units="cm"/>
      <inkml:brushProperty name="color" value="#EEB3A6"/>
      <inkml:brushProperty name="inkEffects" value="rosegold"/>
      <inkml:brushProperty name="anchorX" value="-2744.29639"/>
      <inkml:brushProperty name="anchorY" value="-2560.47241"/>
      <inkml:brushProperty name="scaleFactor" value="0.5"/>
    </inkml:brush>
  </inkml:definitions>
  <inkml:trace contextRef="#ctx0" brushRef="#br0">125 0 24575,'0'0'0,"5"0"0,4 0 0,3 0 0,2 0 0,2 0 0,-1 0 0,3 0 0,-4 3 0,-2-1 0,-3 4 0,-3 3 0,3-1 0,1 2 0,-2 2 0,-1 1 0,-2 2 0,-2 3 0,-2 2 0,0-1 0,-1-1 0,0 0 0,-2-4 0,-4-1 0,-2 2 0,-5-3 0,-2-1 0,-3-3 0,1-3 0,3 3 0,-1-1 0,1-1 0,0-2 0,-1-1 0,-1-2 0,7 0 0,5-1 0,8 0 0,3 0 0,5-1 0,3 1 0,-3 1 0,3 1 0,-4 4 0,0 1 0,-3 0 0,-2 2 0,-2 0 0,-2 4 0,4 0 0,-1 3 0,1 0 0,-2 1 0,0-3 0,-1 0 0,-1 0 0,-1-1 0,-8 11 0,-6 4 0,0-1 0,-2-2 0,-1-6 0,2-4 0,1-5 0,0-4 0,-6-4 0,0-1 0,-1-1 0,0-1 0,1 0 0,1 0 0,4-5 0,3 0 0,3-1 0,3 2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7T03:36:38.588"/>
    </inkml:context>
    <inkml:brush xml:id="br0">
      <inkml:brushProperty name="width" value="0.1" units="cm"/>
      <inkml:brushProperty name="height" value="0.1" units="cm"/>
      <inkml:brushProperty name="color" value="#EEB3A6"/>
      <inkml:brushProperty name="inkEffects" value="rosegold"/>
      <inkml:brushProperty name="anchorX" value="-1984.21069"/>
      <inkml:brushProperty name="anchorY" value="-2503.96899"/>
      <inkml:brushProperty name="scaleFactor" value="0.5"/>
    </inkml:brush>
  </inkml:definitions>
  <inkml:trace contextRef="#ctx0" brushRef="#br0">517 13 24575,'0'0'0,"-5"0"0,-8 0 0,-1 0 0,-4 0 0,2 0 0,-3 0 0,2 0 0,-2 0 0,2 3 0,-1 2 0,1 1 0,-1 4 0,2 2 0,-1-1 0,0 2 0,-1 4 0,1-2 0,2-2 0,0 2 0,1-3 0,3-1 0,-1 5 0,-1 2 0,2 0 0,2 2 0,-1-2 0,3 1 0,-4 2 0,2-3 0,-1 5 0,2-1 0,-3 6 0,1-3 0,0 3 0,-4 0 0,3-3 0,1-1 0,3-5 0,3 1 0,0-5 0,2 0 0,1-1 0,0 0 0,0 1 0,1 1 0,1-1 0,-1 2 0,0-1 0,0 0 0,0 1 0,0 0 0,0-1 0,0 1 0,0-1 0,0 1 0,6-3 0,-1-1 0,0 0 0,1-2 0,-1-1 0,3-1 0,0 0 0,-1 2 0,-1-2 0,-1 1 0,4-1 0,-2 1 0,2-3 0,3-1 0,0-1 0,3 1 0,0-1 0,2-1 0,-3 4 0,-1-1 0,1 0 0,2-2 0,-1-2 0,-3 0 0,0-1 0,1 0 0,-1-1 0,3-1 0,-1 1 0,2-1 0,0 5 0,2 0 0,-1 0 0,1-3 0,1-1 0,6-6 0,-3 0 0,2 0 0,-3-4 0,0 2 0,-2 1 0,-1-1 0,0 1 0,-5-2 0,-3-2 0,-1-3 0,-1-1 0,0 0 0,-2 1 0,4-3 0,-2 1 0,1 3 0,3-2 0,-2 1 0,-2-1 0,4-1 0,-3-2 0,-1 1 0,-3-4 0,-2-2 0,-1 1 0,-1 1 0,0 1 0,0 0 0,5 2 0,1-2 0,-2 3 0,0-2 0,-1 2 0,-2-2 0,-1 3 0,-1 0 0,0 2 0,0-2 0,0 2 0,-1-3 0,1 2 0,0-3 0,0 1 0,0-1 0,0 1 0,0-1 0,-4 0 0,0-1 0,0 1 0,1 0 0,-1 0 0,1 0 0,1-2 0,-5 1 0,1-1 0,0 1 0,1 0 0,-1 4 0,2 1 0,0-3 0,2-3 0,0 1 0,-3 4 0,1-4 0,-3 3 0,1-2 0,1 3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7T03:36:40.159"/>
    </inkml:context>
    <inkml:brush xml:id="br0">
      <inkml:brushProperty name="width" value="0.1" units="cm"/>
      <inkml:brushProperty name="height" value="0.1" units="cm"/>
      <inkml:brushProperty name="color" value="#EEB3A6"/>
      <inkml:brushProperty name="inkEffects" value="rosegold"/>
      <inkml:brushProperty name="anchorX" value="-2771.30249"/>
      <inkml:brushProperty name="anchorY" value="-3127.26929"/>
      <inkml:brushProperty name="scaleFactor" value="0.5"/>
    </inkml:brush>
  </inkml:definitions>
  <inkml:trace contextRef="#ctx0" brushRef="#br0">4 1 24575,'0'0'0,"0"3"0,0 10 0,0 7 0,0 8 0,0 4 0,0-2 0,0 2 0,0 1 0,0-1 0,0-4 0,0-2 0,0-4 0,0-3 0,0-1 0,-1-1 0,0-1 0,-1-4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7T03:36:43.025"/>
    </inkml:context>
    <inkml:brush xml:id="br0">
      <inkml:brushProperty name="width" value="0.1" units="cm"/>
      <inkml:brushProperty name="height" value="0.1" units="cm"/>
      <inkml:brushProperty name="color" value="#EEB3A6"/>
      <inkml:brushProperty name="inkEffects" value="rosegold"/>
      <inkml:brushProperty name="anchorX" value="-2132.26685"/>
      <inkml:brushProperty name="anchorY" value="-2873.35596"/>
      <inkml:brushProperty name="scaleFactor" value="0.5"/>
    </inkml:brush>
  </inkml:definitions>
  <inkml:trace contextRef="#ctx0" brushRef="#br0">2 143 24575,'0'0'0,"0"-3"0,0-4 0,0-2 0,2-5 0,4-1 0,3-2 0,5-4 0,0 3 0,0 3 0,1 4 0,0 4 0,1 3 0,0 2 0,1 2 0,-4 6 0,0 0 0,-3 3 0,0-1 0,-1 2 0,-1-1 0,-1 1 0,-2 1 0,-1 2 0,-2 1 0,-2 1 0,1 2 0,-2 1 0,0 0 0,-1 1 0,0 4 0,1-2 0,-4 2 0,0-3 0,-2 0 0,1-3 0,-4 1 0,-1-3 0,2-2 0,-3-3 0,0-3 0,-3-4 0,1-2 0,-3-2 0,2 0 0,-3-1 0,2 1 0,-1 0 0,1 1 0,9 0 0,5-1 0,8 1 0,4 0 0,2 0 0,1 0 0,0 1 0,2-1 0,-1 0 0,2 0 0,0 0 0,1 0 0,-1 0 0,1 0 0,-1 0 0,1-3 0,0 0 0,0 1 0,-1-1 0,1 2 0,-1 0 0,0 0 0,-3 1 0,0 0 0,1 0 0,-1 0 0,2 0 0,0 0 0,-2-4 0,-4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7T03:36:45.842"/>
    </inkml:context>
    <inkml:brush xml:id="br0">
      <inkml:brushProperty name="width" value="0.1" units="cm"/>
      <inkml:brushProperty name="height" value="0.1" units="cm"/>
      <inkml:brushProperty name="color" value="#EEB3A6"/>
      <inkml:brushProperty name="inkEffects" value="rosegold"/>
      <inkml:brushProperty name="anchorX" value="-3168.51831"/>
      <inkml:brushProperty name="anchorY" value="-3711.96265"/>
      <inkml:brushProperty name="scaleFactor" value="0.5"/>
    </inkml:brush>
  </inkml:definitions>
  <inkml:trace contextRef="#ctx0" brushRef="#br0">498 737 24575,'0'0'0,"-4"3"0,-3 1 0,-4 3 0,-2 2 0,-3 3 0,0-1 0,-3-2 0,4 0 0,2-2 0,-2-2 0,2-2 0,-3-1 0,2-2 0,-3 1 0,4-3 0,0 0 0,1 1 0,2-5 0,0 1 0,-2 0 0,2-1 0,0 1 0,2-4 0,-3 2 0,0-1 0,-3 1 0,2-3 0,1 2 0,2-1 0,-2 2 0,0-4 0,-3 0 0,-1-5 0,0 1 0,3-3 0,2 3 0,3 2 0,2-1 0,-3 2 0,1 2 0,2-3 0,1 1 0,-2-3 0,2 2 0,1-4 0,0 2 0,2-3 0,0 2 0,1-4 0,0-1 0,0 0 0,0 3 0,0 2 0,0 0 0,2-4 0,-1 0 0,6-2 0,-1 3 0,3-4 0,4-1 0,-1 2 0,2 0 0,0 4 0,-2 4 0,-1-3 0,1-3 0,0 3 0,4 0 0,-1 1 0,3-2 0,-2 4 0,-4 1 0,3 4 0,-3 4 0,1 1 0,-1 3 0,2 2 0,0 4 0,3 4 0,-1 0 0,2 3 0,-1 2 0,1-2 0,-1 1 0,2 0 0,-3 3 0,-3-1 0,1-3 0,-2 5 0,-3 5 0,-1 7 0,-1 0 0,2 4 0,-1-2 0,-1-1 0,1 0 0,-3-2 0,-2-3 0,-2-2 0,0 2 0,-1-2 0,0 2 0,-1 0 0,1-3 0,0 0 0,-1-3 0,1-1 0,0-2 0,0 0 0,0 0 0,0 0 0,0 0 0,0-1 0,0-3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7T03:36:49.450"/>
    </inkml:context>
    <inkml:brush xml:id="br0">
      <inkml:brushProperty name="width" value="0.1" units="cm"/>
      <inkml:brushProperty name="height" value="0.1" units="cm"/>
      <inkml:brushProperty name="color" value="#EEB3A6"/>
      <inkml:brushProperty name="inkEffects" value="rosegold"/>
      <inkml:brushProperty name="anchorX" value="-3829.95923"/>
      <inkml:brushProperty name="anchorY" value="-4324.31396"/>
      <inkml:brushProperty name="scaleFactor" value="0.5"/>
    </inkml:brush>
  </inkml:definitions>
  <inkml:trace contextRef="#ctx0" brushRef="#br0">127 260 24575,'0'0'0,"-1"0"0,-4 1 0,-3 6 0,-6 1 0,2 2 0,2 2 0,0-1 0,4 1 0,-4-3 0,2 1 0,-1 2 0,2 1 0,1 1 0,3 1 0,2 1 0,2 0 0,-5 1 0,1 0 0,0 0 0,0-1 0,1 1 0,1 0 0,0 0 0,1-1 0,0 1 0,0-1 0,0 1 0,0 2 0,0-2 0,1 1 0,3-2 0,1-4 0,0 3 0,5-4 0,-1-1 0,-1 3 0,-2-2 0,0-1 0,-1 2 0,3 1 0,-1 2 0,1-3 0,-1 1 0,2-4 0,-1 2 0,6-3 0,-2 1 0,2 0 0,-3 0 0,4-1 0,-3 0 0,3-1 0,0 2 0,1-2 0,1-1 0,-4 1 0,0-2 0,1-1 0,0-1 0,3-1 0,-1-1 0,2-1 0,-2 0 0,2 0 0,-2-1 0,2 1 0,5 0 0,-3 0 0,2-2 0,-2 1 0,0 0 0,-3-1 0,-2-2 0,0-1 0,0 1 0,-1 0 0,2-3 0,-1 0 0,1-2 0,0-3 0,2 0 0,5-4 0,0-1 0,-2 3 0,-3-2 0,1 2 0,-2-3 0,-3 1 0,3-5 0,-2-1 0,0 4 0,-3-2 0,0 4 0,-3-1 0,-5 0 0,-1-1 0,-3 1 0,0 0 0,-1 0 0,0 0 0,0 1 0,1-1 0,-1 1 0,1-1 0,0-4 0,-1 0 0,-1-1 0,-4-3 0,-1-2 0,-2 4 0,2-1 0,-5 4 0,0 0 0,1 1 0,-2 0 0,1 3 0,-4-2 0,2 2 0,4-1 0,1 3 0,3 1 0,-3 5 0,-7 2 0,0-2 0,2-2 0,-2 2 0,3 0 0,2 1 0,3 0 0,-3 2 0,1 1 0,2-3 0,-3 1 0,-1 1 0,-3-1 0,0 1 0,-1 1 0,-6 1 0,4-4 0,0 1 0,0 0 0,-1-1 0,2 1 0,-1 2 0,2 1 0,-2 1 0,2 1 0,-2 2 0,3 0 0,-3 6 0,2 0 0,-2-1 0,4 1 0,1 3 0,-1-1 0,3 0 0,0 6 0,-2 6 0,-1 7 0,-7 6 0,2 0 0,-5 3 0,5-5 0,3-7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7T03:36:51.297"/>
    </inkml:context>
    <inkml:brush xml:id="br0">
      <inkml:brushProperty name="width" value="0.1" units="cm"/>
      <inkml:brushProperty name="height" value="0.1" units="cm"/>
      <inkml:brushProperty name="color" value="#EEB3A6"/>
      <inkml:brushProperty name="inkEffects" value="rosegold"/>
      <inkml:brushProperty name="anchorX" value="-3166.74951"/>
      <inkml:brushProperty name="anchorY" value="-3713.86987"/>
      <inkml:brushProperty name="scaleFactor" value="0.5"/>
    </inkml:brush>
  </inkml:definitions>
  <inkml:trace contextRef="#ctx0" brushRef="#br0">55 0 24575,'0'0'0,"1"0"0,1 6 0,-1 7 0,0 2 0,0 4 0,0-1 0,-1 0 0,0-3 0,0 3 0,0 0 0,-4 3 0,0 3 0,-3-4 0,1-3 0,1 1 0,-4-4 0,1 3 0,1-1 0,2 1 0,2-1 0,1 1 0,1-1 0,1 1 0,0-3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7T03:36:53.173"/>
    </inkml:context>
    <inkml:brush xml:id="br0">
      <inkml:brushProperty name="width" value="0.1" units="cm"/>
      <inkml:brushProperty name="height" value="0.1" units="cm"/>
      <inkml:brushProperty name="color" value="#EEB3A6"/>
      <inkml:brushProperty name="inkEffects" value="rosegold"/>
      <inkml:brushProperty name="anchorX" value="-2477.42627"/>
      <inkml:brushProperty name="anchorY" value="-3462.26416"/>
      <inkml:brushProperty name="scaleFactor" value="0.5"/>
    </inkml:brush>
  </inkml:definitions>
  <inkml:trace contextRef="#ctx0" brushRef="#br0">74 657 24575,'0'0'0,"0"-4"0,-3-6 0,-5-2 0,0-7 0,0-4 0,1 2 0,1 3 0,2 0 0,2 2 0,1-1 0,0 2 0,1 0 0,-5 0 0,0-3 0,0 2 0,1-2 0,1 1 0,1-1 0,1 1 0,0 0 0,1-4 0,7-6 0,0 1 0,5 0 0,7-1 0,2 4 0,1 1 0,-2 3 0,1 0 0,-2 4 0,0 2 0,-2-2 0,2 3 0,-2 1 0,1-2 0,-1 2 0,0 0 0,-1 3 0,1 1 0,-1 3 0,1 2 0,-1 2 0,1 2 0,-3 2 0,-2 0 0,2 4 0,-3 2 0,-1 3 0,4-2 0,-3 1 0,-2 4 0,-1-2 0,-3 3 0,-1-2 0,-2 2 0,-1-2 0,4-3 0,0 2 0,0 5 0,2 3 0,-1-1 0,-2 1 0,-2-3 0,-1 1 0,-2 3 0,1 5 0,-1-3 0,0 1 0,-2 2 0,0 3 0,0-3 0,-5-4 0,1-4 0,1-3 0,0 2 0,1-3 0,-4 0 0,1-1 0,-2-3 0,-2 0 0,2 0 0,0-3 0,0 4 0,-3-2 0,0-1 0,-4-1 0,2-1 0,-2-3 0,0 1 0,0-1 0,1-2 0,-1 0 0,1-2 0,-1 0 0,1-1 0,-1 0 0,1-1 0,0 1 0,3-1 0,-3-1 0,3-3 0,2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7T03:37:00.628"/>
    </inkml:context>
    <inkml:brush xml:id="br0">
      <inkml:brushProperty name="width" value="0.1" units="cm"/>
      <inkml:brushProperty name="height" value="0.1" units="cm"/>
      <inkml:brushProperty name="color" value="#EEB3A6"/>
      <inkml:brushProperty name="inkEffects" value="rosegold"/>
      <inkml:brushProperty name="anchorX" value="-3137.56128"/>
      <inkml:brushProperty name="anchorY" value="-4414.36963"/>
      <inkml:brushProperty name="scaleFactor" value="0.5"/>
    </inkml:brush>
  </inkml:definitions>
  <inkml:trace contextRef="#ctx0" brushRef="#br0">1 0 24575,'0'0'0,"3"0"0,2 1 0,0 7 0,0 6 0,-1 0 0,-2 5 0,0-2 0,-1 2 0,-1-2 0,5 2 0,1-3 0,-1 2 0,-1-2 0,-1 1 0,4 3 0,0 0 0,-1 0 0,-2-2 0,-1-3 0,-1-1 0,-1 0 0,-1 0 0,0 1 0,0 0 0,4-2 0,0 0 0,-1-1 0,1 3 0,-2-1 0,0 2 0,-2-1 0,1-2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7T03:37:02.900"/>
    </inkml:context>
    <inkml:brush xml:id="br0">
      <inkml:brushProperty name="width" value="0.1" units="cm"/>
      <inkml:brushProperty name="height" value="0.1" units="cm"/>
      <inkml:brushProperty name="color" value="#EEB3A6"/>
      <inkml:brushProperty name="inkEffects" value="rosegold"/>
      <inkml:brushProperty name="anchorX" value="-3872.4978"/>
      <inkml:brushProperty name="anchorY" value="-5520.42627"/>
      <inkml:brushProperty name="scaleFactor" value="0.5"/>
    </inkml:brush>
  </inkml:definitions>
  <inkml:trace contextRef="#ctx0" brushRef="#br0">339 709 24575,'0'0'0,"-5"0"0,-9-1 0,-1-1 0,-4 1 0,1 0 0,-2 0 0,2 1 0,4-6 0,-1 1 0,2-2 0,-2 1 0,1 2 0,3-5 0,-2-1 0,-3-4 0,0 0 0,2-4 0,-1 3 0,4 2 0,0-1 0,3 1 0,2-3 0,3 2 0,-4-3 0,0 0 0,2 0 0,1 0 0,1-1 0,2 2 0,-2 2 0,2 1 0,0 1 0,0-2 0,0 1 0,1-3 0,0 2 0,0-3 0,0 1 0,0-1 0,0 1 0,0 1 0,0 1 0,0-1 0,0 0 0,5-1 0,1 1 0,2-2 0,3 1 0,2-2 0,-2 0 0,3 0 0,0 1 0,-2-1 0,1 4 0,0 3 0,1 4 0,1 1 0,1 1 0,0 2 0,0 1 0,1 1 0,0 1 0,-1 0 0,1 0 0,-1 1 0,-3 0 0,1 1 0,-1-1 0,-3 4 0,1 0 0,-2 3 0,1-2 0,1 3 0,1-1 0,2 1 0,1 4 0,-3 1 0,3-2 0,-3 1 0,1-2 0,-3-1 0,1 2 0,2 1 0,-2 3 0,-2-1 0,-1-3 0,-3 2 0,-1-1 0,3-3 0,-1 3 0,0-1 0,-2 3 0,-1 5 0,-1-1 0,1 3 0,0-2 0,0 0 0,-1-2 0,-1-2 0,-2-2 0,0-2 0,0-1 0,0 1 0,-5 3 0,0 1 0,0 1 0,-1 4 0,1-3 0,1-1 0,2-1 0,-3-3 0,-2-3 0,1 2 0,1-2 0,-3 4 0,0-2 0,-4-2 0,0 2 0,-4 0 0,0 2 0,1-1 0,-1-4 0,2-2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7T03:37:06.213"/>
    </inkml:context>
    <inkml:brush xml:id="br0">
      <inkml:brushProperty name="width" value="0.1" units="cm"/>
      <inkml:brushProperty name="height" value="0.1" units="cm"/>
      <inkml:brushProperty name="color" value="#EEB3A6"/>
      <inkml:brushProperty name="inkEffects" value="rosegold"/>
      <inkml:brushProperty name="anchorX" value="-4549.37451"/>
      <inkml:brushProperty name="anchorY" value="-6170.99219"/>
      <inkml:brushProperty name="scaleFactor" value="0.5"/>
    </inkml:brush>
  </inkml:definitions>
  <inkml:trace contextRef="#ctx0" brushRef="#br0">53 123 24575,'0'0'0,"0"-4"0,0-3 0,0-4 0,0-2 0,0-2 0,0-1 0,0-1 0,2 3 0,0 3 0,4 3 0,0 4 0,3 2 0,1 1 0,3 2 0,1-1 0,2 1 0,-3 4 0,0-1 0,-3 2 0,1 4 0,0 1 0,-2 3 0,-2 1 0,2 2 0,-2 0 0,1 1 0,-2-1 0,-1 1 0,-2-1 0,-1 0 0,-2 2 0,-1-2 0,0 2 0,-6-1 0,-2 1 0,-4-1 0,-2 0 0,-2-3 0,0 0 0,-2-1 0,1 0 0,0-3 0,3 2 0,-2 1 0,3-3 0,3 1 0,-2-2 0,0-4 0,-1-2 0,6-3 0,4 0 0,10-8 0,11-6 0,6-3 0,1 2 0,1 2 0,-4 4 0,1 3 0,-4 2 0,1 2 0,-2 1 0,3 0 0,0 1 0,0-1 0,1 1 0,0-1 0,-2-5 0,1 0 0,-2 0 0,-4 3 0,2 1 0,-3 2 0,2 3 0,4-1 0,-1 1 0,3-1 0,-9-1 0,-3-2 0,-5-1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7T03:37:09.110"/>
    </inkml:context>
    <inkml:brush xml:id="br0">
      <inkml:brushProperty name="width" value="0.1" units="cm"/>
      <inkml:brushProperty name="height" value="0.1" units="cm"/>
      <inkml:brushProperty name="color" value="#EEB3A6"/>
      <inkml:brushProperty name="inkEffects" value="rosegold"/>
      <inkml:brushProperty name="anchorX" value="-5624.14746"/>
      <inkml:brushProperty name="anchorY" value="-7061.75439"/>
      <inkml:brushProperty name="scaleFactor" value="0.5"/>
    </inkml:brush>
  </inkml:definitions>
  <inkml:trace contextRef="#ctx0" brushRef="#br0">458 9 24575,'0'0'0,"-1"0"0,-6 0 0,-7 0 0,-9 4 0,-1 0 0,-4 3 0,-1 4 0,3 0 0,4-2 0,3-2 0,6 0 0,0 2 0,2 0 0,-3 0 0,2 2 0,-6 8 0,-5 7 0,3 5 0,3-1 0,-1 2 0,5 1 0,0-6 0,4-1 0,3-5 0,2 1 0,-3 1 0,1 4 0,1 4 0,-2 0 0,-2-2 0,0-3 0,2-3 0,2-3 0,2-2 0,1 3 0,1 2 0,5 3 0,0-1 0,2-5 0,3-6 0,-1-1 0,2-3 0,-2-2 0,2-1 0,1-3 0,-2 3 0,3-1 0,-1 1 0,1-1 0,1 4 0,0-1 0,-2 0 0,4-2 0,-3 3 0,2-2 0,-3 1 0,5-3 0,-2 4 0,-1-1 0,2-2 0,-3 0 0,1-1 0,1-1 0,0 2 0,1-1 0,1-1 0,0-2 0,1-1 0,-1 0 0,1-2 0,-1 0 0,1 0 0,0 0 0,2 0 0,3-1 0,-1 1 0,-4-5 0,-3-1 0,-2 1 0,1-1 0,0 2 0,1 0 0,0-3 0,3 0 0,-1-2 0,2-2 0,0 1 0,-3-1 0,0-2 0,-3 1 0,0 1 0,-1-3 0,3 0 0,-2 1 0,-2 1 0,-2-2 0,-2-1 0,-2 0 0,-2-1 0,4 0 0,-1 0 0,1-1 0,-2 0 0,-2 0 0,0 1 0,-1-1 0,-1 1 0,0-1 0,0 1 0,0-1 0,0 1 0,-1 1 0,1 2 0,0-1 0,0 0 0,0-1 0,0-6 0,0-5 0,-4-6 0,-2 3 0,-1-1 0,1-1 0,-4 4 0,1 1 0,2 2 0,0 4 0,-3 5 0,0 5 0,-4 4 0,2-2 0,0-2 0,-2 2 0,3-2 0,1 1 0,-3 2 0,2 0 0,1 1 0,-2-2 0,0 1 0,2-1 0,0 1 0,0-4 0,-2 2 0,-1 2 0,2 0 0,2 2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7T02:39:12.122"/>
    </inkml:context>
    <inkml:brush xml:id="br0">
      <inkml:brushProperty name="width" value="0.1" units="cm"/>
      <inkml:brushProperty name="height" value="0.1" units="cm"/>
      <inkml:brushProperty name="color" value="#EEB3A6"/>
      <inkml:brushProperty name="inkEffects" value="rosegold"/>
      <inkml:brushProperty name="anchorX" value="14077.47559"/>
      <inkml:brushProperty name="anchorY" value="4005.52271"/>
      <inkml:brushProperty name="scaleFactor" value="0.5"/>
    </inkml:brush>
  </inkml:definitions>
  <inkml:trace contextRef="#ctx0" brushRef="#br0">0 2784 24296,'4149'-2783'0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7T02:39:21.875"/>
    </inkml:context>
    <inkml:brush xml:id="br0">
      <inkml:brushProperty name="width" value="0.1" units="cm"/>
      <inkml:brushProperty name="height" value="0.1" units="cm"/>
      <inkml:brushProperty name="color" value="#EEB3A6"/>
      <inkml:brushProperty name="inkEffects" value="rosegold"/>
      <inkml:brushProperty name="anchorX" value="12380.61133"/>
      <inkml:brushProperty name="anchorY" value="4921.81592"/>
      <inkml:brushProperty name="scaleFactor" value="0.5"/>
    </inkml:brush>
  </inkml:definitions>
  <inkml:trace contextRef="#ctx0" brushRef="#br0">1 66 24500,'4668'0'0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7T02:40:50.529"/>
    </inkml:context>
    <inkml:brush xml:id="br0">
      <inkml:brushProperty name="width" value="0.1" units="cm"/>
      <inkml:brushProperty name="height" value="0.1" units="cm"/>
      <inkml:brushProperty name="color" value="#EEB3A6"/>
      <inkml:brushProperty name="inkEffects" value="rosegold"/>
      <inkml:brushProperty name="anchorX" value="12679.56543"/>
      <inkml:brushProperty name="anchorY" value="13581.77637"/>
      <inkml:brushProperty name="scaleFactor" value="0.5"/>
    </inkml:brush>
  </inkml:definitions>
  <inkml:trace contextRef="#ctx0" brushRef="#br0">1 2711 24575,'0'0'0,"5"0"0,7-11 0,5-4 0,5-13 0,7-11 0,-3-5 0,-3 5 0,-6 3 0,-5 4 0,-5 4 0,0 0 0,3 7 0,-2 1 0,-1 4 0,-2 0 0,0-3 0,-1-1 0,-1-3 0,-1 0 0,8 3 0,-1-3 0,0 2 0,2-5 0,4 1 0,-1-2 0,2 1 0,6-2 0,-4 2 0,-2 2 0,1 2 0,-3-3 0,0 3 0,-3-5 0,4 1 0,1-4 0,7 4 0,-3-4 0,0 1 0,-3 0 0,3 2 0,-4-4 0,-3 5 0,3-4 0,-4 5 0,1-4 0,6 6 0,-2 4 0,-3-4 0,-1 5 0,4 0 0,-2-2 0,-3 0 0,-2 3 0,-2-3 0,6 0 0,-2-4 0,-2 1 0,6-4 0,-3 2 0,1-4 0,-3 4 0,5 5 0,-3-3 0,1 5 0,4-4 0,-1 2 0,0-4 0,6-1 0,-4-2 0,-1 5 0,3-8 0,-3 3 0,1-3 0,1 1 0,-3-1 0,1 6 0,-1-2 0,-1 5 0,1 4 0,-3-8 0,5 4 0,-4-3 0,-2 0 0,2-3 0,-3 2 0,2 5 0,-3-3 0,5 3 0,-1-5 0,-1 5 0,5-4 0,-3 2 0,0-4 0,4 0 0,-3-1 0,1 0 0,3-1 0,-4 2 0,1 4 0,-5 1 0,5 0 0,0 0 0,4 1 0,11-10 0,0 5 0,4-4 0,-4 4 0,1 5 0,-5 5 0,2 6 0,-5 3 0,3-5 0,0 2 0,3 1 0,-1 2 0,0 2 0,2 1 0,-3 2 0,1 1 0,-4 0 0,7 0 0,0 1 0,7-1 0,-2 0 0,-1 1 0,-3-1 0,-3-4 0,-2-1 0,-2 1 0,-1 0 0,-1 2 0,0 0 0,0 1 0,4 1 0,-3 0 0,2 0 0,-2 0 0,2 0 0,7 0 0,7 0 0,8 0 0,5 3 0,5-1 0,-9 0 0,-2 0 0,-7-1 0,-6 8 0,-2 5 0,-29-10 0,1 0 0,-1 0 0,6 5 0,20 12 0,5 0 0,-5 3 0,-4-5 0,4 0 0,3 4 0,-6 1 0,0-5 0,-7 2 0,-2 0 0,5-4 0,4 4 0,9 0 0,0 5 0,2 1 0,-3 4 0,1-1 0,4-6 0,-7 0 0,-6-1 0,0-5 0,-2 3 0,0-4 0,-6 2 0,-1-3 0,-6 0 0,3 3 0,0-4 0,-3 2 0,7-4 0,-3 5 0,6-3 0,-4-1 0,2 5 0,0 0 0,2-4 0,0 6 0,4-5 0,-5 2 0,0-5 0,0 4 0,0 0 0,2 4 0,-1-3 0,2 0 0,0 9 0,3 5 0,-1 1 0,3 3 0,-3-4 0,-2 1 0,-1-1 0,-7-1 0,2 1 0,-1-5 0,0-5 0,3 1 0,-3-2 0,3 3 0,-1 0 0,4 2 0,9 0 0,-4 7 0,3 11 0,6-6 0,9 7 0,0-9 0,0-1 0,0-3 0,-6 1 0,-2-4 0,-1 3 0,-6-6 0,-3-5 0,-1 2 0,1 0 0,-3-5 0,4 2 0,-4 0 0,6-4 0,-4 3 0,-1-1 0,-1-2 0,1 4 0,-2 1 0,-8 3 0,0-4 0,-4 1 0,-1-6 0,-2 2 0,-4-3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7T02:40:54.877"/>
    </inkml:context>
    <inkml:brush xml:id="br0">
      <inkml:brushProperty name="width" value="0.1" units="cm"/>
      <inkml:brushProperty name="height" value="0.1" units="cm"/>
      <inkml:brushProperty name="color" value="#EEB3A6"/>
      <inkml:brushProperty name="inkEffects" value="rosegold"/>
      <inkml:brushProperty name="anchorX" value="6430.95752"/>
      <inkml:brushProperty name="anchorY" value="13506.93359"/>
      <inkml:brushProperty name="scaleFactor" value="0.5"/>
    </inkml:brush>
  </inkml:definitions>
  <inkml:trace contextRef="#ctx0" brushRef="#br0">110 1 24575,'0'0'0,"3"0"0,4 0 0,-1 4 0,3 0 0,-1 1 0,2 0 0,1 4 0,3-1 0,-3 2 0,1-2 0,0 0 0,-1 0 0,0 1 0,-2 3 0,2 1 0,-1 2 0,-2 0 0,-3 2 0,0-1 0,-2 1 0,-1 0 0,5 2 0,-1-3 0,2 2 0,-1-2 0,-1 2 0,-2-2 0,-2 2 0,3-4 0,0-2 0,2-3 0,3-3 0,-3 5 0,-6-2 0,-4 2 0,-6-2 0,-2-2 0,-4-2 0,-1-2 0,-1-2 0,-5 0 0,1-2 0,-3 0 0,-3-1 0,4-4 0,4 1 0,0 0 0,4-2 0,4 2 0,3-4 0,-2 2 0,0-2 0,-5 2 0,1-2 0,-2 1 0,0 2 0,3-1 0,5 1 0,7 2 0,6 1 0,5-4 0,3 1 0,4 0 0,0 2 0,3 1 0,0 5 0,0 1 0,1 4 0,-3 4 0,-1 0 0,-1 0 0,-1 3 0,2-3 0,-2 1 0,3-2 0,-2 2 0,3-1 0,-2-2 0,2 6 0,-2-3 0,1-1 0,1 2 0,-2 0 0,2 2 0,0-2 0,-5-1 0,1-2 0,-1 2 0,-8-3 0,-5 0 0,-8-2 0,-4 3 0,-5 1 0,0 4 0,-4 1 0,1 2 0,-2 1 0,1-4 0,0 1 0,2-4 0,0-1 0,1 2 0,-1-2 0,1-2 0,4-3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7T02:41:00.175"/>
    </inkml:context>
    <inkml:brush xml:id="br0">
      <inkml:brushProperty name="width" value="0.1" units="cm"/>
      <inkml:brushProperty name="height" value="0.1" units="cm"/>
      <inkml:brushProperty name="color" value="#EEB3A6"/>
      <inkml:brushProperty name="inkEffects" value="rosegold"/>
      <inkml:brushProperty name="anchorX" value="5667.79395"/>
      <inkml:brushProperty name="anchorY" value="12128.78223"/>
      <inkml:brushProperty name="scaleFactor" value="0.5"/>
    </inkml:brush>
  </inkml:definitions>
  <inkml:trace contextRef="#ctx0" brushRef="#br0">1 0 24575,'0'0'0,"0"3"0,3 1 0,4 0 0,9-1 0,11-3 0,1 0 0,3-1 0,-2 0 0,1 3 0,-4 1 0,-2 0 0,-1 0 0,1 2 0,-3 0 0,3 0 0,-10-2 0,-5 6 0,-5 10 0,-3 2 0,-1 5 0,-1-2 0,-4 2 0,0-3 0,0 3 0,2-5 0,2-4 0,6-5 0,2 3 0,-1-2 0,0 4 0,1-2 0,0-1 0,3-3 0,-1 3 0,-1-2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7T03:37:15.467"/>
    </inkml:context>
    <inkml:brush xml:id="br0">
      <inkml:brushProperty name="width" value="0.1" units="cm"/>
      <inkml:brushProperty name="height" value="0.1" units="cm"/>
      <inkml:brushProperty name="color" value="#EEB3A6"/>
      <inkml:brushProperty name="inkEffects" value="rosegold"/>
      <inkml:brushProperty name="anchorX" value="0"/>
      <inkml:brushProperty name="anchorY" value="0"/>
      <inkml:brushProperty name="scaleFactor" value="0.5"/>
    </inkml:brush>
  </inkml:definitions>
  <inkml:trace contextRef="#ctx0" brushRef="#br0">394 222 24575,'0'0'0,"0"14"0,0 19 0,0 4 0,0 5 0,0-2 0,-4-1 0,-1-4 0,1 2 0,-8 0 0,1 7 0,0-4 0,3 0 0,3 3 0,2-4 0,1-1 0,-3-9 0,1-4 0,-6-7 0,-2-7 0,-3-6 0,13-6 0,1 0 0,-1 1 0,1 0 0,-1-1 0,1 1 0,-1-1 0,1 0 0,-1 0 0,-2-1 0,-19-13 0,-2-6 0,4-4 0,-2-5 0,1 2 0,4-1 0,-3 1 0,3-1 0,3 4 0,3 2 0,-4 0 0,3 1 0,2-3 0,1 1 0,3-2 0,2 1 0,2-2 0,2 1 0,0-1 0,2 1 0,-1-1 0,2-8 0,1-3 0,8 2 0,0-1 0,1 9 0,6 3 0,1 7 0,-3 0 0,5 4 0,-2 5 0,6-2 0,-3 4 0,5 1 0,-2 2 0,3 2 0,-1-7 0,2 0 0,-2 1 0,1 1 0,-1 2 0,0 2 0,-1 8 0,3 1 0,1 0 0,-5 2 0,-1-1 0,1 6 0,-2-1 0,3 3 0,-4 4 0,-5 1 0,9-4 0,1-4 0,-4-3 0,-5-1 0,-6 3 0,-5-1 0,-3 8 0,-3-1 0,-1 7 0,-1-1 0,0 5 0,0-3 0,0 0 0,1-2 0,0-3 0,-1 4 0,1-3 0,0 1 0,0-3 0,0 8 0,-2-2 0,-6 5 0,-1-3 0,-3-6 0,-8 3 0,3-1 0,-1-5 0,5 2 0,-5 0 0,-5-4 0,0-4 0,4 0 0,-4 3 0,2 3 0,-4-3 0,3-4 0,-5-2 0,2-4 0,-3-2 0,12-2 0,5-1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7T03:37:20.957"/>
    </inkml:context>
    <inkml:brush xml:id="br0">
      <inkml:brushProperty name="width" value="0.1" units="cm"/>
      <inkml:brushProperty name="height" value="0.1" units="cm"/>
      <inkml:brushProperty name="color" value="#EEB3A6"/>
      <inkml:brushProperty name="inkEffects" value="rosegold"/>
      <inkml:brushProperty name="anchorX" value="-645.65826"/>
      <inkml:brushProperty name="anchorY" value="-1230.70496"/>
      <inkml:brushProperty name="scaleFactor" value="0.5"/>
    </inkml:brush>
  </inkml:definitions>
  <inkml:trace contextRef="#ctx0" brushRef="#br0">455 222 24575,'0'0'0,"-2"5"0,-2 6 0,-3 4 0,-2 3 0,1 1 0,2-1 0,1-2 0,-1-1 0,1-2 0,0-1 0,2-1 0,0 0 0,0 0 0,0-2 0,2 0 0,-3 1 0,1 3 0,0 0 0,1 2 0,-1-3 0,0 2 0,1-3 0,0 2 0,1-3 0,-2-2 0,0 2 0,0-2 0,0 2 0,-1-1 0,1 2 0,-2-1 0,0 2 0,1 1 0,1-1 0,0-3 0,-3-2 0,-5-3 0,-4-2 0,-4-1 0,-4-1 0,-2 0 0,2-1 0,1 1 0,1-4 0,3 0 0,2-1 0,4-3 0,2-1 0,-1-1 0,-2-2 0,3-2 0,0 1 0,3 0 0,-1 1 0,-2 3 0,2-1 0,1 1 0,2 0 0,2 0 0,1-1 0,0-2 0,0 0 0,0 0 0,1-4 0,1 1 0,-1-1 0,1-2 0,0-1 0,1 2 0,0 0 0,0 3 0,0 0 0,3 1 0,0 1 0,1-1 0,4 1 0,4-3 0,-1-2 0,3-2 0,0 2 0,-3-1 0,1 3 0,-3 2 0,2 2 0,-2 2 0,2 1 0,0 0 0,1-2 0,0 0 0,-1 2 0,3-4 0,0 3 0,-1 1 0,1 1 0,-2 2 0,1 1 0,1 1 0,3-3 0,-1 0 0,1 2 0,0-1 0,-2 1 0,-2 1 0,-3 1 0,-1 1 0,-2 0 0,-1 1 0,1 0 0,1 0 0,0 0 0,1 0 0,1 1 0,3-1 0,0 0 0,0 0 0,-2 3 0,-1 1 0,-1 1 0,-1 4 0,2-1 0,0 3 0,3 0 0,2-2 0,-1 2 0,1-1 0,-3 2 0,-2 3 0,0-2 0,-1-1 0,-3-2 0,2-1 0,-3 1 0,1-1 0,-3 1 0,0 0 0,1 2 0,-1-1 0,1-3 0,-2 2 0,-1-2 0,2 3 0,0-2 0,-1 4 0,-1 0 0,0 2 0,0 0 0,-1-1 0,0 3 0,-1-2 0,1 1 0,-1 1 0,0-1 0,-1-1 0,1-1 0,0 1 0,0 0 0,0-1 0,0 0 0,0-2 0,0 0 0,-3-2 0,-1-1 0,0 0 0,1-2 0,-1 1 0,-1-1 0,0 0 0,-1-2 0,2 1 0,-3 1 0,-5 4 0,0-1 0,2 2 0,-4 0 0,-1-2 0,1 0 0,-1-1 0,2-2 0,-1-2 0,3-2 0,-2-1 0,3 3 0,-2-2 0,1 1 0,-1-2 0,1 2 0,0-1 0,0-1 0,-2 0 0,-2-1 0,2-1 0,-1 1 0,1-1 0,0 0 0,-2-1 0,-2-2 0,-4-3 0,-1 1 0,-3-3 0,3 0 0,1 0 0,5 2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7T03:37:24.940"/>
    </inkml:context>
    <inkml:brush xml:id="br0">
      <inkml:brushProperty name="width" value="0.1" units="cm"/>
      <inkml:brushProperty name="height" value="0.1" units="cm"/>
      <inkml:brushProperty name="color" value="#EEB3A6"/>
      <inkml:brushProperty name="inkEffects" value="rosegold"/>
      <inkml:brushProperty name="anchorX" value="177.67812"/>
      <inkml:brushProperty name="anchorY" value="-1045.61731"/>
      <inkml:brushProperty name="scaleFactor" value="0.5"/>
    </inkml:brush>
  </inkml:definitions>
  <inkml:trace contextRef="#ctx0" brushRef="#br0">36 292 24575,'0'0'0,"-2"0"0,-2 0 0,-1-4 0,1-2 0,1-3 0,0-5 0,2-3 0,0-4 0,1 1 0,0 1 0,0 3 0,0-1 0,0 1 0,1 1 0,-1 2 0,2 3 0,6-1 0,5 0 0,2-1 0,2 1 0,-2 2 0,1 2 0,-2-1 0,-1 2 0,2-1 0,0 2 0,-2 2 0,-2 0 0,0 2 0,-1 1 0,0 1 0,0 0 0,0 3 0,2 1 0,-1 4 0,1-1 0,-2 0 0,-1 2 0,0 0 0,-2 0 0,2 1 0,0 2 0,-1 3 0,-2 2 0,2 3 0,-1 3 0,-1 1 0,-2-1 0,-1 1 0,-2-2 0,-1-2 0,1-2 0,-2-3 0,1-1 0,-3-3 0,-2 1 0,1-2 0,-4 2 0,-1 4 0,2 1 0,-3 0 0,2-1 0,-1-1 0,0-2 0,-2-1 0,-3-1 0,0 1 0,-1-4 0,1-1 0,1-4 0,-1-1 0,1 2 0,0-1 0,-3 1 0,1 3 0,0-1 0,0-1 0,2-2 0,0-1 0,1-1 0,1-1 0,0-1 0,2-3 0,0 0 0,3-1 0,-1 1 0,2-4 0,-1 2 0,2-1 0,1 2 0,4 0 0,7-1 0,1-1 0,4-2 0,3 0 0,-1 0 0,2 1 0,-3 3 0,0 0 0,-2 3 0,0 0 0,-1 1 0,0 0 0,0 0 0,0 0 0,4-3 0,3 0 0,-2-2 0,3 2 0,-1 0 0,-2-3 0,1 1 0,-2 1 0,3 1 0,-2 0 0,1 2 0,2 1 0,1-1 0,3 2 0,0-1 0,-1 0 0,-2 0 0,-3 0 0,-2 0 0,-2 0 0,0 0 0,-2 0 0,-4 0 0,-2 2 0,0-3 0,1 0 0,-2 0 0,-1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7T03:37:27.564"/>
    </inkml:context>
    <inkml:brush xml:id="br0">
      <inkml:brushProperty name="width" value="0.1" units="cm"/>
      <inkml:brushProperty name="height" value="0.1" units="cm"/>
      <inkml:brushProperty name="color" value="#EEB3A6"/>
      <inkml:brushProperty name="inkEffects" value="rosegold"/>
      <inkml:brushProperty name="anchorX" value="-1006.99927"/>
      <inkml:brushProperty name="anchorY" value="-1850.24036"/>
      <inkml:brushProperty name="scaleFactor" value="0.5"/>
    </inkml:brush>
  </inkml:definitions>
  <inkml:trace contextRef="#ctx0" brushRef="#br0">553 43 24575,'0'0'0,"-2"0"0,-4 0 0,-4 0 0,-1 2 0,-2 0 0,2 0 0,-2-1 0,1 0 0,-2 3 0,-3 1 0,-1-1 0,1 0 0,1 3 0,2-1 0,0-2 0,3 2 0,-1-2 0,-1 1 0,1-1 0,0 4 0,1-1 0,-3 3 0,-1 1 0,0 1 0,1-2 0,1 0 0,0 0 0,-1 0 0,2-3 0,2 2 0,0-2 0,2-1 0,1 4 0,-2 0 0,2 2 0,0-1 0,-2 2 0,2 3 0,0-3 0,-1 2 0,1 3 0,0 0 0,1 3 0,2 1 0,-3 3 0,-1 1 0,1-3 0,2 0 0,-3-1 0,2 0 0,1-2 0,0 0 0,1 2 0,1-3 0,-2-1 0,2 2 0,1-3 0,1 1 0,0-1 0,1 2 0,0 2 0,0 0 0,0-3 0,0 1 0,0 1 0,0-1 0,0-2 0,0-1 0,0-2 0,3-2 0,0 0 0,1-1 0,4 0 0,1 3 0,-1 1 0,1-2 0,-2 0 0,0-2 0,-1-3 0,1 2 0,0-2 0,-1 2 0,2 0 0,1 2 0,3 0 0,2 1 0,5-2 0,-4-2 0,0-2 0,-1-3 0,-4 2 0,-1 0 0,1-1 0,4-2 0,2 3 0,3-1 0,3 1 0,-2-1 0,1-1 0,-1-1 0,-3-2 0,1 0 0,-2-1 0,-1 0 0,-1 0 0,0 0 0,-2 0 0,2 0 0,4-1 0,2-3 0,2-2 0,3-1 0,-1 2 0,-1-3 0,-4 2 0,-2 0 0,1 1 0,2-3 0,-2 1 0,1-3 0,-1 1 0,2-1 0,-2 1 0,-3 1 0,-2 1 0,-2 0 0,-2-1 0,0-3 0,0-2 0,1-4 0,-1-4 0,0 1 0,-1-1 0,-3 2 0,0 3 0,-1 2 0,-1 2 0,2 3 0,-2 0 0,2 1 0,-1-1 0,3 0 0,-1-2 0,-1 1 0,-1-2 0,0 1 0,-2-2 0,4-4 0,2-3 0,1-1 0,-2 2 0,-1 1 0,-3-1 0,-1 2 0,-1 1 0,0-1 0,-2 2 0,-1-2 0,-2 0 0,-1-2 0,-1-1 0,0-1 0,-3 1 0,0-1 0,-3 1 0,-2-1 0,1-1 0,3 1 0,1 3 0,-1 2 0,2 1 0,1 2 0,2 1 0,-2-3 0,-1 0 0,-1-1 0,-5-1 0,1-2 0,1 1 0,0 1 0,3 2 0,0 4 0,3 1 0,-3 1 0,0-1 0,-2-1 0,0-1 0,-2 2 0,2 1 0,3-1 0,1 2 0,-1 1 0,0-2 0,-1 2 0,-1 0 0,-1-1 0,0 1 0,0 2 0,0 0 0,0 1 0,2-1 0,0 1 0,0 1 0,2 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0090C8-FDDE-4838-94A9-26EE745CFB89}" type="datetimeFigureOut">
              <a:rPr lang="ko-KR" altLang="en-US" smtClean="0"/>
              <a:t>2026-10-17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D101BB-4270-4D47-B9D4-19C34A2341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11614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D101BB-4270-4D47-B9D4-19C34A234116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82865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F5494-B512-13C8-09EB-0E87758D6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746ECA1-49B6-F526-3A67-15FD1C7545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8A36BF3-EB59-AD66-CF57-8C05C7F3B2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361AAFD-5BDB-0ECB-8976-DECF322968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D101BB-4270-4D47-B9D4-19C34A234116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54636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094D01-0EC0-583E-AF02-DDCDEA8D0B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FA9843C-2E0B-D9E6-B5D7-6909186C5A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4646B0-B772-A89B-6DD6-32E649924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5F88F-80B3-447D-A229-82C94589578D}" type="datetimeFigureOut">
              <a:rPr lang="ko-KR" altLang="en-US" smtClean="0"/>
              <a:t>2026-10-17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7AAF6E5-FE5A-F08E-367B-7F725EE78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BBBE15-E2E0-4779-6B21-BFB77CB3F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30119-96C9-446B-B347-5811DEEC6A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526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ABB8CD-C4A3-1802-10F5-5B440080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0F547B4-8C2F-A47C-8938-C10B3A083D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3EAB59-3152-0BB2-0ABA-7639B18A5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5F88F-80B3-447D-A229-82C94589578D}" type="datetimeFigureOut">
              <a:rPr lang="ko-KR" altLang="en-US" smtClean="0"/>
              <a:t>2026-10-17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75E4868-DDBD-A97E-E556-D8686D6E6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3ED85D4-B83D-258D-AD10-D91FEA025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30119-96C9-446B-B347-5811DEEC6A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9981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7C4AC8-AB3F-5038-2C5D-ECFD0DFE5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24F8DD8-EBF7-C7CA-A7B3-4DE84D4494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BAD840D-91BA-8969-733C-760C0CC25F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AE8C701-6832-9922-1B55-3528A9A78D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BF3C741-5C5C-4E0D-9516-F82616A88F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1E3BD39-8A43-2222-3ED7-DB6770ABA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5F88F-80B3-447D-A229-82C94589578D}" type="datetimeFigureOut">
              <a:rPr lang="ko-KR" altLang="en-US" smtClean="0"/>
              <a:t>2026-10-17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05E65C6-0631-C506-DCD0-0A1E06164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926683C-E239-4914-EF7F-7026E3333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30119-96C9-446B-B347-5811DEEC6A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64706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BCB2BC-D0E5-D763-5DAF-13D16567F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581A45-90C6-16CA-2AF2-8E5ED7FC9A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66040AB-764F-3822-9F18-4DF9939C28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73BF953-F401-6B6F-B1F2-05302E425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5F88F-80B3-447D-A229-82C94589578D}" type="datetimeFigureOut">
              <a:rPr lang="ko-KR" altLang="en-US" smtClean="0"/>
              <a:t>2026-10-17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89149C9-6AFC-7EEA-5BCD-1477D94C2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DDAE919-E01F-1035-FAA8-43BFDBE52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30119-96C9-446B-B347-5811DEEC6A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6008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4AB656-48C0-0972-7E76-32CE1D6DE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1A4A784-0DEB-4142-8F8E-8EC7A5B21B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3B73C37-B926-C476-D4EA-AB10FA416A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833CFE-BA4B-AFFC-8407-2909DE310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5F88F-80B3-447D-A229-82C94589578D}" type="datetimeFigureOut">
              <a:rPr lang="ko-KR" altLang="en-US" smtClean="0"/>
              <a:t>2026-10-17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9CD7999-E7B8-52AC-818C-67668266A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C46B130-BCE7-300C-3277-EE150134F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30119-96C9-446B-B347-5811DEEC6A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71584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A09296-21E3-A9FC-A4DB-7B03A6CA7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3506C92-FCD2-1EE5-65CA-960BAD86DB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85C27E-9FD6-CB00-CDB5-49439619F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850D4-9086-4998-AA40-EC3A5E96598E}" type="datetime1">
              <a:rPr lang="en-US" altLang="ko-KR" smtClean="0"/>
              <a:t>10/17/2026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FAF181-B144-901E-B753-06600F2EB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D23318B-EB45-18D5-4A5B-0DCED4DA2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내용 개체 틀 9">
            <a:extLst>
              <a:ext uri="{FF2B5EF4-FFF2-40B4-BE49-F238E27FC236}">
                <a16:creationId xmlns:a16="http://schemas.microsoft.com/office/drawing/2014/main" id="{B8A04A8B-D800-31FA-0770-95221831ABE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16286" y="0"/>
            <a:ext cx="7075714" cy="662782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3202508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3F307C-4412-EB5A-8D2D-EA89E00F0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292B6C-4F9A-BA5C-6E3C-F6E047CAC8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1D6D48A-7F6B-8326-0930-0DE24BF81C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E17B666-EF3E-7582-FF42-000C51D11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10/17/2026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D96DC83-9D08-7CE4-6BCC-51434ACF3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DCDA60-E2AC-817E-7561-D9E1121AB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내용 개체 틀 9">
            <a:extLst>
              <a:ext uri="{FF2B5EF4-FFF2-40B4-BE49-F238E27FC236}">
                <a16:creationId xmlns:a16="http://schemas.microsoft.com/office/drawing/2014/main" id="{D8193305-12D2-4DF2-56CE-EB42263E536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16286" y="0"/>
            <a:ext cx="7075714" cy="662782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3482953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34CFDA-2672-2E64-250A-F85C4C1EB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8F9F220-64B1-A520-D359-97A2A45A8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680CB-DB40-47CE-A8D2-A12CB1478785}" type="datetime1">
              <a:rPr lang="en-US" altLang="ko-KR" smtClean="0"/>
              <a:t>10/17/2026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3239E46-EEFA-DE87-E99F-562046BD8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5BF63DD-7AC8-650C-4263-EE4C217D3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내용 개체 틀 9">
            <a:extLst>
              <a:ext uri="{FF2B5EF4-FFF2-40B4-BE49-F238E27FC236}">
                <a16:creationId xmlns:a16="http://schemas.microsoft.com/office/drawing/2014/main" id="{4CF38ABA-E54E-6711-1E63-96557E15BFC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16286" y="0"/>
            <a:ext cx="7075714" cy="662782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2596160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A09296-21E3-A9FC-A4DB-7B03A6CA7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3506C92-FCD2-1EE5-65CA-960BAD86DB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85C27E-9FD6-CB00-CDB5-49439619F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850D4-9086-4998-AA40-EC3A5E96598E}" type="datetime1">
              <a:rPr lang="en-US" altLang="ko-KR" smtClean="0"/>
              <a:t>10/17/2026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FAF181-B144-901E-B753-06600F2EB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D23318B-EB45-18D5-4A5B-0DCED4DA2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내용 개체 틀 9">
            <a:extLst>
              <a:ext uri="{FF2B5EF4-FFF2-40B4-BE49-F238E27FC236}">
                <a16:creationId xmlns:a16="http://schemas.microsoft.com/office/drawing/2014/main" id="{B8A04A8B-D800-31FA-0770-95221831ABE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16286" y="0"/>
            <a:ext cx="7075714" cy="662782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11654733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3F307C-4412-EB5A-8D2D-EA89E00F0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292B6C-4F9A-BA5C-6E3C-F6E047CAC8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1D6D48A-7F6B-8326-0930-0DE24BF81C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E17B666-EF3E-7582-FF42-000C51D11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10/17/2026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D96DC83-9D08-7CE4-6BCC-51434ACF3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DCDA60-E2AC-817E-7561-D9E1121AB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내용 개체 틀 9">
            <a:extLst>
              <a:ext uri="{FF2B5EF4-FFF2-40B4-BE49-F238E27FC236}">
                <a16:creationId xmlns:a16="http://schemas.microsoft.com/office/drawing/2014/main" id="{D8193305-12D2-4DF2-56CE-EB42263E536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16286" y="0"/>
            <a:ext cx="7075714" cy="662782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151521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34CFDA-2672-2E64-250A-F85C4C1EB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8F9F220-64B1-A520-D359-97A2A45A8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680CB-DB40-47CE-A8D2-A12CB1478785}" type="datetime1">
              <a:rPr lang="en-US" altLang="ko-KR" smtClean="0"/>
              <a:t>10/17/2026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3239E46-EEFA-DE87-E99F-562046BD8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5BF63DD-7AC8-650C-4263-EE4C217D3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내용 개체 틀 9">
            <a:extLst>
              <a:ext uri="{FF2B5EF4-FFF2-40B4-BE49-F238E27FC236}">
                <a16:creationId xmlns:a16="http://schemas.microsoft.com/office/drawing/2014/main" id="{4CF38ABA-E54E-6711-1E63-96557E15BFC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16286" y="0"/>
            <a:ext cx="7075714" cy="662782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32151352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ABB8CD-C4A3-1802-10F5-5B440080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0F547B4-8C2F-A47C-8938-C10B3A083D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3EAB59-3152-0BB2-0ABA-7639B18A5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5F88F-80B3-447D-A229-82C94589578D}" type="datetimeFigureOut">
              <a:rPr lang="ko-KR" altLang="en-US" smtClean="0"/>
              <a:t>2026-10-17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75E4868-DDBD-A97E-E556-D8686D6E6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3ED85D4-B83D-258D-AD10-D91FEA025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30119-96C9-446B-B347-5811DEEC6A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1555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9B2A50D-47D3-E02F-D339-3BB790B0B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0D3744-B54A-DCB5-B319-D1D7784B5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9EF6D5-B8B1-F18C-1A8C-E7CE5CC4D3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15F88F-80B3-447D-A229-82C94589578D}" type="datetimeFigureOut">
              <a:rPr lang="ko-KR" altLang="en-US" smtClean="0"/>
              <a:t>2026-10-17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36C4B4-7272-9E1C-45ED-CBAA88D013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BE65CEA-97AE-D52F-4F97-A5C1CFD89F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E30119-96C9-446B-B347-5811DEEC6A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3629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 algn="l" defTabSz="914400" rtl="0" eaLnBrk="1" latinLnBrk="1" hangingPunct="1">
        <a:lnSpc>
          <a:spcPct val="10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3650182-8DBB-2193-E636-2E6C9CD02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5116286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2F94A67-557E-E664-B632-8621D9595C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830F72-E992-E233-953E-48FDE883BB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CA07D7-17C4-4932-A5CB-22BA65F5FC8D}" type="datetime1">
              <a:rPr lang="en-US" altLang="ko-KR" smtClean="0"/>
              <a:t>10/17/2026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BCA9C8A-AB1D-DC51-B767-4B47C5CB48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68B049B-DBEB-F397-5C41-CA1F52FC9E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19BE51-E1DC-4D7D-A982-2D579B035180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23B8842A-CF3B-4DC9-FF99-31C497E908FF}"/>
              </a:ext>
            </a:extLst>
          </p:cNvPr>
          <p:cNvCxnSpPr/>
          <p:nvPr/>
        </p:nvCxnSpPr>
        <p:spPr>
          <a:xfrm>
            <a:off x="0" y="662782"/>
            <a:ext cx="12192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9996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</p:sldLayoutIdLst>
  <p:hf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3650182-8DBB-2193-E636-2E6C9CD02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5116286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2F94A67-557E-E664-B632-8621D9595C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830F72-E992-E233-953E-48FDE883BB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CA07D7-17C4-4932-A5CB-22BA65F5FC8D}" type="datetime1">
              <a:rPr lang="en-US" altLang="ko-KR" smtClean="0"/>
              <a:t>10/17/2026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BCA9C8A-AB1D-DC51-B767-4B47C5CB48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68B049B-DBEB-F397-5C41-CA1F52FC9E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19BE51-E1DC-4D7D-A982-2D579B035180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23B8842A-CF3B-4DC9-FF99-31C497E908FF}"/>
              </a:ext>
            </a:extLst>
          </p:cNvPr>
          <p:cNvCxnSpPr/>
          <p:nvPr/>
        </p:nvCxnSpPr>
        <p:spPr>
          <a:xfrm>
            <a:off x="0" y="662782"/>
            <a:ext cx="12192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5539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</p:sldLayoutIdLst>
  <p:hf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9.png"/><Relationship Id="rId18" Type="http://schemas.openxmlformats.org/officeDocument/2006/relationships/customXml" Target="../ink/ink8.xml"/><Relationship Id="rId26" Type="http://schemas.openxmlformats.org/officeDocument/2006/relationships/customXml" Target="../ink/ink12.xml"/><Relationship Id="rId3" Type="http://schemas.openxmlformats.org/officeDocument/2006/relationships/image" Target="../media/image4.png"/><Relationship Id="rId21" Type="http://schemas.openxmlformats.org/officeDocument/2006/relationships/image" Target="../media/image13.png"/><Relationship Id="rId7" Type="http://schemas.openxmlformats.org/officeDocument/2006/relationships/image" Target="../media/image6.png"/><Relationship Id="rId12" Type="http://schemas.openxmlformats.org/officeDocument/2006/relationships/customXml" Target="../ink/ink5.xml"/><Relationship Id="rId17" Type="http://schemas.openxmlformats.org/officeDocument/2006/relationships/image" Target="../media/image11.png"/><Relationship Id="rId25" Type="http://schemas.openxmlformats.org/officeDocument/2006/relationships/image" Target="../media/image15.png"/><Relationship Id="rId2" Type="http://schemas.openxmlformats.org/officeDocument/2006/relationships/image" Target="../media/image3.png"/><Relationship Id="rId16" Type="http://schemas.openxmlformats.org/officeDocument/2006/relationships/customXml" Target="../ink/ink7.xml"/><Relationship Id="rId20" Type="http://schemas.openxmlformats.org/officeDocument/2006/relationships/customXml" Target="../ink/ink9.xml"/><Relationship Id="rId1" Type="http://schemas.openxmlformats.org/officeDocument/2006/relationships/slideLayout" Target="../slideLayouts/slideLayout10.xml"/><Relationship Id="rId6" Type="http://schemas.openxmlformats.org/officeDocument/2006/relationships/customXml" Target="../ink/ink2.xml"/><Relationship Id="rId11" Type="http://schemas.openxmlformats.org/officeDocument/2006/relationships/image" Target="../media/image8.png"/><Relationship Id="rId24" Type="http://schemas.openxmlformats.org/officeDocument/2006/relationships/customXml" Target="../ink/ink11.xml"/><Relationship Id="rId5" Type="http://schemas.openxmlformats.org/officeDocument/2006/relationships/image" Target="../media/image5.png"/><Relationship Id="rId15" Type="http://schemas.openxmlformats.org/officeDocument/2006/relationships/image" Target="../media/image10.png"/><Relationship Id="rId23" Type="http://schemas.openxmlformats.org/officeDocument/2006/relationships/image" Target="../media/image14.png"/><Relationship Id="rId10" Type="http://schemas.openxmlformats.org/officeDocument/2006/relationships/customXml" Target="../ink/ink4.xml"/><Relationship Id="rId19" Type="http://schemas.openxmlformats.org/officeDocument/2006/relationships/image" Target="../media/image12.png"/><Relationship Id="rId4" Type="http://schemas.openxmlformats.org/officeDocument/2006/relationships/customXml" Target="../ink/ink1.xml"/><Relationship Id="rId9" Type="http://schemas.openxmlformats.org/officeDocument/2006/relationships/image" Target="../media/image7.png"/><Relationship Id="rId14" Type="http://schemas.openxmlformats.org/officeDocument/2006/relationships/customXml" Target="../ink/ink6.xml"/><Relationship Id="rId22" Type="http://schemas.openxmlformats.org/officeDocument/2006/relationships/customXml" Target="../ink/ink10.xml"/><Relationship Id="rId27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4.xml"/><Relationship Id="rId21" Type="http://schemas.openxmlformats.org/officeDocument/2006/relationships/image" Target="../media/image25.png"/><Relationship Id="rId34" Type="http://schemas.openxmlformats.org/officeDocument/2006/relationships/customXml" Target="../ink/ink28.xml"/><Relationship Id="rId42" Type="http://schemas.openxmlformats.org/officeDocument/2006/relationships/customXml" Target="../ink/ink32.xml"/><Relationship Id="rId47" Type="http://schemas.openxmlformats.org/officeDocument/2006/relationships/image" Target="../media/image38.png"/><Relationship Id="rId50" Type="http://schemas.openxmlformats.org/officeDocument/2006/relationships/customXml" Target="../ink/ink36.xml"/><Relationship Id="rId55" Type="http://schemas.openxmlformats.org/officeDocument/2006/relationships/image" Target="../media/image42.png"/><Relationship Id="rId63" Type="http://schemas.openxmlformats.org/officeDocument/2006/relationships/image" Target="../media/image46.png"/><Relationship Id="rId7" Type="http://schemas.openxmlformats.org/officeDocument/2006/relationships/image" Target="../media/image18.png"/><Relationship Id="rId2" Type="http://schemas.openxmlformats.org/officeDocument/2006/relationships/image" Target="../media/image3.png"/><Relationship Id="rId16" Type="http://schemas.openxmlformats.org/officeDocument/2006/relationships/customXml" Target="../ink/ink19.xml"/><Relationship Id="rId29" Type="http://schemas.openxmlformats.org/officeDocument/2006/relationships/image" Target="../media/image29.png"/><Relationship Id="rId11" Type="http://schemas.openxmlformats.org/officeDocument/2006/relationships/image" Target="../media/image20.png"/><Relationship Id="rId24" Type="http://schemas.openxmlformats.org/officeDocument/2006/relationships/customXml" Target="../ink/ink23.xml"/><Relationship Id="rId32" Type="http://schemas.openxmlformats.org/officeDocument/2006/relationships/customXml" Target="../ink/ink27.xml"/><Relationship Id="rId37" Type="http://schemas.openxmlformats.org/officeDocument/2006/relationships/image" Target="../media/image33.png"/><Relationship Id="rId40" Type="http://schemas.openxmlformats.org/officeDocument/2006/relationships/customXml" Target="../ink/ink31.xml"/><Relationship Id="rId45" Type="http://schemas.openxmlformats.org/officeDocument/2006/relationships/image" Target="../media/image37.png"/><Relationship Id="rId53" Type="http://schemas.openxmlformats.org/officeDocument/2006/relationships/image" Target="../media/image41.png"/><Relationship Id="rId58" Type="http://schemas.openxmlformats.org/officeDocument/2006/relationships/customXml" Target="../ink/ink40.xml"/><Relationship Id="rId5" Type="http://schemas.openxmlformats.org/officeDocument/2006/relationships/image" Target="../media/image17.png"/><Relationship Id="rId61" Type="http://schemas.openxmlformats.org/officeDocument/2006/relationships/image" Target="../media/image45.png"/><Relationship Id="rId19" Type="http://schemas.openxmlformats.org/officeDocument/2006/relationships/image" Target="../media/image24.png"/><Relationship Id="rId14" Type="http://schemas.openxmlformats.org/officeDocument/2006/relationships/customXml" Target="../ink/ink18.xml"/><Relationship Id="rId22" Type="http://schemas.openxmlformats.org/officeDocument/2006/relationships/customXml" Target="../ink/ink22.xml"/><Relationship Id="rId27" Type="http://schemas.openxmlformats.org/officeDocument/2006/relationships/image" Target="../media/image28.png"/><Relationship Id="rId30" Type="http://schemas.openxmlformats.org/officeDocument/2006/relationships/customXml" Target="../ink/ink26.xml"/><Relationship Id="rId35" Type="http://schemas.openxmlformats.org/officeDocument/2006/relationships/image" Target="../media/image32.png"/><Relationship Id="rId43" Type="http://schemas.openxmlformats.org/officeDocument/2006/relationships/image" Target="../media/image36.png"/><Relationship Id="rId48" Type="http://schemas.openxmlformats.org/officeDocument/2006/relationships/customXml" Target="../ink/ink35.xml"/><Relationship Id="rId56" Type="http://schemas.openxmlformats.org/officeDocument/2006/relationships/customXml" Target="../ink/ink39.xml"/><Relationship Id="rId64" Type="http://schemas.openxmlformats.org/officeDocument/2006/relationships/customXml" Target="../ink/ink43.xml"/><Relationship Id="rId8" Type="http://schemas.openxmlformats.org/officeDocument/2006/relationships/customXml" Target="../ink/ink15.xml"/><Relationship Id="rId51" Type="http://schemas.openxmlformats.org/officeDocument/2006/relationships/image" Target="../media/image40.png"/><Relationship Id="rId3" Type="http://schemas.openxmlformats.org/officeDocument/2006/relationships/image" Target="../media/image4.png"/><Relationship Id="rId12" Type="http://schemas.openxmlformats.org/officeDocument/2006/relationships/customXml" Target="../ink/ink17.xml"/><Relationship Id="rId17" Type="http://schemas.openxmlformats.org/officeDocument/2006/relationships/image" Target="../media/image23.png"/><Relationship Id="rId25" Type="http://schemas.openxmlformats.org/officeDocument/2006/relationships/image" Target="../media/image27.png"/><Relationship Id="rId33" Type="http://schemas.openxmlformats.org/officeDocument/2006/relationships/image" Target="../media/image31.png"/><Relationship Id="rId38" Type="http://schemas.openxmlformats.org/officeDocument/2006/relationships/customXml" Target="../ink/ink30.xml"/><Relationship Id="rId46" Type="http://schemas.openxmlformats.org/officeDocument/2006/relationships/customXml" Target="../ink/ink34.xml"/><Relationship Id="rId59" Type="http://schemas.openxmlformats.org/officeDocument/2006/relationships/image" Target="../media/image44.png"/><Relationship Id="rId20" Type="http://schemas.openxmlformats.org/officeDocument/2006/relationships/customXml" Target="../ink/ink21.xml"/><Relationship Id="rId41" Type="http://schemas.openxmlformats.org/officeDocument/2006/relationships/image" Target="../media/image35.png"/><Relationship Id="rId54" Type="http://schemas.openxmlformats.org/officeDocument/2006/relationships/customXml" Target="../ink/ink38.xml"/><Relationship Id="rId62" Type="http://schemas.openxmlformats.org/officeDocument/2006/relationships/customXml" Target="../ink/ink42.xml"/><Relationship Id="rId1" Type="http://schemas.openxmlformats.org/officeDocument/2006/relationships/slideLayout" Target="../slideLayouts/slideLayout10.xml"/><Relationship Id="rId6" Type="http://schemas.openxmlformats.org/officeDocument/2006/relationships/customXml" Target="../ink/ink14.xml"/><Relationship Id="rId15" Type="http://schemas.openxmlformats.org/officeDocument/2006/relationships/image" Target="../media/image22.png"/><Relationship Id="rId23" Type="http://schemas.openxmlformats.org/officeDocument/2006/relationships/image" Target="../media/image26.png"/><Relationship Id="rId28" Type="http://schemas.openxmlformats.org/officeDocument/2006/relationships/customXml" Target="../ink/ink25.xml"/><Relationship Id="rId36" Type="http://schemas.openxmlformats.org/officeDocument/2006/relationships/customXml" Target="../ink/ink29.xml"/><Relationship Id="rId49" Type="http://schemas.openxmlformats.org/officeDocument/2006/relationships/image" Target="../media/image39.png"/><Relationship Id="rId57" Type="http://schemas.openxmlformats.org/officeDocument/2006/relationships/image" Target="../media/image43.png"/><Relationship Id="rId10" Type="http://schemas.openxmlformats.org/officeDocument/2006/relationships/customXml" Target="../ink/ink16.xml"/><Relationship Id="rId31" Type="http://schemas.openxmlformats.org/officeDocument/2006/relationships/image" Target="../media/image30.png"/><Relationship Id="rId44" Type="http://schemas.openxmlformats.org/officeDocument/2006/relationships/customXml" Target="../ink/ink33.xml"/><Relationship Id="rId52" Type="http://schemas.openxmlformats.org/officeDocument/2006/relationships/customXml" Target="../ink/ink37.xml"/><Relationship Id="rId60" Type="http://schemas.openxmlformats.org/officeDocument/2006/relationships/customXml" Target="../ink/ink41.xml"/><Relationship Id="rId65" Type="http://schemas.openxmlformats.org/officeDocument/2006/relationships/image" Target="../media/image47.png"/><Relationship Id="rId4" Type="http://schemas.openxmlformats.org/officeDocument/2006/relationships/customXml" Target="../ink/ink13.xml"/><Relationship Id="rId9" Type="http://schemas.openxmlformats.org/officeDocument/2006/relationships/image" Target="../media/image19.png"/><Relationship Id="rId13" Type="http://schemas.openxmlformats.org/officeDocument/2006/relationships/image" Target="../media/image21.png"/><Relationship Id="rId18" Type="http://schemas.openxmlformats.org/officeDocument/2006/relationships/customXml" Target="../ink/ink20.xml"/><Relationship Id="rId39" Type="http://schemas.openxmlformats.org/officeDocument/2006/relationships/image" Target="../media/image34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customXml" Target="../ink/ink46.xml"/><Relationship Id="rId13" Type="http://schemas.openxmlformats.org/officeDocument/2006/relationships/image" Target="../media/image52.png"/><Relationship Id="rId18" Type="http://schemas.openxmlformats.org/officeDocument/2006/relationships/customXml" Target="../ink/ink51.xml"/><Relationship Id="rId3" Type="http://schemas.openxmlformats.org/officeDocument/2006/relationships/image" Target="../media/image4.png"/><Relationship Id="rId21" Type="http://schemas.openxmlformats.org/officeDocument/2006/relationships/image" Target="../media/image56.png"/><Relationship Id="rId7" Type="http://schemas.openxmlformats.org/officeDocument/2006/relationships/image" Target="../media/image49.png"/><Relationship Id="rId12" Type="http://schemas.openxmlformats.org/officeDocument/2006/relationships/customXml" Target="../ink/ink48.xml"/><Relationship Id="rId17" Type="http://schemas.openxmlformats.org/officeDocument/2006/relationships/image" Target="../media/image54.png"/><Relationship Id="rId2" Type="http://schemas.openxmlformats.org/officeDocument/2006/relationships/image" Target="../media/image3.png"/><Relationship Id="rId16" Type="http://schemas.openxmlformats.org/officeDocument/2006/relationships/customXml" Target="../ink/ink50.xml"/><Relationship Id="rId20" Type="http://schemas.openxmlformats.org/officeDocument/2006/relationships/customXml" Target="../ink/ink52.xml"/><Relationship Id="rId1" Type="http://schemas.openxmlformats.org/officeDocument/2006/relationships/slideLayout" Target="../slideLayouts/slideLayout10.xml"/><Relationship Id="rId6" Type="http://schemas.openxmlformats.org/officeDocument/2006/relationships/customXml" Target="../ink/ink45.xml"/><Relationship Id="rId11" Type="http://schemas.openxmlformats.org/officeDocument/2006/relationships/image" Target="../media/image51.png"/><Relationship Id="rId5" Type="http://schemas.openxmlformats.org/officeDocument/2006/relationships/image" Target="../media/image48.png"/><Relationship Id="rId15" Type="http://schemas.openxmlformats.org/officeDocument/2006/relationships/image" Target="../media/image53.png"/><Relationship Id="rId10" Type="http://schemas.openxmlformats.org/officeDocument/2006/relationships/customXml" Target="../ink/ink47.xml"/><Relationship Id="rId19" Type="http://schemas.openxmlformats.org/officeDocument/2006/relationships/image" Target="../media/image55.png"/><Relationship Id="rId4" Type="http://schemas.openxmlformats.org/officeDocument/2006/relationships/customXml" Target="../ink/ink44.xml"/><Relationship Id="rId9" Type="http://schemas.openxmlformats.org/officeDocument/2006/relationships/image" Target="../media/image50.png"/><Relationship Id="rId14" Type="http://schemas.openxmlformats.org/officeDocument/2006/relationships/customXml" Target="../ink/ink4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7760C1-4499-D3BA-52BA-0EAC7D792A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맵 수정을 위한</a:t>
            </a:r>
            <a:br>
              <a:rPr lang="en-US" altLang="ko-KR" dirty="0"/>
            </a:br>
            <a:r>
              <a:rPr lang="ko-KR" altLang="en-US" dirty="0"/>
              <a:t>롯데월드 야외 맵 반영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72F67C8-BCD2-DCE7-EBF2-DF223A7B097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36421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70EF9497-46D0-9649-3CA0-B7E3A38E1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F6243D64-B1ED-7588-B78F-B22F47DAC6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E470953-7D25-5326-FED1-A5A9FC11B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10/17/2026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18312A-D0D9-E39D-8163-65BB85D54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10" name="내용 개체 틀 9">
            <a:extLst>
              <a:ext uri="{FF2B5EF4-FFF2-40B4-BE49-F238E27FC236}">
                <a16:creationId xmlns:a16="http://schemas.microsoft.com/office/drawing/2014/main" id="{19D1CCB8-22FF-5C03-3143-3B5B8F7C03D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2BA21D60-0486-B84D-0E3B-28C0996404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9902" y="832472"/>
            <a:ext cx="7765690" cy="5530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376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4C50AB-D700-0CCE-FFDE-255DBCE5D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9" name="내용 개체 틀 8">
            <a:extLst>
              <a:ext uri="{FF2B5EF4-FFF2-40B4-BE49-F238E27FC236}">
                <a16:creationId xmlns:a16="http://schemas.microsoft.com/office/drawing/2014/main" id="{74822BCA-03EB-9EED-1B2F-E1F0604E556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rcRect l="19561" r="22281" b="20663"/>
          <a:stretch>
            <a:fillRect/>
          </a:stretch>
        </p:blipFill>
        <p:spPr>
          <a:xfrm>
            <a:off x="893362" y="1379702"/>
            <a:ext cx="4938095" cy="4797261"/>
          </a:xfrm>
          <a:prstGeom prst="rect">
            <a:avLst/>
          </a:prstGeom>
        </p:spPr>
      </p:pic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582FE59-C548-7D0F-EE6A-37380050A8A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입구와 이동 경로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C55613-AFCD-2782-92AC-62F352766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10/17/2026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880354-B7BC-B5A7-B5E8-50763F0EF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6FA12343-EC8C-6049-E78C-97AD6D38F3C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자유형: 도형 10">
            <a:extLst>
              <a:ext uri="{FF2B5EF4-FFF2-40B4-BE49-F238E27FC236}">
                <a16:creationId xmlns:a16="http://schemas.microsoft.com/office/drawing/2014/main" id="{5932190D-839E-BD7F-0426-C9B90D3D96B6}"/>
              </a:ext>
            </a:extLst>
          </p:cNvPr>
          <p:cNvSpPr/>
          <p:nvPr/>
        </p:nvSpPr>
        <p:spPr>
          <a:xfrm>
            <a:off x="3738113" y="4415258"/>
            <a:ext cx="1443487" cy="1548470"/>
          </a:xfrm>
          <a:custGeom>
            <a:avLst/>
            <a:gdLst>
              <a:gd name="csX0" fmla="*/ 1443487 w 1443487"/>
              <a:gd name="csY0" fmla="*/ 1548470 h 1548470"/>
              <a:gd name="csX1" fmla="*/ 1385978 w 1443487"/>
              <a:gd name="csY1" fmla="*/ 1462206 h 1548470"/>
              <a:gd name="csX2" fmla="*/ 1334219 w 1443487"/>
              <a:gd name="csY2" fmla="*/ 1404697 h 1548470"/>
              <a:gd name="csX3" fmla="*/ 1178944 w 1443487"/>
              <a:gd name="csY3" fmla="*/ 1197663 h 1548470"/>
              <a:gd name="csX4" fmla="*/ 1081178 w 1443487"/>
              <a:gd name="csY4" fmla="*/ 1117150 h 1548470"/>
              <a:gd name="csX5" fmla="*/ 1023668 w 1443487"/>
              <a:gd name="csY5" fmla="*/ 1105648 h 1548470"/>
              <a:gd name="csX6" fmla="*/ 971910 w 1443487"/>
              <a:gd name="csY6" fmla="*/ 1076893 h 1548470"/>
              <a:gd name="csX7" fmla="*/ 856891 w 1443487"/>
              <a:gd name="csY7" fmla="*/ 996380 h 1548470"/>
              <a:gd name="csX8" fmla="*/ 799381 w 1443487"/>
              <a:gd name="csY8" fmla="*/ 961874 h 1548470"/>
              <a:gd name="csX9" fmla="*/ 724619 w 1443487"/>
              <a:gd name="csY9" fmla="*/ 921617 h 1548470"/>
              <a:gd name="csX10" fmla="*/ 672861 w 1443487"/>
              <a:gd name="csY10" fmla="*/ 869859 h 1548470"/>
              <a:gd name="csX11" fmla="*/ 580845 w 1443487"/>
              <a:gd name="csY11" fmla="*/ 800848 h 1548470"/>
              <a:gd name="csX12" fmla="*/ 540589 w 1443487"/>
              <a:gd name="csY12" fmla="*/ 737587 h 1548470"/>
              <a:gd name="csX13" fmla="*/ 494581 w 1443487"/>
              <a:gd name="csY13" fmla="*/ 703082 h 1548470"/>
              <a:gd name="csX14" fmla="*/ 437072 w 1443487"/>
              <a:gd name="csY14" fmla="*/ 645572 h 1548470"/>
              <a:gd name="csX15" fmla="*/ 408317 w 1443487"/>
              <a:gd name="csY15" fmla="*/ 582312 h 1548470"/>
              <a:gd name="csX16" fmla="*/ 368061 w 1443487"/>
              <a:gd name="csY16" fmla="*/ 547806 h 1548470"/>
              <a:gd name="csX17" fmla="*/ 339306 w 1443487"/>
              <a:gd name="csY17" fmla="*/ 496048 h 1548470"/>
              <a:gd name="csX18" fmla="*/ 287547 w 1443487"/>
              <a:gd name="csY18" fmla="*/ 438538 h 1548470"/>
              <a:gd name="csX19" fmla="*/ 258793 w 1443487"/>
              <a:gd name="csY19" fmla="*/ 381029 h 1548470"/>
              <a:gd name="csX20" fmla="*/ 207034 w 1443487"/>
              <a:gd name="csY20" fmla="*/ 266010 h 1548470"/>
              <a:gd name="csX21" fmla="*/ 166778 w 1443487"/>
              <a:gd name="csY21" fmla="*/ 202750 h 1548470"/>
              <a:gd name="csX22" fmla="*/ 103517 w 1443487"/>
              <a:gd name="csY22" fmla="*/ 122236 h 1548470"/>
              <a:gd name="csX23" fmla="*/ 51759 w 1443487"/>
              <a:gd name="csY23" fmla="*/ 30221 h 1548470"/>
              <a:gd name="csX24" fmla="*/ 23004 w 1443487"/>
              <a:gd name="csY24" fmla="*/ 1467 h 1548470"/>
              <a:gd name="csX25" fmla="*/ 40257 w 1443487"/>
              <a:gd name="csY25" fmla="*/ 12968 h 1548470"/>
              <a:gd name="csX26" fmla="*/ 69012 w 1443487"/>
              <a:gd name="csY26" fmla="*/ 41723 h 1548470"/>
              <a:gd name="csX27" fmla="*/ 28755 w 1443487"/>
              <a:gd name="csY27" fmla="*/ 323519 h 1548470"/>
              <a:gd name="csX28" fmla="*/ 0 w 1443487"/>
              <a:gd name="csY28" fmla="*/ 421285 h 1548470"/>
              <a:gd name="csX29" fmla="*/ 11502 w 1443487"/>
              <a:gd name="csY29" fmla="*/ 346523 h 1548470"/>
              <a:gd name="csX30" fmla="*/ 23004 w 1443487"/>
              <a:gd name="csY30" fmla="*/ 12968 h 1548470"/>
              <a:gd name="csX31" fmla="*/ 74762 w 1443487"/>
              <a:gd name="csY31" fmla="*/ 35972 h 1548470"/>
              <a:gd name="csX32" fmla="*/ 132272 w 1443487"/>
              <a:gd name="csY32" fmla="*/ 64727 h 1548470"/>
              <a:gd name="csX33" fmla="*/ 184030 w 1443487"/>
              <a:gd name="csY33" fmla="*/ 116485 h 1548470"/>
              <a:gd name="csX34" fmla="*/ 241540 w 1443487"/>
              <a:gd name="csY34" fmla="*/ 145240 h 1548470"/>
              <a:gd name="csX35" fmla="*/ 391064 w 1443487"/>
              <a:gd name="csY35" fmla="*/ 237255 h 1548470"/>
              <a:gd name="csX36" fmla="*/ 437072 w 1443487"/>
              <a:gd name="csY36" fmla="*/ 277512 h 1548470"/>
              <a:gd name="csX37" fmla="*/ 471578 w 1443487"/>
              <a:gd name="csY37" fmla="*/ 312017 h 1548470"/>
              <a:gd name="csX38" fmla="*/ 379562 w 1443487"/>
              <a:gd name="csY38" fmla="*/ 220002 h 1548470"/>
              <a:gd name="csX39" fmla="*/ 327804 w 1443487"/>
              <a:gd name="csY39" fmla="*/ 208500 h 1548470"/>
              <a:gd name="csX40" fmla="*/ 218536 w 1443487"/>
              <a:gd name="csY40" fmla="*/ 127987 h 1548470"/>
              <a:gd name="csX41" fmla="*/ 161027 w 1443487"/>
              <a:gd name="csY41" fmla="*/ 93482 h 1548470"/>
              <a:gd name="csX42" fmla="*/ 103517 w 1443487"/>
              <a:gd name="csY42" fmla="*/ 41723 h 1548470"/>
              <a:gd name="csX43" fmla="*/ 34506 w 1443487"/>
              <a:gd name="csY43" fmla="*/ 58976 h 15484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</a:cxnLst>
            <a:rect l="l" t="t" r="r" b="b"/>
            <a:pathLst>
              <a:path w="1443487" h="1548470">
                <a:moveTo>
                  <a:pt x="1443487" y="1548470"/>
                </a:moveTo>
                <a:cubicBezTo>
                  <a:pt x="1378715" y="1496654"/>
                  <a:pt x="1453646" y="1563708"/>
                  <a:pt x="1385978" y="1462206"/>
                </a:cubicBezTo>
                <a:cubicBezTo>
                  <a:pt x="1371672" y="1440747"/>
                  <a:pt x="1349849" y="1425211"/>
                  <a:pt x="1334219" y="1404697"/>
                </a:cubicBezTo>
                <a:cubicBezTo>
                  <a:pt x="1268647" y="1318634"/>
                  <a:pt x="1290831" y="1289805"/>
                  <a:pt x="1178944" y="1197663"/>
                </a:cubicBezTo>
                <a:cubicBezTo>
                  <a:pt x="1146355" y="1170825"/>
                  <a:pt x="1122575" y="1125429"/>
                  <a:pt x="1081178" y="1117150"/>
                </a:cubicBezTo>
                <a:lnTo>
                  <a:pt x="1023668" y="1105648"/>
                </a:lnTo>
                <a:cubicBezTo>
                  <a:pt x="1006415" y="1096063"/>
                  <a:pt x="988419" y="1087709"/>
                  <a:pt x="971910" y="1076893"/>
                </a:cubicBezTo>
                <a:cubicBezTo>
                  <a:pt x="932764" y="1051246"/>
                  <a:pt x="897021" y="1020458"/>
                  <a:pt x="856891" y="996380"/>
                </a:cubicBezTo>
                <a:cubicBezTo>
                  <a:pt x="837721" y="984878"/>
                  <a:pt x="818843" y="972874"/>
                  <a:pt x="799381" y="961874"/>
                </a:cubicBezTo>
                <a:cubicBezTo>
                  <a:pt x="774741" y="947947"/>
                  <a:pt x="747509" y="938265"/>
                  <a:pt x="724619" y="921617"/>
                </a:cubicBezTo>
                <a:cubicBezTo>
                  <a:pt x="704887" y="907266"/>
                  <a:pt x="691543" y="885552"/>
                  <a:pt x="672861" y="869859"/>
                </a:cubicBezTo>
                <a:cubicBezTo>
                  <a:pt x="643504" y="845199"/>
                  <a:pt x="611517" y="823852"/>
                  <a:pt x="580845" y="800848"/>
                </a:cubicBezTo>
                <a:cubicBezTo>
                  <a:pt x="567426" y="779761"/>
                  <a:pt x="557126" y="756329"/>
                  <a:pt x="540589" y="737587"/>
                </a:cubicBezTo>
                <a:cubicBezTo>
                  <a:pt x="527906" y="723213"/>
                  <a:pt x="508909" y="715818"/>
                  <a:pt x="494581" y="703082"/>
                </a:cubicBezTo>
                <a:cubicBezTo>
                  <a:pt x="474319" y="685071"/>
                  <a:pt x="456242" y="664742"/>
                  <a:pt x="437072" y="645572"/>
                </a:cubicBezTo>
                <a:cubicBezTo>
                  <a:pt x="427487" y="624485"/>
                  <a:pt x="421675" y="601235"/>
                  <a:pt x="408317" y="582312"/>
                </a:cubicBezTo>
                <a:cubicBezTo>
                  <a:pt x="398125" y="567873"/>
                  <a:pt x="379102" y="561607"/>
                  <a:pt x="368061" y="547806"/>
                </a:cubicBezTo>
                <a:cubicBezTo>
                  <a:pt x="355732" y="532394"/>
                  <a:pt x="351014" y="511937"/>
                  <a:pt x="339306" y="496048"/>
                </a:cubicBezTo>
                <a:cubicBezTo>
                  <a:pt x="324007" y="475285"/>
                  <a:pt x="302337" y="459667"/>
                  <a:pt x="287547" y="438538"/>
                </a:cubicBezTo>
                <a:cubicBezTo>
                  <a:pt x="275256" y="420980"/>
                  <a:pt x="267662" y="400540"/>
                  <a:pt x="258793" y="381029"/>
                </a:cubicBezTo>
                <a:cubicBezTo>
                  <a:pt x="237120" y="333348"/>
                  <a:pt x="231774" y="308742"/>
                  <a:pt x="207034" y="266010"/>
                </a:cubicBezTo>
                <a:cubicBezTo>
                  <a:pt x="194511" y="244379"/>
                  <a:pt x="181382" y="223034"/>
                  <a:pt x="166778" y="202750"/>
                </a:cubicBezTo>
                <a:cubicBezTo>
                  <a:pt x="146835" y="175051"/>
                  <a:pt x="118781" y="152764"/>
                  <a:pt x="103517" y="122236"/>
                </a:cubicBezTo>
                <a:cubicBezTo>
                  <a:pt x="87804" y="90811"/>
                  <a:pt x="73379" y="58327"/>
                  <a:pt x="51759" y="30221"/>
                </a:cubicBezTo>
                <a:cubicBezTo>
                  <a:pt x="43494" y="19477"/>
                  <a:pt x="30523" y="12745"/>
                  <a:pt x="23004" y="1467"/>
                </a:cubicBezTo>
                <a:cubicBezTo>
                  <a:pt x="19170" y="-4284"/>
                  <a:pt x="35055" y="8417"/>
                  <a:pt x="40257" y="12968"/>
                </a:cubicBezTo>
                <a:cubicBezTo>
                  <a:pt x="50458" y="21894"/>
                  <a:pt x="59427" y="32138"/>
                  <a:pt x="69012" y="41723"/>
                </a:cubicBezTo>
                <a:cubicBezTo>
                  <a:pt x="34884" y="357404"/>
                  <a:pt x="66161" y="158933"/>
                  <a:pt x="28755" y="323519"/>
                </a:cubicBezTo>
                <a:cubicBezTo>
                  <a:pt x="10219" y="405076"/>
                  <a:pt x="28069" y="355793"/>
                  <a:pt x="0" y="421285"/>
                </a:cubicBezTo>
                <a:cubicBezTo>
                  <a:pt x="3834" y="396364"/>
                  <a:pt x="10084" y="371697"/>
                  <a:pt x="11502" y="346523"/>
                </a:cubicBezTo>
                <a:cubicBezTo>
                  <a:pt x="17760" y="235448"/>
                  <a:pt x="798" y="121980"/>
                  <a:pt x="23004" y="12968"/>
                </a:cubicBezTo>
                <a:cubicBezTo>
                  <a:pt x="26773" y="-5532"/>
                  <a:pt x="57875" y="27529"/>
                  <a:pt x="74762" y="35972"/>
                </a:cubicBezTo>
                <a:cubicBezTo>
                  <a:pt x="149972" y="73577"/>
                  <a:pt x="58411" y="35183"/>
                  <a:pt x="132272" y="64727"/>
                </a:cubicBezTo>
                <a:cubicBezTo>
                  <a:pt x="149525" y="81980"/>
                  <a:pt x="164387" y="102012"/>
                  <a:pt x="184030" y="116485"/>
                </a:cubicBezTo>
                <a:cubicBezTo>
                  <a:pt x="201285" y="129199"/>
                  <a:pt x="222574" y="135258"/>
                  <a:pt x="241540" y="145240"/>
                </a:cubicBezTo>
                <a:cubicBezTo>
                  <a:pt x="292395" y="172006"/>
                  <a:pt x="345237" y="204260"/>
                  <a:pt x="391064" y="237255"/>
                </a:cubicBezTo>
                <a:cubicBezTo>
                  <a:pt x="407601" y="249162"/>
                  <a:pt x="422139" y="263646"/>
                  <a:pt x="437072" y="277512"/>
                </a:cubicBezTo>
                <a:cubicBezTo>
                  <a:pt x="448992" y="288580"/>
                  <a:pt x="487009" y="317161"/>
                  <a:pt x="471578" y="312017"/>
                </a:cubicBezTo>
                <a:cubicBezTo>
                  <a:pt x="398505" y="287659"/>
                  <a:pt x="437299" y="259696"/>
                  <a:pt x="379562" y="220002"/>
                </a:cubicBezTo>
                <a:cubicBezTo>
                  <a:pt x="364998" y="209989"/>
                  <a:pt x="345057" y="212334"/>
                  <a:pt x="327804" y="208500"/>
                </a:cubicBezTo>
                <a:cubicBezTo>
                  <a:pt x="246920" y="141097"/>
                  <a:pt x="284792" y="165847"/>
                  <a:pt x="218536" y="127987"/>
                </a:cubicBezTo>
                <a:cubicBezTo>
                  <a:pt x="207546" y="73040"/>
                  <a:pt x="225757" y="116600"/>
                  <a:pt x="161027" y="93482"/>
                </a:cubicBezTo>
                <a:cubicBezTo>
                  <a:pt x="148788" y="89111"/>
                  <a:pt x="111024" y="49230"/>
                  <a:pt x="103517" y="41723"/>
                </a:cubicBezTo>
                <a:lnTo>
                  <a:pt x="34506" y="58976"/>
                </a:lnTo>
              </a:path>
            </a:pathLst>
          </a:cu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자유형: 도형 12">
            <a:extLst>
              <a:ext uri="{FF2B5EF4-FFF2-40B4-BE49-F238E27FC236}">
                <a16:creationId xmlns:a16="http://schemas.microsoft.com/office/drawing/2014/main" id="{4A0827E5-831F-CE0B-6DBB-EFC22883DD5D}"/>
              </a:ext>
            </a:extLst>
          </p:cNvPr>
          <p:cNvSpPr/>
          <p:nvPr/>
        </p:nvSpPr>
        <p:spPr>
          <a:xfrm>
            <a:off x="1961072" y="2725947"/>
            <a:ext cx="2672809" cy="1880559"/>
          </a:xfrm>
          <a:custGeom>
            <a:avLst/>
            <a:gdLst>
              <a:gd name="csX0" fmla="*/ 1736785 w 2672809"/>
              <a:gd name="csY0" fmla="*/ 1667774 h 1880559"/>
              <a:gd name="csX1" fmla="*/ 1627517 w 2672809"/>
              <a:gd name="csY1" fmla="*/ 1662023 h 1880559"/>
              <a:gd name="csX2" fmla="*/ 1460739 w 2672809"/>
              <a:gd name="csY2" fmla="*/ 1639019 h 1880559"/>
              <a:gd name="csX3" fmla="*/ 1351471 w 2672809"/>
              <a:gd name="csY3" fmla="*/ 1627517 h 1880559"/>
              <a:gd name="csX4" fmla="*/ 1167441 w 2672809"/>
              <a:gd name="csY4" fmla="*/ 1656272 h 1880559"/>
              <a:gd name="csX5" fmla="*/ 1098430 w 2672809"/>
              <a:gd name="csY5" fmla="*/ 1690778 h 1880559"/>
              <a:gd name="csX6" fmla="*/ 1023668 w 2672809"/>
              <a:gd name="csY6" fmla="*/ 1702279 h 1880559"/>
              <a:gd name="csX7" fmla="*/ 856890 w 2672809"/>
              <a:gd name="csY7" fmla="*/ 1788544 h 1880559"/>
              <a:gd name="csX8" fmla="*/ 782128 w 2672809"/>
              <a:gd name="csY8" fmla="*/ 1794295 h 1880559"/>
              <a:gd name="csX9" fmla="*/ 701615 w 2672809"/>
              <a:gd name="csY9" fmla="*/ 1817298 h 1880559"/>
              <a:gd name="csX10" fmla="*/ 632603 w 2672809"/>
              <a:gd name="csY10" fmla="*/ 1846053 h 1880559"/>
              <a:gd name="csX11" fmla="*/ 454324 w 2672809"/>
              <a:gd name="csY11" fmla="*/ 1840302 h 1880559"/>
              <a:gd name="csX12" fmla="*/ 339305 w 2672809"/>
              <a:gd name="csY12" fmla="*/ 1754038 h 1880559"/>
              <a:gd name="csX13" fmla="*/ 276045 w 2672809"/>
              <a:gd name="csY13" fmla="*/ 1736785 h 1880559"/>
              <a:gd name="csX14" fmla="*/ 166777 w 2672809"/>
              <a:gd name="csY14" fmla="*/ 1679276 h 1880559"/>
              <a:gd name="csX15" fmla="*/ 74762 w 2672809"/>
              <a:gd name="csY15" fmla="*/ 1460740 h 1880559"/>
              <a:gd name="csX16" fmla="*/ 63260 w 2672809"/>
              <a:gd name="csY16" fmla="*/ 1334219 h 1880559"/>
              <a:gd name="csX17" fmla="*/ 40256 w 2672809"/>
              <a:gd name="csY17" fmla="*/ 1236453 h 1880559"/>
              <a:gd name="csX18" fmla="*/ 92015 w 2672809"/>
              <a:gd name="csY18" fmla="*/ 1000664 h 1880559"/>
              <a:gd name="csX19" fmla="*/ 258792 w 2672809"/>
              <a:gd name="csY19" fmla="*/ 764876 h 1880559"/>
              <a:gd name="csX20" fmla="*/ 345056 w 2672809"/>
              <a:gd name="csY20" fmla="*/ 632604 h 1880559"/>
              <a:gd name="csX21" fmla="*/ 534837 w 2672809"/>
              <a:gd name="csY21" fmla="*/ 471578 h 1880559"/>
              <a:gd name="csX22" fmla="*/ 724619 w 2672809"/>
              <a:gd name="csY22" fmla="*/ 339306 h 1880559"/>
              <a:gd name="csX23" fmla="*/ 1052422 w 2672809"/>
              <a:gd name="csY23" fmla="*/ 184030 h 1880559"/>
              <a:gd name="csX24" fmla="*/ 1311215 w 2672809"/>
              <a:gd name="csY24" fmla="*/ 97766 h 1880559"/>
              <a:gd name="csX25" fmla="*/ 1627517 w 2672809"/>
              <a:gd name="csY25" fmla="*/ 28755 h 1880559"/>
              <a:gd name="csX26" fmla="*/ 1984075 w 2672809"/>
              <a:gd name="csY26" fmla="*/ 74762 h 1880559"/>
              <a:gd name="csX27" fmla="*/ 2254370 w 2672809"/>
              <a:gd name="csY27" fmla="*/ 86264 h 1880559"/>
              <a:gd name="csX28" fmla="*/ 2455653 w 2672809"/>
              <a:gd name="csY28" fmla="*/ 201283 h 1880559"/>
              <a:gd name="csX29" fmla="*/ 2518913 w 2672809"/>
              <a:gd name="csY29" fmla="*/ 333555 h 1880559"/>
              <a:gd name="csX30" fmla="*/ 2628181 w 2672809"/>
              <a:gd name="csY30" fmla="*/ 506083 h 1880559"/>
              <a:gd name="csX31" fmla="*/ 2656936 w 2672809"/>
              <a:gd name="csY31" fmla="*/ 563593 h 1880559"/>
              <a:gd name="csX32" fmla="*/ 2662686 w 2672809"/>
              <a:gd name="csY32" fmla="*/ 891396 h 1880559"/>
              <a:gd name="csX33" fmla="*/ 2610928 w 2672809"/>
              <a:gd name="csY33" fmla="*/ 1000664 h 1880559"/>
              <a:gd name="csX34" fmla="*/ 2599426 w 2672809"/>
              <a:gd name="csY34" fmla="*/ 1058174 h 1880559"/>
              <a:gd name="csX35" fmla="*/ 2472905 w 2672809"/>
              <a:gd name="csY35" fmla="*/ 1207698 h 1880559"/>
              <a:gd name="csX36" fmla="*/ 2288875 w 2672809"/>
              <a:gd name="csY36" fmla="*/ 1391728 h 1880559"/>
              <a:gd name="csX37" fmla="*/ 2254370 w 2672809"/>
              <a:gd name="csY37" fmla="*/ 1397479 h 1880559"/>
              <a:gd name="csX38" fmla="*/ 2053086 w 2672809"/>
              <a:gd name="csY38" fmla="*/ 1518249 h 1880559"/>
              <a:gd name="csX39" fmla="*/ 1886309 w 2672809"/>
              <a:gd name="csY39" fmla="*/ 1604513 h 1880559"/>
              <a:gd name="csX40" fmla="*/ 1828800 w 2672809"/>
              <a:gd name="csY40" fmla="*/ 1644770 h 1880559"/>
              <a:gd name="csX41" fmla="*/ 1943819 w 2672809"/>
              <a:gd name="csY41" fmla="*/ 1541253 h 1880559"/>
              <a:gd name="csX42" fmla="*/ 2012830 w 2672809"/>
              <a:gd name="csY42" fmla="*/ 1512498 h 1880559"/>
              <a:gd name="csX43" fmla="*/ 2093343 w 2672809"/>
              <a:gd name="csY43" fmla="*/ 1460740 h 1880559"/>
              <a:gd name="csX44" fmla="*/ 2283124 w 2672809"/>
              <a:gd name="csY44" fmla="*/ 1253706 h 1880559"/>
              <a:gd name="csX45" fmla="*/ 2300377 w 2672809"/>
              <a:gd name="csY45" fmla="*/ 1219200 h 1880559"/>
              <a:gd name="csX46" fmla="*/ 2352136 w 2672809"/>
              <a:gd name="csY46" fmla="*/ 1144438 h 1880559"/>
              <a:gd name="csX47" fmla="*/ 2380890 w 2672809"/>
              <a:gd name="csY47" fmla="*/ 1109932 h 1880559"/>
              <a:gd name="csX48" fmla="*/ 2472905 w 2672809"/>
              <a:gd name="csY48" fmla="*/ 966159 h 1880559"/>
              <a:gd name="csX49" fmla="*/ 2449902 w 2672809"/>
              <a:gd name="csY49" fmla="*/ 230038 h 1880559"/>
              <a:gd name="csX50" fmla="*/ 2421147 w 2672809"/>
              <a:gd name="csY50" fmla="*/ 149525 h 1880559"/>
              <a:gd name="csX51" fmla="*/ 2380890 w 2672809"/>
              <a:gd name="csY51" fmla="*/ 0 h 1880559"/>
              <a:gd name="csX52" fmla="*/ 2162354 w 2672809"/>
              <a:gd name="csY52" fmla="*/ 17253 h 1880559"/>
              <a:gd name="csX53" fmla="*/ 2064588 w 2672809"/>
              <a:gd name="csY53" fmla="*/ 40257 h 1880559"/>
              <a:gd name="csX54" fmla="*/ 1961071 w 2672809"/>
              <a:gd name="csY54" fmla="*/ 51759 h 1880559"/>
              <a:gd name="csX55" fmla="*/ 1777041 w 2672809"/>
              <a:gd name="csY55" fmla="*/ 74762 h 1880559"/>
              <a:gd name="csX56" fmla="*/ 1299713 w 2672809"/>
              <a:gd name="csY56" fmla="*/ 86264 h 1880559"/>
              <a:gd name="csX57" fmla="*/ 1207698 w 2672809"/>
              <a:gd name="csY57" fmla="*/ 138023 h 1880559"/>
              <a:gd name="csX58" fmla="*/ 1127185 w 2672809"/>
              <a:gd name="csY58" fmla="*/ 166778 h 1880559"/>
              <a:gd name="csX59" fmla="*/ 1000664 w 2672809"/>
              <a:gd name="csY59" fmla="*/ 258793 h 1880559"/>
              <a:gd name="csX60" fmla="*/ 787879 w 2672809"/>
              <a:gd name="csY60" fmla="*/ 391064 h 1880559"/>
              <a:gd name="csX61" fmla="*/ 615351 w 2672809"/>
              <a:gd name="csY61" fmla="*/ 534838 h 1880559"/>
              <a:gd name="csX62" fmla="*/ 563592 w 2672809"/>
              <a:gd name="csY62" fmla="*/ 563593 h 1880559"/>
              <a:gd name="csX63" fmla="*/ 523336 w 2672809"/>
              <a:gd name="csY63" fmla="*/ 592347 h 1880559"/>
              <a:gd name="csX64" fmla="*/ 195532 w 2672809"/>
              <a:gd name="csY64" fmla="*/ 822385 h 1880559"/>
              <a:gd name="csX65" fmla="*/ 126520 w 2672809"/>
              <a:gd name="csY65" fmla="*/ 908649 h 1880559"/>
              <a:gd name="csX66" fmla="*/ 40256 w 2672809"/>
              <a:gd name="csY66" fmla="*/ 1046672 h 1880559"/>
              <a:gd name="csX67" fmla="*/ 28754 w 2672809"/>
              <a:gd name="csY67" fmla="*/ 1081178 h 1880559"/>
              <a:gd name="csX68" fmla="*/ 0 w 2672809"/>
              <a:gd name="csY68" fmla="*/ 1253706 h 1880559"/>
              <a:gd name="csX69" fmla="*/ 23003 w 2672809"/>
              <a:gd name="csY69" fmla="*/ 1472242 h 1880559"/>
              <a:gd name="csX70" fmla="*/ 63260 w 2672809"/>
              <a:gd name="csY70" fmla="*/ 1575759 h 1880559"/>
              <a:gd name="csX71" fmla="*/ 115019 w 2672809"/>
              <a:gd name="csY71" fmla="*/ 1662023 h 1880559"/>
              <a:gd name="csX72" fmla="*/ 178279 w 2672809"/>
              <a:gd name="csY72" fmla="*/ 1696528 h 1880559"/>
              <a:gd name="csX73" fmla="*/ 281796 w 2672809"/>
              <a:gd name="csY73" fmla="*/ 1794295 h 1880559"/>
              <a:gd name="csX74" fmla="*/ 368060 w 2672809"/>
              <a:gd name="csY74" fmla="*/ 1857555 h 1880559"/>
              <a:gd name="csX75" fmla="*/ 477328 w 2672809"/>
              <a:gd name="csY75" fmla="*/ 1880559 h 1880559"/>
              <a:gd name="csX76" fmla="*/ 856890 w 2672809"/>
              <a:gd name="csY76" fmla="*/ 1869057 h 1880559"/>
              <a:gd name="csX77" fmla="*/ 1155939 w 2672809"/>
              <a:gd name="csY77" fmla="*/ 1823049 h 1880559"/>
              <a:gd name="csX78" fmla="*/ 1316966 w 2672809"/>
              <a:gd name="csY78" fmla="*/ 1759789 h 1880559"/>
              <a:gd name="csX79" fmla="*/ 1524000 w 2672809"/>
              <a:gd name="csY79" fmla="*/ 1719532 h 1880559"/>
              <a:gd name="csX80" fmla="*/ 1581509 w 2672809"/>
              <a:gd name="csY80" fmla="*/ 1708030 h 1880559"/>
              <a:gd name="csX81" fmla="*/ 1719532 w 2672809"/>
              <a:gd name="csY81" fmla="*/ 1650521 h 1880559"/>
              <a:gd name="csX82" fmla="*/ 1788543 w 2672809"/>
              <a:gd name="csY82" fmla="*/ 1644770 h 1880559"/>
              <a:gd name="csX83" fmla="*/ 1788543 w 2672809"/>
              <a:gd name="csY83" fmla="*/ 1621766 h 188055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</a:cxnLst>
            <a:rect l="l" t="t" r="r" b="b"/>
            <a:pathLst>
              <a:path w="2672809" h="1880559">
                <a:moveTo>
                  <a:pt x="1736785" y="1667774"/>
                </a:moveTo>
                <a:cubicBezTo>
                  <a:pt x="1700362" y="1665857"/>
                  <a:pt x="1663794" y="1665802"/>
                  <a:pt x="1627517" y="1662023"/>
                </a:cubicBezTo>
                <a:cubicBezTo>
                  <a:pt x="1571700" y="1656209"/>
                  <a:pt x="1516425" y="1645980"/>
                  <a:pt x="1460739" y="1639019"/>
                </a:cubicBezTo>
                <a:cubicBezTo>
                  <a:pt x="1424398" y="1634476"/>
                  <a:pt x="1387894" y="1631351"/>
                  <a:pt x="1351471" y="1627517"/>
                </a:cubicBezTo>
                <a:cubicBezTo>
                  <a:pt x="1290128" y="1637102"/>
                  <a:pt x="1227675" y="1641213"/>
                  <a:pt x="1167441" y="1656272"/>
                </a:cubicBezTo>
                <a:cubicBezTo>
                  <a:pt x="1142490" y="1662510"/>
                  <a:pt x="1122925" y="1682940"/>
                  <a:pt x="1098430" y="1690778"/>
                </a:cubicBezTo>
                <a:cubicBezTo>
                  <a:pt x="1074416" y="1698463"/>
                  <a:pt x="1048589" y="1698445"/>
                  <a:pt x="1023668" y="1702279"/>
                </a:cubicBezTo>
                <a:cubicBezTo>
                  <a:pt x="995968" y="1718316"/>
                  <a:pt x="904695" y="1778152"/>
                  <a:pt x="856890" y="1788544"/>
                </a:cubicBezTo>
                <a:cubicBezTo>
                  <a:pt x="832466" y="1793854"/>
                  <a:pt x="807049" y="1792378"/>
                  <a:pt x="782128" y="1794295"/>
                </a:cubicBezTo>
                <a:cubicBezTo>
                  <a:pt x="755290" y="1801963"/>
                  <a:pt x="727991" y="1808168"/>
                  <a:pt x="701615" y="1817298"/>
                </a:cubicBezTo>
                <a:cubicBezTo>
                  <a:pt x="678065" y="1825450"/>
                  <a:pt x="657417" y="1843745"/>
                  <a:pt x="632603" y="1846053"/>
                </a:cubicBezTo>
                <a:cubicBezTo>
                  <a:pt x="573401" y="1851560"/>
                  <a:pt x="513750" y="1842219"/>
                  <a:pt x="454324" y="1840302"/>
                </a:cubicBezTo>
                <a:cubicBezTo>
                  <a:pt x="434828" y="1824705"/>
                  <a:pt x="363276" y="1765453"/>
                  <a:pt x="339305" y="1754038"/>
                </a:cubicBezTo>
                <a:cubicBezTo>
                  <a:pt x="319571" y="1744641"/>
                  <a:pt x="296675" y="1744005"/>
                  <a:pt x="276045" y="1736785"/>
                </a:cubicBezTo>
                <a:cubicBezTo>
                  <a:pt x="231128" y="1721064"/>
                  <a:pt x="208185" y="1704121"/>
                  <a:pt x="166777" y="1679276"/>
                </a:cubicBezTo>
                <a:cubicBezTo>
                  <a:pt x="81156" y="1529438"/>
                  <a:pt x="108386" y="1603639"/>
                  <a:pt x="74762" y="1460740"/>
                </a:cubicBezTo>
                <a:cubicBezTo>
                  <a:pt x="70928" y="1418566"/>
                  <a:pt x="69699" y="1376074"/>
                  <a:pt x="63260" y="1334219"/>
                </a:cubicBezTo>
                <a:cubicBezTo>
                  <a:pt x="58169" y="1301130"/>
                  <a:pt x="41212" y="1269918"/>
                  <a:pt x="40256" y="1236453"/>
                </a:cubicBezTo>
                <a:cubicBezTo>
                  <a:pt x="39166" y="1198303"/>
                  <a:pt x="82330" y="1023093"/>
                  <a:pt x="92015" y="1000664"/>
                </a:cubicBezTo>
                <a:cubicBezTo>
                  <a:pt x="134054" y="903311"/>
                  <a:pt x="197935" y="849290"/>
                  <a:pt x="258792" y="764876"/>
                </a:cubicBezTo>
                <a:cubicBezTo>
                  <a:pt x="289575" y="722177"/>
                  <a:pt x="312034" y="673596"/>
                  <a:pt x="345056" y="632604"/>
                </a:cubicBezTo>
                <a:cubicBezTo>
                  <a:pt x="376893" y="593083"/>
                  <a:pt x="501589" y="495875"/>
                  <a:pt x="534837" y="471578"/>
                </a:cubicBezTo>
                <a:cubicBezTo>
                  <a:pt x="597095" y="426082"/>
                  <a:pt x="658772" y="379432"/>
                  <a:pt x="724619" y="339306"/>
                </a:cubicBezTo>
                <a:cubicBezTo>
                  <a:pt x="803164" y="291443"/>
                  <a:pt x="960937" y="217532"/>
                  <a:pt x="1052422" y="184030"/>
                </a:cubicBezTo>
                <a:cubicBezTo>
                  <a:pt x="1137807" y="152762"/>
                  <a:pt x="1225315" y="127592"/>
                  <a:pt x="1311215" y="97766"/>
                </a:cubicBezTo>
                <a:cubicBezTo>
                  <a:pt x="1534221" y="20334"/>
                  <a:pt x="1394600" y="45392"/>
                  <a:pt x="1627517" y="28755"/>
                </a:cubicBezTo>
                <a:cubicBezTo>
                  <a:pt x="2039599" y="45925"/>
                  <a:pt x="1398451" y="12755"/>
                  <a:pt x="1984075" y="74762"/>
                </a:cubicBezTo>
                <a:cubicBezTo>
                  <a:pt x="2073754" y="84257"/>
                  <a:pt x="2164272" y="82430"/>
                  <a:pt x="2254370" y="86264"/>
                </a:cubicBezTo>
                <a:cubicBezTo>
                  <a:pt x="2403401" y="164329"/>
                  <a:pt x="2336912" y="124951"/>
                  <a:pt x="2455653" y="201283"/>
                </a:cubicBezTo>
                <a:cubicBezTo>
                  <a:pt x="2476740" y="245374"/>
                  <a:pt x="2495862" y="290459"/>
                  <a:pt x="2518913" y="333555"/>
                </a:cubicBezTo>
                <a:cubicBezTo>
                  <a:pt x="2666666" y="609791"/>
                  <a:pt x="2527374" y="338074"/>
                  <a:pt x="2628181" y="506083"/>
                </a:cubicBezTo>
                <a:cubicBezTo>
                  <a:pt x="2639208" y="524461"/>
                  <a:pt x="2647351" y="544423"/>
                  <a:pt x="2656936" y="563593"/>
                </a:cubicBezTo>
                <a:cubicBezTo>
                  <a:pt x="2668073" y="674974"/>
                  <a:pt x="2683148" y="776807"/>
                  <a:pt x="2662686" y="891396"/>
                </a:cubicBezTo>
                <a:cubicBezTo>
                  <a:pt x="2655601" y="931071"/>
                  <a:pt x="2628181" y="964241"/>
                  <a:pt x="2610928" y="1000664"/>
                </a:cubicBezTo>
                <a:cubicBezTo>
                  <a:pt x="2607094" y="1019834"/>
                  <a:pt x="2606184" y="1039830"/>
                  <a:pt x="2599426" y="1058174"/>
                </a:cubicBezTo>
                <a:cubicBezTo>
                  <a:pt x="2573828" y="1127654"/>
                  <a:pt x="2524989" y="1148669"/>
                  <a:pt x="2472905" y="1207698"/>
                </a:cubicBezTo>
                <a:cubicBezTo>
                  <a:pt x="2431962" y="1254100"/>
                  <a:pt x="2360203" y="1379840"/>
                  <a:pt x="2288875" y="1391728"/>
                </a:cubicBezTo>
                <a:lnTo>
                  <a:pt x="2254370" y="1397479"/>
                </a:lnTo>
                <a:cubicBezTo>
                  <a:pt x="1958627" y="1606963"/>
                  <a:pt x="2224814" y="1436678"/>
                  <a:pt x="2053086" y="1518249"/>
                </a:cubicBezTo>
                <a:cubicBezTo>
                  <a:pt x="1996551" y="1545103"/>
                  <a:pt x="1940822" y="1573762"/>
                  <a:pt x="1886309" y="1604513"/>
                </a:cubicBezTo>
                <a:cubicBezTo>
                  <a:pt x="1865928" y="1616010"/>
                  <a:pt x="1813060" y="1662084"/>
                  <a:pt x="1828800" y="1644770"/>
                </a:cubicBezTo>
                <a:cubicBezTo>
                  <a:pt x="1863497" y="1606604"/>
                  <a:pt x="1901935" y="1571357"/>
                  <a:pt x="1943819" y="1541253"/>
                </a:cubicBezTo>
                <a:cubicBezTo>
                  <a:pt x="1964055" y="1526708"/>
                  <a:pt x="1990281" y="1523109"/>
                  <a:pt x="2012830" y="1512498"/>
                </a:cubicBezTo>
                <a:cubicBezTo>
                  <a:pt x="2027587" y="1505553"/>
                  <a:pt x="2091232" y="1462534"/>
                  <a:pt x="2093343" y="1460740"/>
                </a:cubicBezTo>
                <a:cubicBezTo>
                  <a:pt x="2136306" y="1424221"/>
                  <a:pt x="2276984" y="1265985"/>
                  <a:pt x="2283124" y="1253706"/>
                </a:cubicBezTo>
                <a:cubicBezTo>
                  <a:pt x="2288875" y="1242204"/>
                  <a:pt x="2293510" y="1230073"/>
                  <a:pt x="2300377" y="1219200"/>
                </a:cubicBezTo>
                <a:cubicBezTo>
                  <a:pt x="2316563" y="1193573"/>
                  <a:pt x="2334156" y="1168839"/>
                  <a:pt x="2352136" y="1144438"/>
                </a:cubicBezTo>
                <a:cubicBezTo>
                  <a:pt x="2361017" y="1132385"/>
                  <a:pt x="2373187" y="1122770"/>
                  <a:pt x="2380890" y="1109932"/>
                </a:cubicBezTo>
                <a:cubicBezTo>
                  <a:pt x="2472658" y="956984"/>
                  <a:pt x="2366438" y="1096286"/>
                  <a:pt x="2472905" y="966159"/>
                </a:cubicBezTo>
                <a:cubicBezTo>
                  <a:pt x="2465237" y="720785"/>
                  <a:pt x="2465430" y="475040"/>
                  <a:pt x="2449902" y="230038"/>
                </a:cubicBezTo>
                <a:cubicBezTo>
                  <a:pt x="2448099" y="201597"/>
                  <a:pt x="2429647" y="176726"/>
                  <a:pt x="2421147" y="149525"/>
                </a:cubicBezTo>
                <a:cubicBezTo>
                  <a:pt x="2404653" y="96746"/>
                  <a:pt x="2393798" y="51631"/>
                  <a:pt x="2380890" y="0"/>
                </a:cubicBezTo>
                <a:cubicBezTo>
                  <a:pt x="2308045" y="5751"/>
                  <a:pt x="2234841" y="8027"/>
                  <a:pt x="2162354" y="17253"/>
                </a:cubicBezTo>
                <a:cubicBezTo>
                  <a:pt x="2129143" y="21480"/>
                  <a:pt x="2097585" y="34600"/>
                  <a:pt x="2064588" y="40257"/>
                </a:cubicBezTo>
                <a:cubicBezTo>
                  <a:pt x="2030369" y="46123"/>
                  <a:pt x="1995542" y="47623"/>
                  <a:pt x="1961071" y="51759"/>
                </a:cubicBezTo>
                <a:cubicBezTo>
                  <a:pt x="1899691" y="59125"/>
                  <a:pt x="1838778" y="71541"/>
                  <a:pt x="1777041" y="74762"/>
                </a:cubicBezTo>
                <a:cubicBezTo>
                  <a:pt x="1618102" y="83054"/>
                  <a:pt x="1458822" y="82430"/>
                  <a:pt x="1299713" y="86264"/>
                </a:cubicBezTo>
                <a:cubicBezTo>
                  <a:pt x="1269041" y="103517"/>
                  <a:pt x="1239588" y="123141"/>
                  <a:pt x="1207698" y="138023"/>
                </a:cubicBezTo>
                <a:cubicBezTo>
                  <a:pt x="1181874" y="150074"/>
                  <a:pt x="1152497" y="153685"/>
                  <a:pt x="1127185" y="166778"/>
                </a:cubicBezTo>
                <a:cubicBezTo>
                  <a:pt x="951012" y="257902"/>
                  <a:pt x="1105618" y="189619"/>
                  <a:pt x="1000664" y="258793"/>
                </a:cubicBezTo>
                <a:cubicBezTo>
                  <a:pt x="930932" y="304753"/>
                  <a:pt x="848933" y="334080"/>
                  <a:pt x="787879" y="391064"/>
                </a:cubicBezTo>
                <a:cubicBezTo>
                  <a:pt x="708081" y="465543"/>
                  <a:pt x="703840" y="475846"/>
                  <a:pt x="615351" y="534838"/>
                </a:cubicBezTo>
                <a:cubicBezTo>
                  <a:pt x="598929" y="545786"/>
                  <a:pt x="580329" y="553133"/>
                  <a:pt x="563592" y="563593"/>
                </a:cubicBezTo>
                <a:cubicBezTo>
                  <a:pt x="549608" y="572333"/>
                  <a:pt x="537207" y="583430"/>
                  <a:pt x="523336" y="592347"/>
                </a:cubicBezTo>
                <a:cubicBezTo>
                  <a:pt x="432306" y="650866"/>
                  <a:pt x="252619" y="751027"/>
                  <a:pt x="195532" y="822385"/>
                </a:cubicBezTo>
                <a:cubicBezTo>
                  <a:pt x="172528" y="851140"/>
                  <a:pt x="147481" y="878373"/>
                  <a:pt x="126520" y="908649"/>
                </a:cubicBezTo>
                <a:cubicBezTo>
                  <a:pt x="95638" y="953256"/>
                  <a:pt x="57413" y="995202"/>
                  <a:pt x="40256" y="1046672"/>
                </a:cubicBezTo>
                <a:cubicBezTo>
                  <a:pt x="36422" y="1058174"/>
                  <a:pt x="31384" y="1069343"/>
                  <a:pt x="28754" y="1081178"/>
                </a:cubicBezTo>
                <a:cubicBezTo>
                  <a:pt x="6879" y="1179619"/>
                  <a:pt x="8423" y="1177899"/>
                  <a:pt x="0" y="1253706"/>
                </a:cubicBezTo>
                <a:cubicBezTo>
                  <a:pt x="7668" y="1326551"/>
                  <a:pt x="14101" y="1399537"/>
                  <a:pt x="23003" y="1472242"/>
                </a:cubicBezTo>
                <a:cubicBezTo>
                  <a:pt x="35487" y="1574194"/>
                  <a:pt x="23562" y="1500775"/>
                  <a:pt x="63260" y="1575759"/>
                </a:cubicBezTo>
                <a:cubicBezTo>
                  <a:pt x="88383" y="1623214"/>
                  <a:pt x="73579" y="1633533"/>
                  <a:pt x="115019" y="1662023"/>
                </a:cubicBezTo>
                <a:cubicBezTo>
                  <a:pt x="134812" y="1675631"/>
                  <a:pt x="159460" y="1681602"/>
                  <a:pt x="178279" y="1696528"/>
                </a:cubicBezTo>
                <a:cubicBezTo>
                  <a:pt x="215466" y="1726021"/>
                  <a:pt x="245121" y="1764169"/>
                  <a:pt x="281796" y="1794295"/>
                </a:cubicBezTo>
                <a:cubicBezTo>
                  <a:pt x="436659" y="1921505"/>
                  <a:pt x="271515" y="1761010"/>
                  <a:pt x="368060" y="1857555"/>
                </a:cubicBezTo>
                <a:cubicBezTo>
                  <a:pt x="691805" y="1825180"/>
                  <a:pt x="156106" y="1867710"/>
                  <a:pt x="477328" y="1880559"/>
                </a:cubicBezTo>
                <a:lnTo>
                  <a:pt x="856890" y="1869057"/>
                </a:lnTo>
                <a:cubicBezTo>
                  <a:pt x="956573" y="1853721"/>
                  <a:pt x="1057813" y="1846354"/>
                  <a:pt x="1155939" y="1823049"/>
                </a:cubicBezTo>
                <a:cubicBezTo>
                  <a:pt x="1212047" y="1809723"/>
                  <a:pt x="1261451" y="1775403"/>
                  <a:pt x="1316966" y="1759789"/>
                </a:cubicBezTo>
                <a:cubicBezTo>
                  <a:pt x="1384644" y="1740755"/>
                  <a:pt x="1455004" y="1733031"/>
                  <a:pt x="1524000" y="1719532"/>
                </a:cubicBezTo>
                <a:lnTo>
                  <a:pt x="1581509" y="1708030"/>
                </a:lnTo>
                <a:cubicBezTo>
                  <a:pt x="1627517" y="1688860"/>
                  <a:pt x="1671866" y="1665086"/>
                  <a:pt x="1719532" y="1650521"/>
                </a:cubicBezTo>
                <a:cubicBezTo>
                  <a:pt x="1741608" y="1643776"/>
                  <a:pt x="1767235" y="1653648"/>
                  <a:pt x="1788543" y="1644770"/>
                </a:cubicBezTo>
                <a:cubicBezTo>
                  <a:pt x="1795621" y="1641821"/>
                  <a:pt x="1788543" y="1629434"/>
                  <a:pt x="1788543" y="1621766"/>
                </a:cubicBezTo>
              </a:path>
            </a:pathLst>
          </a:cu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11200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E6BFA-4872-038F-4A02-52BBF493A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79B995-7549-2B68-C954-2AFC261B1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9" name="내용 개체 틀 8">
            <a:extLst>
              <a:ext uri="{FF2B5EF4-FFF2-40B4-BE49-F238E27FC236}">
                <a16:creationId xmlns:a16="http://schemas.microsoft.com/office/drawing/2014/main" id="{C94DFE3B-6609-0DD0-15E7-8DC10DE5969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rcRect l="19561" r="22281" b="20663"/>
          <a:stretch>
            <a:fillRect/>
          </a:stretch>
        </p:blipFill>
        <p:spPr>
          <a:xfrm>
            <a:off x="893362" y="1379702"/>
            <a:ext cx="4938095" cy="4797261"/>
          </a:xfrm>
          <a:prstGeom prst="rect">
            <a:avLst/>
          </a:prstGeom>
        </p:spPr>
      </p:pic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EA2732E-20B8-39E3-FCC3-E03ECD1A89F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반드시 한 번 지나는 랜드마크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가장 화려하고 상징적인 랜드마크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7F607F6-B566-CBC0-189B-DAE7EAE97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10/17/2026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6A4679-D860-F844-B318-714A89BB7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D8EA2634-B35E-D6AE-9CA4-4031A18ABFC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46CC5D84-052E-DE29-CDD1-DD325ABBA3A1}"/>
              </a:ext>
            </a:extLst>
          </p:cNvPr>
          <p:cNvSpPr/>
          <p:nvPr/>
        </p:nvSpPr>
        <p:spPr>
          <a:xfrm>
            <a:off x="2762250" y="2651125"/>
            <a:ext cx="1419225" cy="1762126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64796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BDDDA-18C4-B265-8F6D-249FEAC62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34A6E1-A248-EA7C-E776-70040D972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9" name="내용 개체 틀 8">
            <a:extLst>
              <a:ext uri="{FF2B5EF4-FFF2-40B4-BE49-F238E27FC236}">
                <a16:creationId xmlns:a16="http://schemas.microsoft.com/office/drawing/2014/main" id="{AAD2933F-4CFB-5E88-16CD-5FFFE8540DE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rcRect l="19561" r="22281" b="20663"/>
          <a:stretch>
            <a:fillRect/>
          </a:stretch>
        </p:blipFill>
        <p:spPr>
          <a:xfrm>
            <a:off x="893362" y="1379702"/>
            <a:ext cx="4938095" cy="4797261"/>
          </a:xfrm>
          <a:prstGeom prst="rect">
            <a:avLst/>
          </a:prstGeom>
        </p:spPr>
      </p:pic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6D3CE5B-6A49-00F9-5248-65A548DE3A0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최다 인기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7693CD0-2EEC-E85A-5A1B-1FDBFB507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10/17/2026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1AEE546-7F24-87A7-D4E3-223DF8E1D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036ECE4F-D6BA-385E-AECE-C01789AF009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9BD6A863-0CCF-8262-BDD9-B3B5B7B7A08B}"/>
              </a:ext>
            </a:extLst>
          </p:cNvPr>
          <p:cNvSpPr/>
          <p:nvPr/>
        </p:nvSpPr>
        <p:spPr>
          <a:xfrm>
            <a:off x="3916363" y="2843212"/>
            <a:ext cx="1638300" cy="1490663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32023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63639-60F8-924F-3C3A-1CB34FD25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6E63DC-CB60-1A53-BC98-AFD63D5F0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9" name="내용 개체 틀 8">
            <a:extLst>
              <a:ext uri="{FF2B5EF4-FFF2-40B4-BE49-F238E27FC236}">
                <a16:creationId xmlns:a16="http://schemas.microsoft.com/office/drawing/2014/main" id="{5989D14D-56E6-2844-0DE8-8532B10DD7F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rcRect l="19561" r="22281" b="20663"/>
          <a:stretch>
            <a:fillRect/>
          </a:stretch>
        </p:blipFill>
        <p:spPr>
          <a:xfrm>
            <a:off x="893362" y="1379702"/>
            <a:ext cx="4938095" cy="4797261"/>
          </a:xfrm>
          <a:prstGeom prst="rect">
            <a:avLst/>
          </a:prstGeom>
        </p:spPr>
      </p:pic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C8BE932-732D-7737-B285-0F8A5C26E39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최고 높이 랜드마크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멀리 있어도 확인 가능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위치 파악 기능</a:t>
            </a:r>
            <a:r>
              <a:rPr lang="en-US" altLang="ko-KR" dirty="0"/>
              <a:t>, </a:t>
            </a:r>
            <a:r>
              <a:rPr lang="ko-KR" altLang="en-US" dirty="0"/>
              <a:t>많은 인기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BCA036C-49EC-2859-4061-ED1BAB0BB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10/17/2026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4BFD19-74E9-4F1E-59E7-6EC0DFC0B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0FD3A6A8-0C50-215A-9473-209FEFB6EF4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7C09F857-A081-92FE-358C-3DD2938B80E0}"/>
              </a:ext>
            </a:extLst>
          </p:cNvPr>
          <p:cNvSpPr/>
          <p:nvPr/>
        </p:nvSpPr>
        <p:spPr>
          <a:xfrm>
            <a:off x="1786891" y="1478280"/>
            <a:ext cx="807720" cy="2523014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35852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A7046-0D65-2F21-B94F-2029FB414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AECEFD-7DFC-AA39-7556-989BD6D36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9" name="내용 개체 틀 8">
            <a:extLst>
              <a:ext uri="{FF2B5EF4-FFF2-40B4-BE49-F238E27FC236}">
                <a16:creationId xmlns:a16="http://schemas.microsoft.com/office/drawing/2014/main" id="{97DB49B9-235F-8407-A41C-7FD9FD78C1A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rcRect l="19561" r="22281" b="20663"/>
          <a:stretch>
            <a:fillRect/>
          </a:stretch>
        </p:blipFill>
        <p:spPr>
          <a:xfrm>
            <a:off x="893362" y="1379702"/>
            <a:ext cx="4938095" cy="4797261"/>
          </a:xfrm>
          <a:prstGeom prst="rect">
            <a:avLst/>
          </a:prstGeom>
        </p:spPr>
      </p:pic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9B496FD-C2DE-1D5E-2043-5D0BF13DAEC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비명지대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청각적으로 관심 유도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1C6C474-E2C2-1DF6-A1FE-E5BFD80FE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10/17/2026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FB60D7-40D0-09AD-10DC-F56ACF620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E31C0081-6660-1592-92A4-6ACBFB392DC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7B646AD1-E344-0552-EBEA-E9AC24B93480}"/>
              </a:ext>
            </a:extLst>
          </p:cNvPr>
          <p:cNvSpPr/>
          <p:nvPr/>
        </p:nvSpPr>
        <p:spPr>
          <a:xfrm>
            <a:off x="3210401" y="1812478"/>
            <a:ext cx="1051048" cy="1408050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4AE931B3-0D70-AD91-3869-F8FA386F2520}"/>
              </a:ext>
            </a:extLst>
          </p:cNvPr>
          <p:cNvSpPr/>
          <p:nvPr/>
        </p:nvSpPr>
        <p:spPr>
          <a:xfrm>
            <a:off x="1743075" y="4286250"/>
            <a:ext cx="684892" cy="910746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DB05FE4D-E4D9-85A0-BF1D-DAB73EAE3D23}"/>
              </a:ext>
            </a:extLst>
          </p:cNvPr>
          <p:cNvSpPr/>
          <p:nvPr/>
        </p:nvSpPr>
        <p:spPr>
          <a:xfrm>
            <a:off x="1906360" y="1661004"/>
            <a:ext cx="539749" cy="2196621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ACEBEF27-122F-9BE6-3854-D153504ACC88}"/>
              </a:ext>
            </a:extLst>
          </p:cNvPr>
          <p:cNvSpPr/>
          <p:nvPr/>
        </p:nvSpPr>
        <p:spPr>
          <a:xfrm>
            <a:off x="3982049" y="3175466"/>
            <a:ext cx="1447201" cy="955675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47974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CE292-5694-F404-6A6D-841455B8D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A3C5E9-D529-2F6E-E55D-091932424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F3C56D8-A228-4818-57EA-F41A47A89F7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식당 위치</a:t>
            </a:r>
            <a:r>
              <a:rPr lang="en-US" altLang="ko-KR" dirty="0"/>
              <a:t>(= </a:t>
            </a:r>
            <a:r>
              <a:rPr lang="ko-KR" altLang="en-US" dirty="0"/>
              <a:t>체력 회복 장소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B5223B6-94EF-AD77-B5EB-C0F4AC66B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10/17/2026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DBBBE4-D433-B992-4F04-47E543392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57302E88-5BF1-09A7-553D-0BDD6900518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내용 개체 틀 8">
            <a:extLst>
              <a:ext uri="{FF2B5EF4-FFF2-40B4-BE49-F238E27FC236}">
                <a16:creationId xmlns:a16="http://schemas.microsoft.com/office/drawing/2014/main" id="{83E586F9-FE79-5B4B-25A1-23E3B34C16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542" t="14403" r="23799" b="21843"/>
          <a:stretch>
            <a:fillRect/>
          </a:stretch>
        </p:blipFill>
        <p:spPr>
          <a:xfrm rot="1901003">
            <a:off x="1176184" y="2006515"/>
            <a:ext cx="4556110" cy="3854973"/>
          </a:xfrm>
          <a:prstGeom prst="rect">
            <a:avLst/>
          </a:prstGeom>
        </p:spPr>
      </p:pic>
      <p:sp>
        <p:nvSpPr>
          <p:cNvPr id="11" name="자유형: 도형 10">
            <a:extLst>
              <a:ext uri="{FF2B5EF4-FFF2-40B4-BE49-F238E27FC236}">
                <a16:creationId xmlns:a16="http://schemas.microsoft.com/office/drawing/2014/main" id="{C6298282-1B37-DF20-61B9-A687D1895480}"/>
              </a:ext>
            </a:extLst>
          </p:cNvPr>
          <p:cNvSpPr/>
          <p:nvPr/>
        </p:nvSpPr>
        <p:spPr>
          <a:xfrm>
            <a:off x="1322328" y="2076450"/>
            <a:ext cx="3933825" cy="3289300"/>
          </a:xfrm>
          <a:custGeom>
            <a:avLst/>
            <a:gdLst>
              <a:gd name="csX0" fmla="*/ 415925 w 3933825"/>
              <a:gd name="csY0" fmla="*/ 3013075 h 3289300"/>
              <a:gd name="csX1" fmla="*/ 349250 w 3933825"/>
              <a:gd name="csY1" fmla="*/ 2276475 h 3289300"/>
              <a:gd name="csX2" fmla="*/ 527050 w 3933825"/>
              <a:gd name="csY2" fmla="*/ 2003425 h 3289300"/>
              <a:gd name="csX3" fmla="*/ 374650 w 3933825"/>
              <a:gd name="csY3" fmla="*/ 1552575 h 3289300"/>
              <a:gd name="csX4" fmla="*/ 31750 w 3933825"/>
              <a:gd name="csY4" fmla="*/ 1266825 h 3289300"/>
              <a:gd name="csX5" fmla="*/ 0 w 3933825"/>
              <a:gd name="csY5" fmla="*/ 901700 h 3289300"/>
              <a:gd name="csX6" fmla="*/ 504825 w 3933825"/>
              <a:gd name="csY6" fmla="*/ 228600 h 3289300"/>
              <a:gd name="csX7" fmla="*/ 1120775 w 3933825"/>
              <a:gd name="csY7" fmla="*/ 422275 h 3289300"/>
              <a:gd name="csX8" fmla="*/ 1555750 w 3933825"/>
              <a:gd name="csY8" fmla="*/ 0 h 3289300"/>
              <a:gd name="csX9" fmla="*/ 2162175 w 3933825"/>
              <a:gd name="csY9" fmla="*/ 19050 h 3289300"/>
              <a:gd name="csX10" fmla="*/ 2686050 w 3933825"/>
              <a:gd name="csY10" fmla="*/ 523875 h 3289300"/>
              <a:gd name="csX11" fmla="*/ 3327400 w 3933825"/>
              <a:gd name="csY11" fmla="*/ 533400 h 3289300"/>
              <a:gd name="csX12" fmla="*/ 3444875 w 3933825"/>
              <a:gd name="csY12" fmla="*/ 1327150 h 3289300"/>
              <a:gd name="csX13" fmla="*/ 3663950 w 3933825"/>
              <a:gd name="csY13" fmla="*/ 1593850 h 3289300"/>
              <a:gd name="csX14" fmla="*/ 3933825 w 3933825"/>
              <a:gd name="csY14" fmla="*/ 3235325 h 3289300"/>
              <a:gd name="csX15" fmla="*/ 2911475 w 3933825"/>
              <a:gd name="csY15" fmla="*/ 3162300 h 3289300"/>
              <a:gd name="csX16" fmla="*/ 2717800 w 3933825"/>
              <a:gd name="csY16" fmla="*/ 2828925 h 3289300"/>
              <a:gd name="csX17" fmla="*/ 2638425 w 3933825"/>
              <a:gd name="csY17" fmla="*/ 2355850 h 3289300"/>
              <a:gd name="csX18" fmla="*/ 2508250 w 3933825"/>
              <a:gd name="csY18" fmla="*/ 2276475 h 3289300"/>
              <a:gd name="csX19" fmla="*/ 2432050 w 3933825"/>
              <a:gd name="csY19" fmla="*/ 2416175 h 3289300"/>
              <a:gd name="csX20" fmla="*/ 2327275 w 3933825"/>
              <a:gd name="csY20" fmla="*/ 2397125 h 3289300"/>
              <a:gd name="csX21" fmla="*/ 2495550 w 3933825"/>
              <a:gd name="csY21" fmla="*/ 3289300 h 3289300"/>
              <a:gd name="csX22" fmla="*/ 2314575 w 3933825"/>
              <a:gd name="csY22" fmla="*/ 3279775 h 3289300"/>
              <a:gd name="csX23" fmla="*/ 2130425 w 3933825"/>
              <a:gd name="csY23" fmla="*/ 2362200 h 3289300"/>
              <a:gd name="csX24" fmla="*/ 1911350 w 3933825"/>
              <a:gd name="csY24" fmla="*/ 2368550 h 3289300"/>
              <a:gd name="csX25" fmla="*/ 1831975 w 3933825"/>
              <a:gd name="csY25" fmla="*/ 2282825 h 3289300"/>
              <a:gd name="csX26" fmla="*/ 1908175 w 3933825"/>
              <a:gd name="csY26" fmla="*/ 2559050 h 3289300"/>
              <a:gd name="csX27" fmla="*/ 1682750 w 3933825"/>
              <a:gd name="csY27" fmla="*/ 2914650 h 3289300"/>
              <a:gd name="csX28" fmla="*/ 1577975 w 3933825"/>
              <a:gd name="csY28" fmla="*/ 2924175 h 3289300"/>
              <a:gd name="csX29" fmla="*/ 1460500 w 3933825"/>
              <a:gd name="csY29" fmla="*/ 3076575 h 3289300"/>
              <a:gd name="csX30" fmla="*/ 415925 w 3933825"/>
              <a:gd name="csY30" fmla="*/ 3013075 h 32893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</a:cxnLst>
            <a:rect l="l" t="t" r="r" b="b"/>
            <a:pathLst>
              <a:path w="3933825" h="3289300">
                <a:moveTo>
                  <a:pt x="415925" y="3013075"/>
                </a:moveTo>
                <a:lnTo>
                  <a:pt x="349250" y="2276475"/>
                </a:lnTo>
                <a:lnTo>
                  <a:pt x="527050" y="2003425"/>
                </a:lnTo>
                <a:lnTo>
                  <a:pt x="374650" y="1552575"/>
                </a:lnTo>
                <a:lnTo>
                  <a:pt x="31750" y="1266825"/>
                </a:lnTo>
                <a:lnTo>
                  <a:pt x="0" y="901700"/>
                </a:lnTo>
                <a:lnTo>
                  <a:pt x="504825" y="228600"/>
                </a:lnTo>
                <a:lnTo>
                  <a:pt x="1120775" y="422275"/>
                </a:lnTo>
                <a:lnTo>
                  <a:pt x="1555750" y="0"/>
                </a:lnTo>
                <a:lnTo>
                  <a:pt x="2162175" y="19050"/>
                </a:lnTo>
                <a:lnTo>
                  <a:pt x="2686050" y="523875"/>
                </a:lnTo>
                <a:lnTo>
                  <a:pt x="3327400" y="533400"/>
                </a:lnTo>
                <a:lnTo>
                  <a:pt x="3444875" y="1327150"/>
                </a:lnTo>
                <a:lnTo>
                  <a:pt x="3663950" y="1593850"/>
                </a:lnTo>
                <a:lnTo>
                  <a:pt x="3933825" y="3235325"/>
                </a:lnTo>
                <a:lnTo>
                  <a:pt x="2911475" y="3162300"/>
                </a:lnTo>
                <a:lnTo>
                  <a:pt x="2717800" y="2828925"/>
                </a:lnTo>
                <a:lnTo>
                  <a:pt x="2638425" y="2355850"/>
                </a:lnTo>
                <a:lnTo>
                  <a:pt x="2508250" y="2276475"/>
                </a:lnTo>
                <a:lnTo>
                  <a:pt x="2432050" y="2416175"/>
                </a:lnTo>
                <a:lnTo>
                  <a:pt x="2327275" y="2397125"/>
                </a:lnTo>
                <a:lnTo>
                  <a:pt x="2495550" y="3289300"/>
                </a:lnTo>
                <a:lnTo>
                  <a:pt x="2314575" y="3279775"/>
                </a:lnTo>
                <a:lnTo>
                  <a:pt x="2130425" y="2362200"/>
                </a:lnTo>
                <a:lnTo>
                  <a:pt x="1911350" y="2368550"/>
                </a:lnTo>
                <a:lnTo>
                  <a:pt x="1831975" y="2282825"/>
                </a:lnTo>
                <a:lnTo>
                  <a:pt x="1908175" y="2559050"/>
                </a:lnTo>
                <a:lnTo>
                  <a:pt x="1682750" y="2914650"/>
                </a:lnTo>
                <a:lnTo>
                  <a:pt x="1577975" y="2924175"/>
                </a:lnTo>
                <a:lnTo>
                  <a:pt x="1460500" y="3076575"/>
                </a:lnTo>
                <a:lnTo>
                  <a:pt x="415925" y="3013075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63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다이아몬드 13">
            <a:extLst>
              <a:ext uri="{FF2B5EF4-FFF2-40B4-BE49-F238E27FC236}">
                <a16:creationId xmlns:a16="http://schemas.microsoft.com/office/drawing/2014/main" id="{0F249C43-5AC2-4844-C4D8-41590A8873E1}"/>
              </a:ext>
            </a:extLst>
          </p:cNvPr>
          <p:cNvSpPr/>
          <p:nvPr/>
        </p:nvSpPr>
        <p:spPr>
          <a:xfrm>
            <a:off x="1581150" y="3007519"/>
            <a:ext cx="342841" cy="249237"/>
          </a:xfrm>
          <a:prstGeom prst="diamond">
            <a:avLst/>
          </a:prstGeom>
          <a:solidFill>
            <a:schemeClr val="accent2">
              <a:alpha val="63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다이아몬드 15">
            <a:extLst>
              <a:ext uri="{FF2B5EF4-FFF2-40B4-BE49-F238E27FC236}">
                <a16:creationId xmlns:a16="http://schemas.microsoft.com/office/drawing/2014/main" id="{025082A5-309A-2C57-B3E1-D8A140223E98}"/>
              </a:ext>
            </a:extLst>
          </p:cNvPr>
          <p:cNvSpPr/>
          <p:nvPr/>
        </p:nvSpPr>
        <p:spPr>
          <a:xfrm>
            <a:off x="3164681" y="2607469"/>
            <a:ext cx="443546" cy="358775"/>
          </a:xfrm>
          <a:prstGeom prst="diamond">
            <a:avLst/>
          </a:prstGeom>
          <a:solidFill>
            <a:schemeClr val="accent2">
              <a:alpha val="63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다이아몬드 17">
            <a:extLst>
              <a:ext uri="{FF2B5EF4-FFF2-40B4-BE49-F238E27FC236}">
                <a16:creationId xmlns:a16="http://schemas.microsoft.com/office/drawing/2014/main" id="{B27B6A2C-F14F-4E4D-E069-7AC25387E704}"/>
              </a:ext>
            </a:extLst>
          </p:cNvPr>
          <p:cNvSpPr/>
          <p:nvPr/>
        </p:nvSpPr>
        <p:spPr>
          <a:xfrm>
            <a:off x="3089907" y="2259807"/>
            <a:ext cx="317661" cy="214312"/>
          </a:xfrm>
          <a:prstGeom prst="diamond">
            <a:avLst/>
          </a:prstGeom>
          <a:solidFill>
            <a:schemeClr val="accent2">
              <a:alpha val="63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다이아몬드 19">
            <a:extLst>
              <a:ext uri="{FF2B5EF4-FFF2-40B4-BE49-F238E27FC236}">
                <a16:creationId xmlns:a16="http://schemas.microsoft.com/office/drawing/2014/main" id="{36BF87A0-AFAD-A3F8-9674-F4C61C7046AB}"/>
              </a:ext>
            </a:extLst>
          </p:cNvPr>
          <p:cNvSpPr/>
          <p:nvPr/>
        </p:nvSpPr>
        <p:spPr>
          <a:xfrm>
            <a:off x="2086529" y="2896394"/>
            <a:ext cx="153988" cy="139700"/>
          </a:xfrm>
          <a:prstGeom prst="diamond">
            <a:avLst/>
          </a:prstGeom>
          <a:solidFill>
            <a:schemeClr val="accent2">
              <a:alpha val="63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다이아몬드 21">
            <a:extLst>
              <a:ext uri="{FF2B5EF4-FFF2-40B4-BE49-F238E27FC236}">
                <a16:creationId xmlns:a16="http://schemas.microsoft.com/office/drawing/2014/main" id="{90A9027C-483E-3A8A-4346-2259EFD4D013}"/>
              </a:ext>
            </a:extLst>
          </p:cNvPr>
          <p:cNvSpPr/>
          <p:nvPr/>
        </p:nvSpPr>
        <p:spPr>
          <a:xfrm>
            <a:off x="2574685" y="3294062"/>
            <a:ext cx="153988" cy="139700"/>
          </a:xfrm>
          <a:prstGeom prst="diamond">
            <a:avLst/>
          </a:prstGeom>
          <a:solidFill>
            <a:schemeClr val="accent2">
              <a:alpha val="63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다이아몬드 23">
            <a:extLst>
              <a:ext uri="{FF2B5EF4-FFF2-40B4-BE49-F238E27FC236}">
                <a16:creationId xmlns:a16="http://schemas.microsoft.com/office/drawing/2014/main" id="{B3D645E0-ABDC-42BD-33F0-13D5A06F5761}"/>
              </a:ext>
            </a:extLst>
          </p:cNvPr>
          <p:cNvSpPr/>
          <p:nvPr/>
        </p:nvSpPr>
        <p:spPr>
          <a:xfrm>
            <a:off x="4117277" y="3082131"/>
            <a:ext cx="153988" cy="139700"/>
          </a:xfrm>
          <a:prstGeom prst="diamond">
            <a:avLst/>
          </a:prstGeom>
          <a:solidFill>
            <a:schemeClr val="accent2">
              <a:alpha val="63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다이아몬드 25">
            <a:extLst>
              <a:ext uri="{FF2B5EF4-FFF2-40B4-BE49-F238E27FC236}">
                <a16:creationId xmlns:a16="http://schemas.microsoft.com/office/drawing/2014/main" id="{60779E4C-2081-D72E-E00A-C650238E859F}"/>
              </a:ext>
            </a:extLst>
          </p:cNvPr>
          <p:cNvSpPr/>
          <p:nvPr/>
        </p:nvSpPr>
        <p:spPr>
          <a:xfrm>
            <a:off x="4012502" y="3340893"/>
            <a:ext cx="153988" cy="139700"/>
          </a:xfrm>
          <a:prstGeom prst="diamond">
            <a:avLst/>
          </a:prstGeom>
          <a:solidFill>
            <a:schemeClr val="accent2">
              <a:alpha val="63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다이아몬드 27">
            <a:extLst>
              <a:ext uri="{FF2B5EF4-FFF2-40B4-BE49-F238E27FC236}">
                <a16:creationId xmlns:a16="http://schemas.microsoft.com/office/drawing/2014/main" id="{6D6B4AE8-0F13-4D47-3A43-BF25C432EFC3}"/>
              </a:ext>
            </a:extLst>
          </p:cNvPr>
          <p:cNvSpPr/>
          <p:nvPr/>
        </p:nvSpPr>
        <p:spPr>
          <a:xfrm>
            <a:off x="4194271" y="4227512"/>
            <a:ext cx="153988" cy="246062"/>
          </a:xfrm>
          <a:prstGeom prst="diamond">
            <a:avLst/>
          </a:prstGeom>
          <a:solidFill>
            <a:schemeClr val="accent2">
              <a:alpha val="63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다이아몬드 29">
            <a:extLst>
              <a:ext uri="{FF2B5EF4-FFF2-40B4-BE49-F238E27FC236}">
                <a16:creationId xmlns:a16="http://schemas.microsoft.com/office/drawing/2014/main" id="{6F085CEB-06D0-7A5D-A456-EBEBEDDDC3F4}"/>
              </a:ext>
            </a:extLst>
          </p:cNvPr>
          <p:cNvSpPr/>
          <p:nvPr/>
        </p:nvSpPr>
        <p:spPr>
          <a:xfrm>
            <a:off x="4166490" y="4592635"/>
            <a:ext cx="310260" cy="477045"/>
          </a:xfrm>
          <a:prstGeom prst="diamond">
            <a:avLst/>
          </a:prstGeom>
          <a:solidFill>
            <a:schemeClr val="accent2">
              <a:alpha val="63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다이아몬드 31">
            <a:extLst>
              <a:ext uri="{FF2B5EF4-FFF2-40B4-BE49-F238E27FC236}">
                <a16:creationId xmlns:a16="http://schemas.microsoft.com/office/drawing/2014/main" id="{A024CF76-FCC6-D655-B58C-A7D355300F22}"/>
              </a:ext>
            </a:extLst>
          </p:cNvPr>
          <p:cNvSpPr/>
          <p:nvPr/>
        </p:nvSpPr>
        <p:spPr>
          <a:xfrm>
            <a:off x="2009535" y="4592636"/>
            <a:ext cx="153988" cy="139700"/>
          </a:xfrm>
          <a:prstGeom prst="diamond">
            <a:avLst/>
          </a:prstGeom>
          <a:solidFill>
            <a:schemeClr val="accent2">
              <a:alpha val="63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37330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1D3C81F2-560D-40A9-C669-AD3FB14F5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배달 목적지 수정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BC88548-DD65-8528-0B27-91EF60702C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5CBD7D0-CDED-D7CA-184E-63ECED57E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10/17/2026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5115116-6582-FCC3-694F-A410AA6AF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20008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CC3E1-FEE5-4BDB-7040-9C9EBD740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내용 개체 틀 11">
            <a:extLst>
              <a:ext uri="{FF2B5EF4-FFF2-40B4-BE49-F238E27FC236}">
                <a16:creationId xmlns:a16="http://schemas.microsoft.com/office/drawing/2014/main" id="{C6550F91-AF5B-A7C0-718D-9543AFEC1A53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115838033"/>
              </p:ext>
            </p:extLst>
          </p:nvPr>
        </p:nvGraphicFramePr>
        <p:xfrm>
          <a:off x="1770003" y="1950720"/>
          <a:ext cx="3240000" cy="33903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41807040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18983286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95726190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26196300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74713588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197742941"/>
                    </a:ext>
                  </a:extLst>
                </a:gridCol>
              </a:tblGrid>
              <a:tr h="565063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494038"/>
                  </a:ext>
                </a:extLst>
              </a:tr>
              <a:tr h="565063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5206945"/>
                  </a:ext>
                </a:extLst>
              </a:tr>
              <a:tr h="565063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3630104"/>
                  </a:ext>
                </a:extLst>
              </a:tr>
              <a:tr h="565063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7582915"/>
                  </a:ext>
                </a:extLst>
              </a:tr>
              <a:tr h="565063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1941463"/>
                  </a:ext>
                </a:extLst>
              </a:tr>
              <a:tr h="565063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1201330"/>
                  </a:ext>
                </a:extLst>
              </a:tr>
            </a:tbl>
          </a:graphicData>
        </a:graphic>
      </p:graphicFrame>
      <p:sp>
        <p:nvSpPr>
          <p:cNvPr id="2" name="제목 1">
            <a:extLst>
              <a:ext uri="{FF2B5EF4-FFF2-40B4-BE49-F238E27FC236}">
                <a16:creationId xmlns:a16="http://schemas.microsoft.com/office/drawing/2014/main" id="{668F865C-B581-31BA-C995-CB9D1CC54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분석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25A7FB6-13BD-5E40-9BED-A142EC3F7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10/17/2026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88BE512-41EA-6190-A6D4-56791E714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11" name="자유형: 도형 10">
            <a:extLst>
              <a:ext uri="{FF2B5EF4-FFF2-40B4-BE49-F238E27FC236}">
                <a16:creationId xmlns:a16="http://schemas.microsoft.com/office/drawing/2014/main" id="{821C1766-0AA6-8FF6-D707-467F7D516C5E}"/>
              </a:ext>
            </a:extLst>
          </p:cNvPr>
          <p:cNvSpPr/>
          <p:nvPr/>
        </p:nvSpPr>
        <p:spPr>
          <a:xfrm>
            <a:off x="1331853" y="2076450"/>
            <a:ext cx="3933825" cy="3289300"/>
          </a:xfrm>
          <a:custGeom>
            <a:avLst/>
            <a:gdLst>
              <a:gd name="csX0" fmla="*/ 415925 w 3933825"/>
              <a:gd name="csY0" fmla="*/ 3013075 h 3289300"/>
              <a:gd name="csX1" fmla="*/ 349250 w 3933825"/>
              <a:gd name="csY1" fmla="*/ 2276475 h 3289300"/>
              <a:gd name="csX2" fmla="*/ 527050 w 3933825"/>
              <a:gd name="csY2" fmla="*/ 2003425 h 3289300"/>
              <a:gd name="csX3" fmla="*/ 374650 w 3933825"/>
              <a:gd name="csY3" fmla="*/ 1552575 h 3289300"/>
              <a:gd name="csX4" fmla="*/ 31750 w 3933825"/>
              <a:gd name="csY4" fmla="*/ 1266825 h 3289300"/>
              <a:gd name="csX5" fmla="*/ 0 w 3933825"/>
              <a:gd name="csY5" fmla="*/ 901700 h 3289300"/>
              <a:gd name="csX6" fmla="*/ 504825 w 3933825"/>
              <a:gd name="csY6" fmla="*/ 228600 h 3289300"/>
              <a:gd name="csX7" fmla="*/ 1120775 w 3933825"/>
              <a:gd name="csY7" fmla="*/ 422275 h 3289300"/>
              <a:gd name="csX8" fmla="*/ 1555750 w 3933825"/>
              <a:gd name="csY8" fmla="*/ 0 h 3289300"/>
              <a:gd name="csX9" fmla="*/ 2162175 w 3933825"/>
              <a:gd name="csY9" fmla="*/ 19050 h 3289300"/>
              <a:gd name="csX10" fmla="*/ 2686050 w 3933825"/>
              <a:gd name="csY10" fmla="*/ 523875 h 3289300"/>
              <a:gd name="csX11" fmla="*/ 3327400 w 3933825"/>
              <a:gd name="csY11" fmla="*/ 533400 h 3289300"/>
              <a:gd name="csX12" fmla="*/ 3444875 w 3933825"/>
              <a:gd name="csY12" fmla="*/ 1327150 h 3289300"/>
              <a:gd name="csX13" fmla="*/ 3663950 w 3933825"/>
              <a:gd name="csY13" fmla="*/ 1593850 h 3289300"/>
              <a:gd name="csX14" fmla="*/ 3933825 w 3933825"/>
              <a:gd name="csY14" fmla="*/ 3235325 h 3289300"/>
              <a:gd name="csX15" fmla="*/ 2911475 w 3933825"/>
              <a:gd name="csY15" fmla="*/ 3162300 h 3289300"/>
              <a:gd name="csX16" fmla="*/ 2717800 w 3933825"/>
              <a:gd name="csY16" fmla="*/ 2828925 h 3289300"/>
              <a:gd name="csX17" fmla="*/ 2638425 w 3933825"/>
              <a:gd name="csY17" fmla="*/ 2355850 h 3289300"/>
              <a:gd name="csX18" fmla="*/ 2508250 w 3933825"/>
              <a:gd name="csY18" fmla="*/ 2276475 h 3289300"/>
              <a:gd name="csX19" fmla="*/ 2432050 w 3933825"/>
              <a:gd name="csY19" fmla="*/ 2416175 h 3289300"/>
              <a:gd name="csX20" fmla="*/ 2327275 w 3933825"/>
              <a:gd name="csY20" fmla="*/ 2397125 h 3289300"/>
              <a:gd name="csX21" fmla="*/ 2495550 w 3933825"/>
              <a:gd name="csY21" fmla="*/ 3289300 h 3289300"/>
              <a:gd name="csX22" fmla="*/ 2314575 w 3933825"/>
              <a:gd name="csY22" fmla="*/ 3279775 h 3289300"/>
              <a:gd name="csX23" fmla="*/ 2130425 w 3933825"/>
              <a:gd name="csY23" fmla="*/ 2362200 h 3289300"/>
              <a:gd name="csX24" fmla="*/ 1911350 w 3933825"/>
              <a:gd name="csY24" fmla="*/ 2368550 h 3289300"/>
              <a:gd name="csX25" fmla="*/ 1831975 w 3933825"/>
              <a:gd name="csY25" fmla="*/ 2282825 h 3289300"/>
              <a:gd name="csX26" fmla="*/ 1908175 w 3933825"/>
              <a:gd name="csY26" fmla="*/ 2559050 h 3289300"/>
              <a:gd name="csX27" fmla="*/ 1682750 w 3933825"/>
              <a:gd name="csY27" fmla="*/ 2914650 h 3289300"/>
              <a:gd name="csX28" fmla="*/ 1577975 w 3933825"/>
              <a:gd name="csY28" fmla="*/ 2924175 h 3289300"/>
              <a:gd name="csX29" fmla="*/ 1460500 w 3933825"/>
              <a:gd name="csY29" fmla="*/ 3076575 h 3289300"/>
              <a:gd name="csX30" fmla="*/ 415925 w 3933825"/>
              <a:gd name="csY30" fmla="*/ 3013075 h 32893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</a:cxnLst>
            <a:rect l="l" t="t" r="r" b="b"/>
            <a:pathLst>
              <a:path w="3933825" h="3289300">
                <a:moveTo>
                  <a:pt x="415925" y="3013075"/>
                </a:moveTo>
                <a:lnTo>
                  <a:pt x="349250" y="2276475"/>
                </a:lnTo>
                <a:lnTo>
                  <a:pt x="527050" y="2003425"/>
                </a:lnTo>
                <a:lnTo>
                  <a:pt x="374650" y="1552575"/>
                </a:lnTo>
                <a:lnTo>
                  <a:pt x="31750" y="1266825"/>
                </a:lnTo>
                <a:lnTo>
                  <a:pt x="0" y="901700"/>
                </a:lnTo>
                <a:lnTo>
                  <a:pt x="504825" y="228600"/>
                </a:lnTo>
                <a:lnTo>
                  <a:pt x="1120775" y="422275"/>
                </a:lnTo>
                <a:lnTo>
                  <a:pt x="1555750" y="0"/>
                </a:lnTo>
                <a:lnTo>
                  <a:pt x="2162175" y="19050"/>
                </a:lnTo>
                <a:lnTo>
                  <a:pt x="2686050" y="523875"/>
                </a:lnTo>
                <a:lnTo>
                  <a:pt x="3327400" y="533400"/>
                </a:lnTo>
                <a:lnTo>
                  <a:pt x="3444875" y="1327150"/>
                </a:lnTo>
                <a:lnTo>
                  <a:pt x="3663950" y="1593850"/>
                </a:lnTo>
                <a:lnTo>
                  <a:pt x="3933825" y="3235325"/>
                </a:lnTo>
                <a:lnTo>
                  <a:pt x="2911475" y="3162300"/>
                </a:lnTo>
                <a:lnTo>
                  <a:pt x="2717800" y="2828925"/>
                </a:lnTo>
                <a:lnTo>
                  <a:pt x="2638425" y="2355850"/>
                </a:lnTo>
                <a:lnTo>
                  <a:pt x="2508250" y="2276475"/>
                </a:lnTo>
                <a:lnTo>
                  <a:pt x="2432050" y="2416175"/>
                </a:lnTo>
                <a:lnTo>
                  <a:pt x="2327275" y="2397125"/>
                </a:lnTo>
                <a:lnTo>
                  <a:pt x="2495550" y="3289300"/>
                </a:lnTo>
                <a:lnTo>
                  <a:pt x="2314575" y="3279775"/>
                </a:lnTo>
                <a:lnTo>
                  <a:pt x="2130425" y="2362200"/>
                </a:lnTo>
                <a:lnTo>
                  <a:pt x="1911350" y="2368550"/>
                </a:lnTo>
                <a:lnTo>
                  <a:pt x="1831975" y="2282825"/>
                </a:lnTo>
                <a:lnTo>
                  <a:pt x="1908175" y="2559050"/>
                </a:lnTo>
                <a:lnTo>
                  <a:pt x="1682750" y="2914650"/>
                </a:lnTo>
                <a:lnTo>
                  <a:pt x="1577975" y="2924175"/>
                </a:lnTo>
                <a:lnTo>
                  <a:pt x="1460500" y="3076575"/>
                </a:lnTo>
                <a:lnTo>
                  <a:pt x="415925" y="3013075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63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다이아몬드 19">
            <a:extLst>
              <a:ext uri="{FF2B5EF4-FFF2-40B4-BE49-F238E27FC236}">
                <a16:creationId xmlns:a16="http://schemas.microsoft.com/office/drawing/2014/main" id="{7F7377AD-85E9-9043-7425-27E67BC274E5}"/>
              </a:ext>
            </a:extLst>
          </p:cNvPr>
          <p:cNvSpPr/>
          <p:nvPr/>
        </p:nvSpPr>
        <p:spPr>
          <a:xfrm>
            <a:off x="2086529" y="2896394"/>
            <a:ext cx="153988" cy="139700"/>
          </a:xfrm>
          <a:prstGeom prst="diamond">
            <a:avLst/>
          </a:prstGeom>
          <a:solidFill>
            <a:schemeClr val="accent2">
              <a:alpha val="63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다이아몬드 21">
            <a:extLst>
              <a:ext uri="{FF2B5EF4-FFF2-40B4-BE49-F238E27FC236}">
                <a16:creationId xmlns:a16="http://schemas.microsoft.com/office/drawing/2014/main" id="{51BC40F4-EAC1-7290-4CD7-648F28B63FA9}"/>
              </a:ext>
            </a:extLst>
          </p:cNvPr>
          <p:cNvSpPr/>
          <p:nvPr/>
        </p:nvSpPr>
        <p:spPr>
          <a:xfrm>
            <a:off x="2574685" y="3294062"/>
            <a:ext cx="153988" cy="139700"/>
          </a:xfrm>
          <a:prstGeom prst="diamond">
            <a:avLst/>
          </a:prstGeom>
          <a:solidFill>
            <a:schemeClr val="accent2">
              <a:alpha val="63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다이아몬드 23">
            <a:extLst>
              <a:ext uri="{FF2B5EF4-FFF2-40B4-BE49-F238E27FC236}">
                <a16:creationId xmlns:a16="http://schemas.microsoft.com/office/drawing/2014/main" id="{D1DCE172-7702-DCCB-B859-E5B41330722D}"/>
              </a:ext>
            </a:extLst>
          </p:cNvPr>
          <p:cNvSpPr/>
          <p:nvPr/>
        </p:nvSpPr>
        <p:spPr>
          <a:xfrm>
            <a:off x="4117277" y="3082131"/>
            <a:ext cx="153988" cy="139700"/>
          </a:xfrm>
          <a:prstGeom prst="diamond">
            <a:avLst/>
          </a:prstGeom>
          <a:solidFill>
            <a:schemeClr val="accent2">
              <a:alpha val="63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다이아몬드 25">
            <a:extLst>
              <a:ext uri="{FF2B5EF4-FFF2-40B4-BE49-F238E27FC236}">
                <a16:creationId xmlns:a16="http://schemas.microsoft.com/office/drawing/2014/main" id="{AB2BDB1F-29D9-4C0F-837D-7270BC8B9A89}"/>
              </a:ext>
            </a:extLst>
          </p:cNvPr>
          <p:cNvSpPr/>
          <p:nvPr/>
        </p:nvSpPr>
        <p:spPr>
          <a:xfrm>
            <a:off x="4012502" y="3340893"/>
            <a:ext cx="153988" cy="139700"/>
          </a:xfrm>
          <a:prstGeom prst="diamond">
            <a:avLst/>
          </a:prstGeom>
          <a:solidFill>
            <a:schemeClr val="accent2">
              <a:alpha val="63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다이아몬드 31">
            <a:extLst>
              <a:ext uri="{FF2B5EF4-FFF2-40B4-BE49-F238E27FC236}">
                <a16:creationId xmlns:a16="http://schemas.microsoft.com/office/drawing/2014/main" id="{4B6CBC06-E96A-D5DE-5124-8BCFD3EAEFB2}"/>
              </a:ext>
            </a:extLst>
          </p:cNvPr>
          <p:cNvSpPr/>
          <p:nvPr/>
        </p:nvSpPr>
        <p:spPr>
          <a:xfrm>
            <a:off x="2009535" y="4592636"/>
            <a:ext cx="153988" cy="139700"/>
          </a:xfrm>
          <a:prstGeom prst="diamond">
            <a:avLst/>
          </a:prstGeom>
          <a:solidFill>
            <a:schemeClr val="accent2">
              <a:alpha val="63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653272B-B31B-666E-AA9E-D487A69EEFEC}"/>
              </a:ext>
            </a:extLst>
          </p:cNvPr>
          <p:cNvSpPr/>
          <p:nvPr/>
        </p:nvSpPr>
        <p:spPr>
          <a:xfrm>
            <a:off x="2574685" y="2693670"/>
            <a:ext cx="275195" cy="31242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7E8519E-6210-6F3D-FFED-B62A5C407E65}"/>
              </a:ext>
            </a:extLst>
          </p:cNvPr>
          <p:cNvSpPr/>
          <p:nvPr/>
        </p:nvSpPr>
        <p:spPr>
          <a:xfrm>
            <a:off x="4599130" y="4205265"/>
            <a:ext cx="275195" cy="3124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8A772BC4-6AF9-007C-77C4-5ABCE1188C17}"/>
              </a:ext>
            </a:extLst>
          </p:cNvPr>
          <p:cNvSpPr/>
          <p:nvPr/>
        </p:nvSpPr>
        <p:spPr>
          <a:xfrm>
            <a:off x="4182880" y="2706846"/>
            <a:ext cx="275195" cy="3124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9FCE07E2-03C8-2F6B-5277-9537DC6650C8}"/>
              </a:ext>
            </a:extLst>
          </p:cNvPr>
          <p:cNvSpPr/>
          <p:nvPr/>
        </p:nvSpPr>
        <p:spPr>
          <a:xfrm>
            <a:off x="1811334" y="3653869"/>
            <a:ext cx="275195" cy="3124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다이아몬드 33">
            <a:extLst>
              <a:ext uri="{FF2B5EF4-FFF2-40B4-BE49-F238E27FC236}">
                <a16:creationId xmlns:a16="http://schemas.microsoft.com/office/drawing/2014/main" id="{094BE083-D1C4-1163-A02A-1509752D0470}"/>
              </a:ext>
            </a:extLst>
          </p:cNvPr>
          <p:cNvSpPr/>
          <p:nvPr/>
        </p:nvSpPr>
        <p:spPr>
          <a:xfrm>
            <a:off x="3164681" y="2607469"/>
            <a:ext cx="443546" cy="358775"/>
          </a:xfrm>
          <a:prstGeom prst="diamond">
            <a:avLst/>
          </a:prstGeom>
          <a:solidFill>
            <a:schemeClr val="accent2">
              <a:alpha val="63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다이아몬드 36">
            <a:extLst>
              <a:ext uri="{FF2B5EF4-FFF2-40B4-BE49-F238E27FC236}">
                <a16:creationId xmlns:a16="http://schemas.microsoft.com/office/drawing/2014/main" id="{154A45C5-3CF2-8681-A263-6DF9F73D7367}"/>
              </a:ext>
            </a:extLst>
          </p:cNvPr>
          <p:cNvSpPr/>
          <p:nvPr/>
        </p:nvSpPr>
        <p:spPr>
          <a:xfrm>
            <a:off x="3089907" y="2259807"/>
            <a:ext cx="317661" cy="214312"/>
          </a:xfrm>
          <a:prstGeom prst="diamond">
            <a:avLst/>
          </a:prstGeom>
          <a:solidFill>
            <a:schemeClr val="accent2">
              <a:alpha val="63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다이아몬드 38">
            <a:extLst>
              <a:ext uri="{FF2B5EF4-FFF2-40B4-BE49-F238E27FC236}">
                <a16:creationId xmlns:a16="http://schemas.microsoft.com/office/drawing/2014/main" id="{82F943C5-FD8F-BD7B-473A-CDD22FFA8645}"/>
              </a:ext>
            </a:extLst>
          </p:cNvPr>
          <p:cNvSpPr/>
          <p:nvPr/>
        </p:nvSpPr>
        <p:spPr>
          <a:xfrm>
            <a:off x="1581150" y="3007519"/>
            <a:ext cx="342841" cy="249237"/>
          </a:xfrm>
          <a:prstGeom prst="diamond">
            <a:avLst/>
          </a:prstGeom>
          <a:solidFill>
            <a:schemeClr val="accent2">
              <a:alpha val="63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다이아몬드 40">
            <a:extLst>
              <a:ext uri="{FF2B5EF4-FFF2-40B4-BE49-F238E27FC236}">
                <a16:creationId xmlns:a16="http://schemas.microsoft.com/office/drawing/2014/main" id="{5A83D55F-966B-A40E-BCD8-062A18818713}"/>
              </a:ext>
            </a:extLst>
          </p:cNvPr>
          <p:cNvSpPr/>
          <p:nvPr/>
        </p:nvSpPr>
        <p:spPr>
          <a:xfrm>
            <a:off x="4194271" y="4227512"/>
            <a:ext cx="153988" cy="246062"/>
          </a:xfrm>
          <a:prstGeom prst="diamond">
            <a:avLst/>
          </a:prstGeom>
          <a:solidFill>
            <a:schemeClr val="accent2">
              <a:alpha val="63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다이아몬드 42">
            <a:extLst>
              <a:ext uri="{FF2B5EF4-FFF2-40B4-BE49-F238E27FC236}">
                <a16:creationId xmlns:a16="http://schemas.microsoft.com/office/drawing/2014/main" id="{5C719D06-89E1-2791-1EA6-B278568EC158}"/>
              </a:ext>
            </a:extLst>
          </p:cNvPr>
          <p:cNvSpPr/>
          <p:nvPr/>
        </p:nvSpPr>
        <p:spPr>
          <a:xfrm>
            <a:off x="4166490" y="4592635"/>
            <a:ext cx="310260" cy="477045"/>
          </a:xfrm>
          <a:prstGeom prst="diamond">
            <a:avLst/>
          </a:prstGeom>
          <a:solidFill>
            <a:schemeClr val="accent2">
              <a:alpha val="63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B6C2B34E-B355-8C07-398B-C9B292CC1C76}"/>
              </a:ext>
            </a:extLst>
          </p:cNvPr>
          <p:cNvSpPr/>
          <p:nvPr/>
        </p:nvSpPr>
        <p:spPr>
          <a:xfrm>
            <a:off x="3089907" y="3661410"/>
            <a:ext cx="800103" cy="50292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내용 개체 틀 46">
            <a:extLst>
              <a:ext uri="{FF2B5EF4-FFF2-40B4-BE49-F238E27FC236}">
                <a16:creationId xmlns:a16="http://schemas.microsoft.com/office/drawing/2014/main" id="{872C573B-780A-1394-3FD4-BAF5BF9D8C7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ko-KR" dirty="0"/>
              <a:t>9</a:t>
            </a:r>
            <a:r>
              <a:rPr lang="ko-KR" altLang="en-US" dirty="0"/>
              <a:t>칸에 </a:t>
            </a:r>
            <a:r>
              <a:rPr lang="en-US" altLang="ko-KR" dirty="0"/>
              <a:t>1</a:t>
            </a:r>
            <a:r>
              <a:rPr lang="ko-KR" altLang="en-US" dirty="0"/>
              <a:t>개씩 </a:t>
            </a:r>
            <a:r>
              <a:rPr lang="ko-KR" altLang="en-US" dirty="0" err="1"/>
              <a:t>어트렉션</a:t>
            </a:r>
            <a:r>
              <a:rPr lang="ko-KR" altLang="en-US" dirty="0"/>
              <a:t> 존재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가장 가까운 </a:t>
            </a:r>
            <a:r>
              <a:rPr lang="ko-KR" altLang="en-US" dirty="0" err="1"/>
              <a:t>어트랙션은</a:t>
            </a:r>
            <a:r>
              <a:rPr lang="ko-KR" altLang="en-US" dirty="0"/>
              <a:t> 중간에 최소 </a:t>
            </a:r>
            <a:r>
              <a:rPr lang="en-US" altLang="ko-KR" dirty="0"/>
              <a:t>2</a:t>
            </a:r>
            <a:r>
              <a:rPr lang="ko-KR" altLang="en-US" dirty="0"/>
              <a:t>칸이 </a:t>
            </a:r>
            <a:r>
              <a:rPr lang="ko-KR" altLang="en-US" dirty="0" err="1"/>
              <a:t>끼어있음</a:t>
            </a:r>
            <a:endParaRPr lang="ko-KR" altLang="en-US" dirty="0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8CAA9B8C-6A48-C401-F4BE-097E7550A9BD}"/>
              </a:ext>
            </a:extLst>
          </p:cNvPr>
          <p:cNvSpPr/>
          <p:nvPr/>
        </p:nvSpPr>
        <p:spPr>
          <a:xfrm>
            <a:off x="1770003" y="1950720"/>
            <a:ext cx="1608536" cy="1678497"/>
          </a:xfrm>
          <a:prstGeom prst="rect">
            <a:avLst/>
          </a:prstGeom>
          <a:solidFill>
            <a:srgbClr val="92D050">
              <a:alpha val="1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146FE927-257F-FC88-DF73-B0C41E0F1BDA}"/>
              </a:ext>
            </a:extLst>
          </p:cNvPr>
          <p:cNvCxnSpPr>
            <a:cxnSpLocks/>
          </p:cNvCxnSpPr>
          <p:nvPr/>
        </p:nvCxnSpPr>
        <p:spPr>
          <a:xfrm flipV="1">
            <a:off x="1947863" y="2878931"/>
            <a:ext cx="780810" cy="933450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12716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CCDD5F-5A87-A6CA-2E67-4B2A0B43A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비교 적용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5E58D2-00F1-E1C0-85FA-5B1ED4A4942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DE6AAA8-9631-96C1-3DB8-41C20C3850B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44DC7CE-A133-1B35-A37D-0402D1B65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10/17/2026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34013D5-2DF6-A9FA-ABDB-E80053F1C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2A4EA64B-7FD4-2EFD-72FF-51B5A80CC7D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ko-KR" altLang="en-US"/>
          </a:p>
        </p:txBody>
      </p:sp>
      <p:graphicFrame>
        <p:nvGraphicFramePr>
          <p:cNvPr id="8" name="내용 개체 틀 11">
            <a:extLst>
              <a:ext uri="{FF2B5EF4-FFF2-40B4-BE49-F238E27FC236}">
                <a16:creationId xmlns:a16="http://schemas.microsoft.com/office/drawing/2014/main" id="{3FA3BC31-2B26-BB7E-F291-5A4D849FA29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20911794"/>
              </p:ext>
            </p:extLst>
          </p:nvPr>
        </p:nvGraphicFramePr>
        <p:xfrm>
          <a:off x="1770003" y="1950720"/>
          <a:ext cx="3240000" cy="33903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41807040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18983286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95726190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26196300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74713588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197742941"/>
                    </a:ext>
                  </a:extLst>
                </a:gridCol>
              </a:tblGrid>
              <a:tr h="565063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494038"/>
                  </a:ext>
                </a:extLst>
              </a:tr>
              <a:tr h="565063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5206945"/>
                  </a:ext>
                </a:extLst>
              </a:tr>
              <a:tr h="565063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3630104"/>
                  </a:ext>
                </a:extLst>
              </a:tr>
              <a:tr h="565063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7582915"/>
                  </a:ext>
                </a:extLst>
              </a:tr>
              <a:tr h="565063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1941463"/>
                  </a:ext>
                </a:extLst>
              </a:tr>
              <a:tr h="565063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1201330"/>
                  </a:ext>
                </a:extLst>
              </a:tr>
            </a:tbl>
          </a:graphicData>
        </a:graphic>
      </p:graphicFrame>
      <p:sp>
        <p:nvSpPr>
          <p:cNvPr id="9" name="자유형: 도형 8">
            <a:extLst>
              <a:ext uri="{FF2B5EF4-FFF2-40B4-BE49-F238E27FC236}">
                <a16:creationId xmlns:a16="http://schemas.microsoft.com/office/drawing/2014/main" id="{20D2E3C0-5406-302D-F1BF-24E8128EF92D}"/>
              </a:ext>
            </a:extLst>
          </p:cNvPr>
          <p:cNvSpPr/>
          <p:nvPr/>
        </p:nvSpPr>
        <p:spPr>
          <a:xfrm>
            <a:off x="1331853" y="2076450"/>
            <a:ext cx="3933825" cy="3289300"/>
          </a:xfrm>
          <a:custGeom>
            <a:avLst/>
            <a:gdLst>
              <a:gd name="csX0" fmla="*/ 415925 w 3933825"/>
              <a:gd name="csY0" fmla="*/ 3013075 h 3289300"/>
              <a:gd name="csX1" fmla="*/ 349250 w 3933825"/>
              <a:gd name="csY1" fmla="*/ 2276475 h 3289300"/>
              <a:gd name="csX2" fmla="*/ 527050 w 3933825"/>
              <a:gd name="csY2" fmla="*/ 2003425 h 3289300"/>
              <a:gd name="csX3" fmla="*/ 374650 w 3933825"/>
              <a:gd name="csY3" fmla="*/ 1552575 h 3289300"/>
              <a:gd name="csX4" fmla="*/ 31750 w 3933825"/>
              <a:gd name="csY4" fmla="*/ 1266825 h 3289300"/>
              <a:gd name="csX5" fmla="*/ 0 w 3933825"/>
              <a:gd name="csY5" fmla="*/ 901700 h 3289300"/>
              <a:gd name="csX6" fmla="*/ 504825 w 3933825"/>
              <a:gd name="csY6" fmla="*/ 228600 h 3289300"/>
              <a:gd name="csX7" fmla="*/ 1120775 w 3933825"/>
              <a:gd name="csY7" fmla="*/ 422275 h 3289300"/>
              <a:gd name="csX8" fmla="*/ 1555750 w 3933825"/>
              <a:gd name="csY8" fmla="*/ 0 h 3289300"/>
              <a:gd name="csX9" fmla="*/ 2162175 w 3933825"/>
              <a:gd name="csY9" fmla="*/ 19050 h 3289300"/>
              <a:gd name="csX10" fmla="*/ 2686050 w 3933825"/>
              <a:gd name="csY10" fmla="*/ 523875 h 3289300"/>
              <a:gd name="csX11" fmla="*/ 3327400 w 3933825"/>
              <a:gd name="csY11" fmla="*/ 533400 h 3289300"/>
              <a:gd name="csX12" fmla="*/ 3444875 w 3933825"/>
              <a:gd name="csY12" fmla="*/ 1327150 h 3289300"/>
              <a:gd name="csX13" fmla="*/ 3663950 w 3933825"/>
              <a:gd name="csY13" fmla="*/ 1593850 h 3289300"/>
              <a:gd name="csX14" fmla="*/ 3933825 w 3933825"/>
              <a:gd name="csY14" fmla="*/ 3235325 h 3289300"/>
              <a:gd name="csX15" fmla="*/ 2911475 w 3933825"/>
              <a:gd name="csY15" fmla="*/ 3162300 h 3289300"/>
              <a:gd name="csX16" fmla="*/ 2717800 w 3933825"/>
              <a:gd name="csY16" fmla="*/ 2828925 h 3289300"/>
              <a:gd name="csX17" fmla="*/ 2638425 w 3933825"/>
              <a:gd name="csY17" fmla="*/ 2355850 h 3289300"/>
              <a:gd name="csX18" fmla="*/ 2508250 w 3933825"/>
              <a:gd name="csY18" fmla="*/ 2276475 h 3289300"/>
              <a:gd name="csX19" fmla="*/ 2432050 w 3933825"/>
              <a:gd name="csY19" fmla="*/ 2416175 h 3289300"/>
              <a:gd name="csX20" fmla="*/ 2327275 w 3933825"/>
              <a:gd name="csY20" fmla="*/ 2397125 h 3289300"/>
              <a:gd name="csX21" fmla="*/ 2495550 w 3933825"/>
              <a:gd name="csY21" fmla="*/ 3289300 h 3289300"/>
              <a:gd name="csX22" fmla="*/ 2314575 w 3933825"/>
              <a:gd name="csY22" fmla="*/ 3279775 h 3289300"/>
              <a:gd name="csX23" fmla="*/ 2130425 w 3933825"/>
              <a:gd name="csY23" fmla="*/ 2362200 h 3289300"/>
              <a:gd name="csX24" fmla="*/ 1911350 w 3933825"/>
              <a:gd name="csY24" fmla="*/ 2368550 h 3289300"/>
              <a:gd name="csX25" fmla="*/ 1831975 w 3933825"/>
              <a:gd name="csY25" fmla="*/ 2282825 h 3289300"/>
              <a:gd name="csX26" fmla="*/ 1908175 w 3933825"/>
              <a:gd name="csY26" fmla="*/ 2559050 h 3289300"/>
              <a:gd name="csX27" fmla="*/ 1682750 w 3933825"/>
              <a:gd name="csY27" fmla="*/ 2914650 h 3289300"/>
              <a:gd name="csX28" fmla="*/ 1577975 w 3933825"/>
              <a:gd name="csY28" fmla="*/ 2924175 h 3289300"/>
              <a:gd name="csX29" fmla="*/ 1460500 w 3933825"/>
              <a:gd name="csY29" fmla="*/ 3076575 h 3289300"/>
              <a:gd name="csX30" fmla="*/ 415925 w 3933825"/>
              <a:gd name="csY30" fmla="*/ 3013075 h 32893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</a:cxnLst>
            <a:rect l="l" t="t" r="r" b="b"/>
            <a:pathLst>
              <a:path w="3933825" h="3289300">
                <a:moveTo>
                  <a:pt x="415925" y="3013075"/>
                </a:moveTo>
                <a:lnTo>
                  <a:pt x="349250" y="2276475"/>
                </a:lnTo>
                <a:lnTo>
                  <a:pt x="527050" y="2003425"/>
                </a:lnTo>
                <a:lnTo>
                  <a:pt x="374650" y="1552575"/>
                </a:lnTo>
                <a:lnTo>
                  <a:pt x="31750" y="1266825"/>
                </a:lnTo>
                <a:lnTo>
                  <a:pt x="0" y="901700"/>
                </a:lnTo>
                <a:lnTo>
                  <a:pt x="504825" y="228600"/>
                </a:lnTo>
                <a:lnTo>
                  <a:pt x="1120775" y="422275"/>
                </a:lnTo>
                <a:lnTo>
                  <a:pt x="1555750" y="0"/>
                </a:lnTo>
                <a:lnTo>
                  <a:pt x="2162175" y="19050"/>
                </a:lnTo>
                <a:lnTo>
                  <a:pt x="2686050" y="523875"/>
                </a:lnTo>
                <a:lnTo>
                  <a:pt x="3327400" y="533400"/>
                </a:lnTo>
                <a:lnTo>
                  <a:pt x="3444875" y="1327150"/>
                </a:lnTo>
                <a:lnTo>
                  <a:pt x="3663950" y="1593850"/>
                </a:lnTo>
                <a:lnTo>
                  <a:pt x="3933825" y="3235325"/>
                </a:lnTo>
                <a:lnTo>
                  <a:pt x="2911475" y="3162300"/>
                </a:lnTo>
                <a:lnTo>
                  <a:pt x="2717800" y="2828925"/>
                </a:lnTo>
                <a:lnTo>
                  <a:pt x="2638425" y="2355850"/>
                </a:lnTo>
                <a:lnTo>
                  <a:pt x="2508250" y="2276475"/>
                </a:lnTo>
                <a:lnTo>
                  <a:pt x="2432050" y="2416175"/>
                </a:lnTo>
                <a:lnTo>
                  <a:pt x="2327275" y="2397125"/>
                </a:lnTo>
                <a:lnTo>
                  <a:pt x="2495550" y="3289300"/>
                </a:lnTo>
                <a:lnTo>
                  <a:pt x="2314575" y="3279775"/>
                </a:lnTo>
                <a:lnTo>
                  <a:pt x="2130425" y="2362200"/>
                </a:lnTo>
                <a:lnTo>
                  <a:pt x="1911350" y="2368550"/>
                </a:lnTo>
                <a:lnTo>
                  <a:pt x="1831975" y="2282825"/>
                </a:lnTo>
                <a:lnTo>
                  <a:pt x="1908175" y="2559050"/>
                </a:lnTo>
                <a:lnTo>
                  <a:pt x="1682750" y="2914650"/>
                </a:lnTo>
                <a:lnTo>
                  <a:pt x="1577975" y="2924175"/>
                </a:lnTo>
                <a:lnTo>
                  <a:pt x="1460500" y="3076575"/>
                </a:lnTo>
                <a:lnTo>
                  <a:pt x="415925" y="3013075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63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다이아몬드 9">
            <a:extLst>
              <a:ext uri="{FF2B5EF4-FFF2-40B4-BE49-F238E27FC236}">
                <a16:creationId xmlns:a16="http://schemas.microsoft.com/office/drawing/2014/main" id="{68A1F856-24CD-A09F-97E9-3F453AD622EC}"/>
              </a:ext>
            </a:extLst>
          </p:cNvPr>
          <p:cNvSpPr/>
          <p:nvPr/>
        </p:nvSpPr>
        <p:spPr>
          <a:xfrm>
            <a:off x="2086529" y="2896394"/>
            <a:ext cx="153988" cy="139700"/>
          </a:xfrm>
          <a:prstGeom prst="diamond">
            <a:avLst/>
          </a:prstGeom>
          <a:solidFill>
            <a:schemeClr val="accent2">
              <a:alpha val="63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다이아몬드 10">
            <a:extLst>
              <a:ext uri="{FF2B5EF4-FFF2-40B4-BE49-F238E27FC236}">
                <a16:creationId xmlns:a16="http://schemas.microsoft.com/office/drawing/2014/main" id="{43D34177-076A-6299-D5B1-10371158EF8B}"/>
              </a:ext>
            </a:extLst>
          </p:cNvPr>
          <p:cNvSpPr/>
          <p:nvPr/>
        </p:nvSpPr>
        <p:spPr>
          <a:xfrm>
            <a:off x="2574685" y="3294062"/>
            <a:ext cx="153988" cy="139700"/>
          </a:xfrm>
          <a:prstGeom prst="diamond">
            <a:avLst/>
          </a:prstGeom>
          <a:solidFill>
            <a:schemeClr val="accent2">
              <a:alpha val="63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다이아몬드 11">
            <a:extLst>
              <a:ext uri="{FF2B5EF4-FFF2-40B4-BE49-F238E27FC236}">
                <a16:creationId xmlns:a16="http://schemas.microsoft.com/office/drawing/2014/main" id="{AD1B16A1-2E39-3ADD-51EB-F49058C49186}"/>
              </a:ext>
            </a:extLst>
          </p:cNvPr>
          <p:cNvSpPr/>
          <p:nvPr/>
        </p:nvSpPr>
        <p:spPr>
          <a:xfrm>
            <a:off x="4117277" y="3082131"/>
            <a:ext cx="153988" cy="139700"/>
          </a:xfrm>
          <a:prstGeom prst="diamond">
            <a:avLst/>
          </a:prstGeom>
          <a:solidFill>
            <a:schemeClr val="accent2">
              <a:alpha val="63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다이아몬드 12">
            <a:extLst>
              <a:ext uri="{FF2B5EF4-FFF2-40B4-BE49-F238E27FC236}">
                <a16:creationId xmlns:a16="http://schemas.microsoft.com/office/drawing/2014/main" id="{F9A242A2-A332-50A5-C138-D7C9CF7DDD15}"/>
              </a:ext>
            </a:extLst>
          </p:cNvPr>
          <p:cNvSpPr/>
          <p:nvPr/>
        </p:nvSpPr>
        <p:spPr>
          <a:xfrm>
            <a:off x="4012502" y="3340893"/>
            <a:ext cx="153988" cy="139700"/>
          </a:xfrm>
          <a:prstGeom prst="diamond">
            <a:avLst/>
          </a:prstGeom>
          <a:solidFill>
            <a:schemeClr val="accent2">
              <a:alpha val="63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다이아몬드 13">
            <a:extLst>
              <a:ext uri="{FF2B5EF4-FFF2-40B4-BE49-F238E27FC236}">
                <a16:creationId xmlns:a16="http://schemas.microsoft.com/office/drawing/2014/main" id="{2EA20C46-B0B8-CEDD-9F4F-4A1A450A69AB}"/>
              </a:ext>
            </a:extLst>
          </p:cNvPr>
          <p:cNvSpPr/>
          <p:nvPr/>
        </p:nvSpPr>
        <p:spPr>
          <a:xfrm>
            <a:off x="2009535" y="4592636"/>
            <a:ext cx="153988" cy="139700"/>
          </a:xfrm>
          <a:prstGeom prst="diamond">
            <a:avLst/>
          </a:prstGeom>
          <a:solidFill>
            <a:schemeClr val="accent2">
              <a:alpha val="63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78EE821-16BF-04BE-AB3A-1BC824AB3B52}"/>
              </a:ext>
            </a:extLst>
          </p:cNvPr>
          <p:cNvSpPr/>
          <p:nvPr/>
        </p:nvSpPr>
        <p:spPr>
          <a:xfrm>
            <a:off x="2574685" y="2693670"/>
            <a:ext cx="275195" cy="31242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2EC5E26-234B-B854-D50B-56F564139309}"/>
              </a:ext>
            </a:extLst>
          </p:cNvPr>
          <p:cNvSpPr/>
          <p:nvPr/>
        </p:nvSpPr>
        <p:spPr>
          <a:xfrm>
            <a:off x="4599130" y="4205265"/>
            <a:ext cx="275195" cy="3124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939E9AB-4C9D-5ADC-B641-BBFA3548E559}"/>
              </a:ext>
            </a:extLst>
          </p:cNvPr>
          <p:cNvSpPr/>
          <p:nvPr/>
        </p:nvSpPr>
        <p:spPr>
          <a:xfrm>
            <a:off x="4182880" y="2706846"/>
            <a:ext cx="275195" cy="3124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4CF9D9A-C10B-118D-E84E-6908EC2A3D2A}"/>
              </a:ext>
            </a:extLst>
          </p:cNvPr>
          <p:cNvSpPr/>
          <p:nvPr/>
        </p:nvSpPr>
        <p:spPr>
          <a:xfrm>
            <a:off x="1811334" y="3653869"/>
            <a:ext cx="275195" cy="3124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다이아몬드 18">
            <a:extLst>
              <a:ext uri="{FF2B5EF4-FFF2-40B4-BE49-F238E27FC236}">
                <a16:creationId xmlns:a16="http://schemas.microsoft.com/office/drawing/2014/main" id="{1AC12173-0ADA-3E81-8973-D4D5A88AD46A}"/>
              </a:ext>
            </a:extLst>
          </p:cNvPr>
          <p:cNvSpPr/>
          <p:nvPr/>
        </p:nvSpPr>
        <p:spPr>
          <a:xfrm>
            <a:off x="3164681" y="2607469"/>
            <a:ext cx="443546" cy="358775"/>
          </a:xfrm>
          <a:prstGeom prst="diamond">
            <a:avLst/>
          </a:prstGeom>
          <a:solidFill>
            <a:schemeClr val="accent2">
              <a:alpha val="63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다이아몬드 19">
            <a:extLst>
              <a:ext uri="{FF2B5EF4-FFF2-40B4-BE49-F238E27FC236}">
                <a16:creationId xmlns:a16="http://schemas.microsoft.com/office/drawing/2014/main" id="{1F9F35CA-B296-8B05-C77E-8B5CD2DF4D65}"/>
              </a:ext>
            </a:extLst>
          </p:cNvPr>
          <p:cNvSpPr/>
          <p:nvPr/>
        </p:nvSpPr>
        <p:spPr>
          <a:xfrm>
            <a:off x="3089907" y="2259807"/>
            <a:ext cx="317661" cy="214312"/>
          </a:xfrm>
          <a:prstGeom prst="diamond">
            <a:avLst/>
          </a:prstGeom>
          <a:solidFill>
            <a:schemeClr val="accent2">
              <a:alpha val="63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다이아몬드 20">
            <a:extLst>
              <a:ext uri="{FF2B5EF4-FFF2-40B4-BE49-F238E27FC236}">
                <a16:creationId xmlns:a16="http://schemas.microsoft.com/office/drawing/2014/main" id="{8A57F7F8-C56A-23E3-0057-B5FD9115EBA7}"/>
              </a:ext>
            </a:extLst>
          </p:cNvPr>
          <p:cNvSpPr/>
          <p:nvPr/>
        </p:nvSpPr>
        <p:spPr>
          <a:xfrm>
            <a:off x="1581150" y="3007519"/>
            <a:ext cx="342841" cy="249237"/>
          </a:xfrm>
          <a:prstGeom prst="diamond">
            <a:avLst/>
          </a:prstGeom>
          <a:solidFill>
            <a:schemeClr val="accent2">
              <a:alpha val="63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다이아몬드 21">
            <a:extLst>
              <a:ext uri="{FF2B5EF4-FFF2-40B4-BE49-F238E27FC236}">
                <a16:creationId xmlns:a16="http://schemas.microsoft.com/office/drawing/2014/main" id="{F94EA9FB-9C3A-3AEE-D5F1-0EE9E4537105}"/>
              </a:ext>
            </a:extLst>
          </p:cNvPr>
          <p:cNvSpPr/>
          <p:nvPr/>
        </p:nvSpPr>
        <p:spPr>
          <a:xfrm>
            <a:off x="4194271" y="4227512"/>
            <a:ext cx="153988" cy="246062"/>
          </a:xfrm>
          <a:prstGeom prst="diamond">
            <a:avLst/>
          </a:prstGeom>
          <a:solidFill>
            <a:schemeClr val="accent2">
              <a:alpha val="63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다이아몬드 22">
            <a:extLst>
              <a:ext uri="{FF2B5EF4-FFF2-40B4-BE49-F238E27FC236}">
                <a16:creationId xmlns:a16="http://schemas.microsoft.com/office/drawing/2014/main" id="{C4825FCE-3645-602C-C257-0A40ABE2C8CB}"/>
              </a:ext>
            </a:extLst>
          </p:cNvPr>
          <p:cNvSpPr/>
          <p:nvPr/>
        </p:nvSpPr>
        <p:spPr>
          <a:xfrm>
            <a:off x="4166490" y="4592635"/>
            <a:ext cx="310260" cy="477045"/>
          </a:xfrm>
          <a:prstGeom prst="diamond">
            <a:avLst/>
          </a:prstGeom>
          <a:solidFill>
            <a:schemeClr val="accent2">
              <a:alpha val="63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3805E41-002D-DD00-4763-FCD092CB9632}"/>
              </a:ext>
            </a:extLst>
          </p:cNvPr>
          <p:cNvSpPr/>
          <p:nvPr/>
        </p:nvSpPr>
        <p:spPr>
          <a:xfrm>
            <a:off x="3089907" y="3661410"/>
            <a:ext cx="800103" cy="50292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F98D039D-F1E4-F4BB-BD92-0E9E24497B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832" y="1611313"/>
            <a:ext cx="4320000" cy="4320000"/>
          </a:xfrm>
          <a:prstGeom prst="rect">
            <a:avLst/>
          </a:prstGeom>
        </p:spPr>
      </p:pic>
      <p:sp>
        <p:nvSpPr>
          <p:cNvPr id="28" name="십자형 27">
            <a:extLst>
              <a:ext uri="{FF2B5EF4-FFF2-40B4-BE49-F238E27FC236}">
                <a16:creationId xmlns:a16="http://schemas.microsoft.com/office/drawing/2014/main" id="{5FF650DD-49F4-27DA-36AF-3084B1C2E9A5}"/>
              </a:ext>
            </a:extLst>
          </p:cNvPr>
          <p:cNvSpPr/>
          <p:nvPr/>
        </p:nvSpPr>
        <p:spPr>
          <a:xfrm>
            <a:off x="6681715" y="5298210"/>
            <a:ext cx="923925" cy="590550"/>
          </a:xfrm>
          <a:prstGeom prst="plus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ysClr val="windowText" lastClr="000000"/>
                </a:solidFill>
              </a:rPr>
              <a:t>본거지</a:t>
            </a:r>
            <a:br>
              <a:rPr lang="en-US" altLang="ko-KR" sz="1400" dirty="0">
                <a:solidFill>
                  <a:sysClr val="windowText" lastClr="000000"/>
                </a:solidFill>
              </a:rPr>
            </a:br>
            <a:r>
              <a:rPr lang="en-US" altLang="ko-KR" sz="1400" dirty="0">
                <a:solidFill>
                  <a:sysClr val="windowText" lastClr="000000"/>
                </a:solidFill>
              </a:rPr>
              <a:t>(</a:t>
            </a:r>
            <a:r>
              <a:rPr lang="ko-KR" altLang="en-US" sz="1400" dirty="0">
                <a:solidFill>
                  <a:sysClr val="windowText" lastClr="000000"/>
                </a:solidFill>
              </a:rPr>
              <a:t>시작점</a:t>
            </a:r>
            <a:r>
              <a:rPr lang="en-US" altLang="ko-KR" sz="1400" dirty="0">
                <a:solidFill>
                  <a:sysClr val="windowText" lastClr="000000"/>
                </a:solidFill>
              </a:rPr>
              <a:t>)</a:t>
            </a:r>
            <a:endParaRPr lang="ko-KR" altLang="en-US" sz="1400" dirty="0">
              <a:solidFill>
                <a:sysClr val="windowText" lastClr="000000"/>
              </a:solidFill>
            </a:endParaRPr>
          </a:p>
        </p:txBody>
      </p:sp>
      <p:sp>
        <p:nvSpPr>
          <p:cNvPr id="30" name="사각형: 잘린 대각선 방향 모서리 29">
            <a:extLst>
              <a:ext uri="{FF2B5EF4-FFF2-40B4-BE49-F238E27FC236}">
                <a16:creationId xmlns:a16="http://schemas.microsoft.com/office/drawing/2014/main" id="{E63EA47C-C835-7E29-391E-679AA3A5220D}"/>
              </a:ext>
            </a:extLst>
          </p:cNvPr>
          <p:cNvSpPr/>
          <p:nvPr/>
        </p:nvSpPr>
        <p:spPr>
          <a:xfrm>
            <a:off x="6638831" y="1611314"/>
            <a:ext cx="1781197" cy="1194948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모래언덕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0A96DACC-D195-564A-1F10-5B80DCE1B109}"/>
              </a:ext>
            </a:extLst>
          </p:cNvPr>
          <p:cNvSpPr/>
          <p:nvPr/>
        </p:nvSpPr>
        <p:spPr>
          <a:xfrm>
            <a:off x="8296203" y="2500276"/>
            <a:ext cx="1524390" cy="101083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숲</a:t>
            </a:r>
            <a:r>
              <a:rPr lang="en-US" altLang="ko-KR" dirty="0">
                <a:solidFill>
                  <a:sysClr val="windowText" lastClr="000000"/>
                </a:solidFill>
              </a:rPr>
              <a:t>2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2D9406DD-9E31-138B-40C3-EB73B1A287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4173" y="4561645"/>
            <a:ext cx="2434865" cy="1363734"/>
          </a:xfrm>
          <a:prstGeom prst="rect">
            <a:avLst/>
          </a:prstGeom>
        </p:spPr>
      </p:pic>
      <p:sp>
        <p:nvSpPr>
          <p:cNvPr id="36" name="자유형: 도형 35">
            <a:extLst>
              <a:ext uri="{FF2B5EF4-FFF2-40B4-BE49-F238E27FC236}">
                <a16:creationId xmlns:a16="http://schemas.microsoft.com/office/drawing/2014/main" id="{2C9B9F2D-3CC4-0BB5-5DAB-3D669CE16694}"/>
              </a:ext>
            </a:extLst>
          </p:cNvPr>
          <p:cNvSpPr/>
          <p:nvPr/>
        </p:nvSpPr>
        <p:spPr>
          <a:xfrm>
            <a:off x="9764454" y="1615636"/>
            <a:ext cx="1164454" cy="4320000"/>
          </a:xfrm>
          <a:custGeom>
            <a:avLst/>
            <a:gdLst>
              <a:gd name="csX0" fmla="*/ 1160649 w 1164454"/>
              <a:gd name="csY0" fmla="*/ 0 h 4424944"/>
              <a:gd name="csX1" fmla="*/ 1046349 w 1164454"/>
              <a:gd name="csY1" fmla="*/ 1457325 h 4424944"/>
              <a:gd name="csX2" fmla="*/ 379599 w 1164454"/>
              <a:gd name="csY2" fmla="*/ 2519363 h 4424944"/>
              <a:gd name="csX3" fmla="*/ 31936 w 1164454"/>
              <a:gd name="csY3" fmla="*/ 4257675 h 4424944"/>
              <a:gd name="csX4" fmla="*/ 36699 w 1164454"/>
              <a:gd name="csY4" fmla="*/ 4257675 h 44249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64454" h="4424944">
                <a:moveTo>
                  <a:pt x="1160649" y="0"/>
                </a:moveTo>
                <a:cubicBezTo>
                  <a:pt x="1168586" y="518715"/>
                  <a:pt x="1176524" y="1037431"/>
                  <a:pt x="1046349" y="1457325"/>
                </a:cubicBezTo>
                <a:cubicBezTo>
                  <a:pt x="916174" y="1877219"/>
                  <a:pt x="548668" y="2052638"/>
                  <a:pt x="379599" y="2519363"/>
                </a:cubicBezTo>
                <a:cubicBezTo>
                  <a:pt x="210530" y="2986088"/>
                  <a:pt x="89086" y="3967956"/>
                  <a:pt x="31936" y="4257675"/>
                </a:cubicBezTo>
                <a:cubicBezTo>
                  <a:pt x="-25214" y="4547394"/>
                  <a:pt x="5742" y="4402534"/>
                  <a:pt x="36699" y="4257675"/>
                </a:cubicBezTo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70C0"/>
              </a:solidFill>
            </a:endParaRPr>
          </a:p>
        </p:txBody>
      </p:sp>
      <p:sp>
        <p:nvSpPr>
          <p:cNvPr id="38" name="자유형: 도형 37">
            <a:extLst>
              <a:ext uri="{FF2B5EF4-FFF2-40B4-BE49-F238E27FC236}">
                <a16:creationId xmlns:a16="http://schemas.microsoft.com/office/drawing/2014/main" id="{A97552EF-67BF-5E90-B306-CEA4F2A06954}"/>
              </a:ext>
            </a:extLst>
          </p:cNvPr>
          <p:cNvSpPr/>
          <p:nvPr/>
        </p:nvSpPr>
        <p:spPr>
          <a:xfrm>
            <a:off x="9529690" y="1615637"/>
            <a:ext cx="1217417" cy="3790950"/>
          </a:xfrm>
          <a:custGeom>
            <a:avLst/>
            <a:gdLst>
              <a:gd name="csX0" fmla="*/ 1160649 w 1164454"/>
              <a:gd name="csY0" fmla="*/ 0 h 4424944"/>
              <a:gd name="csX1" fmla="*/ 1046349 w 1164454"/>
              <a:gd name="csY1" fmla="*/ 1457325 h 4424944"/>
              <a:gd name="csX2" fmla="*/ 379599 w 1164454"/>
              <a:gd name="csY2" fmla="*/ 2519363 h 4424944"/>
              <a:gd name="csX3" fmla="*/ 31936 w 1164454"/>
              <a:gd name="csY3" fmla="*/ 4257675 h 4424944"/>
              <a:gd name="csX4" fmla="*/ 36699 w 1164454"/>
              <a:gd name="csY4" fmla="*/ 4257675 h 44249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64454" h="4424944">
                <a:moveTo>
                  <a:pt x="1160649" y="0"/>
                </a:moveTo>
                <a:cubicBezTo>
                  <a:pt x="1168586" y="518715"/>
                  <a:pt x="1176524" y="1037431"/>
                  <a:pt x="1046349" y="1457325"/>
                </a:cubicBezTo>
                <a:cubicBezTo>
                  <a:pt x="916174" y="1877219"/>
                  <a:pt x="548668" y="2052638"/>
                  <a:pt x="379599" y="2519363"/>
                </a:cubicBezTo>
                <a:cubicBezTo>
                  <a:pt x="210530" y="2986088"/>
                  <a:pt x="89086" y="3967956"/>
                  <a:pt x="31936" y="4257675"/>
                </a:cubicBezTo>
                <a:cubicBezTo>
                  <a:pt x="-25214" y="4547394"/>
                  <a:pt x="5742" y="4402534"/>
                  <a:pt x="36699" y="4257675"/>
                </a:cubicBezTo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70C0"/>
              </a:solidFill>
            </a:endParaRPr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34997B11-2341-E3BC-B99C-07963295C6F6}"/>
              </a:ext>
            </a:extLst>
          </p:cNvPr>
          <p:cNvSpPr/>
          <p:nvPr/>
        </p:nvSpPr>
        <p:spPr>
          <a:xfrm>
            <a:off x="9441049" y="2406212"/>
            <a:ext cx="1192728" cy="8001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늪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AAB8B699-1B33-4240-8EFE-1F97788F3AA1}"/>
              </a:ext>
            </a:extLst>
          </p:cNvPr>
          <p:cNvSpPr/>
          <p:nvPr/>
        </p:nvSpPr>
        <p:spPr>
          <a:xfrm>
            <a:off x="6644284" y="3542827"/>
            <a:ext cx="1361405" cy="1082709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숲</a:t>
            </a:r>
            <a:r>
              <a:rPr lang="en-US" altLang="ko-KR" dirty="0">
                <a:solidFill>
                  <a:sysClr val="windowText" lastClr="000000"/>
                </a:solidFill>
              </a:rPr>
              <a:t>1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3CE3988-B5F4-D4CA-98F3-4371F75B2250}"/>
              </a:ext>
            </a:extLst>
          </p:cNvPr>
          <p:cNvSpPr txBox="1"/>
          <p:nvPr/>
        </p:nvSpPr>
        <p:spPr>
          <a:xfrm>
            <a:off x="9744911" y="3423801"/>
            <a:ext cx="10259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>
                <a:solidFill>
                  <a:srgbClr val="0070C0"/>
                </a:solidFill>
              </a:rPr>
              <a:t>강</a:t>
            </a:r>
            <a:endParaRPr lang="ko-KR" altLang="en-US" sz="1400" b="1" dirty="0">
              <a:solidFill>
                <a:srgbClr val="0070C0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D3F8F60-F93B-8416-65AD-AFAD3C2B1392}"/>
              </a:ext>
            </a:extLst>
          </p:cNvPr>
          <p:cNvSpPr txBox="1"/>
          <p:nvPr/>
        </p:nvSpPr>
        <p:spPr>
          <a:xfrm>
            <a:off x="8244772" y="5024168"/>
            <a:ext cx="10259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>
                <a:solidFill>
                  <a:sysClr val="windowText" lastClr="000000"/>
                </a:solidFill>
              </a:rPr>
              <a:t>산</a:t>
            </a:r>
            <a:endParaRPr lang="ko-KR" altLang="en-US" sz="1600" b="1" dirty="0">
              <a:solidFill>
                <a:sysClr val="windowText" lastClr="000000"/>
              </a:solidFill>
            </a:endParaRPr>
          </a:p>
        </p:txBody>
      </p:sp>
      <p:sp>
        <p:nvSpPr>
          <p:cNvPr id="48" name="이등변 삼각형 47">
            <a:extLst>
              <a:ext uri="{FF2B5EF4-FFF2-40B4-BE49-F238E27FC236}">
                <a16:creationId xmlns:a16="http://schemas.microsoft.com/office/drawing/2014/main" id="{6663F6A0-518F-BF59-5AA4-9D505D5BD7F7}"/>
              </a:ext>
            </a:extLst>
          </p:cNvPr>
          <p:cNvSpPr/>
          <p:nvPr/>
        </p:nvSpPr>
        <p:spPr>
          <a:xfrm>
            <a:off x="9384434" y="1761774"/>
            <a:ext cx="290512" cy="190500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50" name="이등변 삼각형 49">
            <a:extLst>
              <a:ext uri="{FF2B5EF4-FFF2-40B4-BE49-F238E27FC236}">
                <a16:creationId xmlns:a16="http://schemas.microsoft.com/office/drawing/2014/main" id="{557F8959-AA12-ABB4-FCA6-3E74E3C9B1B5}"/>
              </a:ext>
            </a:extLst>
          </p:cNvPr>
          <p:cNvSpPr/>
          <p:nvPr/>
        </p:nvSpPr>
        <p:spPr>
          <a:xfrm>
            <a:off x="7764988" y="5202960"/>
            <a:ext cx="290512" cy="190500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52" name="이등변 삼각형 51">
            <a:extLst>
              <a:ext uri="{FF2B5EF4-FFF2-40B4-BE49-F238E27FC236}">
                <a16:creationId xmlns:a16="http://schemas.microsoft.com/office/drawing/2014/main" id="{1B411E35-13FF-48CA-3AE0-725432DFA12A}"/>
              </a:ext>
            </a:extLst>
          </p:cNvPr>
          <p:cNvSpPr/>
          <p:nvPr/>
        </p:nvSpPr>
        <p:spPr>
          <a:xfrm>
            <a:off x="9890665" y="5552549"/>
            <a:ext cx="290512" cy="190500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54" name="이등변 삼각형 53">
            <a:extLst>
              <a:ext uri="{FF2B5EF4-FFF2-40B4-BE49-F238E27FC236}">
                <a16:creationId xmlns:a16="http://schemas.microsoft.com/office/drawing/2014/main" id="{2ADB468E-9021-7CF0-C221-F8A1D6EE68FB}"/>
              </a:ext>
            </a:extLst>
          </p:cNvPr>
          <p:cNvSpPr/>
          <p:nvPr/>
        </p:nvSpPr>
        <p:spPr>
          <a:xfrm>
            <a:off x="7034474" y="3529230"/>
            <a:ext cx="290512" cy="190500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56" name="이등변 삼각형 55">
            <a:extLst>
              <a:ext uri="{FF2B5EF4-FFF2-40B4-BE49-F238E27FC236}">
                <a16:creationId xmlns:a16="http://schemas.microsoft.com/office/drawing/2014/main" id="{84E1F2D0-6F78-8B80-5F79-BD9EC2DC1298}"/>
              </a:ext>
            </a:extLst>
          </p:cNvPr>
          <p:cNvSpPr/>
          <p:nvPr/>
        </p:nvSpPr>
        <p:spPr>
          <a:xfrm>
            <a:off x="9499766" y="3928427"/>
            <a:ext cx="290512" cy="190500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58" name="평행 사변형 57">
            <a:extLst>
              <a:ext uri="{FF2B5EF4-FFF2-40B4-BE49-F238E27FC236}">
                <a16:creationId xmlns:a16="http://schemas.microsoft.com/office/drawing/2014/main" id="{156F248A-220B-60D5-EFCF-CD8D2EACBDC7}"/>
              </a:ext>
            </a:extLst>
          </p:cNvPr>
          <p:cNvSpPr/>
          <p:nvPr/>
        </p:nvSpPr>
        <p:spPr>
          <a:xfrm>
            <a:off x="8688389" y="3511109"/>
            <a:ext cx="850656" cy="1240767"/>
          </a:xfrm>
          <a:prstGeom prst="parallelogram">
            <a:avLst/>
          </a:prstGeom>
          <a:solidFill>
            <a:srgbClr val="CCCC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돌밭</a:t>
            </a:r>
          </a:p>
        </p:txBody>
      </p:sp>
      <p:sp>
        <p:nvSpPr>
          <p:cNvPr id="60" name="십자형 59">
            <a:extLst>
              <a:ext uri="{FF2B5EF4-FFF2-40B4-BE49-F238E27FC236}">
                <a16:creationId xmlns:a16="http://schemas.microsoft.com/office/drawing/2014/main" id="{005B04DF-16C3-BE3D-8E9C-C3E0A1FA17A1}"/>
              </a:ext>
            </a:extLst>
          </p:cNvPr>
          <p:cNvSpPr/>
          <p:nvPr/>
        </p:nvSpPr>
        <p:spPr>
          <a:xfrm>
            <a:off x="8038064" y="4194141"/>
            <a:ext cx="561073" cy="438586"/>
          </a:xfrm>
          <a:prstGeom prst="plus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ysClr val="windowText" lastClr="000000"/>
                </a:solidFill>
              </a:rPr>
              <a:t>중간기지</a:t>
            </a:r>
          </a:p>
        </p:txBody>
      </p:sp>
      <p:graphicFrame>
        <p:nvGraphicFramePr>
          <p:cNvPr id="62" name="내용 개체 틀 11">
            <a:extLst>
              <a:ext uri="{FF2B5EF4-FFF2-40B4-BE49-F238E27FC236}">
                <a16:creationId xmlns:a16="http://schemas.microsoft.com/office/drawing/2014/main" id="{4F7FCBE0-DC14-0EAD-1576-1E5B73137FA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40245315"/>
              </p:ext>
            </p:extLst>
          </p:nvPr>
        </p:nvGraphicFramePr>
        <p:xfrm>
          <a:off x="6650664" y="1615635"/>
          <a:ext cx="4308168" cy="430974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8028">
                  <a:extLst>
                    <a:ext uri="{9D8B030D-6E8A-4147-A177-3AD203B41FA5}">
                      <a16:colId xmlns:a16="http://schemas.microsoft.com/office/drawing/2014/main" val="1418070404"/>
                    </a:ext>
                  </a:extLst>
                </a:gridCol>
                <a:gridCol w="718028">
                  <a:extLst>
                    <a:ext uri="{9D8B030D-6E8A-4147-A177-3AD203B41FA5}">
                      <a16:colId xmlns:a16="http://schemas.microsoft.com/office/drawing/2014/main" val="4189832869"/>
                    </a:ext>
                  </a:extLst>
                </a:gridCol>
                <a:gridCol w="718028">
                  <a:extLst>
                    <a:ext uri="{9D8B030D-6E8A-4147-A177-3AD203B41FA5}">
                      <a16:colId xmlns:a16="http://schemas.microsoft.com/office/drawing/2014/main" val="957261908"/>
                    </a:ext>
                  </a:extLst>
                </a:gridCol>
                <a:gridCol w="718028">
                  <a:extLst>
                    <a:ext uri="{9D8B030D-6E8A-4147-A177-3AD203B41FA5}">
                      <a16:colId xmlns:a16="http://schemas.microsoft.com/office/drawing/2014/main" val="3261963003"/>
                    </a:ext>
                  </a:extLst>
                </a:gridCol>
                <a:gridCol w="718028">
                  <a:extLst>
                    <a:ext uri="{9D8B030D-6E8A-4147-A177-3AD203B41FA5}">
                      <a16:colId xmlns:a16="http://schemas.microsoft.com/office/drawing/2014/main" val="1747135887"/>
                    </a:ext>
                  </a:extLst>
                </a:gridCol>
                <a:gridCol w="718028">
                  <a:extLst>
                    <a:ext uri="{9D8B030D-6E8A-4147-A177-3AD203B41FA5}">
                      <a16:colId xmlns:a16="http://schemas.microsoft.com/office/drawing/2014/main" val="3197742941"/>
                    </a:ext>
                  </a:extLst>
                </a:gridCol>
              </a:tblGrid>
              <a:tr h="71829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494038"/>
                  </a:ext>
                </a:extLst>
              </a:tr>
              <a:tr h="71829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5206945"/>
                  </a:ext>
                </a:extLst>
              </a:tr>
              <a:tr h="71829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3630104"/>
                  </a:ext>
                </a:extLst>
              </a:tr>
              <a:tr h="71829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7582915"/>
                  </a:ext>
                </a:extLst>
              </a:tr>
              <a:tr h="71829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1941463"/>
                  </a:ext>
                </a:extLst>
              </a:tr>
              <a:tr h="71829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12013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91628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9AB692-1DB1-FB72-DCB3-6A9CB05E0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E6FF61-2D86-0217-D872-67B17176E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비교 반영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BCC0FA-FB6A-7B34-2CEB-1BFD98EE062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ko-KR" altLang="en-US" dirty="0"/>
              <a:t>배달 목적지 위치 조정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6C01D4E-015E-80B0-BE58-CDE77DD7B94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DD4BA7A-236A-C6C9-9ECD-336CCD2E9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10/17/2026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3B006F5-6716-30A3-8219-6C266911E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3D5504B0-29D0-D4A5-22B9-A16CDCE5A9F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3D2A55E5-2C36-9AD2-D1C8-E5FDBCD313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832" y="1611313"/>
            <a:ext cx="4320000" cy="4320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</p:pic>
      <p:sp>
        <p:nvSpPr>
          <p:cNvPr id="28" name="십자형 27">
            <a:extLst>
              <a:ext uri="{FF2B5EF4-FFF2-40B4-BE49-F238E27FC236}">
                <a16:creationId xmlns:a16="http://schemas.microsoft.com/office/drawing/2014/main" id="{47AC0EE7-DFB5-C014-D142-E29943157450}"/>
              </a:ext>
            </a:extLst>
          </p:cNvPr>
          <p:cNvSpPr/>
          <p:nvPr/>
        </p:nvSpPr>
        <p:spPr>
          <a:xfrm>
            <a:off x="6681715" y="5298210"/>
            <a:ext cx="923925" cy="590550"/>
          </a:xfrm>
          <a:prstGeom prst="plus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ysClr val="windowText" lastClr="000000"/>
                </a:solidFill>
              </a:rPr>
              <a:t>본거지</a:t>
            </a:r>
            <a:br>
              <a:rPr lang="en-US" altLang="ko-KR" sz="1400" dirty="0">
                <a:solidFill>
                  <a:sysClr val="windowText" lastClr="000000"/>
                </a:solidFill>
              </a:rPr>
            </a:br>
            <a:r>
              <a:rPr lang="en-US" altLang="ko-KR" sz="1400" dirty="0">
                <a:solidFill>
                  <a:sysClr val="windowText" lastClr="000000"/>
                </a:solidFill>
              </a:rPr>
              <a:t>(</a:t>
            </a:r>
            <a:r>
              <a:rPr lang="ko-KR" altLang="en-US" sz="1400" dirty="0">
                <a:solidFill>
                  <a:sysClr val="windowText" lastClr="000000"/>
                </a:solidFill>
              </a:rPr>
              <a:t>시작점</a:t>
            </a:r>
            <a:r>
              <a:rPr lang="en-US" altLang="ko-KR" sz="1400" dirty="0">
                <a:solidFill>
                  <a:sysClr val="windowText" lastClr="000000"/>
                </a:solidFill>
              </a:rPr>
              <a:t>)</a:t>
            </a:r>
            <a:endParaRPr lang="ko-KR" altLang="en-US" sz="1400" dirty="0">
              <a:solidFill>
                <a:sysClr val="windowText" lastClr="000000"/>
              </a:solidFill>
            </a:endParaRPr>
          </a:p>
        </p:txBody>
      </p:sp>
      <p:sp>
        <p:nvSpPr>
          <p:cNvPr id="30" name="사각형: 잘린 대각선 방향 모서리 29">
            <a:extLst>
              <a:ext uri="{FF2B5EF4-FFF2-40B4-BE49-F238E27FC236}">
                <a16:creationId xmlns:a16="http://schemas.microsoft.com/office/drawing/2014/main" id="{E74DB006-4B05-5CB6-0944-D29F2A75372C}"/>
              </a:ext>
            </a:extLst>
          </p:cNvPr>
          <p:cNvSpPr/>
          <p:nvPr/>
        </p:nvSpPr>
        <p:spPr>
          <a:xfrm>
            <a:off x="6638831" y="1611314"/>
            <a:ext cx="1781197" cy="1194948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모래언덕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ECFFAB81-7864-812F-7038-07CBFFB13E70}"/>
              </a:ext>
            </a:extLst>
          </p:cNvPr>
          <p:cNvSpPr/>
          <p:nvPr/>
        </p:nvSpPr>
        <p:spPr>
          <a:xfrm>
            <a:off x="8296203" y="2500276"/>
            <a:ext cx="1524390" cy="1010835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숲</a:t>
            </a:r>
            <a:r>
              <a:rPr lang="en-US" altLang="ko-KR" dirty="0">
                <a:solidFill>
                  <a:sysClr val="windowText" lastClr="000000"/>
                </a:solidFill>
              </a:rPr>
              <a:t>2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8E666762-4E58-4BE5-952A-42488258F1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4173" y="4561645"/>
            <a:ext cx="2434865" cy="136373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</p:pic>
      <p:sp>
        <p:nvSpPr>
          <p:cNvPr id="36" name="자유형: 도형 35">
            <a:extLst>
              <a:ext uri="{FF2B5EF4-FFF2-40B4-BE49-F238E27FC236}">
                <a16:creationId xmlns:a16="http://schemas.microsoft.com/office/drawing/2014/main" id="{EE7E3292-DAF2-87C5-07FB-823D9129585E}"/>
              </a:ext>
            </a:extLst>
          </p:cNvPr>
          <p:cNvSpPr/>
          <p:nvPr/>
        </p:nvSpPr>
        <p:spPr>
          <a:xfrm>
            <a:off x="9764454" y="1615636"/>
            <a:ext cx="1164454" cy="4320000"/>
          </a:xfrm>
          <a:custGeom>
            <a:avLst/>
            <a:gdLst>
              <a:gd name="csX0" fmla="*/ 1160649 w 1164454"/>
              <a:gd name="csY0" fmla="*/ 0 h 4424944"/>
              <a:gd name="csX1" fmla="*/ 1046349 w 1164454"/>
              <a:gd name="csY1" fmla="*/ 1457325 h 4424944"/>
              <a:gd name="csX2" fmla="*/ 379599 w 1164454"/>
              <a:gd name="csY2" fmla="*/ 2519363 h 4424944"/>
              <a:gd name="csX3" fmla="*/ 31936 w 1164454"/>
              <a:gd name="csY3" fmla="*/ 4257675 h 4424944"/>
              <a:gd name="csX4" fmla="*/ 36699 w 1164454"/>
              <a:gd name="csY4" fmla="*/ 4257675 h 44249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64454" h="4424944">
                <a:moveTo>
                  <a:pt x="1160649" y="0"/>
                </a:moveTo>
                <a:cubicBezTo>
                  <a:pt x="1168586" y="518715"/>
                  <a:pt x="1176524" y="1037431"/>
                  <a:pt x="1046349" y="1457325"/>
                </a:cubicBezTo>
                <a:cubicBezTo>
                  <a:pt x="916174" y="1877219"/>
                  <a:pt x="548668" y="2052638"/>
                  <a:pt x="379599" y="2519363"/>
                </a:cubicBezTo>
                <a:cubicBezTo>
                  <a:pt x="210530" y="2986088"/>
                  <a:pt x="89086" y="3967956"/>
                  <a:pt x="31936" y="4257675"/>
                </a:cubicBezTo>
                <a:cubicBezTo>
                  <a:pt x="-25214" y="4547394"/>
                  <a:pt x="5742" y="4402534"/>
                  <a:pt x="36699" y="4257675"/>
                </a:cubicBezTo>
              </a:path>
            </a:pathLst>
          </a:custGeom>
          <a:solidFill>
            <a:schemeClr val="bg2">
              <a:lumMod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70C0"/>
              </a:solidFill>
            </a:endParaRPr>
          </a:p>
        </p:txBody>
      </p:sp>
      <p:sp>
        <p:nvSpPr>
          <p:cNvPr id="38" name="자유형: 도형 37">
            <a:extLst>
              <a:ext uri="{FF2B5EF4-FFF2-40B4-BE49-F238E27FC236}">
                <a16:creationId xmlns:a16="http://schemas.microsoft.com/office/drawing/2014/main" id="{945DBB46-3D3F-A394-1FF0-F0913A05D78E}"/>
              </a:ext>
            </a:extLst>
          </p:cNvPr>
          <p:cNvSpPr/>
          <p:nvPr/>
        </p:nvSpPr>
        <p:spPr>
          <a:xfrm>
            <a:off x="9529690" y="1615637"/>
            <a:ext cx="1217417" cy="3790950"/>
          </a:xfrm>
          <a:custGeom>
            <a:avLst/>
            <a:gdLst>
              <a:gd name="csX0" fmla="*/ 1160649 w 1164454"/>
              <a:gd name="csY0" fmla="*/ 0 h 4424944"/>
              <a:gd name="csX1" fmla="*/ 1046349 w 1164454"/>
              <a:gd name="csY1" fmla="*/ 1457325 h 4424944"/>
              <a:gd name="csX2" fmla="*/ 379599 w 1164454"/>
              <a:gd name="csY2" fmla="*/ 2519363 h 4424944"/>
              <a:gd name="csX3" fmla="*/ 31936 w 1164454"/>
              <a:gd name="csY3" fmla="*/ 4257675 h 4424944"/>
              <a:gd name="csX4" fmla="*/ 36699 w 1164454"/>
              <a:gd name="csY4" fmla="*/ 4257675 h 44249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64454" h="4424944">
                <a:moveTo>
                  <a:pt x="1160649" y="0"/>
                </a:moveTo>
                <a:cubicBezTo>
                  <a:pt x="1168586" y="518715"/>
                  <a:pt x="1176524" y="1037431"/>
                  <a:pt x="1046349" y="1457325"/>
                </a:cubicBezTo>
                <a:cubicBezTo>
                  <a:pt x="916174" y="1877219"/>
                  <a:pt x="548668" y="2052638"/>
                  <a:pt x="379599" y="2519363"/>
                </a:cubicBezTo>
                <a:cubicBezTo>
                  <a:pt x="210530" y="2986088"/>
                  <a:pt x="89086" y="3967956"/>
                  <a:pt x="31936" y="4257675"/>
                </a:cubicBezTo>
                <a:cubicBezTo>
                  <a:pt x="-25214" y="4547394"/>
                  <a:pt x="5742" y="4402534"/>
                  <a:pt x="36699" y="4257675"/>
                </a:cubicBezTo>
              </a:path>
            </a:pathLst>
          </a:custGeom>
          <a:solidFill>
            <a:schemeClr val="bg2">
              <a:lumMod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70C0"/>
              </a:solidFill>
            </a:endParaRPr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33ADB5F6-3841-33F1-9B9E-EE8780E7AD42}"/>
              </a:ext>
            </a:extLst>
          </p:cNvPr>
          <p:cNvSpPr/>
          <p:nvPr/>
        </p:nvSpPr>
        <p:spPr>
          <a:xfrm>
            <a:off x="9441049" y="2406212"/>
            <a:ext cx="1192728" cy="800100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늪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E4D771EC-3D59-6050-CEB6-0B77A0C88299}"/>
              </a:ext>
            </a:extLst>
          </p:cNvPr>
          <p:cNvSpPr/>
          <p:nvPr/>
        </p:nvSpPr>
        <p:spPr>
          <a:xfrm>
            <a:off x="6644284" y="3542827"/>
            <a:ext cx="1361405" cy="1082709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숲</a:t>
            </a:r>
            <a:r>
              <a:rPr lang="en-US" altLang="ko-KR" dirty="0">
                <a:solidFill>
                  <a:sysClr val="windowText" lastClr="000000"/>
                </a:solidFill>
              </a:rPr>
              <a:t>1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17B7EDB-4E57-3CAE-1E72-CFD55D448A94}"/>
              </a:ext>
            </a:extLst>
          </p:cNvPr>
          <p:cNvSpPr txBox="1"/>
          <p:nvPr/>
        </p:nvSpPr>
        <p:spPr>
          <a:xfrm>
            <a:off x="9744911" y="3423801"/>
            <a:ext cx="1025912" cy="30777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>
                <a:solidFill>
                  <a:srgbClr val="0070C0"/>
                </a:solidFill>
              </a:rPr>
              <a:t>강</a:t>
            </a:r>
            <a:endParaRPr lang="ko-KR" altLang="en-US" sz="1400" b="1" dirty="0">
              <a:solidFill>
                <a:srgbClr val="0070C0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AD73568-490B-9404-92E0-6AA5F8E26EAF}"/>
              </a:ext>
            </a:extLst>
          </p:cNvPr>
          <p:cNvSpPr txBox="1"/>
          <p:nvPr/>
        </p:nvSpPr>
        <p:spPr>
          <a:xfrm>
            <a:off x="8244772" y="5024168"/>
            <a:ext cx="1025912" cy="33855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>
                <a:solidFill>
                  <a:sysClr val="windowText" lastClr="000000"/>
                </a:solidFill>
              </a:rPr>
              <a:t>산</a:t>
            </a:r>
            <a:endParaRPr lang="ko-KR" altLang="en-US" sz="1600" b="1" dirty="0">
              <a:solidFill>
                <a:sysClr val="windowText" lastClr="000000"/>
              </a:solidFill>
            </a:endParaRPr>
          </a:p>
        </p:txBody>
      </p:sp>
      <p:sp>
        <p:nvSpPr>
          <p:cNvPr id="48" name="이등변 삼각형 47">
            <a:extLst>
              <a:ext uri="{FF2B5EF4-FFF2-40B4-BE49-F238E27FC236}">
                <a16:creationId xmlns:a16="http://schemas.microsoft.com/office/drawing/2014/main" id="{AC5004E4-F6F5-59AE-D46B-5C92911F2613}"/>
              </a:ext>
            </a:extLst>
          </p:cNvPr>
          <p:cNvSpPr/>
          <p:nvPr/>
        </p:nvSpPr>
        <p:spPr>
          <a:xfrm>
            <a:off x="9384434" y="1761774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50" name="이등변 삼각형 49">
            <a:extLst>
              <a:ext uri="{FF2B5EF4-FFF2-40B4-BE49-F238E27FC236}">
                <a16:creationId xmlns:a16="http://schemas.microsoft.com/office/drawing/2014/main" id="{10BF0A6D-D481-4564-0D3E-D3EB5C8C9CFA}"/>
              </a:ext>
            </a:extLst>
          </p:cNvPr>
          <p:cNvSpPr/>
          <p:nvPr/>
        </p:nvSpPr>
        <p:spPr>
          <a:xfrm>
            <a:off x="7764988" y="5202960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52" name="이등변 삼각형 51">
            <a:extLst>
              <a:ext uri="{FF2B5EF4-FFF2-40B4-BE49-F238E27FC236}">
                <a16:creationId xmlns:a16="http://schemas.microsoft.com/office/drawing/2014/main" id="{3B4AF5C8-5DF3-9A0E-7ED2-252140E54510}"/>
              </a:ext>
            </a:extLst>
          </p:cNvPr>
          <p:cNvSpPr/>
          <p:nvPr/>
        </p:nvSpPr>
        <p:spPr>
          <a:xfrm>
            <a:off x="9890665" y="5552549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54" name="이등변 삼각형 53">
            <a:extLst>
              <a:ext uri="{FF2B5EF4-FFF2-40B4-BE49-F238E27FC236}">
                <a16:creationId xmlns:a16="http://schemas.microsoft.com/office/drawing/2014/main" id="{3C1B3B83-76A6-C887-B8DE-9512AD139EA8}"/>
              </a:ext>
            </a:extLst>
          </p:cNvPr>
          <p:cNvSpPr/>
          <p:nvPr/>
        </p:nvSpPr>
        <p:spPr>
          <a:xfrm>
            <a:off x="7034474" y="3529230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56" name="이등변 삼각형 55">
            <a:extLst>
              <a:ext uri="{FF2B5EF4-FFF2-40B4-BE49-F238E27FC236}">
                <a16:creationId xmlns:a16="http://schemas.microsoft.com/office/drawing/2014/main" id="{4BDFA309-DC02-8706-7E02-B0D4D23D0740}"/>
              </a:ext>
            </a:extLst>
          </p:cNvPr>
          <p:cNvSpPr/>
          <p:nvPr/>
        </p:nvSpPr>
        <p:spPr>
          <a:xfrm>
            <a:off x="9499766" y="3928427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58" name="평행 사변형 57">
            <a:extLst>
              <a:ext uri="{FF2B5EF4-FFF2-40B4-BE49-F238E27FC236}">
                <a16:creationId xmlns:a16="http://schemas.microsoft.com/office/drawing/2014/main" id="{80D95782-876A-FFFF-A71E-1101C405D998}"/>
              </a:ext>
            </a:extLst>
          </p:cNvPr>
          <p:cNvSpPr/>
          <p:nvPr/>
        </p:nvSpPr>
        <p:spPr>
          <a:xfrm>
            <a:off x="8688389" y="3511109"/>
            <a:ext cx="850656" cy="1240767"/>
          </a:xfrm>
          <a:prstGeom prst="parallelogram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돌밭</a:t>
            </a:r>
          </a:p>
        </p:txBody>
      </p:sp>
      <p:sp>
        <p:nvSpPr>
          <p:cNvPr id="60" name="십자형 59">
            <a:extLst>
              <a:ext uri="{FF2B5EF4-FFF2-40B4-BE49-F238E27FC236}">
                <a16:creationId xmlns:a16="http://schemas.microsoft.com/office/drawing/2014/main" id="{4E3F9CB7-A0AD-E047-7583-4F4C049DAAF1}"/>
              </a:ext>
            </a:extLst>
          </p:cNvPr>
          <p:cNvSpPr/>
          <p:nvPr/>
        </p:nvSpPr>
        <p:spPr>
          <a:xfrm>
            <a:off x="8038064" y="4194141"/>
            <a:ext cx="561073" cy="438586"/>
          </a:xfrm>
          <a:prstGeom prst="plus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ysClr val="windowText" lastClr="000000"/>
                </a:solidFill>
              </a:rPr>
              <a:t>중간기지</a:t>
            </a:r>
          </a:p>
        </p:txBody>
      </p:sp>
      <p:graphicFrame>
        <p:nvGraphicFramePr>
          <p:cNvPr id="62" name="내용 개체 틀 11">
            <a:extLst>
              <a:ext uri="{FF2B5EF4-FFF2-40B4-BE49-F238E27FC236}">
                <a16:creationId xmlns:a16="http://schemas.microsoft.com/office/drawing/2014/main" id="{0BE998C9-8395-8BCD-2365-16B16489AECC}"/>
              </a:ext>
            </a:extLst>
          </p:cNvPr>
          <p:cNvGraphicFramePr>
            <a:graphicFrameLocks/>
          </p:cNvGraphicFramePr>
          <p:nvPr/>
        </p:nvGraphicFramePr>
        <p:xfrm>
          <a:off x="6650664" y="1615635"/>
          <a:ext cx="4308168" cy="430974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8028">
                  <a:extLst>
                    <a:ext uri="{9D8B030D-6E8A-4147-A177-3AD203B41FA5}">
                      <a16:colId xmlns:a16="http://schemas.microsoft.com/office/drawing/2014/main" val="1418070404"/>
                    </a:ext>
                  </a:extLst>
                </a:gridCol>
                <a:gridCol w="718028">
                  <a:extLst>
                    <a:ext uri="{9D8B030D-6E8A-4147-A177-3AD203B41FA5}">
                      <a16:colId xmlns:a16="http://schemas.microsoft.com/office/drawing/2014/main" val="4189832869"/>
                    </a:ext>
                  </a:extLst>
                </a:gridCol>
                <a:gridCol w="718028">
                  <a:extLst>
                    <a:ext uri="{9D8B030D-6E8A-4147-A177-3AD203B41FA5}">
                      <a16:colId xmlns:a16="http://schemas.microsoft.com/office/drawing/2014/main" val="957261908"/>
                    </a:ext>
                  </a:extLst>
                </a:gridCol>
                <a:gridCol w="718028">
                  <a:extLst>
                    <a:ext uri="{9D8B030D-6E8A-4147-A177-3AD203B41FA5}">
                      <a16:colId xmlns:a16="http://schemas.microsoft.com/office/drawing/2014/main" val="3261963003"/>
                    </a:ext>
                  </a:extLst>
                </a:gridCol>
                <a:gridCol w="718028">
                  <a:extLst>
                    <a:ext uri="{9D8B030D-6E8A-4147-A177-3AD203B41FA5}">
                      <a16:colId xmlns:a16="http://schemas.microsoft.com/office/drawing/2014/main" val="1747135887"/>
                    </a:ext>
                  </a:extLst>
                </a:gridCol>
                <a:gridCol w="718028">
                  <a:extLst>
                    <a:ext uri="{9D8B030D-6E8A-4147-A177-3AD203B41FA5}">
                      <a16:colId xmlns:a16="http://schemas.microsoft.com/office/drawing/2014/main" val="3197742941"/>
                    </a:ext>
                  </a:extLst>
                </a:gridCol>
              </a:tblGrid>
              <a:tr h="71829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494038"/>
                  </a:ext>
                </a:extLst>
              </a:tr>
              <a:tr h="71829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5206945"/>
                  </a:ext>
                </a:extLst>
              </a:tr>
              <a:tr h="71829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3630104"/>
                  </a:ext>
                </a:extLst>
              </a:tr>
              <a:tr h="71829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7582915"/>
                  </a:ext>
                </a:extLst>
              </a:tr>
              <a:tr h="71829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1941463"/>
                  </a:ext>
                </a:extLst>
              </a:tr>
              <a:tr h="71829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1201330"/>
                  </a:ext>
                </a:extLst>
              </a:tr>
            </a:tbl>
          </a:graphicData>
        </a:graphic>
      </p:graphicFrame>
      <p:sp>
        <p:nvSpPr>
          <p:cNvPr id="27" name="직사각형 26">
            <a:extLst>
              <a:ext uri="{FF2B5EF4-FFF2-40B4-BE49-F238E27FC236}">
                <a16:creationId xmlns:a16="http://schemas.microsoft.com/office/drawing/2014/main" id="{791673B9-4F8F-6AD3-E4EE-C8042D962711}"/>
              </a:ext>
            </a:extLst>
          </p:cNvPr>
          <p:cNvSpPr/>
          <p:nvPr/>
        </p:nvSpPr>
        <p:spPr>
          <a:xfrm>
            <a:off x="9378320" y="1764030"/>
            <a:ext cx="275195" cy="3124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06370C61-7707-B957-C167-1E338F1243BE}"/>
              </a:ext>
            </a:extLst>
          </p:cNvPr>
          <p:cNvSpPr/>
          <p:nvPr/>
        </p:nvSpPr>
        <p:spPr>
          <a:xfrm>
            <a:off x="8496806" y="4328552"/>
            <a:ext cx="275195" cy="3124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5C1E34BC-C9BC-8004-28CF-E2E0DF46B665}"/>
              </a:ext>
            </a:extLst>
          </p:cNvPr>
          <p:cNvSpPr/>
          <p:nvPr/>
        </p:nvSpPr>
        <p:spPr>
          <a:xfrm>
            <a:off x="9960475" y="5565473"/>
            <a:ext cx="275195" cy="3124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5DCE7D89-7A05-EFDD-DA70-8608764DAE7D}"/>
              </a:ext>
            </a:extLst>
          </p:cNvPr>
          <p:cNvSpPr/>
          <p:nvPr/>
        </p:nvSpPr>
        <p:spPr>
          <a:xfrm>
            <a:off x="7738979" y="5246686"/>
            <a:ext cx="275195" cy="3124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549388AB-3D76-A6A4-83E0-F0DB7DB14001}"/>
              </a:ext>
            </a:extLst>
          </p:cNvPr>
          <p:cNvSpPr/>
          <p:nvPr/>
        </p:nvSpPr>
        <p:spPr>
          <a:xfrm>
            <a:off x="7034474" y="3611462"/>
            <a:ext cx="275195" cy="3124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A809F0F7-EF14-A0FF-0C94-8AB3D1285D7B}"/>
              </a:ext>
            </a:extLst>
          </p:cNvPr>
          <p:cNvSpPr/>
          <p:nvPr/>
        </p:nvSpPr>
        <p:spPr>
          <a:xfrm>
            <a:off x="6661536" y="1615634"/>
            <a:ext cx="2137977" cy="2159442"/>
          </a:xfrm>
          <a:prstGeom prst="rect">
            <a:avLst/>
          </a:prstGeom>
          <a:solidFill>
            <a:srgbClr val="92D050">
              <a:alpha val="1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BF683E86-A665-9DE9-D56C-6B9B167B628B}"/>
              </a:ext>
            </a:extLst>
          </p:cNvPr>
          <p:cNvSpPr/>
          <p:nvPr/>
        </p:nvSpPr>
        <p:spPr>
          <a:xfrm>
            <a:off x="6911346" y="2644274"/>
            <a:ext cx="275195" cy="3124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414939BC-1502-4969-3E1F-00851E3DE9A7}"/>
              </a:ext>
            </a:extLst>
          </p:cNvPr>
          <p:cNvCxnSpPr>
            <a:cxnSpLocks/>
          </p:cNvCxnSpPr>
          <p:nvPr/>
        </p:nvCxnSpPr>
        <p:spPr>
          <a:xfrm flipH="1" flipV="1">
            <a:off x="7032439" y="2784450"/>
            <a:ext cx="153221" cy="93528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008B6DF2-5217-96C5-C400-4C73643597AB}"/>
              </a:ext>
            </a:extLst>
          </p:cNvPr>
          <p:cNvCxnSpPr>
            <a:cxnSpLocks/>
          </p:cNvCxnSpPr>
          <p:nvPr/>
        </p:nvCxnSpPr>
        <p:spPr>
          <a:xfrm>
            <a:off x="7677150" y="5185726"/>
            <a:ext cx="402431" cy="474505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63A12180-D560-5F9F-E341-4E021B0652C6}"/>
              </a:ext>
            </a:extLst>
          </p:cNvPr>
          <p:cNvCxnSpPr>
            <a:cxnSpLocks/>
          </p:cNvCxnSpPr>
          <p:nvPr/>
        </p:nvCxnSpPr>
        <p:spPr>
          <a:xfrm flipH="1">
            <a:off x="7691436" y="5176198"/>
            <a:ext cx="402431" cy="474505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248BABEC-7AEF-948D-8902-2D405F2F9890}"/>
              </a:ext>
            </a:extLst>
          </p:cNvPr>
          <p:cNvSpPr/>
          <p:nvPr/>
        </p:nvSpPr>
        <p:spPr>
          <a:xfrm>
            <a:off x="10471912" y="4131492"/>
            <a:ext cx="275195" cy="3124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CF061264-0434-0852-DDE5-A28DD107C3EC}"/>
              </a:ext>
            </a:extLst>
          </p:cNvPr>
          <p:cNvCxnSpPr>
            <a:cxnSpLocks/>
          </p:cNvCxnSpPr>
          <p:nvPr/>
        </p:nvCxnSpPr>
        <p:spPr>
          <a:xfrm flipV="1">
            <a:off x="10124872" y="4287702"/>
            <a:ext cx="484637" cy="1447251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AC518D03-942D-01B1-3EA8-AB29AE58FB2A}"/>
              </a:ext>
            </a:extLst>
          </p:cNvPr>
          <p:cNvSpPr/>
          <p:nvPr/>
        </p:nvSpPr>
        <p:spPr>
          <a:xfrm>
            <a:off x="9539045" y="3880354"/>
            <a:ext cx="275195" cy="3124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0" name="직선 화살표 연결선 79">
            <a:extLst>
              <a:ext uri="{FF2B5EF4-FFF2-40B4-BE49-F238E27FC236}">
                <a16:creationId xmlns:a16="http://schemas.microsoft.com/office/drawing/2014/main" id="{DD4B0D44-FC4E-2E9E-8A57-D89D2ACADD68}"/>
              </a:ext>
            </a:extLst>
          </p:cNvPr>
          <p:cNvCxnSpPr>
            <a:cxnSpLocks/>
          </p:cNvCxnSpPr>
          <p:nvPr/>
        </p:nvCxnSpPr>
        <p:spPr>
          <a:xfrm flipH="1">
            <a:off x="8650388" y="4041096"/>
            <a:ext cx="980533" cy="427734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08564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2A6D5-298E-2608-0195-19C2E2F70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993BC5-A8BA-A5FC-B1A3-430C574CD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반영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88547F2-6976-5BE6-08EB-E7414CFE078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ko-KR" altLang="en-US" dirty="0"/>
              <a:t>최고 높이 목적지이자 랜드마크로 만들기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멀리 있어도 확인 가능</a:t>
            </a:r>
            <a:endParaRPr lang="en-US" altLang="ko-KR" dirty="0"/>
          </a:p>
          <a:p>
            <a:r>
              <a:rPr lang="ko-KR" altLang="en-US" dirty="0"/>
              <a:t>위치 파악 기능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B12F14E-AA6D-05F0-C007-061E23D2644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E351082-02C7-541C-E325-16AC9FAA2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10/17/2026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44AEEF-22BE-2E1B-2504-7174D2D0C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56539447-49F7-9893-2EF3-83FBA64C545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DDF83846-83B2-FD95-1821-638200B92C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832" y="1611313"/>
            <a:ext cx="4320000" cy="4320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</p:pic>
      <p:sp>
        <p:nvSpPr>
          <p:cNvPr id="28" name="십자형 27">
            <a:extLst>
              <a:ext uri="{FF2B5EF4-FFF2-40B4-BE49-F238E27FC236}">
                <a16:creationId xmlns:a16="http://schemas.microsoft.com/office/drawing/2014/main" id="{B15C1E1B-FB5A-9303-A0BD-79BF002E901F}"/>
              </a:ext>
            </a:extLst>
          </p:cNvPr>
          <p:cNvSpPr/>
          <p:nvPr/>
        </p:nvSpPr>
        <p:spPr>
          <a:xfrm>
            <a:off x="6681715" y="5298210"/>
            <a:ext cx="923925" cy="590550"/>
          </a:xfrm>
          <a:prstGeom prst="plus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ysClr val="windowText" lastClr="000000"/>
                </a:solidFill>
              </a:rPr>
              <a:t>본거지</a:t>
            </a:r>
            <a:br>
              <a:rPr lang="en-US" altLang="ko-KR" sz="1400" dirty="0">
                <a:solidFill>
                  <a:sysClr val="windowText" lastClr="000000"/>
                </a:solidFill>
              </a:rPr>
            </a:br>
            <a:r>
              <a:rPr lang="en-US" altLang="ko-KR" sz="1400" dirty="0">
                <a:solidFill>
                  <a:sysClr val="windowText" lastClr="000000"/>
                </a:solidFill>
              </a:rPr>
              <a:t>(</a:t>
            </a:r>
            <a:r>
              <a:rPr lang="ko-KR" altLang="en-US" sz="1400" dirty="0">
                <a:solidFill>
                  <a:sysClr val="windowText" lastClr="000000"/>
                </a:solidFill>
              </a:rPr>
              <a:t>시작점</a:t>
            </a:r>
            <a:r>
              <a:rPr lang="en-US" altLang="ko-KR" sz="1400" dirty="0">
                <a:solidFill>
                  <a:sysClr val="windowText" lastClr="000000"/>
                </a:solidFill>
              </a:rPr>
              <a:t>)</a:t>
            </a:r>
            <a:endParaRPr lang="ko-KR" altLang="en-US" sz="1400" dirty="0">
              <a:solidFill>
                <a:sysClr val="windowText" lastClr="000000"/>
              </a:solidFill>
            </a:endParaRPr>
          </a:p>
        </p:txBody>
      </p:sp>
      <p:sp>
        <p:nvSpPr>
          <p:cNvPr id="30" name="사각형: 잘린 대각선 방향 모서리 29">
            <a:extLst>
              <a:ext uri="{FF2B5EF4-FFF2-40B4-BE49-F238E27FC236}">
                <a16:creationId xmlns:a16="http://schemas.microsoft.com/office/drawing/2014/main" id="{7A5216B6-204D-8333-439B-B829A355CDD1}"/>
              </a:ext>
            </a:extLst>
          </p:cNvPr>
          <p:cNvSpPr/>
          <p:nvPr/>
        </p:nvSpPr>
        <p:spPr>
          <a:xfrm>
            <a:off x="6638831" y="1611314"/>
            <a:ext cx="1781197" cy="1194948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모래언덕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AEBD27AB-2C7B-8721-0A77-CD3A12D50384}"/>
              </a:ext>
            </a:extLst>
          </p:cNvPr>
          <p:cNvSpPr/>
          <p:nvPr/>
        </p:nvSpPr>
        <p:spPr>
          <a:xfrm>
            <a:off x="8296203" y="2500276"/>
            <a:ext cx="1524390" cy="1010835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숲</a:t>
            </a:r>
            <a:r>
              <a:rPr lang="en-US" altLang="ko-KR" dirty="0">
                <a:solidFill>
                  <a:sysClr val="windowText" lastClr="000000"/>
                </a:solidFill>
              </a:rPr>
              <a:t>2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BCBC1093-92AC-7745-1E02-7BA29BCAA8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4173" y="4561645"/>
            <a:ext cx="2434865" cy="136373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</p:pic>
      <p:sp>
        <p:nvSpPr>
          <p:cNvPr id="36" name="자유형: 도형 35">
            <a:extLst>
              <a:ext uri="{FF2B5EF4-FFF2-40B4-BE49-F238E27FC236}">
                <a16:creationId xmlns:a16="http://schemas.microsoft.com/office/drawing/2014/main" id="{40288DF9-45F4-4FB7-680E-415D23A58481}"/>
              </a:ext>
            </a:extLst>
          </p:cNvPr>
          <p:cNvSpPr/>
          <p:nvPr/>
        </p:nvSpPr>
        <p:spPr>
          <a:xfrm>
            <a:off x="9764454" y="1615636"/>
            <a:ext cx="1164454" cy="4320000"/>
          </a:xfrm>
          <a:custGeom>
            <a:avLst/>
            <a:gdLst>
              <a:gd name="csX0" fmla="*/ 1160649 w 1164454"/>
              <a:gd name="csY0" fmla="*/ 0 h 4424944"/>
              <a:gd name="csX1" fmla="*/ 1046349 w 1164454"/>
              <a:gd name="csY1" fmla="*/ 1457325 h 4424944"/>
              <a:gd name="csX2" fmla="*/ 379599 w 1164454"/>
              <a:gd name="csY2" fmla="*/ 2519363 h 4424944"/>
              <a:gd name="csX3" fmla="*/ 31936 w 1164454"/>
              <a:gd name="csY3" fmla="*/ 4257675 h 4424944"/>
              <a:gd name="csX4" fmla="*/ 36699 w 1164454"/>
              <a:gd name="csY4" fmla="*/ 4257675 h 44249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64454" h="4424944">
                <a:moveTo>
                  <a:pt x="1160649" y="0"/>
                </a:moveTo>
                <a:cubicBezTo>
                  <a:pt x="1168586" y="518715"/>
                  <a:pt x="1176524" y="1037431"/>
                  <a:pt x="1046349" y="1457325"/>
                </a:cubicBezTo>
                <a:cubicBezTo>
                  <a:pt x="916174" y="1877219"/>
                  <a:pt x="548668" y="2052638"/>
                  <a:pt x="379599" y="2519363"/>
                </a:cubicBezTo>
                <a:cubicBezTo>
                  <a:pt x="210530" y="2986088"/>
                  <a:pt x="89086" y="3967956"/>
                  <a:pt x="31936" y="4257675"/>
                </a:cubicBezTo>
                <a:cubicBezTo>
                  <a:pt x="-25214" y="4547394"/>
                  <a:pt x="5742" y="4402534"/>
                  <a:pt x="36699" y="4257675"/>
                </a:cubicBezTo>
              </a:path>
            </a:pathLst>
          </a:custGeom>
          <a:solidFill>
            <a:schemeClr val="bg2">
              <a:lumMod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70C0"/>
              </a:solidFill>
            </a:endParaRPr>
          </a:p>
        </p:txBody>
      </p:sp>
      <p:sp>
        <p:nvSpPr>
          <p:cNvPr id="38" name="자유형: 도형 37">
            <a:extLst>
              <a:ext uri="{FF2B5EF4-FFF2-40B4-BE49-F238E27FC236}">
                <a16:creationId xmlns:a16="http://schemas.microsoft.com/office/drawing/2014/main" id="{CA1B530F-C48A-04DA-BE63-0E99CF9C632B}"/>
              </a:ext>
            </a:extLst>
          </p:cNvPr>
          <p:cNvSpPr/>
          <p:nvPr/>
        </p:nvSpPr>
        <p:spPr>
          <a:xfrm>
            <a:off x="9529690" y="1615637"/>
            <a:ext cx="1217417" cy="3790950"/>
          </a:xfrm>
          <a:custGeom>
            <a:avLst/>
            <a:gdLst>
              <a:gd name="csX0" fmla="*/ 1160649 w 1164454"/>
              <a:gd name="csY0" fmla="*/ 0 h 4424944"/>
              <a:gd name="csX1" fmla="*/ 1046349 w 1164454"/>
              <a:gd name="csY1" fmla="*/ 1457325 h 4424944"/>
              <a:gd name="csX2" fmla="*/ 379599 w 1164454"/>
              <a:gd name="csY2" fmla="*/ 2519363 h 4424944"/>
              <a:gd name="csX3" fmla="*/ 31936 w 1164454"/>
              <a:gd name="csY3" fmla="*/ 4257675 h 4424944"/>
              <a:gd name="csX4" fmla="*/ 36699 w 1164454"/>
              <a:gd name="csY4" fmla="*/ 4257675 h 44249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64454" h="4424944">
                <a:moveTo>
                  <a:pt x="1160649" y="0"/>
                </a:moveTo>
                <a:cubicBezTo>
                  <a:pt x="1168586" y="518715"/>
                  <a:pt x="1176524" y="1037431"/>
                  <a:pt x="1046349" y="1457325"/>
                </a:cubicBezTo>
                <a:cubicBezTo>
                  <a:pt x="916174" y="1877219"/>
                  <a:pt x="548668" y="2052638"/>
                  <a:pt x="379599" y="2519363"/>
                </a:cubicBezTo>
                <a:cubicBezTo>
                  <a:pt x="210530" y="2986088"/>
                  <a:pt x="89086" y="3967956"/>
                  <a:pt x="31936" y="4257675"/>
                </a:cubicBezTo>
                <a:cubicBezTo>
                  <a:pt x="-25214" y="4547394"/>
                  <a:pt x="5742" y="4402534"/>
                  <a:pt x="36699" y="4257675"/>
                </a:cubicBezTo>
              </a:path>
            </a:pathLst>
          </a:custGeom>
          <a:solidFill>
            <a:schemeClr val="bg2">
              <a:lumMod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70C0"/>
              </a:solidFill>
            </a:endParaRPr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8763118E-EBCB-99FA-629E-84A12A7CD733}"/>
              </a:ext>
            </a:extLst>
          </p:cNvPr>
          <p:cNvSpPr/>
          <p:nvPr/>
        </p:nvSpPr>
        <p:spPr>
          <a:xfrm>
            <a:off x="9441049" y="2406212"/>
            <a:ext cx="1192728" cy="800100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늪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193CE0E7-CE5A-B31A-3096-9B77183AE7E8}"/>
              </a:ext>
            </a:extLst>
          </p:cNvPr>
          <p:cNvSpPr/>
          <p:nvPr/>
        </p:nvSpPr>
        <p:spPr>
          <a:xfrm>
            <a:off x="6644284" y="3542827"/>
            <a:ext cx="1361405" cy="1082709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숲</a:t>
            </a:r>
            <a:r>
              <a:rPr lang="en-US" altLang="ko-KR" dirty="0">
                <a:solidFill>
                  <a:sysClr val="windowText" lastClr="000000"/>
                </a:solidFill>
              </a:rPr>
              <a:t>1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FFC3DE8-24D2-55BB-3881-1B5F759CAD37}"/>
              </a:ext>
            </a:extLst>
          </p:cNvPr>
          <p:cNvSpPr txBox="1"/>
          <p:nvPr/>
        </p:nvSpPr>
        <p:spPr>
          <a:xfrm>
            <a:off x="9744911" y="3423801"/>
            <a:ext cx="1025912" cy="30777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>
                <a:solidFill>
                  <a:srgbClr val="0070C0"/>
                </a:solidFill>
              </a:rPr>
              <a:t>강</a:t>
            </a:r>
            <a:endParaRPr lang="ko-KR" altLang="en-US" sz="1400" b="1" dirty="0">
              <a:solidFill>
                <a:srgbClr val="0070C0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396D09E-F02E-9265-D592-00024AF2F3F1}"/>
              </a:ext>
            </a:extLst>
          </p:cNvPr>
          <p:cNvSpPr txBox="1"/>
          <p:nvPr/>
        </p:nvSpPr>
        <p:spPr>
          <a:xfrm>
            <a:off x="8244772" y="5024168"/>
            <a:ext cx="1025912" cy="33855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>
                <a:solidFill>
                  <a:sysClr val="windowText" lastClr="000000"/>
                </a:solidFill>
              </a:rPr>
              <a:t>산</a:t>
            </a:r>
            <a:endParaRPr lang="ko-KR" altLang="en-US" sz="1600" b="1" dirty="0">
              <a:solidFill>
                <a:sysClr val="windowText" lastClr="000000"/>
              </a:solidFill>
            </a:endParaRPr>
          </a:p>
        </p:txBody>
      </p:sp>
      <p:sp>
        <p:nvSpPr>
          <p:cNvPr id="48" name="이등변 삼각형 47">
            <a:extLst>
              <a:ext uri="{FF2B5EF4-FFF2-40B4-BE49-F238E27FC236}">
                <a16:creationId xmlns:a16="http://schemas.microsoft.com/office/drawing/2014/main" id="{E820603D-F1C5-9625-9698-E1AF11095248}"/>
              </a:ext>
            </a:extLst>
          </p:cNvPr>
          <p:cNvSpPr/>
          <p:nvPr/>
        </p:nvSpPr>
        <p:spPr>
          <a:xfrm>
            <a:off x="9384434" y="1761774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50" name="이등변 삼각형 49">
            <a:extLst>
              <a:ext uri="{FF2B5EF4-FFF2-40B4-BE49-F238E27FC236}">
                <a16:creationId xmlns:a16="http://schemas.microsoft.com/office/drawing/2014/main" id="{28F904F6-2A14-16A8-59E6-DF729CC82B45}"/>
              </a:ext>
            </a:extLst>
          </p:cNvPr>
          <p:cNvSpPr/>
          <p:nvPr/>
        </p:nvSpPr>
        <p:spPr>
          <a:xfrm>
            <a:off x="7764988" y="5202960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52" name="이등변 삼각형 51">
            <a:extLst>
              <a:ext uri="{FF2B5EF4-FFF2-40B4-BE49-F238E27FC236}">
                <a16:creationId xmlns:a16="http://schemas.microsoft.com/office/drawing/2014/main" id="{8215386B-4996-94FD-EFE4-BED199586301}"/>
              </a:ext>
            </a:extLst>
          </p:cNvPr>
          <p:cNvSpPr/>
          <p:nvPr/>
        </p:nvSpPr>
        <p:spPr>
          <a:xfrm>
            <a:off x="9890665" y="5552549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54" name="이등변 삼각형 53">
            <a:extLst>
              <a:ext uri="{FF2B5EF4-FFF2-40B4-BE49-F238E27FC236}">
                <a16:creationId xmlns:a16="http://schemas.microsoft.com/office/drawing/2014/main" id="{AD3DE2BE-A406-4DF4-FCEC-2A451F53AE99}"/>
              </a:ext>
            </a:extLst>
          </p:cNvPr>
          <p:cNvSpPr/>
          <p:nvPr/>
        </p:nvSpPr>
        <p:spPr>
          <a:xfrm>
            <a:off x="7034474" y="3529230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56" name="이등변 삼각형 55">
            <a:extLst>
              <a:ext uri="{FF2B5EF4-FFF2-40B4-BE49-F238E27FC236}">
                <a16:creationId xmlns:a16="http://schemas.microsoft.com/office/drawing/2014/main" id="{404683EA-82ED-98CE-4E49-27FD84C57945}"/>
              </a:ext>
            </a:extLst>
          </p:cNvPr>
          <p:cNvSpPr/>
          <p:nvPr/>
        </p:nvSpPr>
        <p:spPr>
          <a:xfrm>
            <a:off x="9499766" y="3928427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58" name="평행 사변형 57">
            <a:extLst>
              <a:ext uri="{FF2B5EF4-FFF2-40B4-BE49-F238E27FC236}">
                <a16:creationId xmlns:a16="http://schemas.microsoft.com/office/drawing/2014/main" id="{B5FDEBBE-0349-DB24-5986-6FC43972D43D}"/>
              </a:ext>
            </a:extLst>
          </p:cNvPr>
          <p:cNvSpPr/>
          <p:nvPr/>
        </p:nvSpPr>
        <p:spPr>
          <a:xfrm>
            <a:off x="8688389" y="3511109"/>
            <a:ext cx="850656" cy="1240767"/>
          </a:xfrm>
          <a:prstGeom prst="parallelogram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돌밭</a:t>
            </a:r>
          </a:p>
        </p:txBody>
      </p:sp>
      <p:sp>
        <p:nvSpPr>
          <p:cNvPr id="60" name="십자형 59">
            <a:extLst>
              <a:ext uri="{FF2B5EF4-FFF2-40B4-BE49-F238E27FC236}">
                <a16:creationId xmlns:a16="http://schemas.microsoft.com/office/drawing/2014/main" id="{FB50A86B-F443-50F8-0991-DF10E24A321E}"/>
              </a:ext>
            </a:extLst>
          </p:cNvPr>
          <p:cNvSpPr/>
          <p:nvPr/>
        </p:nvSpPr>
        <p:spPr>
          <a:xfrm>
            <a:off x="8038064" y="4194141"/>
            <a:ext cx="561073" cy="438586"/>
          </a:xfrm>
          <a:prstGeom prst="plus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ysClr val="windowText" lastClr="000000"/>
                </a:solidFill>
              </a:rPr>
              <a:t>중간기지</a:t>
            </a:r>
          </a:p>
        </p:txBody>
      </p:sp>
      <p:graphicFrame>
        <p:nvGraphicFramePr>
          <p:cNvPr id="62" name="내용 개체 틀 11">
            <a:extLst>
              <a:ext uri="{FF2B5EF4-FFF2-40B4-BE49-F238E27FC236}">
                <a16:creationId xmlns:a16="http://schemas.microsoft.com/office/drawing/2014/main" id="{30E3FBC9-9562-C8F3-A6A6-A6352892406E}"/>
              </a:ext>
            </a:extLst>
          </p:cNvPr>
          <p:cNvGraphicFramePr>
            <a:graphicFrameLocks/>
          </p:cNvGraphicFramePr>
          <p:nvPr/>
        </p:nvGraphicFramePr>
        <p:xfrm>
          <a:off x="6650664" y="1615635"/>
          <a:ext cx="4308168" cy="430974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8028">
                  <a:extLst>
                    <a:ext uri="{9D8B030D-6E8A-4147-A177-3AD203B41FA5}">
                      <a16:colId xmlns:a16="http://schemas.microsoft.com/office/drawing/2014/main" val="1418070404"/>
                    </a:ext>
                  </a:extLst>
                </a:gridCol>
                <a:gridCol w="718028">
                  <a:extLst>
                    <a:ext uri="{9D8B030D-6E8A-4147-A177-3AD203B41FA5}">
                      <a16:colId xmlns:a16="http://schemas.microsoft.com/office/drawing/2014/main" val="4189832869"/>
                    </a:ext>
                  </a:extLst>
                </a:gridCol>
                <a:gridCol w="718028">
                  <a:extLst>
                    <a:ext uri="{9D8B030D-6E8A-4147-A177-3AD203B41FA5}">
                      <a16:colId xmlns:a16="http://schemas.microsoft.com/office/drawing/2014/main" val="957261908"/>
                    </a:ext>
                  </a:extLst>
                </a:gridCol>
                <a:gridCol w="718028">
                  <a:extLst>
                    <a:ext uri="{9D8B030D-6E8A-4147-A177-3AD203B41FA5}">
                      <a16:colId xmlns:a16="http://schemas.microsoft.com/office/drawing/2014/main" val="3261963003"/>
                    </a:ext>
                  </a:extLst>
                </a:gridCol>
                <a:gridCol w="718028">
                  <a:extLst>
                    <a:ext uri="{9D8B030D-6E8A-4147-A177-3AD203B41FA5}">
                      <a16:colId xmlns:a16="http://schemas.microsoft.com/office/drawing/2014/main" val="1747135887"/>
                    </a:ext>
                  </a:extLst>
                </a:gridCol>
                <a:gridCol w="718028">
                  <a:extLst>
                    <a:ext uri="{9D8B030D-6E8A-4147-A177-3AD203B41FA5}">
                      <a16:colId xmlns:a16="http://schemas.microsoft.com/office/drawing/2014/main" val="3197742941"/>
                    </a:ext>
                  </a:extLst>
                </a:gridCol>
              </a:tblGrid>
              <a:tr h="71829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494038"/>
                  </a:ext>
                </a:extLst>
              </a:tr>
              <a:tr h="71829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5206945"/>
                  </a:ext>
                </a:extLst>
              </a:tr>
              <a:tr h="71829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3630104"/>
                  </a:ext>
                </a:extLst>
              </a:tr>
              <a:tr h="71829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7582915"/>
                  </a:ext>
                </a:extLst>
              </a:tr>
              <a:tr h="71829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1941463"/>
                  </a:ext>
                </a:extLst>
              </a:tr>
              <a:tr h="71829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1201330"/>
                  </a:ext>
                </a:extLst>
              </a:tr>
            </a:tbl>
          </a:graphicData>
        </a:graphic>
      </p:graphicFrame>
      <p:sp>
        <p:nvSpPr>
          <p:cNvPr id="27" name="직사각형 26">
            <a:extLst>
              <a:ext uri="{FF2B5EF4-FFF2-40B4-BE49-F238E27FC236}">
                <a16:creationId xmlns:a16="http://schemas.microsoft.com/office/drawing/2014/main" id="{40359390-0A46-1396-E7A9-010D9698A68F}"/>
              </a:ext>
            </a:extLst>
          </p:cNvPr>
          <p:cNvSpPr/>
          <p:nvPr/>
        </p:nvSpPr>
        <p:spPr>
          <a:xfrm>
            <a:off x="9271917" y="1673615"/>
            <a:ext cx="512345" cy="539397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701BEED5-DF93-8790-44F8-7B2D9F1746E5}"/>
              </a:ext>
            </a:extLst>
          </p:cNvPr>
          <p:cNvSpPr/>
          <p:nvPr/>
        </p:nvSpPr>
        <p:spPr>
          <a:xfrm>
            <a:off x="8496806" y="4328552"/>
            <a:ext cx="275195" cy="3124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6141F40F-B46D-7678-8EA7-06173167E436}"/>
              </a:ext>
            </a:extLst>
          </p:cNvPr>
          <p:cNvSpPr/>
          <p:nvPr/>
        </p:nvSpPr>
        <p:spPr>
          <a:xfrm>
            <a:off x="6911346" y="2644274"/>
            <a:ext cx="275195" cy="3124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C33D5D37-F6C4-E3E4-890E-123A5B1F330A}"/>
              </a:ext>
            </a:extLst>
          </p:cNvPr>
          <p:cNvSpPr/>
          <p:nvPr/>
        </p:nvSpPr>
        <p:spPr>
          <a:xfrm>
            <a:off x="10471912" y="4131492"/>
            <a:ext cx="275195" cy="3124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58988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CC9D5846-09AC-51EA-4DE5-6E07F4807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중간 기지 위치 조정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F74E0490-56E8-1461-3173-B38455E9D4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073E1AF-7782-E904-4000-C17EC47FA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10/17/2026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170881-BC2E-5C17-4043-DD90321A9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98976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A8880-324B-905B-D9A1-E7C32B561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내용 개체 틀 11">
            <a:extLst>
              <a:ext uri="{FF2B5EF4-FFF2-40B4-BE49-F238E27FC236}">
                <a16:creationId xmlns:a16="http://schemas.microsoft.com/office/drawing/2014/main" id="{2589B366-3F94-AC33-D50E-A76FA3FA6098}"/>
              </a:ext>
            </a:extLst>
          </p:cNvPr>
          <p:cNvGraphicFramePr>
            <a:graphicFrameLocks noGrp="1"/>
          </p:cNvGraphicFramePr>
          <p:nvPr>
            <p:ph sz="quarter" idx="13"/>
          </p:nvPr>
        </p:nvGraphicFramePr>
        <p:xfrm>
          <a:off x="1770003" y="1950720"/>
          <a:ext cx="3240000" cy="33903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41807040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18983286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95726190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26196300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74713588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197742941"/>
                    </a:ext>
                  </a:extLst>
                </a:gridCol>
              </a:tblGrid>
              <a:tr h="565063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494038"/>
                  </a:ext>
                </a:extLst>
              </a:tr>
              <a:tr h="565063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5206945"/>
                  </a:ext>
                </a:extLst>
              </a:tr>
              <a:tr h="565063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3630104"/>
                  </a:ext>
                </a:extLst>
              </a:tr>
              <a:tr h="565063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7582915"/>
                  </a:ext>
                </a:extLst>
              </a:tr>
              <a:tr h="565063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1941463"/>
                  </a:ext>
                </a:extLst>
              </a:tr>
              <a:tr h="565063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1201330"/>
                  </a:ext>
                </a:extLst>
              </a:tr>
            </a:tbl>
          </a:graphicData>
        </a:graphic>
      </p:graphicFrame>
      <p:sp>
        <p:nvSpPr>
          <p:cNvPr id="2" name="제목 1">
            <a:extLst>
              <a:ext uri="{FF2B5EF4-FFF2-40B4-BE49-F238E27FC236}">
                <a16:creationId xmlns:a16="http://schemas.microsoft.com/office/drawing/2014/main" id="{1D90912C-947B-95B8-2620-A75C2F2BC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분석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393E56D-2831-FFF0-4E3B-496A2155D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10/17/2026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BEFAD63-23C6-FB60-7EE9-D0D2A6010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11" name="자유형: 도형 10">
            <a:extLst>
              <a:ext uri="{FF2B5EF4-FFF2-40B4-BE49-F238E27FC236}">
                <a16:creationId xmlns:a16="http://schemas.microsoft.com/office/drawing/2014/main" id="{F40A8CB8-9B01-7E2F-7E0D-2B2F084C71CC}"/>
              </a:ext>
            </a:extLst>
          </p:cNvPr>
          <p:cNvSpPr/>
          <p:nvPr/>
        </p:nvSpPr>
        <p:spPr>
          <a:xfrm>
            <a:off x="1331853" y="2076450"/>
            <a:ext cx="3933825" cy="3289300"/>
          </a:xfrm>
          <a:custGeom>
            <a:avLst/>
            <a:gdLst>
              <a:gd name="csX0" fmla="*/ 415925 w 3933825"/>
              <a:gd name="csY0" fmla="*/ 3013075 h 3289300"/>
              <a:gd name="csX1" fmla="*/ 349250 w 3933825"/>
              <a:gd name="csY1" fmla="*/ 2276475 h 3289300"/>
              <a:gd name="csX2" fmla="*/ 527050 w 3933825"/>
              <a:gd name="csY2" fmla="*/ 2003425 h 3289300"/>
              <a:gd name="csX3" fmla="*/ 374650 w 3933825"/>
              <a:gd name="csY3" fmla="*/ 1552575 h 3289300"/>
              <a:gd name="csX4" fmla="*/ 31750 w 3933825"/>
              <a:gd name="csY4" fmla="*/ 1266825 h 3289300"/>
              <a:gd name="csX5" fmla="*/ 0 w 3933825"/>
              <a:gd name="csY5" fmla="*/ 901700 h 3289300"/>
              <a:gd name="csX6" fmla="*/ 504825 w 3933825"/>
              <a:gd name="csY6" fmla="*/ 228600 h 3289300"/>
              <a:gd name="csX7" fmla="*/ 1120775 w 3933825"/>
              <a:gd name="csY7" fmla="*/ 422275 h 3289300"/>
              <a:gd name="csX8" fmla="*/ 1555750 w 3933825"/>
              <a:gd name="csY8" fmla="*/ 0 h 3289300"/>
              <a:gd name="csX9" fmla="*/ 2162175 w 3933825"/>
              <a:gd name="csY9" fmla="*/ 19050 h 3289300"/>
              <a:gd name="csX10" fmla="*/ 2686050 w 3933825"/>
              <a:gd name="csY10" fmla="*/ 523875 h 3289300"/>
              <a:gd name="csX11" fmla="*/ 3327400 w 3933825"/>
              <a:gd name="csY11" fmla="*/ 533400 h 3289300"/>
              <a:gd name="csX12" fmla="*/ 3444875 w 3933825"/>
              <a:gd name="csY12" fmla="*/ 1327150 h 3289300"/>
              <a:gd name="csX13" fmla="*/ 3663950 w 3933825"/>
              <a:gd name="csY13" fmla="*/ 1593850 h 3289300"/>
              <a:gd name="csX14" fmla="*/ 3933825 w 3933825"/>
              <a:gd name="csY14" fmla="*/ 3235325 h 3289300"/>
              <a:gd name="csX15" fmla="*/ 2911475 w 3933825"/>
              <a:gd name="csY15" fmla="*/ 3162300 h 3289300"/>
              <a:gd name="csX16" fmla="*/ 2717800 w 3933825"/>
              <a:gd name="csY16" fmla="*/ 2828925 h 3289300"/>
              <a:gd name="csX17" fmla="*/ 2638425 w 3933825"/>
              <a:gd name="csY17" fmla="*/ 2355850 h 3289300"/>
              <a:gd name="csX18" fmla="*/ 2508250 w 3933825"/>
              <a:gd name="csY18" fmla="*/ 2276475 h 3289300"/>
              <a:gd name="csX19" fmla="*/ 2432050 w 3933825"/>
              <a:gd name="csY19" fmla="*/ 2416175 h 3289300"/>
              <a:gd name="csX20" fmla="*/ 2327275 w 3933825"/>
              <a:gd name="csY20" fmla="*/ 2397125 h 3289300"/>
              <a:gd name="csX21" fmla="*/ 2495550 w 3933825"/>
              <a:gd name="csY21" fmla="*/ 3289300 h 3289300"/>
              <a:gd name="csX22" fmla="*/ 2314575 w 3933825"/>
              <a:gd name="csY22" fmla="*/ 3279775 h 3289300"/>
              <a:gd name="csX23" fmla="*/ 2130425 w 3933825"/>
              <a:gd name="csY23" fmla="*/ 2362200 h 3289300"/>
              <a:gd name="csX24" fmla="*/ 1911350 w 3933825"/>
              <a:gd name="csY24" fmla="*/ 2368550 h 3289300"/>
              <a:gd name="csX25" fmla="*/ 1831975 w 3933825"/>
              <a:gd name="csY25" fmla="*/ 2282825 h 3289300"/>
              <a:gd name="csX26" fmla="*/ 1908175 w 3933825"/>
              <a:gd name="csY26" fmla="*/ 2559050 h 3289300"/>
              <a:gd name="csX27" fmla="*/ 1682750 w 3933825"/>
              <a:gd name="csY27" fmla="*/ 2914650 h 3289300"/>
              <a:gd name="csX28" fmla="*/ 1577975 w 3933825"/>
              <a:gd name="csY28" fmla="*/ 2924175 h 3289300"/>
              <a:gd name="csX29" fmla="*/ 1460500 w 3933825"/>
              <a:gd name="csY29" fmla="*/ 3076575 h 3289300"/>
              <a:gd name="csX30" fmla="*/ 415925 w 3933825"/>
              <a:gd name="csY30" fmla="*/ 3013075 h 32893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</a:cxnLst>
            <a:rect l="l" t="t" r="r" b="b"/>
            <a:pathLst>
              <a:path w="3933825" h="3289300">
                <a:moveTo>
                  <a:pt x="415925" y="3013075"/>
                </a:moveTo>
                <a:lnTo>
                  <a:pt x="349250" y="2276475"/>
                </a:lnTo>
                <a:lnTo>
                  <a:pt x="527050" y="2003425"/>
                </a:lnTo>
                <a:lnTo>
                  <a:pt x="374650" y="1552575"/>
                </a:lnTo>
                <a:lnTo>
                  <a:pt x="31750" y="1266825"/>
                </a:lnTo>
                <a:lnTo>
                  <a:pt x="0" y="901700"/>
                </a:lnTo>
                <a:lnTo>
                  <a:pt x="504825" y="228600"/>
                </a:lnTo>
                <a:lnTo>
                  <a:pt x="1120775" y="422275"/>
                </a:lnTo>
                <a:lnTo>
                  <a:pt x="1555750" y="0"/>
                </a:lnTo>
                <a:lnTo>
                  <a:pt x="2162175" y="19050"/>
                </a:lnTo>
                <a:lnTo>
                  <a:pt x="2686050" y="523875"/>
                </a:lnTo>
                <a:lnTo>
                  <a:pt x="3327400" y="533400"/>
                </a:lnTo>
                <a:lnTo>
                  <a:pt x="3444875" y="1327150"/>
                </a:lnTo>
                <a:lnTo>
                  <a:pt x="3663950" y="1593850"/>
                </a:lnTo>
                <a:lnTo>
                  <a:pt x="3933825" y="3235325"/>
                </a:lnTo>
                <a:lnTo>
                  <a:pt x="2911475" y="3162300"/>
                </a:lnTo>
                <a:lnTo>
                  <a:pt x="2717800" y="2828925"/>
                </a:lnTo>
                <a:lnTo>
                  <a:pt x="2638425" y="2355850"/>
                </a:lnTo>
                <a:lnTo>
                  <a:pt x="2508250" y="2276475"/>
                </a:lnTo>
                <a:lnTo>
                  <a:pt x="2432050" y="2416175"/>
                </a:lnTo>
                <a:lnTo>
                  <a:pt x="2327275" y="2397125"/>
                </a:lnTo>
                <a:lnTo>
                  <a:pt x="2495550" y="3289300"/>
                </a:lnTo>
                <a:lnTo>
                  <a:pt x="2314575" y="3279775"/>
                </a:lnTo>
                <a:lnTo>
                  <a:pt x="2130425" y="2362200"/>
                </a:lnTo>
                <a:lnTo>
                  <a:pt x="1911350" y="2368550"/>
                </a:lnTo>
                <a:lnTo>
                  <a:pt x="1831975" y="2282825"/>
                </a:lnTo>
                <a:lnTo>
                  <a:pt x="1908175" y="2559050"/>
                </a:lnTo>
                <a:lnTo>
                  <a:pt x="1682750" y="2914650"/>
                </a:lnTo>
                <a:lnTo>
                  <a:pt x="1577975" y="2924175"/>
                </a:lnTo>
                <a:lnTo>
                  <a:pt x="1460500" y="3076575"/>
                </a:lnTo>
                <a:lnTo>
                  <a:pt x="415925" y="3013075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63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다이아몬드 19">
            <a:extLst>
              <a:ext uri="{FF2B5EF4-FFF2-40B4-BE49-F238E27FC236}">
                <a16:creationId xmlns:a16="http://schemas.microsoft.com/office/drawing/2014/main" id="{B0FBEF89-627C-8E78-5DC5-BB2EEDAA013E}"/>
              </a:ext>
            </a:extLst>
          </p:cNvPr>
          <p:cNvSpPr/>
          <p:nvPr/>
        </p:nvSpPr>
        <p:spPr>
          <a:xfrm>
            <a:off x="2086529" y="2896394"/>
            <a:ext cx="153988" cy="139700"/>
          </a:xfrm>
          <a:prstGeom prst="diamond">
            <a:avLst/>
          </a:prstGeom>
          <a:solidFill>
            <a:schemeClr val="accent2">
              <a:alpha val="63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다이아몬드 21">
            <a:extLst>
              <a:ext uri="{FF2B5EF4-FFF2-40B4-BE49-F238E27FC236}">
                <a16:creationId xmlns:a16="http://schemas.microsoft.com/office/drawing/2014/main" id="{E0686501-6A69-715E-302F-E374BC6A8742}"/>
              </a:ext>
            </a:extLst>
          </p:cNvPr>
          <p:cNvSpPr/>
          <p:nvPr/>
        </p:nvSpPr>
        <p:spPr>
          <a:xfrm>
            <a:off x="2574685" y="3294062"/>
            <a:ext cx="153988" cy="139700"/>
          </a:xfrm>
          <a:prstGeom prst="diamond">
            <a:avLst/>
          </a:prstGeom>
          <a:solidFill>
            <a:schemeClr val="accent2">
              <a:alpha val="63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다이아몬드 23">
            <a:extLst>
              <a:ext uri="{FF2B5EF4-FFF2-40B4-BE49-F238E27FC236}">
                <a16:creationId xmlns:a16="http://schemas.microsoft.com/office/drawing/2014/main" id="{D4DFA04B-95EC-1AED-1FE0-CE1FCB1E4F51}"/>
              </a:ext>
            </a:extLst>
          </p:cNvPr>
          <p:cNvSpPr/>
          <p:nvPr/>
        </p:nvSpPr>
        <p:spPr>
          <a:xfrm>
            <a:off x="4117277" y="3082131"/>
            <a:ext cx="153988" cy="139700"/>
          </a:xfrm>
          <a:prstGeom prst="diamond">
            <a:avLst/>
          </a:prstGeom>
          <a:solidFill>
            <a:schemeClr val="accent2">
              <a:alpha val="63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다이아몬드 25">
            <a:extLst>
              <a:ext uri="{FF2B5EF4-FFF2-40B4-BE49-F238E27FC236}">
                <a16:creationId xmlns:a16="http://schemas.microsoft.com/office/drawing/2014/main" id="{8545F133-3546-70A6-DEB5-7548AA304C08}"/>
              </a:ext>
            </a:extLst>
          </p:cNvPr>
          <p:cNvSpPr/>
          <p:nvPr/>
        </p:nvSpPr>
        <p:spPr>
          <a:xfrm>
            <a:off x="4012502" y="3340893"/>
            <a:ext cx="153988" cy="139700"/>
          </a:xfrm>
          <a:prstGeom prst="diamond">
            <a:avLst/>
          </a:prstGeom>
          <a:solidFill>
            <a:schemeClr val="accent2">
              <a:alpha val="63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다이아몬드 31">
            <a:extLst>
              <a:ext uri="{FF2B5EF4-FFF2-40B4-BE49-F238E27FC236}">
                <a16:creationId xmlns:a16="http://schemas.microsoft.com/office/drawing/2014/main" id="{BD76EDAF-43BE-0022-D913-DF90BC00B1D4}"/>
              </a:ext>
            </a:extLst>
          </p:cNvPr>
          <p:cNvSpPr/>
          <p:nvPr/>
        </p:nvSpPr>
        <p:spPr>
          <a:xfrm>
            <a:off x="2009535" y="4592636"/>
            <a:ext cx="153988" cy="139700"/>
          </a:xfrm>
          <a:prstGeom prst="diamond">
            <a:avLst/>
          </a:prstGeom>
          <a:solidFill>
            <a:schemeClr val="accent2">
              <a:alpha val="63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5F14160-6FD4-24F5-999F-B98989D69C72}"/>
              </a:ext>
            </a:extLst>
          </p:cNvPr>
          <p:cNvSpPr/>
          <p:nvPr/>
        </p:nvSpPr>
        <p:spPr>
          <a:xfrm>
            <a:off x="2574685" y="2693670"/>
            <a:ext cx="275195" cy="31242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A51BCB4-D0BC-ECF3-A3BE-9A5CA8E2C23D}"/>
              </a:ext>
            </a:extLst>
          </p:cNvPr>
          <p:cNvSpPr/>
          <p:nvPr/>
        </p:nvSpPr>
        <p:spPr>
          <a:xfrm>
            <a:off x="4599130" y="4205265"/>
            <a:ext cx="275195" cy="3124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7E9D767-DE26-2236-7762-28E52D7F72D0}"/>
              </a:ext>
            </a:extLst>
          </p:cNvPr>
          <p:cNvSpPr/>
          <p:nvPr/>
        </p:nvSpPr>
        <p:spPr>
          <a:xfrm>
            <a:off x="4182880" y="2706846"/>
            <a:ext cx="275195" cy="3124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81FE61AC-28B2-75E0-216C-5DB5AAC49994}"/>
              </a:ext>
            </a:extLst>
          </p:cNvPr>
          <p:cNvSpPr/>
          <p:nvPr/>
        </p:nvSpPr>
        <p:spPr>
          <a:xfrm>
            <a:off x="1811334" y="3653869"/>
            <a:ext cx="275195" cy="3124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다이아몬드 33">
            <a:extLst>
              <a:ext uri="{FF2B5EF4-FFF2-40B4-BE49-F238E27FC236}">
                <a16:creationId xmlns:a16="http://schemas.microsoft.com/office/drawing/2014/main" id="{F7B52D23-8041-389D-54C7-AF7E5F28FDE2}"/>
              </a:ext>
            </a:extLst>
          </p:cNvPr>
          <p:cNvSpPr/>
          <p:nvPr/>
        </p:nvSpPr>
        <p:spPr>
          <a:xfrm>
            <a:off x="3164681" y="2607469"/>
            <a:ext cx="443546" cy="358775"/>
          </a:xfrm>
          <a:prstGeom prst="diamond">
            <a:avLst/>
          </a:prstGeom>
          <a:solidFill>
            <a:schemeClr val="accent2">
              <a:alpha val="63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다이아몬드 36">
            <a:extLst>
              <a:ext uri="{FF2B5EF4-FFF2-40B4-BE49-F238E27FC236}">
                <a16:creationId xmlns:a16="http://schemas.microsoft.com/office/drawing/2014/main" id="{A55D6A05-B85C-A3D6-3D11-BE22B1BC148E}"/>
              </a:ext>
            </a:extLst>
          </p:cNvPr>
          <p:cNvSpPr/>
          <p:nvPr/>
        </p:nvSpPr>
        <p:spPr>
          <a:xfrm>
            <a:off x="3089907" y="2259807"/>
            <a:ext cx="317661" cy="214312"/>
          </a:xfrm>
          <a:prstGeom prst="diamond">
            <a:avLst/>
          </a:prstGeom>
          <a:solidFill>
            <a:schemeClr val="accent2">
              <a:alpha val="63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다이아몬드 38">
            <a:extLst>
              <a:ext uri="{FF2B5EF4-FFF2-40B4-BE49-F238E27FC236}">
                <a16:creationId xmlns:a16="http://schemas.microsoft.com/office/drawing/2014/main" id="{A946C0AD-7C95-3CB8-E37B-BEB90CE41D4F}"/>
              </a:ext>
            </a:extLst>
          </p:cNvPr>
          <p:cNvSpPr/>
          <p:nvPr/>
        </p:nvSpPr>
        <p:spPr>
          <a:xfrm>
            <a:off x="1581150" y="3007519"/>
            <a:ext cx="342841" cy="249237"/>
          </a:xfrm>
          <a:prstGeom prst="diamond">
            <a:avLst/>
          </a:prstGeom>
          <a:solidFill>
            <a:schemeClr val="accent2">
              <a:alpha val="63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다이아몬드 40">
            <a:extLst>
              <a:ext uri="{FF2B5EF4-FFF2-40B4-BE49-F238E27FC236}">
                <a16:creationId xmlns:a16="http://schemas.microsoft.com/office/drawing/2014/main" id="{345824CF-150F-AE12-3E87-2646A808DE96}"/>
              </a:ext>
            </a:extLst>
          </p:cNvPr>
          <p:cNvSpPr/>
          <p:nvPr/>
        </p:nvSpPr>
        <p:spPr>
          <a:xfrm>
            <a:off x="4194271" y="4227512"/>
            <a:ext cx="153988" cy="246062"/>
          </a:xfrm>
          <a:prstGeom prst="diamond">
            <a:avLst/>
          </a:prstGeom>
          <a:solidFill>
            <a:schemeClr val="accent2">
              <a:alpha val="63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다이아몬드 42">
            <a:extLst>
              <a:ext uri="{FF2B5EF4-FFF2-40B4-BE49-F238E27FC236}">
                <a16:creationId xmlns:a16="http://schemas.microsoft.com/office/drawing/2014/main" id="{0ED3178F-5562-F191-3492-E6E0964A1471}"/>
              </a:ext>
            </a:extLst>
          </p:cNvPr>
          <p:cNvSpPr/>
          <p:nvPr/>
        </p:nvSpPr>
        <p:spPr>
          <a:xfrm>
            <a:off x="4166490" y="4592635"/>
            <a:ext cx="310260" cy="477045"/>
          </a:xfrm>
          <a:prstGeom prst="diamond">
            <a:avLst/>
          </a:prstGeom>
          <a:solidFill>
            <a:schemeClr val="accent2">
              <a:alpha val="63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876D8D78-BA29-EC6F-2883-86D4427D88DF}"/>
              </a:ext>
            </a:extLst>
          </p:cNvPr>
          <p:cNvSpPr/>
          <p:nvPr/>
        </p:nvSpPr>
        <p:spPr>
          <a:xfrm>
            <a:off x="3089907" y="3661410"/>
            <a:ext cx="800103" cy="50292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내용 개체 틀 46">
            <a:extLst>
              <a:ext uri="{FF2B5EF4-FFF2-40B4-BE49-F238E27FC236}">
                <a16:creationId xmlns:a16="http://schemas.microsoft.com/office/drawing/2014/main" id="{DCDBC2C6-551A-9DC5-4964-97D57AADE6E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시각적으로 가장 큰 </a:t>
            </a:r>
            <a:r>
              <a:rPr lang="ko-KR" altLang="en-US" dirty="0" err="1"/>
              <a:t>어트랙션의</a:t>
            </a:r>
            <a:r>
              <a:rPr lang="ko-KR" altLang="en-US" dirty="0"/>
              <a:t> 주변에 가장 많은 식당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어트랙션의</a:t>
            </a:r>
            <a:r>
              <a:rPr lang="ko-KR" altLang="en-US" dirty="0"/>
              <a:t> 바로 옆 칸에 최소 </a:t>
            </a:r>
            <a:r>
              <a:rPr lang="en-US" altLang="ko-KR" dirty="0"/>
              <a:t>1</a:t>
            </a:r>
            <a:r>
              <a:rPr lang="ko-KR" altLang="en-US" dirty="0"/>
              <a:t>개 위치</a:t>
            </a: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7C36FAF8-9769-CB6F-B636-CDBC653F7669}"/>
              </a:ext>
            </a:extLst>
          </p:cNvPr>
          <p:cNvSpPr/>
          <p:nvPr/>
        </p:nvSpPr>
        <p:spPr>
          <a:xfrm>
            <a:off x="1770003" y="1950720"/>
            <a:ext cx="1608536" cy="1678497"/>
          </a:xfrm>
          <a:prstGeom prst="rect">
            <a:avLst/>
          </a:prstGeom>
          <a:solidFill>
            <a:srgbClr val="92D050">
              <a:alpha val="1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70274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F2D9F-E37D-10A4-1EC1-3AD0D99EE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EEE975-0878-815D-61C6-AA3AE717C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비교 반영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CC678D5-5A84-069E-2B4B-EA13FB97E2E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ko-KR" altLang="en-US" dirty="0"/>
              <a:t>중간 기지 위치 변경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중간 기지와 본거지에서 배달 가능한 화물을 각각 </a:t>
            </a:r>
            <a:r>
              <a:rPr lang="en-US" altLang="ko-KR" dirty="0"/>
              <a:t>2</a:t>
            </a:r>
            <a:r>
              <a:rPr lang="ko-KR" altLang="en-US" dirty="0"/>
              <a:t>종으로 제한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A8546B2-8393-38A6-B660-883F2FFA6FE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A496BE5-8FF8-8045-E761-0D52F027C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10/17/2026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86D55A-1B2A-497E-3F2A-86690EDC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C6D65962-DBA4-80FF-4B56-5CFA605F16A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B6F97D9C-2256-3FFD-0A6D-6EF623082F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832" y="1611313"/>
            <a:ext cx="4320000" cy="4320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</p:pic>
      <p:sp>
        <p:nvSpPr>
          <p:cNvPr id="28" name="십자형 27">
            <a:extLst>
              <a:ext uri="{FF2B5EF4-FFF2-40B4-BE49-F238E27FC236}">
                <a16:creationId xmlns:a16="http://schemas.microsoft.com/office/drawing/2014/main" id="{7FFEB620-0A6C-1398-03F6-C79424AE6890}"/>
              </a:ext>
            </a:extLst>
          </p:cNvPr>
          <p:cNvSpPr/>
          <p:nvPr/>
        </p:nvSpPr>
        <p:spPr>
          <a:xfrm>
            <a:off x="6681715" y="5298210"/>
            <a:ext cx="923925" cy="590550"/>
          </a:xfrm>
          <a:prstGeom prst="plus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ysClr val="windowText" lastClr="000000"/>
                </a:solidFill>
              </a:rPr>
              <a:t>본거지</a:t>
            </a:r>
            <a:br>
              <a:rPr lang="en-US" altLang="ko-KR" sz="1400" dirty="0">
                <a:solidFill>
                  <a:sysClr val="windowText" lastClr="000000"/>
                </a:solidFill>
              </a:rPr>
            </a:br>
            <a:r>
              <a:rPr lang="en-US" altLang="ko-KR" sz="1400" dirty="0">
                <a:solidFill>
                  <a:sysClr val="windowText" lastClr="000000"/>
                </a:solidFill>
              </a:rPr>
              <a:t>(</a:t>
            </a:r>
            <a:r>
              <a:rPr lang="ko-KR" altLang="en-US" sz="1400" dirty="0">
                <a:solidFill>
                  <a:sysClr val="windowText" lastClr="000000"/>
                </a:solidFill>
              </a:rPr>
              <a:t>시작점</a:t>
            </a:r>
            <a:r>
              <a:rPr lang="en-US" altLang="ko-KR" sz="1400" dirty="0">
                <a:solidFill>
                  <a:sysClr val="windowText" lastClr="000000"/>
                </a:solidFill>
              </a:rPr>
              <a:t>)</a:t>
            </a:r>
            <a:endParaRPr lang="ko-KR" altLang="en-US" sz="1400" dirty="0">
              <a:solidFill>
                <a:sysClr val="windowText" lastClr="000000"/>
              </a:solidFill>
            </a:endParaRPr>
          </a:p>
        </p:txBody>
      </p:sp>
      <p:sp>
        <p:nvSpPr>
          <p:cNvPr id="30" name="사각형: 잘린 대각선 방향 모서리 29">
            <a:extLst>
              <a:ext uri="{FF2B5EF4-FFF2-40B4-BE49-F238E27FC236}">
                <a16:creationId xmlns:a16="http://schemas.microsoft.com/office/drawing/2014/main" id="{FCD13120-8DAE-C3F0-0BA8-BB19A3FB4CCB}"/>
              </a:ext>
            </a:extLst>
          </p:cNvPr>
          <p:cNvSpPr/>
          <p:nvPr/>
        </p:nvSpPr>
        <p:spPr>
          <a:xfrm>
            <a:off x="6638831" y="1611314"/>
            <a:ext cx="1781197" cy="1194948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모래언덕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F20ABE2A-F122-AC94-5765-5A69CA9EA1BC}"/>
              </a:ext>
            </a:extLst>
          </p:cNvPr>
          <p:cNvSpPr/>
          <p:nvPr/>
        </p:nvSpPr>
        <p:spPr>
          <a:xfrm>
            <a:off x="8296203" y="2500276"/>
            <a:ext cx="1524390" cy="1010835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숲</a:t>
            </a:r>
            <a:r>
              <a:rPr lang="en-US" altLang="ko-KR" dirty="0">
                <a:solidFill>
                  <a:sysClr val="windowText" lastClr="000000"/>
                </a:solidFill>
              </a:rPr>
              <a:t>2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D6AC3B3A-B906-F56D-101E-75199F5046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4173" y="4561645"/>
            <a:ext cx="2434865" cy="136373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</p:pic>
      <p:sp>
        <p:nvSpPr>
          <p:cNvPr id="36" name="자유형: 도형 35">
            <a:extLst>
              <a:ext uri="{FF2B5EF4-FFF2-40B4-BE49-F238E27FC236}">
                <a16:creationId xmlns:a16="http://schemas.microsoft.com/office/drawing/2014/main" id="{3394F102-9162-9DFA-6820-438CD23D912C}"/>
              </a:ext>
            </a:extLst>
          </p:cNvPr>
          <p:cNvSpPr/>
          <p:nvPr/>
        </p:nvSpPr>
        <p:spPr>
          <a:xfrm>
            <a:off x="9764454" y="1615636"/>
            <a:ext cx="1164454" cy="4320000"/>
          </a:xfrm>
          <a:custGeom>
            <a:avLst/>
            <a:gdLst>
              <a:gd name="csX0" fmla="*/ 1160649 w 1164454"/>
              <a:gd name="csY0" fmla="*/ 0 h 4424944"/>
              <a:gd name="csX1" fmla="*/ 1046349 w 1164454"/>
              <a:gd name="csY1" fmla="*/ 1457325 h 4424944"/>
              <a:gd name="csX2" fmla="*/ 379599 w 1164454"/>
              <a:gd name="csY2" fmla="*/ 2519363 h 4424944"/>
              <a:gd name="csX3" fmla="*/ 31936 w 1164454"/>
              <a:gd name="csY3" fmla="*/ 4257675 h 4424944"/>
              <a:gd name="csX4" fmla="*/ 36699 w 1164454"/>
              <a:gd name="csY4" fmla="*/ 4257675 h 44249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64454" h="4424944">
                <a:moveTo>
                  <a:pt x="1160649" y="0"/>
                </a:moveTo>
                <a:cubicBezTo>
                  <a:pt x="1168586" y="518715"/>
                  <a:pt x="1176524" y="1037431"/>
                  <a:pt x="1046349" y="1457325"/>
                </a:cubicBezTo>
                <a:cubicBezTo>
                  <a:pt x="916174" y="1877219"/>
                  <a:pt x="548668" y="2052638"/>
                  <a:pt x="379599" y="2519363"/>
                </a:cubicBezTo>
                <a:cubicBezTo>
                  <a:pt x="210530" y="2986088"/>
                  <a:pt x="89086" y="3967956"/>
                  <a:pt x="31936" y="4257675"/>
                </a:cubicBezTo>
                <a:cubicBezTo>
                  <a:pt x="-25214" y="4547394"/>
                  <a:pt x="5742" y="4402534"/>
                  <a:pt x="36699" y="4257675"/>
                </a:cubicBezTo>
              </a:path>
            </a:pathLst>
          </a:custGeom>
          <a:solidFill>
            <a:schemeClr val="bg2">
              <a:lumMod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70C0"/>
              </a:solidFill>
            </a:endParaRPr>
          </a:p>
        </p:txBody>
      </p:sp>
      <p:sp>
        <p:nvSpPr>
          <p:cNvPr id="38" name="자유형: 도형 37">
            <a:extLst>
              <a:ext uri="{FF2B5EF4-FFF2-40B4-BE49-F238E27FC236}">
                <a16:creationId xmlns:a16="http://schemas.microsoft.com/office/drawing/2014/main" id="{53E6CA04-D167-461D-0A03-74AF3A6833BC}"/>
              </a:ext>
            </a:extLst>
          </p:cNvPr>
          <p:cNvSpPr/>
          <p:nvPr/>
        </p:nvSpPr>
        <p:spPr>
          <a:xfrm>
            <a:off x="9529690" y="1615637"/>
            <a:ext cx="1217417" cy="3790950"/>
          </a:xfrm>
          <a:custGeom>
            <a:avLst/>
            <a:gdLst>
              <a:gd name="csX0" fmla="*/ 1160649 w 1164454"/>
              <a:gd name="csY0" fmla="*/ 0 h 4424944"/>
              <a:gd name="csX1" fmla="*/ 1046349 w 1164454"/>
              <a:gd name="csY1" fmla="*/ 1457325 h 4424944"/>
              <a:gd name="csX2" fmla="*/ 379599 w 1164454"/>
              <a:gd name="csY2" fmla="*/ 2519363 h 4424944"/>
              <a:gd name="csX3" fmla="*/ 31936 w 1164454"/>
              <a:gd name="csY3" fmla="*/ 4257675 h 4424944"/>
              <a:gd name="csX4" fmla="*/ 36699 w 1164454"/>
              <a:gd name="csY4" fmla="*/ 4257675 h 44249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64454" h="4424944">
                <a:moveTo>
                  <a:pt x="1160649" y="0"/>
                </a:moveTo>
                <a:cubicBezTo>
                  <a:pt x="1168586" y="518715"/>
                  <a:pt x="1176524" y="1037431"/>
                  <a:pt x="1046349" y="1457325"/>
                </a:cubicBezTo>
                <a:cubicBezTo>
                  <a:pt x="916174" y="1877219"/>
                  <a:pt x="548668" y="2052638"/>
                  <a:pt x="379599" y="2519363"/>
                </a:cubicBezTo>
                <a:cubicBezTo>
                  <a:pt x="210530" y="2986088"/>
                  <a:pt x="89086" y="3967956"/>
                  <a:pt x="31936" y="4257675"/>
                </a:cubicBezTo>
                <a:cubicBezTo>
                  <a:pt x="-25214" y="4547394"/>
                  <a:pt x="5742" y="4402534"/>
                  <a:pt x="36699" y="4257675"/>
                </a:cubicBezTo>
              </a:path>
            </a:pathLst>
          </a:custGeom>
          <a:solidFill>
            <a:schemeClr val="bg2">
              <a:lumMod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70C0"/>
              </a:solidFill>
            </a:endParaRPr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FAA71C42-42F7-8E2C-C7B5-488A6409AB9E}"/>
              </a:ext>
            </a:extLst>
          </p:cNvPr>
          <p:cNvSpPr/>
          <p:nvPr/>
        </p:nvSpPr>
        <p:spPr>
          <a:xfrm>
            <a:off x="9441049" y="2406212"/>
            <a:ext cx="1192728" cy="800100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늪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752A982F-535C-8730-04B8-82320B9B06E2}"/>
              </a:ext>
            </a:extLst>
          </p:cNvPr>
          <p:cNvSpPr/>
          <p:nvPr/>
        </p:nvSpPr>
        <p:spPr>
          <a:xfrm>
            <a:off x="6644284" y="3542827"/>
            <a:ext cx="1361405" cy="1082709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숲</a:t>
            </a:r>
            <a:r>
              <a:rPr lang="en-US" altLang="ko-KR" dirty="0">
                <a:solidFill>
                  <a:sysClr val="windowText" lastClr="000000"/>
                </a:solidFill>
              </a:rPr>
              <a:t>1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67721BF-725F-B91B-8850-4D56AEF58228}"/>
              </a:ext>
            </a:extLst>
          </p:cNvPr>
          <p:cNvSpPr txBox="1"/>
          <p:nvPr/>
        </p:nvSpPr>
        <p:spPr>
          <a:xfrm>
            <a:off x="9744911" y="3423801"/>
            <a:ext cx="1025912" cy="30777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>
                <a:solidFill>
                  <a:srgbClr val="0070C0"/>
                </a:solidFill>
              </a:rPr>
              <a:t>강</a:t>
            </a:r>
            <a:endParaRPr lang="ko-KR" altLang="en-US" sz="1400" b="1" dirty="0">
              <a:solidFill>
                <a:srgbClr val="0070C0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6A29B08-CD01-2FB4-D133-FDDAF43B182E}"/>
              </a:ext>
            </a:extLst>
          </p:cNvPr>
          <p:cNvSpPr txBox="1"/>
          <p:nvPr/>
        </p:nvSpPr>
        <p:spPr>
          <a:xfrm>
            <a:off x="8244772" y="5024168"/>
            <a:ext cx="1025912" cy="33855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>
                <a:solidFill>
                  <a:sysClr val="windowText" lastClr="000000"/>
                </a:solidFill>
              </a:rPr>
              <a:t>산</a:t>
            </a:r>
            <a:endParaRPr lang="ko-KR" altLang="en-US" sz="1600" b="1" dirty="0">
              <a:solidFill>
                <a:sysClr val="windowText" lastClr="000000"/>
              </a:solidFill>
            </a:endParaRPr>
          </a:p>
        </p:txBody>
      </p:sp>
      <p:sp>
        <p:nvSpPr>
          <p:cNvPr id="48" name="이등변 삼각형 47">
            <a:extLst>
              <a:ext uri="{FF2B5EF4-FFF2-40B4-BE49-F238E27FC236}">
                <a16:creationId xmlns:a16="http://schemas.microsoft.com/office/drawing/2014/main" id="{987C64BA-2BAF-C0EB-A68A-E614057667BD}"/>
              </a:ext>
            </a:extLst>
          </p:cNvPr>
          <p:cNvSpPr/>
          <p:nvPr/>
        </p:nvSpPr>
        <p:spPr>
          <a:xfrm>
            <a:off x="9384434" y="1761774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50" name="이등변 삼각형 49">
            <a:extLst>
              <a:ext uri="{FF2B5EF4-FFF2-40B4-BE49-F238E27FC236}">
                <a16:creationId xmlns:a16="http://schemas.microsoft.com/office/drawing/2014/main" id="{FAA2B4F6-1763-C39A-3626-8E116714DB6A}"/>
              </a:ext>
            </a:extLst>
          </p:cNvPr>
          <p:cNvSpPr/>
          <p:nvPr/>
        </p:nvSpPr>
        <p:spPr>
          <a:xfrm>
            <a:off x="7764988" y="5202960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52" name="이등변 삼각형 51">
            <a:extLst>
              <a:ext uri="{FF2B5EF4-FFF2-40B4-BE49-F238E27FC236}">
                <a16:creationId xmlns:a16="http://schemas.microsoft.com/office/drawing/2014/main" id="{9E0E931A-BF1C-6D04-24D6-71AC97C39513}"/>
              </a:ext>
            </a:extLst>
          </p:cNvPr>
          <p:cNvSpPr/>
          <p:nvPr/>
        </p:nvSpPr>
        <p:spPr>
          <a:xfrm>
            <a:off x="9890665" y="5552549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54" name="이등변 삼각형 53">
            <a:extLst>
              <a:ext uri="{FF2B5EF4-FFF2-40B4-BE49-F238E27FC236}">
                <a16:creationId xmlns:a16="http://schemas.microsoft.com/office/drawing/2014/main" id="{A27A2A8D-6D14-7F9E-28B8-9A54BBA7BA12}"/>
              </a:ext>
            </a:extLst>
          </p:cNvPr>
          <p:cNvSpPr/>
          <p:nvPr/>
        </p:nvSpPr>
        <p:spPr>
          <a:xfrm>
            <a:off x="7034474" y="3529230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56" name="이등변 삼각형 55">
            <a:extLst>
              <a:ext uri="{FF2B5EF4-FFF2-40B4-BE49-F238E27FC236}">
                <a16:creationId xmlns:a16="http://schemas.microsoft.com/office/drawing/2014/main" id="{0F1366EA-7E7C-A3F1-67FF-3E0C34BCCC27}"/>
              </a:ext>
            </a:extLst>
          </p:cNvPr>
          <p:cNvSpPr/>
          <p:nvPr/>
        </p:nvSpPr>
        <p:spPr>
          <a:xfrm>
            <a:off x="9499766" y="3928427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58" name="평행 사변형 57">
            <a:extLst>
              <a:ext uri="{FF2B5EF4-FFF2-40B4-BE49-F238E27FC236}">
                <a16:creationId xmlns:a16="http://schemas.microsoft.com/office/drawing/2014/main" id="{76512363-A066-6617-4502-0CE3007E5F3C}"/>
              </a:ext>
            </a:extLst>
          </p:cNvPr>
          <p:cNvSpPr/>
          <p:nvPr/>
        </p:nvSpPr>
        <p:spPr>
          <a:xfrm>
            <a:off x="8688389" y="3511109"/>
            <a:ext cx="850656" cy="1240767"/>
          </a:xfrm>
          <a:prstGeom prst="parallelogram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돌밭</a:t>
            </a:r>
          </a:p>
        </p:txBody>
      </p:sp>
      <p:sp>
        <p:nvSpPr>
          <p:cNvPr id="60" name="십자형 59">
            <a:extLst>
              <a:ext uri="{FF2B5EF4-FFF2-40B4-BE49-F238E27FC236}">
                <a16:creationId xmlns:a16="http://schemas.microsoft.com/office/drawing/2014/main" id="{D532447B-DA30-6E9C-D657-9AAA5C281FB9}"/>
              </a:ext>
            </a:extLst>
          </p:cNvPr>
          <p:cNvSpPr/>
          <p:nvPr/>
        </p:nvSpPr>
        <p:spPr>
          <a:xfrm>
            <a:off x="8038064" y="4194141"/>
            <a:ext cx="561073" cy="438586"/>
          </a:xfrm>
          <a:prstGeom prst="plus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ysClr val="windowText" lastClr="000000"/>
                </a:solidFill>
              </a:rPr>
              <a:t>중간기지</a:t>
            </a:r>
          </a:p>
        </p:txBody>
      </p:sp>
      <p:graphicFrame>
        <p:nvGraphicFramePr>
          <p:cNvPr id="62" name="내용 개체 틀 11">
            <a:extLst>
              <a:ext uri="{FF2B5EF4-FFF2-40B4-BE49-F238E27FC236}">
                <a16:creationId xmlns:a16="http://schemas.microsoft.com/office/drawing/2014/main" id="{C40E0512-6B0A-E3D1-C967-AEE25518794E}"/>
              </a:ext>
            </a:extLst>
          </p:cNvPr>
          <p:cNvGraphicFramePr>
            <a:graphicFrameLocks/>
          </p:cNvGraphicFramePr>
          <p:nvPr/>
        </p:nvGraphicFramePr>
        <p:xfrm>
          <a:off x="6650664" y="1615635"/>
          <a:ext cx="4308168" cy="430974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8028">
                  <a:extLst>
                    <a:ext uri="{9D8B030D-6E8A-4147-A177-3AD203B41FA5}">
                      <a16:colId xmlns:a16="http://schemas.microsoft.com/office/drawing/2014/main" val="1418070404"/>
                    </a:ext>
                  </a:extLst>
                </a:gridCol>
                <a:gridCol w="718028">
                  <a:extLst>
                    <a:ext uri="{9D8B030D-6E8A-4147-A177-3AD203B41FA5}">
                      <a16:colId xmlns:a16="http://schemas.microsoft.com/office/drawing/2014/main" val="4189832869"/>
                    </a:ext>
                  </a:extLst>
                </a:gridCol>
                <a:gridCol w="718028">
                  <a:extLst>
                    <a:ext uri="{9D8B030D-6E8A-4147-A177-3AD203B41FA5}">
                      <a16:colId xmlns:a16="http://schemas.microsoft.com/office/drawing/2014/main" val="957261908"/>
                    </a:ext>
                  </a:extLst>
                </a:gridCol>
                <a:gridCol w="718028">
                  <a:extLst>
                    <a:ext uri="{9D8B030D-6E8A-4147-A177-3AD203B41FA5}">
                      <a16:colId xmlns:a16="http://schemas.microsoft.com/office/drawing/2014/main" val="3261963003"/>
                    </a:ext>
                  </a:extLst>
                </a:gridCol>
                <a:gridCol w="718028">
                  <a:extLst>
                    <a:ext uri="{9D8B030D-6E8A-4147-A177-3AD203B41FA5}">
                      <a16:colId xmlns:a16="http://schemas.microsoft.com/office/drawing/2014/main" val="1747135887"/>
                    </a:ext>
                  </a:extLst>
                </a:gridCol>
                <a:gridCol w="718028">
                  <a:extLst>
                    <a:ext uri="{9D8B030D-6E8A-4147-A177-3AD203B41FA5}">
                      <a16:colId xmlns:a16="http://schemas.microsoft.com/office/drawing/2014/main" val="3197742941"/>
                    </a:ext>
                  </a:extLst>
                </a:gridCol>
              </a:tblGrid>
              <a:tr h="71829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494038"/>
                  </a:ext>
                </a:extLst>
              </a:tr>
              <a:tr h="71829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5206945"/>
                  </a:ext>
                </a:extLst>
              </a:tr>
              <a:tr h="71829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3630104"/>
                  </a:ext>
                </a:extLst>
              </a:tr>
              <a:tr h="71829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7582915"/>
                  </a:ext>
                </a:extLst>
              </a:tr>
              <a:tr h="71829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1941463"/>
                  </a:ext>
                </a:extLst>
              </a:tr>
              <a:tr h="71829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1201330"/>
                  </a:ext>
                </a:extLst>
              </a:tr>
            </a:tbl>
          </a:graphicData>
        </a:graphic>
      </p:graphicFrame>
      <p:sp>
        <p:nvSpPr>
          <p:cNvPr id="27" name="직사각형 26">
            <a:extLst>
              <a:ext uri="{FF2B5EF4-FFF2-40B4-BE49-F238E27FC236}">
                <a16:creationId xmlns:a16="http://schemas.microsoft.com/office/drawing/2014/main" id="{72B1C0DB-A7C4-D31F-2093-70592A95A4A3}"/>
              </a:ext>
            </a:extLst>
          </p:cNvPr>
          <p:cNvSpPr/>
          <p:nvPr/>
        </p:nvSpPr>
        <p:spPr>
          <a:xfrm>
            <a:off x="9378320" y="1764030"/>
            <a:ext cx="275195" cy="3124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A947F0F7-5816-88A0-D3FB-1628E57AA5CA}"/>
              </a:ext>
            </a:extLst>
          </p:cNvPr>
          <p:cNvSpPr/>
          <p:nvPr/>
        </p:nvSpPr>
        <p:spPr>
          <a:xfrm>
            <a:off x="8496806" y="4328552"/>
            <a:ext cx="275195" cy="3124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ED4B5FA9-3215-38F6-53A9-97BAC3BF8B96}"/>
              </a:ext>
            </a:extLst>
          </p:cNvPr>
          <p:cNvSpPr/>
          <p:nvPr/>
        </p:nvSpPr>
        <p:spPr>
          <a:xfrm>
            <a:off x="6911346" y="2644274"/>
            <a:ext cx="275195" cy="3124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더하기 기호 24">
            <a:extLst>
              <a:ext uri="{FF2B5EF4-FFF2-40B4-BE49-F238E27FC236}">
                <a16:creationId xmlns:a16="http://schemas.microsoft.com/office/drawing/2014/main" id="{4DEC334B-7F5D-96DF-AD7C-254EF7054356}"/>
              </a:ext>
            </a:extLst>
          </p:cNvPr>
          <p:cNvSpPr/>
          <p:nvPr/>
        </p:nvSpPr>
        <p:spPr>
          <a:xfrm>
            <a:off x="8872715" y="2982994"/>
            <a:ext cx="749043" cy="519738"/>
          </a:xfrm>
          <a:prstGeom prst="mathPlus">
            <a:avLst>
              <a:gd name="adj1" fmla="val 51312"/>
            </a:avLst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자유형: 도형 42">
            <a:extLst>
              <a:ext uri="{FF2B5EF4-FFF2-40B4-BE49-F238E27FC236}">
                <a16:creationId xmlns:a16="http://schemas.microsoft.com/office/drawing/2014/main" id="{1A3F35E8-94E6-5CA9-B183-AB816C1BA1DF}"/>
              </a:ext>
            </a:extLst>
          </p:cNvPr>
          <p:cNvSpPr/>
          <p:nvPr/>
        </p:nvSpPr>
        <p:spPr>
          <a:xfrm>
            <a:off x="7113270" y="1946910"/>
            <a:ext cx="2434590" cy="3326130"/>
          </a:xfrm>
          <a:custGeom>
            <a:avLst/>
            <a:gdLst>
              <a:gd name="csX0" fmla="*/ 0 w 2434590"/>
              <a:gd name="csY0" fmla="*/ 3326130 h 3326130"/>
              <a:gd name="csX1" fmla="*/ 666750 w 2434590"/>
              <a:gd name="csY1" fmla="*/ 1573530 h 3326130"/>
              <a:gd name="csX2" fmla="*/ 2434590 w 2434590"/>
              <a:gd name="csY2" fmla="*/ 0 h 33261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434590" h="3326130">
                <a:moveTo>
                  <a:pt x="0" y="3326130"/>
                </a:moveTo>
                <a:cubicBezTo>
                  <a:pt x="130492" y="2727007"/>
                  <a:pt x="260985" y="2127885"/>
                  <a:pt x="666750" y="1573530"/>
                </a:cubicBezTo>
                <a:cubicBezTo>
                  <a:pt x="1072515" y="1019175"/>
                  <a:pt x="1753552" y="509587"/>
                  <a:pt x="2434590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자유형: 도형 44">
            <a:extLst>
              <a:ext uri="{FF2B5EF4-FFF2-40B4-BE49-F238E27FC236}">
                <a16:creationId xmlns:a16="http://schemas.microsoft.com/office/drawing/2014/main" id="{887DBB23-9B94-2609-66B9-CCC298D0AC20}"/>
              </a:ext>
            </a:extLst>
          </p:cNvPr>
          <p:cNvSpPr/>
          <p:nvPr/>
        </p:nvSpPr>
        <p:spPr>
          <a:xfrm>
            <a:off x="7018020" y="2686745"/>
            <a:ext cx="2183130" cy="563185"/>
          </a:xfrm>
          <a:custGeom>
            <a:avLst/>
            <a:gdLst>
              <a:gd name="csX0" fmla="*/ 2183130 w 2183130"/>
              <a:gd name="csY0" fmla="*/ 563185 h 563185"/>
              <a:gd name="csX1" fmla="*/ 1169670 w 2183130"/>
              <a:gd name="csY1" fmla="*/ 41215 h 563185"/>
              <a:gd name="csX2" fmla="*/ 0 w 2183130"/>
              <a:gd name="csY2" fmla="*/ 71695 h 5631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183130" h="563185">
                <a:moveTo>
                  <a:pt x="2183130" y="563185"/>
                </a:moveTo>
                <a:cubicBezTo>
                  <a:pt x="1858327" y="343157"/>
                  <a:pt x="1533525" y="123130"/>
                  <a:pt x="1169670" y="41215"/>
                </a:cubicBezTo>
                <a:cubicBezTo>
                  <a:pt x="805815" y="-40700"/>
                  <a:pt x="402907" y="15497"/>
                  <a:pt x="0" y="71695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자유형: 도형 48">
            <a:extLst>
              <a:ext uri="{FF2B5EF4-FFF2-40B4-BE49-F238E27FC236}">
                <a16:creationId xmlns:a16="http://schemas.microsoft.com/office/drawing/2014/main" id="{92FA9E98-0E6D-F675-FE3C-293D670084E3}"/>
              </a:ext>
            </a:extLst>
          </p:cNvPr>
          <p:cNvSpPr/>
          <p:nvPr/>
        </p:nvSpPr>
        <p:spPr>
          <a:xfrm>
            <a:off x="8644890" y="3249930"/>
            <a:ext cx="556260" cy="1219200"/>
          </a:xfrm>
          <a:custGeom>
            <a:avLst/>
            <a:gdLst>
              <a:gd name="csX0" fmla="*/ 556260 w 556260"/>
              <a:gd name="csY0" fmla="*/ 0 h 1219200"/>
              <a:gd name="csX1" fmla="*/ 361950 w 556260"/>
              <a:gd name="csY1" fmla="*/ 857250 h 1219200"/>
              <a:gd name="csX2" fmla="*/ 0 w 556260"/>
              <a:gd name="csY2" fmla="*/ 1219200 h 1219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56260" h="1219200">
                <a:moveTo>
                  <a:pt x="556260" y="0"/>
                </a:moveTo>
                <a:cubicBezTo>
                  <a:pt x="505460" y="327025"/>
                  <a:pt x="454660" y="654050"/>
                  <a:pt x="361950" y="857250"/>
                </a:cubicBezTo>
                <a:cubicBezTo>
                  <a:pt x="269240" y="1060450"/>
                  <a:pt x="134620" y="1139825"/>
                  <a:pt x="0" y="121920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더하기 기호 62">
            <a:extLst>
              <a:ext uri="{FF2B5EF4-FFF2-40B4-BE49-F238E27FC236}">
                <a16:creationId xmlns:a16="http://schemas.microsoft.com/office/drawing/2014/main" id="{41BA2F8A-ADC7-A653-F795-FC3082591F48}"/>
              </a:ext>
            </a:extLst>
          </p:cNvPr>
          <p:cNvSpPr/>
          <p:nvPr/>
        </p:nvSpPr>
        <p:spPr>
          <a:xfrm>
            <a:off x="7947210" y="4134641"/>
            <a:ext cx="749043" cy="519738"/>
          </a:xfrm>
          <a:prstGeom prst="mathPlus">
            <a:avLst>
              <a:gd name="adj1" fmla="val 51312"/>
            </a:avLst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526A69FA-A5A5-22A7-5C80-6AC187506A8D}"/>
              </a:ext>
            </a:extLst>
          </p:cNvPr>
          <p:cNvCxnSpPr>
            <a:cxnSpLocks/>
          </p:cNvCxnSpPr>
          <p:nvPr/>
        </p:nvCxnSpPr>
        <p:spPr>
          <a:xfrm flipV="1">
            <a:off x="8347710" y="3206312"/>
            <a:ext cx="853440" cy="112224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4B076887-90DC-2B4F-44FF-22E0E2865FEB}"/>
              </a:ext>
            </a:extLst>
          </p:cNvPr>
          <p:cNvSpPr/>
          <p:nvPr/>
        </p:nvSpPr>
        <p:spPr>
          <a:xfrm>
            <a:off x="10471912" y="4131492"/>
            <a:ext cx="275195" cy="3124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자유형: 도형 36">
            <a:extLst>
              <a:ext uri="{FF2B5EF4-FFF2-40B4-BE49-F238E27FC236}">
                <a16:creationId xmlns:a16="http://schemas.microsoft.com/office/drawing/2014/main" id="{41BB7BB4-8AA1-CFE1-2E2D-095A3D060C6E}"/>
              </a:ext>
            </a:extLst>
          </p:cNvPr>
          <p:cNvSpPr/>
          <p:nvPr/>
        </p:nvSpPr>
        <p:spPr>
          <a:xfrm>
            <a:off x="7059930" y="4046502"/>
            <a:ext cx="3550920" cy="1257018"/>
          </a:xfrm>
          <a:custGeom>
            <a:avLst/>
            <a:gdLst>
              <a:gd name="csX0" fmla="*/ 0 w 3550920"/>
              <a:gd name="csY0" fmla="*/ 1257018 h 1257018"/>
              <a:gd name="csX1" fmla="*/ 1752600 w 3550920"/>
              <a:gd name="csY1" fmla="*/ 79728 h 1257018"/>
              <a:gd name="csX2" fmla="*/ 3550920 w 3550920"/>
              <a:gd name="csY2" fmla="*/ 201648 h 12570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550920" h="1257018">
                <a:moveTo>
                  <a:pt x="0" y="1257018"/>
                </a:moveTo>
                <a:cubicBezTo>
                  <a:pt x="580390" y="756320"/>
                  <a:pt x="1160780" y="255623"/>
                  <a:pt x="1752600" y="79728"/>
                </a:cubicBezTo>
                <a:cubicBezTo>
                  <a:pt x="2344420" y="-96167"/>
                  <a:pt x="2947670" y="52740"/>
                  <a:pt x="3550920" y="201648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93921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D4FCA-FE98-0FCB-0CA5-45B47EA2A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194679B3-37EE-3CD3-9729-B277FDA8A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지형 수정</a:t>
            </a:r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AF4EAE5E-DFCC-308D-E460-431F3240F8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382189A-8495-998E-B55A-FAA750803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pPr/>
              <a:t>10/17/2026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50F712-4ACA-B9D0-4384-8889D8F21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pPr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81141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FBE42-30C3-179F-578A-6ECFD0FA6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BA7D47-9C65-91A3-E2DB-3F2CEA2A4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적용 수정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C26C4-DB96-568B-D458-19D407BCF27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ko-KR" altLang="en-US" dirty="0"/>
              <a:t>배달 목적지와 </a:t>
            </a:r>
            <a:r>
              <a:rPr lang="ko-KR" altLang="en-US" dirty="0" err="1"/>
              <a:t>배달품</a:t>
            </a:r>
            <a:r>
              <a:rPr lang="ko-KR" altLang="en-US" dirty="0"/>
              <a:t> 조달 위치에 따른 경로 다양성 증가를 위해</a:t>
            </a:r>
            <a:endParaRPr lang="en-US" altLang="ko-KR" dirty="0"/>
          </a:p>
          <a:p>
            <a:r>
              <a:rPr lang="ko-KR" altLang="en-US" dirty="0"/>
              <a:t>지형 위치 조정</a:t>
            </a:r>
            <a:r>
              <a:rPr lang="en-US" altLang="ko-KR" dirty="0"/>
              <a:t>, </a:t>
            </a:r>
            <a:r>
              <a:rPr lang="ko-KR" altLang="en-US" dirty="0"/>
              <a:t>추가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산의 크기 감소</a:t>
            </a:r>
            <a:endParaRPr lang="en-US" altLang="ko-KR" dirty="0"/>
          </a:p>
          <a:p>
            <a:r>
              <a:rPr lang="ko-KR" altLang="en-US" dirty="0"/>
              <a:t>숲</a:t>
            </a:r>
            <a:r>
              <a:rPr lang="en-US" altLang="ko-KR" dirty="0"/>
              <a:t>1</a:t>
            </a:r>
            <a:r>
              <a:rPr lang="ko-KR" altLang="en-US" dirty="0"/>
              <a:t>을 모래언덕까지 넓힘</a:t>
            </a:r>
            <a:endParaRPr lang="en-US" altLang="ko-KR" dirty="0"/>
          </a:p>
          <a:p>
            <a:r>
              <a:rPr lang="ko-KR" altLang="en-US" dirty="0"/>
              <a:t>새로운 지형을 추가</a:t>
            </a:r>
            <a:endParaRPr lang="en-US" altLang="ko-KR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E3E463-F78A-1C3B-87E0-9DA7E147A14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F65D06-1A51-8187-8F5F-56B552090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10/17/2026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07BE6AD-5C13-AE45-BD05-6A9DFC027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8548BAED-C4FC-3F8C-A644-5AEDB4DE271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97F59A2E-03EF-3EFA-1E52-A52D77CF78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832" y="1611313"/>
            <a:ext cx="4320000" cy="4320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</p:pic>
      <p:sp>
        <p:nvSpPr>
          <p:cNvPr id="28" name="십자형 27">
            <a:extLst>
              <a:ext uri="{FF2B5EF4-FFF2-40B4-BE49-F238E27FC236}">
                <a16:creationId xmlns:a16="http://schemas.microsoft.com/office/drawing/2014/main" id="{2D7FF43E-CB31-F26C-4880-EF5572C96AF0}"/>
              </a:ext>
            </a:extLst>
          </p:cNvPr>
          <p:cNvSpPr/>
          <p:nvPr/>
        </p:nvSpPr>
        <p:spPr>
          <a:xfrm>
            <a:off x="6681715" y="5298210"/>
            <a:ext cx="923925" cy="590550"/>
          </a:xfrm>
          <a:prstGeom prst="plus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ysClr val="windowText" lastClr="000000"/>
                </a:solidFill>
              </a:rPr>
              <a:t>본거지</a:t>
            </a:r>
            <a:br>
              <a:rPr lang="en-US" altLang="ko-KR" sz="1400" dirty="0">
                <a:solidFill>
                  <a:sysClr val="windowText" lastClr="000000"/>
                </a:solidFill>
              </a:rPr>
            </a:br>
            <a:r>
              <a:rPr lang="en-US" altLang="ko-KR" sz="1400" dirty="0">
                <a:solidFill>
                  <a:sysClr val="windowText" lastClr="000000"/>
                </a:solidFill>
              </a:rPr>
              <a:t>(</a:t>
            </a:r>
            <a:r>
              <a:rPr lang="ko-KR" altLang="en-US" sz="1400" dirty="0">
                <a:solidFill>
                  <a:sysClr val="windowText" lastClr="000000"/>
                </a:solidFill>
              </a:rPr>
              <a:t>시작점</a:t>
            </a:r>
            <a:r>
              <a:rPr lang="en-US" altLang="ko-KR" sz="1400" dirty="0">
                <a:solidFill>
                  <a:sysClr val="windowText" lastClr="000000"/>
                </a:solidFill>
              </a:rPr>
              <a:t>)</a:t>
            </a:r>
            <a:endParaRPr lang="ko-KR" altLang="en-US" sz="1400" dirty="0">
              <a:solidFill>
                <a:sysClr val="windowText" lastClr="000000"/>
              </a:solidFill>
            </a:endParaRPr>
          </a:p>
        </p:txBody>
      </p:sp>
      <p:sp>
        <p:nvSpPr>
          <p:cNvPr id="30" name="사각형: 잘린 대각선 방향 모서리 29">
            <a:extLst>
              <a:ext uri="{FF2B5EF4-FFF2-40B4-BE49-F238E27FC236}">
                <a16:creationId xmlns:a16="http://schemas.microsoft.com/office/drawing/2014/main" id="{3555B3C1-E638-DD7F-7A84-63EF473724F6}"/>
              </a:ext>
            </a:extLst>
          </p:cNvPr>
          <p:cNvSpPr/>
          <p:nvPr/>
        </p:nvSpPr>
        <p:spPr>
          <a:xfrm>
            <a:off x="6638831" y="1611314"/>
            <a:ext cx="1781197" cy="1194948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모래언덕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DB6F1CFE-977B-EBE5-B041-091447B68953}"/>
              </a:ext>
            </a:extLst>
          </p:cNvPr>
          <p:cNvSpPr/>
          <p:nvPr/>
        </p:nvSpPr>
        <p:spPr>
          <a:xfrm>
            <a:off x="8296203" y="2500276"/>
            <a:ext cx="1524390" cy="1010835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숲</a:t>
            </a:r>
            <a:r>
              <a:rPr lang="en-US" altLang="ko-KR" dirty="0">
                <a:solidFill>
                  <a:sysClr val="windowText" lastClr="000000"/>
                </a:solidFill>
              </a:rPr>
              <a:t>2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8C2C1500-90CE-D638-6E25-D26F82E763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4173" y="4561645"/>
            <a:ext cx="2434865" cy="136373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</p:pic>
      <p:sp>
        <p:nvSpPr>
          <p:cNvPr id="36" name="자유형: 도형 35">
            <a:extLst>
              <a:ext uri="{FF2B5EF4-FFF2-40B4-BE49-F238E27FC236}">
                <a16:creationId xmlns:a16="http://schemas.microsoft.com/office/drawing/2014/main" id="{653338D5-E1F2-94E8-3C9B-A4289E9CED4E}"/>
              </a:ext>
            </a:extLst>
          </p:cNvPr>
          <p:cNvSpPr/>
          <p:nvPr/>
        </p:nvSpPr>
        <p:spPr>
          <a:xfrm>
            <a:off x="9764454" y="1615636"/>
            <a:ext cx="1164454" cy="4320000"/>
          </a:xfrm>
          <a:custGeom>
            <a:avLst/>
            <a:gdLst>
              <a:gd name="csX0" fmla="*/ 1160649 w 1164454"/>
              <a:gd name="csY0" fmla="*/ 0 h 4424944"/>
              <a:gd name="csX1" fmla="*/ 1046349 w 1164454"/>
              <a:gd name="csY1" fmla="*/ 1457325 h 4424944"/>
              <a:gd name="csX2" fmla="*/ 379599 w 1164454"/>
              <a:gd name="csY2" fmla="*/ 2519363 h 4424944"/>
              <a:gd name="csX3" fmla="*/ 31936 w 1164454"/>
              <a:gd name="csY3" fmla="*/ 4257675 h 4424944"/>
              <a:gd name="csX4" fmla="*/ 36699 w 1164454"/>
              <a:gd name="csY4" fmla="*/ 4257675 h 44249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64454" h="4424944">
                <a:moveTo>
                  <a:pt x="1160649" y="0"/>
                </a:moveTo>
                <a:cubicBezTo>
                  <a:pt x="1168586" y="518715"/>
                  <a:pt x="1176524" y="1037431"/>
                  <a:pt x="1046349" y="1457325"/>
                </a:cubicBezTo>
                <a:cubicBezTo>
                  <a:pt x="916174" y="1877219"/>
                  <a:pt x="548668" y="2052638"/>
                  <a:pt x="379599" y="2519363"/>
                </a:cubicBezTo>
                <a:cubicBezTo>
                  <a:pt x="210530" y="2986088"/>
                  <a:pt x="89086" y="3967956"/>
                  <a:pt x="31936" y="4257675"/>
                </a:cubicBezTo>
                <a:cubicBezTo>
                  <a:pt x="-25214" y="4547394"/>
                  <a:pt x="5742" y="4402534"/>
                  <a:pt x="36699" y="4257675"/>
                </a:cubicBezTo>
              </a:path>
            </a:pathLst>
          </a:custGeom>
          <a:solidFill>
            <a:schemeClr val="bg2">
              <a:lumMod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70C0"/>
              </a:solidFill>
            </a:endParaRPr>
          </a:p>
        </p:txBody>
      </p:sp>
      <p:sp>
        <p:nvSpPr>
          <p:cNvPr id="38" name="자유형: 도형 37">
            <a:extLst>
              <a:ext uri="{FF2B5EF4-FFF2-40B4-BE49-F238E27FC236}">
                <a16:creationId xmlns:a16="http://schemas.microsoft.com/office/drawing/2014/main" id="{3F53106C-5332-1DED-67D7-5797613A3657}"/>
              </a:ext>
            </a:extLst>
          </p:cNvPr>
          <p:cNvSpPr/>
          <p:nvPr/>
        </p:nvSpPr>
        <p:spPr>
          <a:xfrm>
            <a:off x="9529690" y="1615637"/>
            <a:ext cx="1217417" cy="3790950"/>
          </a:xfrm>
          <a:custGeom>
            <a:avLst/>
            <a:gdLst>
              <a:gd name="csX0" fmla="*/ 1160649 w 1164454"/>
              <a:gd name="csY0" fmla="*/ 0 h 4424944"/>
              <a:gd name="csX1" fmla="*/ 1046349 w 1164454"/>
              <a:gd name="csY1" fmla="*/ 1457325 h 4424944"/>
              <a:gd name="csX2" fmla="*/ 379599 w 1164454"/>
              <a:gd name="csY2" fmla="*/ 2519363 h 4424944"/>
              <a:gd name="csX3" fmla="*/ 31936 w 1164454"/>
              <a:gd name="csY3" fmla="*/ 4257675 h 4424944"/>
              <a:gd name="csX4" fmla="*/ 36699 w 1164454"/>
              <a:gd name="csY4" fmla="*/ 4257675 h 44249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64454" h="4424944">
                <a:moveTo>
                  <a:pt x="1160649" y="0"/>
                </a:moveTo>
                <a:cubicBezTo>
                  <a:pt x="1168586" y="518715"/>
                  <a:pt x="1176524" y="1037431"/>
                  <a:pt x="1046349" y="1457325"/>
                </a:cubicBezTo>
                <a:cubicBezTo>
                  <a:pt x="916174" y="1877219"/>
                  <a:pt x="548668" y="2052638"/>
                  <a:pt x="379599" y="2519363"/>
                </a:cubicBezTo>
                <a:cubicBezTo>
                  <a:pt x="210530" y="2986088"/>
                  <a:pt x="89086" y="3967956"/>
                  <a:pt x="31936" y="4257675"/>
                </a:cubicBezTo>
                <a:cubicBezTo>
                  <a:pt x="-25214" y="4547394"/>
                  <a:pt x="5742" y="4402534"/>
                  <a:pt x="36699" y="4257675"/>
                </a:cubicBezTo>
              </a:path>
            </a:pathLst>
          </a:custGeom>
          <a:solidFill>
            <a:schemeClr val="bg2">
              <a:lumMod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70C0"/>
              </a:solidFill>
            </a:endParaRPr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5D607037-9156-C858-5D29-852B94D0C8C8}"/>
              </a:ext>
            </a:extLst>
          </p:cNvPr>
          <p:cNvSpPr/>
          <p:nvPr/>
        </p:nvSpPr>
        <p:spPr>
          <a:xfrm>
            <a:off x="9441049" y="2406212"/>
            <a:ext cx="1192728" cy="800100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늪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AFF6612F-89FC-8D44-F2A3-ADD7C0CB90C3}"/>
              </a:ext>
            </a:extLst>
          </p:cNvPr>
          <p:cNvSpPr/>
          <p:nvPr/>
        </p:nvSpPr>
        <p:spPr>
          <a:xfrm>
            <a:off x="6644284" y="3542827"/>
            <a:ext cx="1361405" cy="1082709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숲</a:t>
            </a:r>
            <a:r>
              <a:rPr lang="en-US" altLang="ko-KR" dirty="0">
                <a:solidFill>
                  <a:sysClr val="windowText" lastClr="000000"/>
                </a:solidFill>
              </a:rPr>
              <a:t>1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AF9175C-9B56-52AA-8595-E13B30346907}"/>
              </a:ext>
            </a:extLst>
          </p:cNvPr>
          <p:cNvSpPr txBox="1"/>
          <p:nvPr/>
        </p:nvSpPr>
        <p:spPr>
          <a:xfrm>
            <a:off x="9744911" y="3423801"/>
            <a:ext cx="1025912" cy="30777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>
                <a:solidFill>
                  <a:srgbClr val="0070C0"/>
                </a:solidFill>
              </a:rPr>
              <a:t>강</a:t>
            </a:r>
            <a:endParaRPr lang="ko-KR" altLang="en-US" sz="1400" b="1" dirty="0">
              <a:solidFill>
                <a:srgbClr val="0070C0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1E40AAF-A805-318C-CE17-2A73544FFBC4}"/>
              </a:ext>
            </a:extLst>
          </p:cNvPr>
          <p:cNvSpPr txBox="1"/>
          <p:nvPr/>
        </p:nvSpPr>
        <p:spPr>
          <a:xfrm>
            <a:off x="8244772" y="5024168"/>
            <a:ext cx="1025912" cy="33855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>
                <a:solidFill>
                  <a:sysClr val="windowText" lastClr="000000"/>
                </a:solidFill>
              </a:rPr>
              <a:t>산</a:t>
            </a:r>
            <a:endParaRPr lang="ko-KR" altLang="en-US" sz="1600" b="1" dirty="0">
              <a:solidFill>
                <a:sysClr val="windowText" lastClr="000000"/>
              </a:solidFill>
            </a:endParaRPr>
          </a:p>
        </p:txBody>
      </p:sp>
      <p:sp>
        <p:nvSpPr>
          <p:cNvPr id="48" name="이등변 삼각형 47">
            <a:extLst>
              <a:ext uri="{FF2B5EF4-FFF2-40B4-BE49-F238E27FC236}">
                <a16:creationId xmlns:a16="http://schemas.microsoft.com/office/drawing/2014/main" id="{F683938A-F492-874D-ED8B-5F9AE88D3770}"/>
              </a:ext>
            </a:extLst>
          </p:cNvPr>
          <p:cNvSpPr/>
          <p:nvPr/>
        </p:nvSpPr>
        <p:spPr>
          <a:xfrm>
            <a:off x="9384434" y="1761774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50" name="이등변 삼각형 49">
            <a:extLst>
              <a:ext uri="{FF2B5EF4-FFF2-40B4-BE49-F238E27FC236}">
                <a16:creationId xmlns:a16="http://schemas.microsoft.com/office/drawing/2014/main" id="{EF1196BD-A48F-B711-1B93-6E55D6BB0B8B}"/>
              </a:ext>
            </a:extLst>
          </p:cNvPr>
          <p:cNvSpPr/>
          <p:nvPr/>
        </p:nvSpPr>
        <p:spPr>
          <a:xfrm>
            <a:off x="7764988" y="5202960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52" name="이등변 삼각형 51">
            <a:extLst>
              <a:ext uri="{FF2B5EF4-FFF2-40B4-BE49-F238E27FC236}">
                <a16:creationId xmlns:a16="http://schemas.microsoft.com/office/drawing/2014/main" id="{3F78C5E5-D016-81B9-57F2-183D40E264D4}"/>
              </a:ext>
            </a:extLst>
          </p:cNvPr>
          <p:cNvSpPr/>
          <p:nvPr/>
        </p:nvSpPr>
        <p:spPr>
          <a:xfrm>
            <a:off x="9890665" y="5552549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54" name="이등변 삼각형 53">
            <a:extLst>
              <a:ext uri="{FF2B5EF4-FFF2-40B4-BE49-F238E27FC236}">
                <a16:creationId xmlns:a16="http://schemas.microsoft.com/office/drawing/2014/main" id="{202B8B60-8B22-88EC-EA73-59D46D9D414C}"/>
              </a:ext>
            </a:extLst>
          </p:cNvPr>
          <p:cNvSpPr/>
          <p:nvPr/>
        </p:nvSpPr>
        <p:spPr>
          <a:xfrm>
            <a:off x="7034474" y="3529230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56" name="이등변 삼각형 55">
            <a:extLst>
              <a:ext uri="{FF2B5EF4-FFF2-40B4-BE49-F238E27FC236}">
                <a16:creationId xmlns:a16="http://schemas.microsoft.com/office/drawing/2014/main" id="{33BB7033-8C65-C007-C648-70EF7D653B8F}"/>
              </a:ext>
            </a:extLst>
          </p:cNvPr>
          <p:cNvSpPr/>
          <p:nvPr/>
        </p:nvSpPr>
        <p:spPr>
          <a:xfrm>
            <a:off x="9499766" y="3928427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58" name="평행 사변형 57">
            <a:extLst>
              <a:ext uri="{FF2B5EF4-FFF2-40B4-BE49-F238E27FC236}">
                <a16:creationId xmlns:a16="http://schemas.microsoft.com/office/drawing/2014/main" id="{63B9351B-A34C-2DB7-9D49-D0E0F53FC8FC}"/>
              </a:ext>
            </a:extLst>
          </p:cNvPr>
          <p:cNvSpPr/>
          <p:nvPr/>
        </p:nvSpPr>
        <p:spPr>
          <a:xfrm>
            <a:off x="8688389" y="3511109"/>
            <a:ext cx="850656" cy="1240767"/>
          </a:xfrm>
          <a:prstGeom prst="parallelogram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돌밭</a:t>
            </a:r>
          </a:p>
        </p:txBody>
      </p:sp>
      <p:sp>
        <p:nvSpPr>
          <p:cNvPr id="60" name="십자형 59">
            <a:extLst>
              <a:ext uri="{FF2B5EF4-FFF2-40B4-BE49-F238E27FC236}">
                <a16:creationId xmlns:a16="http://schemas.microsoft.com/office/drawing/2014/main" id="{359137A5-270A-47B6-4613-E84697F3B9A0}"/>
              </a:ext>
            </a:extLst>
          </p:cNvPr>
          <p:cNvSpPr/>
          <p:nvPr/>
        </p:nvSpPr>
        <p:spPr>
          <a:xfrm>
            <a:off x="8038064" y="4194141"/>
            <a:ext cx="561073" cy="438586"/>
          </a:xfrm>
          <a:prstGeom prst="plus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ysClr val="windowText" lastClr="000000"/>
                </a:solidFill>
              </a:rPr>
              <a:t>중간기지</a:t>
            </a:r>
          </a:p>
        </p:txBody>
      </p:sp>
      <p:graphicFrame>
        <p:nvGraphicFramePr>
          <p:cNvPr id="62" name="내용 개체 틀 11">
            <a:extLst>
              <a:ext uri="{FF2B5EF4-FFF2-40B4-BE49-F238E27FC236}">
                <a16:creationId xmlns:a16="http://schemas.microsoft.com/office/drawing/2014/main" id="{3ABDC073-A4E3-8E7C-7191-DF2BA7C19254}"/>
              </a:ext>
            </a:extLst>
          </p:cNvPr>
          <p:cNvGraphicFramePr>
            <a:graphicFrameLocks/>
          </p:cNvGraphicFramePr>
          <p:nvPr/>
        </p:nvGraphicFramePr>
        <p:xfrm>
          <a:off x="6650664" y="1615635"/>
          <a:ext cx="4308168" cy="430974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8028">
                  <a:extLst>
                    <a:ext uri="{9D8B030D-6E8A-4147-A177-3AD203B41FA5}">
                      <a16:colId xmlns:a16="http://schemas.microsoft.com/office/drawing/2014/main" val="1418070404"/>
                    </a:ext>
                  </a:extLst>
                </a:gridCol>
                <a:gridCol w="718028">
                  <a:extLst>
                    <a:ext uri="{9D8B030D-6E8A-4147-A177-3AD203B41FA5}">
                      <a16:colId xmlns:a16="http://schemas.microsoft.com/office/drawing/2014/main" val="4189832869"/>
                    </a:ext>
                  </a:extLst>
                </a:gridCol>
                <a:gridCol w="718028">
                  <a:extLst>
                    <a:ext uri="{9D8B030D-6E8A-4147-A177-3AD203B41FA5}">
                      <a16:colId xmlns:a16="http://schemas.microsoft.com/office/drawing/2014/main" val="957261908"/>
                    </a:ext>
                  </a:extLst>
                </a:gridCol>
                <a:gridCol w="718028">
                  <a:extLst>
                    <a:ext uri="{9D8B030D-6E8A-4147-A177-3AD203B41FA5}">
                      <a16:colId xmlns:a16="http://schemas.microsoft.com/office/drawing/2014/main" val="3261963003"/>
                    </a:ext>
                  </a:extLst>
                </a:gridCol>
                <a:gridCol w="718028">
                  <a:extLst>
                    <a:ext uri="{9D8B030D-6E8A-4147-A177-3AD203B41FA5}">
                      <a16:colId xmlns:a16="http://schemas.microsoft.com/office/drawing/2014/main" val="1747135887"/>
                    </a:ext>
                  </a:extLst>
                </a:gridCol>
                <a:gridCol w="718028">
                  <a:extLst>
                    <a:ext uri="{9D8B030D-6E8A-4147-A177-3AD203B41FA5}">
                      <a16:colId xmlns:a16="http://schemas.microsoft.com/office/drawing/2014/main" val="3197742941"/>
                    </a:ext>
                  </a:extLst>
                </a:gridCol>
              </a:tblGrid>
              <a:tr h="71829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494038"/>
                  </a:ext>
                </a:extLst>
              </a:tr>
              <a:tr h="71829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5206945"/>
                  </a:ext>
                </a:extLst>
              </a:tr>
              <a:tr h="71829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3630104"/>
                  </a:ext>
                </a:extLst>
              </a:tr>
              <a:tr h="71829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7582915"/>
                  </a:ext>
                </a:extLst>
              </a:tr>
              <a:tr h="71829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1941463"/>
                  </a:ext>
                </a:extLst>
              </a:tr>
              <a:tr h="71829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1201330"/>
                  </a:ext>
                </a:extLst>
              </a:tr>
            </a:tbl>
          </a:graphicData>
        </a:graphic>
      </p:graphicFrame>
      <p:sp>
        <p:nvSpPr>
          <p:cNvPr id="27" name="직사각형 26">
            <a:extLst>
              <a:ext uri="{FF2B5EF4-FFF2-40B4-BE49-F238E27FC236}">
                <a16:creationId xmlns:a16="http://schemas.microsoft.com/office/drawing/2014/main" id="{A5A9951B-78D8-8B16-F8EE-CA8BF6189B62}"/>
              </a:ext>
            </a:extLst>
          </p:cNvPr>
          <p:cNvSpPr/>
          <p:nvPr/>
        </p:nvSpPr>
        <p:spPr>
          <a:xfrm>
            <a:off x="9378320" y="1764030"/>
            <a:ext cx="275195" cy="3124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111265B5-477D-BF4B-2551-E5C3B6B42833}"/>
              </a:ext>
            </a:extLst>
          </p:cNvPr>
          <p:cNvSpPr/>
          <p:nvPr/>
        </p:nvSpPr>
        <p:spPr>
          <a:xfrm>
            <a:off x="8496806" y="4328552"/>
            <a:ext cx="275195" cy="3124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6F2AE05D-BC58-BC29-8B0F-D16B3AB87310}"/>
              </a:ext>
            </a:extLst>
          </p:cNvPr>
          <p:cNvSpPr/>
          <p:nvPr/>
        </p:nvSpPr>
        <p:spPr>
          <a:xfrm>
            <a:off x="6911346" y="2644274"/>
            <a:ext cx="275195" cy="3124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더하기 기호 24">
            <a:extLst>
              <a:ext uri="{FF2B5EF4-FFF2-40B4-BE49-F238E27FC236}">
                <a16:creationId xmlns:a16="http://schemas.microsoft.com/office/drawing/2014/main" id="{C6D3AF7E-0AA8-0321-12ED-FC90F23DF201}"/>
              </a:ext>
            </a:extLst>
          </p:cNvPr>
          <p:cNvSpPr/>
          <p:nvPr/>
        </p:nvSpPr>
        <p:spPr>
          <a:xfrm>
            <a:off x="8872715" y="2982994"/>
            <a:ext cx="749043" cy="519738"/>
          </a:xfrm>
          <a:prstGeom prst="mathPlus">
            <a:avLst>
              <a:gd name="adj1" fmla="val 51312"/>
            </a:avLst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자유형: 도형 42">
            <a:extLst>
              <a:ext uri="{FF2B5EF4-FFF2-40B4-BE49-F238E27FC236}">
                <a16:creationId xmlns:a16="http://schemas.microsoft.com/office/drawing/2014/main" id="{FF3E4A38-89E5-8B46-D0A5-724C3E5E439A}"/>
              </a:ext>
            </a:extLst>
          </p:cNvPr>
          <p:cNvSpPr/>
          <p:nvPr/>
        </p:nvSpPr>
        <p:spPr>
          <a:xfrm>
            <a:off x="7113270" y="1946910"/>
            <a:ext cx="2434590" cy="3326130"/>
          </a:xfrm>
          <a:custGeom>
            <a:avLst/>
            <a:gdLst>
              <a:gd name="csX0" fmla="*/ 0 w 2434590"/>
              <a:gd name="csY0" fmla="*/ 3326130 h 3326130"/>
              <a:gd name="csX1" fmla="*/ 666750 w 2434590"/>
              <a:gd name="csY1" fmla="*/ 1573530 h 3326130"/>
              <a:gd name="csX2" fmla="*/ 2434590 w 2434590"/>
              <a:gd name="csY2" fmla="*/ 0 h 33261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434590" h="3326130">
                <a:moveTo>
                  <a:pt x="0" y="3326130"/>
                </a:moveTo>
                <a:cubicBezTo>
                  <a:pt x="130492" y="2727007"/>
                  <a:pt x="260985" y="2127885"/>
                  <a:pt x="666750" y="1573530"/>
                </a:cubicBezTo>
                <a:cubicBezTo>
                  <a:pt x="1072515" y="1019175"/>
                  <a:pt x="1753552" y="509587"/>
                  <a:pt x="2434590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자유형: 도형 44">
            <a:extLst>
              <a:ext uri="{FF2B5EF4-FFF2-40B4-BE49-F238E27FC236}">
                <a16:creationId xmlns:a16="http://schemas.microsoft.com/office/drawing/2014/main" id="{BCAF0233-6500-CEAE-84DF-29C3A8529287}"/>
              </a:ext>
            </a:extLst>
          </p:cNvPr>
          <p:cNvSpPr/>
          <p:nvPr/>
        </p:nvSpPr>
        <p:spPr>
          <a:xfrm>
            <a:off x="7018020" y="2686745"/>
            <a:ext cx="2183130" cy="563185"/>
          </a:xfrm>
          <a:custGeom>
            <a:avLst/>
            <a:gdLst>
              <a:gd name="csX0" fmla="*/ 2183130 w 2183130"/>
              <a:gd name="csY0" fmla="*/ 563185 h 563185"/>
              <a:gd name="csX1" fmla="*/ 1169670 w 2183130"/>
              <a:gd name="csY1" fmla="*/ 41215 h 563185"/>
              <a:gd name="csX2" fmla="*/ 0 w 2183130"/>
              <a:gd name="csY2" fmla="*/ 71695 h 5631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183130" h="563185">
                <a:moveTo>
                  <a:pt x="2183130" y="563185"/>
                </a:moveTo>
                <a:cubicBezTo>
                  <a:pt x="1858327" y="343157"/>
                  <a:pt x="1533525" y="123130"/>
                  <a:pt x="1169670" y="41215"/>
                </a:cubicBezTo>
                <a:cubicBezTo>
                  <a:pt x="805815" y="-40700"/>
                  <a:pt x="402907" y="15497"/>
                  <a:pt x="0" y="71695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자유형: 도형 48">
            <a:extLst>
              <a:ext uri="{FF2B5EF4-FFF2-40B4-BE49-F238E27FC236}">
                <a16:creationId xmlns:a16="http://schemas.microsoft.com/office/drawing/2014/main" id="{D2F083C3-B1B9-CD8B-5935-07C78EA00CEB}"/>
              </a:ext>
            </a:extLst>
          </p:cNvPr>
          <p:cNvSpPr/>
          <p:nvPr/>
        </p:nvSpPr>
        <p:spPr>
          <a:xfrm>
            <a:off x="8644890" y="3249930"/>
            <a:ext cx="556260" cy="1219200"/>
          </a:xfrm>
          <a:custGeom>
            <a:avLst/>
            <a:gdLst>
              <a:gd name="csX0" fmla="*/ 556260 w 556260"/>
              <a:gd name="csY0" fmla="*/ 0 h 1219200"/>
              <a:gd name="csX1" fmla="*/ 361950 w 556260"/>
              <a:gd name="csY1" fmla="*/ 857250 h 1219200"/>
              <a:gd name="csX2" fmla="*/ 0 w 556260"/>
              <a:gd name="csY2" fmla="*/ 1219200 h 1219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56260" h="1219200">
                <a:moveTo>
                  <a:pt x="556260" y="0"/>
                </a:moveTo>
                <a:cubicBezTo>
                  <a:pt x="505460" y="327025"/>
                  <a:pt x="454660" y="654050"/>
                  <a:pt x="361950" y="857250"/>
                </a:cubicBezTo>
                <a:cubicBezTo>
                  <a:pt x="269240" y="1060450"/>
                  <a:pt x="134620" y="1139825"/>
                  <a:pt x="0" y="121920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FCB2D60E-EF8D-7CF3-DA79-7D94F9ABD28D}"/>
              </a:ext>
            </a:extLst>
          </p:cNvPr>
          <p:cNvSpPr/>
          <p:nvPr/>
        </p:nvSpPr>
        <p:spPr>
          <a:xfrm>
            <a:off x="6638831" y="1611313"/>
            <a:ext cx="1781197" cy="1217450"/>
          </a:xfrm>
          <a:prstGeom prst="roundRect">
            <a:avLst/>
          </a:prstGeom>
          <a:solidFill>
            <a:srgbClr val="7030A0">
              <a:alpha val="42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3E0EAE75-698A-710F-9BA8-6CF2006C3598}"/>
              </a:ext>
            </a:extLst>
          </p:cNvPr>
          <p:cNvSpPr/>
          <p:nvPr/>
        </p:nvSpPr>
        <p:spPr>
          <a:xfrm>
            <a:off x="8259109" y="2492031"/>
            <a:ext cx="1352945" cy="1011261"/>
          </a:xfrm>
          <a:prstGeom prst="roundRect">
            <a:avLst/>
          </a:prstGeom>
          <a:solidFill>
            <a:srgbClr val="7030A0">
              <a:alpha val="42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C554D679-84F8-447B-634A-BCA72F3C372F}"/>
              </a:ext>
            </a:extLst>
          </p:cNvPr>
          <p:cNvSpPr/>
          <p:nvPr/>
        </p:nvSpPr>
        <p:spPr>
          <a:xfrm>
            <a:off x="8858143" y="3525791"/>
            <a:ext cx="1114088" cy="1122725"/>
          </a:xfrm>
          <a:prstGeom prst="roundRect">
            <a:avLst/>
          </a:prstGeom>
          <a:solidFill>
            <a:srgbClr val="7030A0">
              <a:alpha val="42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D7A813FD-EC1F-1E13-B160-BA732FA2DAEE}"/>
              </a:ext>
            </a:extLst>
          </p:cNvPr>
          <p:cNvSpPr/>
          <p:nvPr/>
        </p:nvSpPr>
        <p:spPr>
          <a:xfrm>
            <a:off x="7743389" y="3477835"/>
            <a:ext cx="1114088" cy="951156"/>
          </a:xfrm>
          <a:prstGeom prst="roundRect">
            <a:avLst/>
          </a:prstGeom>
          <a:solidFill>
            <a:srgbClr val="7030A0">
              <a:alpha val="42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14B61C09-2F97-BDA5-6357-CABE10230FE6}"/>
              </a:ext>
            </a:extLst>
          </p:cNvPr>
          <p:cNvSpPr/>
          <p:nvPr/>
        </p:nvSpPr>
        <p:spPr>
          <a:xfrm>
            <a:off x="6657968" y="2806262"/>
            <a:ext cx="1081149" cy="1797073"/>
          </a:xfrm>
          <a:prstGeom prst="roundRect">
            <a:avLst/>
          </a:prstGeom>
          <a:solidFill>
            <a:srgbClr val="7030A0">
              <a:alpha val="42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965AAC99-8F55-8F02-7880-5FC51E5DED03}"/>
              </a:ext>
            </a:extLst>
          </p:cNvPr>
          <p:cNvSpPr/>
          <p:nvPr/>
        </p:nvSpPr>
        <p:spPr>
          <a:xfrm>
            <a:off x="9554241" y="2260958"/>
            <a:ext cx="1011668" cy="1100807"/>
          </a:xfrm>
          <a:prstGeom prst="roundRect">
            <a:avLst/>
          </a:prstGeom>
          <a:solidFill>
            <a:srgbClr val="7030A0">
              <a:alpha val="42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099BD5EF-B56F-771A-438C-F2E293783E1D}"/>
              </a:ext>
            </a:extLst>
          </p:cNvPr>
          <p:cNvSpPr/>
          <p:nvPr/>
        </p:nvSpPr>
        <p:spPr>
          <a:xfrm>
            <a:off x="7900606" y="4639133"/>
            <a:ext cx="1854023" cy="1249627"/>
          </a:xfrm>
          <a:prstGeom prst="roundRect">
            <a:avLst/>
          </a:prstGeom>
          <a:solidFill>
            <a:srgbClr val="7030A0">
              <a:alpha val="42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4A526910-FE9A-94A3-A756-ACE8007B808D}"/>
              </a:ext>
            </a:extLst>
          </p:cNvPr>
          <p:cNvSpPr/>
          <p:nvPr/>
        </p:nvSpPr>
        <p:spPr>
          <a:xfrm>
            <a:off x="7748923" y="2834613"/>
            <a:ext cx="503805" cy="643220"/>
          </a:xfrm>
          <a:prstGeom prst="roundRect">
            <a:avLst/>
          </a:prstGeom>
          <a:solidFill>
            <a:srgbClr val="7030A0">
              <a:alpha val="42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529A2A2-BA84-399E-DE60-99BE60CC7BB1}"/>
              </a:ext>
            </a:extLst>
          </p:cNvPr>
          <p:cNvSpPr/>
          <p:nvPr/>
        </p:nvSpPr>
        <p:spPr>
          <a:xfrm>
            <a:off x="10471912" y="4131492"/>
            <a:ext cx="275195" cy="3124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자유형: 도형 32">
            <a:extLst>
              <a:ext uri="{FF2B5EF4-FFF2-40B4-BE49-F238E27FC236}">
                <a16:creationId xmlns:a16="http://schemas.microsoft.com/office/drawing/2014/main" id="{97A100F1-61E8-27AD-5295-EDABD93FE44B}"/>
              </a:ext>
            </a:extLst>
          </p:cNvPr>
          <p:cNvSpPr/>
          <p:nvPr/>
        </p:nvSpPr>
        <p:spPr>
          <a:xfrm>
            <a:off x="7059930" y="4046502"/>
            <a:ext cx="3550920" cy="1257018"/>
          </a:xfrm>
          <a:custGeom>
            <a:avLst/>
            <a:gdLst>
              <a:gd name="csX0" fmla="*/ 0 w 3550920"/>
              <a:gd name="csY0" fmla="*/ 1257018 h 1257018"/>
              <a:gd name="csX1" fmla="*/ 1752600 w 3550920"/>
              <a:gd name="csY1" fmla="*/ 79728 h 1257018"/>
              <a:gd name="csX2" fmla="*/ 3550920 w 3550920"/>
              <a:gd name="csY2" fmla="*/ 201648 h 12570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550920" h="1257018">
                <a:moveTo>
                  <a:pt x="0" y="1257018"/>
                </a:moveTo>
                <a:cubicBezTo>
                  <a:pt x="580390" y="756320"/>
                  <a:pt x="1160780" y="255623"/>
                  <a:pt x="1752600" y="79728"/>
                </a:cubicBezTo>
                <a:cubicBezTo>
                  <a:pt x="2344420" y="-96167"/>
                  <a:pt x="2947670" y="52740"/>
                  <a:pt x="3550920" y="201648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42919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129212-DD0E-169E-0D0D-FECE194BA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26C3DA91-A93D-3B12-DCA5-7830E0611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지형에 따른 경로 모의</a:t>
            </a: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9E4359E9-5C62-17B6-1748-D22E9CA4B5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6F95C26-B482-0C3C-4DAA-F97C2DE7F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pPr/>
              <a:t>10/17/2026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19AD209-B719-8AD6-A794-85662D808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pPr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41573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F7EE1-9176-9C42-45A0-7BE85F040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4EBB5D-14FE-00EF-C32D-B4CB8069A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시뮬레이션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8B6C31D-E3AE-B589-2B37-517852A22D2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ko-KR" altLang="en-US" dirty="0"/>
              <a:t>변경된 지형에 따른 거주지별 가능한 경로</a:t>
            </a:r>
            <a:endParaRPr lang="en-US" altLang="ko-KR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2EE31D2-000A-1D37-B7ED-B08F05599AA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ED69643-5048-ADB2-5BFD-CB72DF6D1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10/17/2026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1C2856-056E-F2E3-BACD-49C10BCA2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2232B98C-23BA-942A-8E63-C947BB55F15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37231AA6-13C5-E682-153B-B7BACDE1B9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832" y="1611313"/>
            <a:ext cx="4320000" cy="4320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</p:pic>
      <p:sp>
        <p:nvSpPr>
          <p:cNvPr id="28" name="십자형 27">
            <a:extLst>
              <a:ext uri="{FF2B5EF4-FFF2-40B4-BE49-F238E27FC236}">
                <a16:creationId xmlns:a16="http://schemas.microsoft.com/office/drawing/2014/main" id="{A9B9BFBD-E4A4-0713-1DAF-C4B4BCA98069}"/>
              </a:ext>
            </a:extLst>
          </p:cNvPr>
          <p:cNvSpPr/>
          <p:nvPr/>
        </p:nvSpPr>
        <p:spPr>
          <a:xfrm>
            <a:off x="6681715" y="5298210"/>
            <a:ext cx="923925" cy="590550"/>
          </a:xfrm>
          <a:prstGeom prst="plus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ysClr val="windowText" lastClr="000000"/>
                </a:solidFill>
              </a:rPr>
              <a:t>본거지</a:t>
            </a:r>
            <a:br>
              <a:rPr lang="en-US" altLang="ko-KR" sz="1400" dirty="0">
                <a:solidFill>
                  <a:sysClr val="windowText" lastClr="000000"/>
                </a:solidFill>
              </a:rPr>
            </a:br>
            <a:r>
              <a:rPr lang="en-US" altLang="ko-KR" sz="1400" dirty="0">
                <a:solidFill>
                  <a:sysClr val="windowText" lastClr="000000"/>
                </a:solidFill>
              </a:rPr>
              <a:t>(</a:t>
            </a:r>
            <a:r>
              <a:rPr lang="ko-KR" altLang="en-US" sz="1400" dirty="0">
                <a:solidFill>
                  <a:sysClr val="windowText" lastClr="000000"/>
                </a:solidFill>
              </a:rPr>
              <a:t>시작점</a:t>
            </a:r>
            <a:r>
              <a:rPr lang="en-US" altLang="ko-KR" sz="1400" dirty="0">
                <a:solidFill>
                  <a:sysClr val="windowText" lastClr="000000"/>
                </a:solidFill>
              </a:rPr>
              <a:t>)</a:t>
            </a:r>
            <a:endParaRPr lang="ko-KR" altLang="en-US" sz="1400" dirty="0">
              <a:solidFill>
                <a:sysClr val="windowText" lastClr="000000"/>
              </a:solidFill>
            </a:endParaRPr>
          </a:p>
        </p:txBody>
      </p:sp>
      <p:sp>
        <p:nvSpPr>
          <p:cNvPr id="30" name="사각형: 잘린 대각선 방향 모서리 29">
            <a:extLst>
              <a:ext uri="{FF2B5EF4-FFF2-40B4-BE49-F238E27FC236}">
                <a16:creationId xmlns:a16="http://schemas.microsoft.com/office/drawing/2014/main" id="{80F513BB-8A4F-471A-BCE8-759CA3F43174}"/>
              </a:ext>
            </a:extLst>
          </p:cNvPr>
          <p:cNvSpPr/>
          <p:nvPr/>
        </p:nvSpPr>
        <p:spPr>
          <a:xfrm>
            <a:off x="6638831" y="1611314"/>
            <a:ext cx="1781197" cy="1194948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모래언덕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2353DCD2-CBEC-87FF-1593-816CFBCF72D1}"/>
              </a:ext>
            </a:extLst>
          </p:cNvPr>
          <p:cNvSpPr/>
          <p:nvPr/>
        </p:nvSpPr>
        <p:spPr>
          <a:xfrm>
            <a:off x="8296203" y="2500276"/>
            <a:ext cx="1524390" cy="1010835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숲</a:t>
            </a:r>
            <a:r>
              <a:rPr lang="en-US" altLang="ko-KR" dirty="0">
                <a:solidFill>
                  <a:sysClr val="windowText" lastClr="000000"/>
                </a:solidFill>
              </a:rPr>
              <a:t>2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474C4C61-03AB-802D-AC04-94006EB0C9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4173" y="4561645"/>
            <a:ext cx="2434865" cy="136373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</p:pic>
      <p:sp>
        <p:nvSpPr>
          <p:cNvPr id="36" name="자유형: 도형 35">
            <a:extLst>
              <a:ext uri="{FF2B5EF4-FFF2-40B4-BE49-F238E27FC236}">
                <a16:creationId xmlns:a16="http://schemas.microsoft.com/office/drawing/2014/main" id="{5C553D2F-8228-4734-EDB4-6430F3D8466B}"/>
              </a:ext>
            </a:extLst>
          </p:cNvPr>
          <p:cNvSpPr/>
          <p:nvPr/>
        </p:nvSpPr>
        <p:spPr>
          <a:xfrm>
            <a:off x="9764454" y="1615636"/>
            <a:ext cx="1164454" cy="4320000"/>
          </a:xfrm>
          <a:custGeom>
            <a:avLst/>
            <a:gdLst>
              <a:gd name="csX0" fmla="*/ 1160649 w 1164454"/>
              <a:gd name="csY0" fmla="*/ 0 h 4424944"/>
              <a:gd name="csX1" fmla="*/ 1046349 w 1164454"/>
              <a:gd name="csY1" fmla="*/ 1457325 h 4424944"/>
              <a:gd name="csX2" fmla="*/ 379599 w 1164454"/>
              <a:gd name="csY2" fmla="*/ 2519363 h 4424944"/>
              <a:gd name="csX3" fmla="*/ 31936 w 1164454"/>
              <a:gd name="csY3" fmla="*/ 4257675 h 4424944"/>
              <a:gd name="csX4" fmla="*/ 36699 w 1164454"/>
              <a:gd name="csY4" fmla="*/ 4257675 h 44249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64454" h="4424944">
                <a:moveTo>
                  <a:pt x="1160649" y="0"/>
                </a:moveTo>
                <a:cubicBezTo>
                  <a:pt x="1168586" y="518715"/>
                  <a:pt x="1176524" y="1037431"/>
                  <a:pt x="1046349" y="1457325"/>
                </a:cubicBezTo>
                <a:cubicBezTo>
                  <a:pt x="916174" y="1877219"/>
                  <a:pt x="548668" y="2052638"/>
                  <a:pt x="379599" y="2519363"/>
                </a:cubicBezTo>
                <a:cubicBezTo>
                  <a:pt x="210530" y="2986088"/>
                  <a:pt x="89086" y="3967956"/>
                  <a:pt x="31936" y="4257675"/>
                </a:cubicBezTo>
                <a:cubicBezTo>
                  <a:pt x="-25214" y="4547394"/>
                  <a:pt x="5742" y="4402534"/>
                  <a:pt x="36699" y="4257675"/>
                </a:cubicBezTo>
              </a:path>
            </a:pathLst>
          </a:custGeom>
          <a:solidFill>
            <a:schemeClr val="bg2">
              <a:lumMod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70C0"/>
              </a:solidFill>
            </a:endParaRPr>
          </a:p>
        </p:txBody>
      </p:sp>
      <p:sp>
        <p:nvSpPr>
          <p:cNvPr id="38" name="자유형: 도형 37">
            <a:extLst>
              <a:ext uri="{FF2B5EF4-FFF2-40B4-BE49-F238E27FC236}">
                <a16:creationId xmlns:a16="http://schemas.microsoft.com/office/drawing/2014/main" id="{FC341C13-2411-BA3C-050D-50A0139B5F20}"/>
              </a:ext>
            </a:extLst>
          </p:cNvPr>
          <p:cNvSpPr/>
          <p:nvPr/>
        </p:nvSpPr>
        <p:spPr>
          <a:xfrm>
            <a:off x="9529690" y="1615637"/>
            <a:ext cx="1217417" cy="3790950"/>
          </a:xfrm>
          <a:custGeom>
            <a:avLst/>
            <a:gdLst>
              <a:gd name="csX0" fmla="*/ 1160649 w 1164454"/>
              <a:gd name="csY0" fmla="*/ 0 h 4424944"/>
              <a:gd name="csX1" fmla="*/ 1046349 w 1164454"/>
              <a:gd name="csY1" fmla="*/ 1457325 h 4424944"/>
              <a:gd name="csX2" fmla="*/ 379599 w 1164454"/>
              <a:gd name="csY2" fmla="*/ 2519363 h 4424944"/>
              <a:gd name="csX3" fmla="*/ 31936 w 1164454"/>
              <a:gd name="csY3" fmla="*/ 4257675 h 4424944"/>
              <a:gd name="csX4" fmla="*/ 36699 w 1164454"/>
              <a:gd name="csY4" fmla="*/ 4257675 h 44249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64454" h="4424944">
                <a:moveTo>
                  <a:pt x="1160649" y="0"/>
                </a:moveTo>
                <a:cubicBezTo>
                  <a:pt x="1168586" y="518715"/>
                  <a:pt x="1176524" y="1037431"/>
                  <a:pt x="1046349" y="1457325"/>
                </a:cubicBezTo>
                <a:cubicBezTo>
                  <a:pt x="916174" y="1877219"/>
                  <a:pt x="548668" y="2052638"/>
                  <a:pt x="379599" y="2519363"/>
                </a:cubicBezTo>
                <a:cubicBezTo>
                  <a:pt x="210530" y="2986088"/>
                  <a:pt x="89086" y="3967956"/>
                  <a:pt x="31936" y="4257675"/>
                </a:cubicBezTo>
                <a:cubicBezTo>
                  <a:pt x="-25214" y="4547394"/>
                  <a:pt x="5742" y="4402534"/>
                  <a:pt x="36699" y="4257675"/>
                </a:cubicBezTo>
              </a:path>
            </a:pathLst>
          </a:custGeom>
          <a:solidFill>
            <a:schemeClr val="bg2">
              <a:lumMod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70C0"/>
              </a:solidFill>
            </a:endParaRPr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8CDECF1B-F9F9-9617-E51C-2C24FAB300AE}"/>
              </a:ext>
            </a:extLst>
          </p:cNvPr>
          <p:cNvSpPr/>
          <p:nvPr/>
        </p:nvSpPr>
        <p:spPr>
          <a:xfrm>
            <a:off x="9441049" y="2406212"/>
            <a:ext cx="1192728" cy="800100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늪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9347971B-BB67-DE33-6FCE-41F8C9457011}"/>
              </a:ext>
            </a:extLst>
          </p:cNvPr>
          <p:cNvSpPr/>
          <p:nvPr/>
        </p:nvSpPr>
        <p:spPr>
          <a:xfrm>
            <a:off x="6644284" y="3542827"/>
            <a:ext cx="1361405" cy="1082709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숲</a:t>
            </a:r>
            <a:r>
              <a:rPr lang="en-US" altLang="ko-KR" dirty="0">
                <a:solidFill>
                  <a:sysClr val="windowText" lastClr="000000"/>
                </a:solidFill>
              </a:rPr>
              <a:t>1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47B228D-1968-3E36-217D-1B779D854A12}"/>
              </a:ext>
            </a:extLst>
          </p:cNvPr>
          <p:cNvSpPr txBox="1"/>
          <p:nvPr/>
        </p:nvSpPr>
        <p:spPr>
          <a:xfrm>
            <a:off x="9744911" y="3423801"/>
            <a:ext cx="1025912" cy="30777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>
                <a:solidFill>
                  <a:srgbClr val="0070C0"/>
                </a:solidFill>
              </a:rPr>
              <a:t>강</a:t>
            </a:r>
            <a:endParaRPr lang="ko-KR" altLang="en-US" sz="1400" b="1" dirty="0">
              <a:solidFill>
                <a:srgbClr val="0070C0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32CE0F2-AFDC-B791-66A4-028AE5B9CCF1}"/>
              </a:ext>
            </a:extLst>
          </p:cNvPr>
          <p:cNvSpPr txBox="1"/>
          <p:nvPr/>
        </p:nvSpPr>
        <p:spPr>
          <a:xfrm>
            <a:off x="8244772" y="5024168"/>
            <a:ext cx="1025912" cy="33855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>
                <a:solidFill>
                  <a:sysClr val="windowText" lastClr="000000"/>
                </a:solidFill>
              </a:rPr>
              <a:t>산</a:t>
            </a:r>
            <a:endParaRPr lang="ko-KR" altLang="en-US" sz="1600" b="1" dirty="0">
              <a:solidFill>
                <a:sysClr val="windowText" lastClr="000000"/>
              </a:solidFill>
            </a:endParaRPr>
          </a:p>
        </p:txBody>
      </p:sp>
      <p:sp>
        <p:nvSpPr>
          <p:cNvPr id="48" name="이등변 삼각형 47">
            <a:extLst>
              <a:ext uri="{FF2B5EF4-FFF2-40B4-BE49-F238E27FC236}">
                <a16:creationId xmlns:a16="http://schemas.microsoft.com/office/drawing/2014/main" id="{EF57B8D2-9B8B-54E3-A712-D6F751F7718D}"/>
              </a:ext>
            </a:extLst>
          </p:cNvPr>
          <p:cNvSpPr/>
          <p:nvPr/>
        </p:nvSpPr>
        <p:spPr>
          <a:xfrm>
            <a:off x="9384434" y="1761774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50" name="이등변 삼각형 49">
            <a:extLst>
              <a:ext uri="{FF2B5EF4-FFF2-40B4-BE49-F238E27FC236}">
                <a16:creationId xmlns:a16="http://schemas.microsoft.com/office/drawing/2014/main" id="{31B2898A-1F21-271B-FE09-E6630586BC89}"/>
              </a:ext>
            </a:extLst>
          </p:cNvPr>
          <p:cNvSpPr/>
          <p:nvPr/>
        </p:nvSpPr>
        <p:spPr>
          <a:xfrm>
            <a:off x="7764988" y="5202960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52" name="이등변 삼각형 51">
            <a:extLst>
              <a:ext uri="{FF2B5EF4-FFF2-40B4-BE49-F238E27FC236}">
                <a16:creationId xmlns:a16="http://schemas.microsoft.com/office/drawing/2014/main" id="{4502208C-821E-5F1B-2981-22BE1265EDE8}"/>
              </a:ext>
            </a:extLst>
          </p:cNvPr>
          <p:cNvSpPr/>
          <p:nvPr/>
        </p:nvSpPr>
        <p:spPr>
          <a:xfrm>
            <a:off x="9890665" y="5552549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54" name="이등변 삼각형 53">
            <a:extLst>
              <a:ext uri="{FF2B5EF4-FFF2-40B4-BE49-F238E27FC236}">
                <a16:creationId xmlns:a16="http://schemas.microsoft.com/office/drawing/2014/main" id="{70FB8B01-68C5-EA9B-09AA-C461FFD068EA}"/>
              </a:ext>
            </a:extLst>
          </p:cNvPr>
          <p:cNvSpPr/>
          <p:nvPr/>
        </p:nvSpPr>
        <p:spPr>
          <a:xfrm>
            <a:off x="7034474" y="3529230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56" name="이등변 삼각형 55">
            <a:extLst>
              <a:ext uri="{FF2B5EF4-FFF2-40B4-BE49-F238E27FC236}">
                <a16:creationId xmlns:a16="http://schemas.microsoft.com/office/drawing/2014/main" id="{F082C1FC-0CD7-B97D-DE33-2D79A7A1A6EF}"/>
              </a:ext>
            </a:extLst>
          </p:cNvPr>
          <p:cNvSpPr/>
          <p:nvPr/>
        </p:nvSpPr>
        <p:spPr>
          <a:xfrm>
            <a:off x="9499766" y="3928427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58" name="평행 사변형 57">
            <a:extLst>
              <a:ext uri="{FF2B5EF4-FFF2-40B4-BE49-F238E27FC236}">
                <a16:creationId xmlns:a16="http://schemas.microsoft.com/office/drawing/2014/main" id="{F395E89E-F92A-A519-A2C1-123103F43263}"/>
              </a:ext>
            </a:extLst>
          </p:cNvPr>
          <p:cNvSpPr/>
          <p:nvPr/>
        </p:nvSpPr>
        <p:spPr>
          <a:xfrm>
            <a:off x="8688389" y="3511109"/>
            <a:ext cx="850656" cy="1240767"/>
          </a:xfrm>
          <a:prstGeom prst="parallelogram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돌밭</a:t>
            </a:r>
          </a:p>
        </p:txBody>
      </p:sp>
      <p:sp>
        <p:nvSpPr>
          <p:cNvPr id="60" name="십자형 59">
            <a:extLst>
              <a:ext uri="{FF2B5EF4-FFF2-40B4-BE49-F238E27FC236}">
                <a16:creationId xmlns:a16="http://schemas.microsoft.com/office/drawing/2014/main" id="{E4D0E1F7-4510-44F2-C549-5345126FB1DD}"/>
              </a:ext>
            </a:extLst>
          </p:cNvPr>
          <p:cNvSpPr/>
          <p:nvPr/>
        </p:nvSpPr>
        <p:spPr>
          <a:xfrm>
            <a:off x="8038064" y="4194141"/>
            <a:ext cx="561073" cy="438586"/>
          </a:xfrm>
          <a:prstGeom prst="plus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ysClr val="windowText" lastClr="000000"/>
                </a:solidFill>
              </a:rPr>
              <a:t>중간기지</a:t>
            </a:r>
          </a:p>
        </p:txBody>
      </p:sp>
      <p:graphicFrame>
        <p:nvGraphicFramePr>
          <p:cNvPr id="62" name="내용 개체 틀 11">
            <a:extLst>
              <a:ext uri="{FF2B5EF4-FFF2-40B4-BE49-F238E27FC236}">
                <a16:creationId xmlns:a16="http://schemas.microsoft.com/office/drawing/2014/main" id="{EC798695-229A-89F2-891C-0AB4D9ABB9A1}"/>
              </a:ext>
            </a:extLst>
          </p:cNvPr>
          <p:cNvGraphicFramePr>
            <a:graphicFrameLocks/>
          </p:cNvGraphicFramePr>
          <p:nvPr/>
        </p:nvGraphicFramePr>
        <p:xfrm>
          <a:off x="6650664" y="1615635"/>
          <a:ext cx="4308168" cy="430974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8028">
                  <a:extLst>
                    <a:ext uri="{9D8B030D-6E8A-4147-A177-3AD203B41FA5}">
                      <a16:colId xmlns:a16="http://schemas.microsoft.com/office/drawing/2014/main" val="1418070404"/>
                    </a:ext>
                  </a:extLst>
                </a:gridCol>
                <a:gridCol w="718028">
                  <a:extLst>
                    <a:ext uri="{9D8B030D-6E8A-4147-A177-3AD203B41FA5}">
                      <a16:colId xmlns:a16="http://schemas.microsoft.com/office/drawing/2014/main" val="4189832869"/>
                    </a:ext>
                  </a:extLst>
                </a:gridCol>
                <a:gridCol w="718028">
                  <a:extLst>
                    <a:ext uri="{9D8B030D-6E8A-4147-A177-3AD203B41FA5}">
                      <a16:colId xmlns:a16="http://schemas.microsoft.com/office/drawing/2014/main" val="957261908"/>
                    </a:ext>
                  </a:extLst>
                </a:gridCol>
                <a:gridCol w="718028">
                  <a:extLst>
                    <a:ext uri="{9D8B030D-6E8A-4147-A177-3AD203B41FA5}">
                      <a16:colId xmlns:a16="http://schemas.microsoft.com/office/drawing/2014/main" val="3261963003"/>
                    </a:ext>
                  </a:extLst>
                </a:gridCol>
                <a:gridCol w="718028">
                  <a:extLst>
                    <a:ext uri="{9D8B030D-6E8A-4147-A177-3AD203B41FA5}">
                      <a16:colId xmlns:a16="http://schemas.microsoft.com/office/drawing/2014/main" val="1747135887"/>
                    </a:ext>
                  </a:extLst>
                </a:gridCol>
                <a:gridCol w="718028">
                  <a:extLst>
                    <a:ext uri="{9D8B030D-6E8A-4147-A177-3AD203B41FA5}">
                      <a16:colId xmlns:a16="http://schemas.microsoft.com/office/drawing/2014/main" val="3197742941"/>
                    </a:ext>
                  </a:extLst>
                </a:gridCol>
              </a:tblGrid>
              <a:tr h="71829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494038"/>
                  </a:ext>
                </a:extLst>
              </a:tr>
              <a:tr h="71829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5206945"/>
                  </a:ext>
                </a:extLst>
              </a:tr>
              <a:tr h="71829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3630104"/>
                  </a:ext>
                </a:extLst>
              </a:tr>
              <a:tr h="71829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7582915"/>
                  </a:ext>
                </a:extLst>
              </a:tr>
              <a:tr h="71829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1941463"/>
                  </a:ext>
                </a:extLst>
              </a:tr>
              <a:tr h="71829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1201330"/>
                  </a:ext>
                </a:extLst>
              </a:tr>
            </a:tbl>
          </a:graphicData>
        </a:graphic>
      </p:graphicFrame>
      <p:sp>
        <p:nvSpPr>
          <p:cNvPr id="27" name="직사각형 26">
            <a:extLst>
              <a:ext uri="{FF2B5EF4-FFF2-40B4-BE49-F238E27FC236}">
                <a16:creationId xmlns:a16="http://schemas.microsoft.com/office/drawing/2014/main" id="{2EA995F1-88A2-E3CF-6D7B-CB9BE96F90A1}"/>
              </a:ext>
            </a:extLst>
          </p:cNvPr>
          <p:cNvSpPr/>
          <p:nvPr/>
        </p:nvSpPr>
        <p:spPr>
          <a:xfrm>
            <a:off x="9378320" y="1764030"/>
            <a:ext cx="275195" cy="3124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F1AB4807-3CB9-CB6C-FD66-3CA7A6782C46}"/>
              </a:ext>
            </a:extLst>
          </p:cNvPr>
          <p:cNvSpPr/>
          <p:nvPr/>
        </p:nvSpPr>
        <p:spPr>
          <a:xfrm>
            <a:off x="8496806" y="4328552"/>
            <a:ext cx="275195" cy="3124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32BA28EC-3AEC-2198-9855-0F792F357E22}"/>
              </a:ext>
            </a:extLst>
          </p:cNvPr>
          <p:cNvSpPr/>
          <p:nvPr/>
        </p:nvSpPr>
        <p:spPr>
          <a:xfrm>
            <a:off x="6911346" y="2644274"/>
            <a:ext cx="275195" cy="3124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더하기 기호 24">
            <a:extLst>
              <a:ext uri="{FF2B5EF4-FFF2-40B4-BE49-F238E27FC236}">
                <a16:creationId xmlns:a16="http://schemas.microsoft.com/office/drawing/2014/main" id="{A0B18FB1-548C-A452-57AB-2C8FAE263E66}"/>
              </a:ext>
            </a:extLst>
          </p:cNvPr>
          <p:cNvSpPr/>
          <p:nvPr/>
        </p:nvSpPr>
        <p:spPr>
          <a:xfrm>
            <a:off x="8872715" y="2982994"/>
            <a:ext cx="749043" cy="519738"/>
          </a:xfrm>
          <a:prstGeom prst="mathPlus">
            <a:avLst>
              <a:gd name="adj1" fmla="val 51312"/>
            </a:avLst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268D5C0C-6ED2-88F7-697D-CF32626E5E6F}"/>
              </a:ext>
            </a:extLst>
          </p:cNvPr>
          <p:cNvSpPr/>
          <p:nvPr/>
        </p:nvSpPr>
        <p:spPr>
          <a:xfrm>
            <a:off x="6638831" y="1611313"/>
            <a:ext cx="1781197" cy="1217450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FCE0037A-5FD1-6323-A53D-FE4D4EA121C0}"/>
              </a:ext>
            </a:extLst>
          </p:cNvPr>
          <p:cNvSpPr/>
          <p:nvPr/>
        </p:nvSpPr>
        <p:spPr>
          <a:xfrm>
            <a:off x="8259109" y="2492031"/>
            <a:ext cx="1352945" cy="1011261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072AA95C-E953-6C0A-98B2-9F7A904B9638}"/>
              </a:ext>
            </a:extLst>
          </p:cNvPr>
          <p:cNvSpPr/>
          <p:nvPr/>
        </p:nvSpPr>
        <p:spPr>
          <a:xfrm>
            <a:off x="8858143" y="3525791"/>
            <a:ext cx="1114088" cy="1122725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6F8FDE27-505C-B2EF-BDCF-C8FFE03ECC30}"/>
              </a:ext>
            </a:extLst>
          </p:cNvPr>
          <p:cNvSpPr/>
          <p:nvPr/>
        </p:nvSpPr>
        <p:spPr>
          <a:xfrm>
            <a:off x="7743389" y="3477835"/>
            <a:ext cx="1114088" cy="951156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CED717DA-DA42-3DC4-EFB6-DCD47086F47F}"/>
              </a:ext>
            </a:extLst>
          </p:cNvPr>
          <p:cNvSpPr/>
          <p:nvPr/>
        </p:nvSpPr>
        <p:spPr>
          <a:xfrm>
            <a:off x="6657968" y="2806262"/>
            <a:ext cx="1081149" cy="1797073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6A5BB27B-FEAC-EF44-6241-E14C48C9BCF3}"/>
              </a:ext>
            </a:extLst>
          </p:cNvPr>
          <p:cNvSpPr/>
          <p:nvPr/>
        </p:nvSpPr>
        <p:spPr>
          <a:xfrm>
            <a:off x="9554241" y="2260958"/>
            <a:ext cx="1011668" cy="1100807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EE36CA5F-5FE3-CE40-09CF-654D3BF8E990}"/>
              </a:ext>
            </a:extLst>
          </p:cNvPr>
          <p:cNvSpPr/>
          <p:nvPr/>
        </p:nvSpPr>
        <p:spPr>
          <a:xfrm>
            <a:off x="7900606" y="4639133"/>
            <a:ext cx="1854023" cy="1249627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14155F05-6672-B3E2-2F24-BD2FCDED1C88}"/>
              </a:ext>
            </a:extLst>
          </p:cNvPr>
          <p:cNvSpPr/>
          <p:nvPr/>
        </p:nvSpPr>
        <p:spPr>
          <a:xfrm>
            <a:off x="7748923" y="2834613"/>
            <a:ext cx="503805" cy="643220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4">
            <p14:nvContentPartPr>
              <p14:cNvPr id="37" name="잉크 36">
                <a:extLst>
                  <a:ext uri="{FF2B5EF4-FFF2-40B4-BE49-F238E27FC236}">
                    <a16:creationId xmlns:a16="http://schemas.microsoft.com/office/drawing/2014/main" id="{F2D2E890-F503-81AB-93E1-913A8F8358FE}"/>
                  </a:ext>
                </a:extLst>
              </p14:cNvPr>
              <p14:cNvContentPartPr/>
              <p14:nvPr/>
            </p14:nvContentPartPr>
            <p14:xfrm>
              <a:off x="7071953" y="2821305"/>
              <a:ext cx="2153160" cy="360360"/>
            </p14:xfrm>
          </p:contentPart>
        </mc:Choice>
        <mc:Fallback>
          <p:pic>
            <p:nvPicPr>
              <p:cNvPr id="37" name="잉크 36">
                <a:extLst>
                  <a:ext uri="{FF2B5EF4-FFF2-40B4-BE49-F238E27FC236}">
                    <a16:creationId xmlns:a16="http://schemas.microsoft.com/office/drawing/2014/main" id="{F2D2E890-F503-81AB-93E1-913A8F8358F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053953" y="2803665"/>
                <a:ext cx="2188800" cy="39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53" name="그룹 52">
            <a:extLst>
              <a:ext uri="{FF2B5EF4-FFF2-40B4-BE49-F238E27FC236}">
                <a16:creationId xmlns:a16="http://schemas.microsoft.com/office/drawing/2014/main" id="{3F8BDCAE-866F-590E-F42F-8BCA1962BD76}"/>
              </a:ext>
            </a:extLst>
          </p:cNvPr>
          <p:cNvGrpSpPr/>
          <p:nvPr/>
        </p:nvGrpSpPr>
        <p:grpSpPr>
          <a:xfrm>
            <a:off x="7073753" y="2331518"/>
            <a:ext cx="2146680" cy="797587"/>
            <a:chOff x="7073753" y="2331518"/>
            <a:chExt cx="2146680" cy="797587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6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FEA8D83B-9B2F-1351-7F2D-2E9DBD93F035}"/>
                    </a:ext>
                  </a:extLst>
                </p14:cNvPr>
                <p14:cNvContentPartPr/>
                <p14:nvPr/>
              </p14:nvContentPartPr>
              <p14:xfrm>
                <a:off x="7105793" y="2635545"/>
                <a:ext cx="2114640" cy="493560"/>
              </p14:xfrm>
            </p:contentPart>
          </mc:Choice>
          <mc:Fallback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FEA8D83B-9B2F-1351-7F2D-2E9DBD93F03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087793" y="2617905"/>
                  <a:ext cx="2150280" cy="52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8">
              <p14:nvContentPartPr>
                <p14:cNvPr id="33" name="잉크 32">
                  <a:extLst>
                    <a:ext uri="{FF2B5EF4-FFF2-40B4-BE49-F238E27FC236}">
                      <a16:creationId xmlns:a16="http://schemas.microsoft.com/office/drawing/2014/main" id="{8DC9FB7C-4348-ED6C-1ACD-CA4D56C43240}"/>
                    </a:ext>
                  </a:extLst>
                </p14:cNvPr>
                <p14:cNvContentPartPr/>
                <p14:nvPr/>
              </p14:nvContentPartPr>
              <p14:xfrm>
                <a:off x="7073753" y="2631225"/>
                <a:ext cx="165240" cy="202320"/>
              </p14:xfrm>
            </p:contentPart>
          </mc:Choice>
          <mc:Fallback>
            <p:pic>
              <p:nvPicPr>
                <p:cNvPr id="33" name="잉크 32">
                  <a:extLst>
                    <a:ext uri="{FF2B5EF4-FFF2-40B4-BE49-F238E27FC236}">
                      <a16:creationId xmlns:a16="http://schemas.microsoft.com/office/drawing/2014/main" id="{8DC9FB7C-4348-ED6C-1ACD-CA4D56C4324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056113" y="2613225"/>
                  <a:ext cx="20088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0">
              <p14:nvContentPartPr>
                <p14:cNvPr id="51" name="잉크 50">
                  <a:extLst>
                    <a:ext uri="{FF2B5EF4-FFF2-40B4-BE49-F238E27FC236}">
                      <a16:creationId xmlns:a16="http://schemas.microsoft.com/office/drawing/2014/main" id="{80EEA175-468A-5F10-DE05-F29FAE551AFA}"/>
                    </a:ext>
                  </a:extLst>
                </p14:cNvPr>
                <p14:cNvContentPartPr/>
                <p14:nvPr/>
              </p14:nvContentPartPr>
              <p14:xfrm>
                <a:off x="8019453" y="2331518"/>
                <a:ext cx="186480" cy="220320"/>
              </p14:xfrm>
            </p:contentPart>
          </mc:Choice>
          <mc:Fallback>
            <p:pic>
              <p:nvPicPr>
                <p:cNvPr id="51" name="잉크 50">
                  <a:extLst>
                    <a:ext uri="{FF2B5EF4-FFF2-40B4-BE49-F238E27FC236}">
                      <a16:creationId xmlns:a16="http://schemas.microsoft.com/office/drawing/2014/main" id="{80EEA175-468A-5F10-DE05-F29FAE551AF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001813" y="2313518"/>
                  <a:ext cx="222120" cy="255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12">
            <p14:nvContentPartPr>
              <p14:cNvPr id="61" name="잉크 60">
                <a:extLst>
                  <a:ext uri="{FF2B5EF4-FFF2-40B4-BE49-F238E27FC236}">
                    <a16:creationId xmlns:a16="http://schemas.microsoft.com/office/drawing/2014/main" id="{28E7DC66-F586-7991-9327-465FA580D78A}"/>
                  </a:ext>
                </a:extLst>
              </p14:cNvPr>
              <p14:cNvContentPartPr/>
              <p14:nvPr/>
            </p14:nvContentPartPr>
            <p14:xfrm>
              <a:off x="7520853" y="3152318"/>
              <a:ext cx="138240" cy="142200"/>
            </p14:xfrm>
          </p:contentPart>
        </mc:Choice>
        <mc:Fallback>
          <p:pic>
            <p:nvPicPr>
              <p:cNvPr id="61" name="잉크 60">
                <a:extLst>
                  <a:ext uri="{FF2B5EF4-FFF2-40B4-BE49-F238E27FC236}">
                    <a16:creationId xmlns:a16="http://schemas.microsoft.com/office/drawing/2014/main" id="{28E7DC66-F586-7991-9327-465FA580D78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502853" y="3134318"/>
                <a:ext cx="173880" cy="17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14">
            <p14:nvContentPartPr>
              <p14:cNvPr id="63" name="잉크 62">
                <a:extLst>
                  <a:ext uri="{FF2B5EF4-FFF2-40B4-BE49-F238E27FC236}">
                    <a16:creationId xmlns:a16="http://schemas.microsoft.com/office/drawing/2014/main" id="{DBA7A9B6-534D-BAD4-E2ED-26942DFA6261}"/>
                  </a:ext>
                </a:extLst>
              </p14:cNvPr>
              <p14:cNvContentPartPr/>
              <p14:nvPr/>
            </p14:nvContentPartPr>
            <p14:xfrm>
              <a:off x="7449933" y="3085358"/>
              <a:ext cx="296280" cy="315720"/>
            </p14:xfrm>
          </p:contentPart>
        </mc:Choice>
        <mc:Fallback>
          <p:pic>
            <p:nvPicPr>
              <p:cNvPr id="63" name="잉크 62">
                <a:extLst>
                  <a:ext uri="{FF2B5EF4-FFF2-40B4-BE49-F238E27FC236}">
                    <a16:creationId xmlns:a16="http://schemas.microsoft.com/office/drawing/2014/main" id="{DBA7A9B6-534D-BAD4-E2ED-26942DFA6261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431933" y="3067718"/>
                <a:ext cx="331920" cy="35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16">
            <p14:nvContentPartPr>
              <p14:cNvPr id="64" name="잉크 63">
                <a:extLst>
                  <a:ext uri="{FF2B5EF4-FFF2-40B4-BE49-F238E27FC236}">
                    <a16:creationId xmlns:a16="http://schemas.microsoft.com/office/drawing/2014/main" id="{C7811DF3-C98F-7390-6F81-21BB0096C1A5}"/>
                  </a:ext>
                </a:extLst>
              </p14:cNvPr>
              <p14:cNvContentPartPr/>
              <p14:nvPr/>
            </p14:nvContentPartPr>
            <p14:xfrm>
              <a:off x="8471253" y="3279758"/>
              <a:ext cx="688680" cy="1039680"/>
            </p14:xfrm>
          </p:contentPart>
        </mc:Choice>
        <mc:Fallback>
          <p:pic>
            <p:nvPicPr>
              <p:cNvPr id="64" name="잉크 63">
                <a:extLst>
                  <a:ext uri="{FF2B5EF4-FFF2-40B4-BE49-F238E27FC236}">
                    <a16:creationId xmlns:a16="http://schemas.microsoft.com/office/drawing/2014/main" id="{C7811DF3-C98F-7390-6F81-21BB0096C1A5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453613" y="3261758"/>
                <a:ext cx="724320" cy="107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18">
            <p14:nvContentPartPr>
              <p14:cNvPr id="65" name="잉크 64">
                <a:extLst>
                  <a:ext uri="{FF2B5EF4-FFF2-40B4-BE49-F238E27FC236}">
                    <a16:creationId xmlns:a16="http://schemas.microsoft.com/office/drawing/2014/main" id="{CE3F46B0-F100-AE66-7972-0AC369C2D438}"/>
                  </a:ext>
                </a:extLst>
              </p14:cNvPr>
              <p14:cNvContentPartPr/>
              <p14:nvPr/>
            </p14:nvContentPartPr>
            <p14:xfrm>
              <a:off x="8664213" y="3290558"/>
              <a:ext cx="519840" cy="1108800"/>
            </p14:xfrm>
          </p:contentPart>
        </mc:Choice>
        <mc:Fallback>
          <p:pic>
            <p:nvPicPr>
              <p:cNvPr id="65" name="잉크 64">
                <a:extLst>
                  <a:ext uri="{FF2B5EF4-FFF2-40B4-BE49-F238E27FC236}">
                    <a16:creationId xmlns:a16="http://schemas.microsoft.com/office/drawing/2014/main" id="{CE3F46B0-F100-AE66-7972-0AC369C2D438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646213" y="3272918"/>
                <a:ext cx="555480" cy="114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20">
            <p14:nvContentPartPr>
              <p14:cNvPr id="67" name="잉크 66">
                <a:extLst>
                  <a:ext uri="{FF2B5EF4-FFF2-40B4-BE49-F238E27FC236}">
                    <a16:creationId xmlns:a16="http://schemas.microsoft.com/office/drawing/2014/main" id="{320BE1B2-4263-CBA1-22D0-D5D813E7122F}"/>
                  </a:ext>
                </a:extLst>
              </p14:cNvPr>
              <p14:cNvContentPartPr/>
              <p14:nvPr/>
            </p14:nvContentPartPr>
            <p14:xfrm>
              <a:off x="8478813" y="3524198"/>
              <a:ext cx="16200" cy="227520"/>
            </p14:xfrm>
          </p:contentPart>
        </mc:Choice>
        <mc:Fallback>
          <p:pic>
            <p:nvPicPr>
              <p:cNvPr id="67" name="잉크 66">
                <a:extLst>
                  <a:ext uri="{FF2B5EF4-FFF2-40B4-BE49-F238E27FC236}">
                    <a16:creationId xmlns:a16="http://schemas.microsoft.com/office/drawing/2014/main" id="{320BE1B2-4263-CBA1-22D0-D5D813E7122F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460813" y="3506198"/>
                <a:ext cx="51840" cy="263160"/>
              </a:xfrm>
              <a:prstGeom prst="rect">
                <a:avLst/>
              </a:prstGeom>
            </p:spPr>
          </p:pic>
        </mc:Fallback>
      </mc:AlternateContent>
      <p:grpSp>
        <p:nvGrpSpPr>
          <p:cNvPr id="74" name="그룹 73">
            <a:extLst>
              <a:ext uri="{FF2B5EF4-FFF2-40B4-BE49-F238E27FC236}">
                <a16:creationId xmlns:a16="http://schemas.microsoft.com/office/drawing/2014/main" id="{7415E8E9-2521-054D-63F4-B0676B4E4AAB}"/>
              </a:ext>
            </a:extLst>
          </p:cNvPr>
          <p:cNvGrpSpPr/>
          <p:nvPr/>
        </p:nvGrpSpPr>
        <p:grpSpPr>
          <a:xfrm>
            <a:off x="8334093" y="3509438"/>
            <a:ext cx="1085040" cy="550440"/>
            <a:chOff x="8334093" y="3509438"/>
            <a:chExt cx="1085040" cy="55044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2">
              <p14:nvContentPartPr>
                <p14:cNvPr id="70" name="잉크 69">
                  <a:extLst>
                    <a:ext uri="{FF2B5EF4-FFF2-40B4-BE49-F238E27FC236}">
                      <a16:creationId xmlns:a16="http://schemas.microsoft.com/office/drawing/2014/main" id="{C863C862-0EB5-39CE-8C96-A0BE5D980D79}"/>
                    </a:ext>
                  </a:extLst>
                </p14:cNvPr>
                <p14:cNvContentPartPr/>
                <p14:nvPr/>
              </p14:nvContentPartPr>
              <p14:xfrm>
                <a:off x="8334093" y="3509438"/>
                <a:ext cx="273600" cy="262800"/>
              </p14:xfrm>
            </p:contentPart>
          </mc:Choice>
          <mc:Fallback>
            <p:pic>
              <p:nvPicPr>
                <p:cNvPr id="70" name="잉크 69">
                  <a:extLst>
                    <a:ext uri="{FF2B5EF4-FFF2-40B4-BE49-F238E27FC236}">
                      <a16:creationId xmlns:a16="http://schemas.microsoft.com/office/drawing/2014/main" id="{C863C862-0EB5-39CE-8C96-A0BE5D980D7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316453" y="3491438"/>
                  <a:ext cx="30924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4">
              <p14:nvContentPartPr>
                <p14:cNvPr id="71" name="잉크 70">
                  <a:extLst>
                    <a:ext uri="{FF2B5EF4-FFF2-40B4-BE49-F238E27FC236}">
                      <a16:creationId xmlns:a16="http://schemas.microsoft.com/office/drawing/2014/main" id="{DBA88A02-BEDA-F598-2CBC-8187E9EC01ED}"/>
                    </a:ext>
                  </a:extLst>
                </p14:cNvPr>
                <p14:cNvContentPartPr/>
                <p14:nvPr/>
              </p14:nvContentPartPr>
              <p14:xfrm>
                <a:off x="9159213" y="3753878"/>
                <a:ext cx="171000" cy="198000"/>
              </p14:xfrm>
            </p:contentPart>
          </mc:Choice>
          <mc:Fallback>
            <p:pic>
              <p:nvPicPr>
                <p:cNvPr id="71" name="잉크 70">
                  <a:extLst>
                    <a:ext uri="{FF2B5EF4-FFF2-40B4-BE49-F238E27FC236}">
                      <a16:creationId xmlns:a16="http://schemas.microsoft.com/office/drawing/2014/main" id="{DBA88A02-BEDA-F598-2CBC-8187E9EC01E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141573" y="3735878"/>
                  <a:ext cx="20664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6">
              <p14:nvContentPartPr>
                <p14:cNvPr id="73" name="잉크 72">
                  <a:extLst>
                    <a:ext uri="{FF2B5EF4-FFF2-40B4-BE49-F238E27FC236}">
                      <a16:creationId xmlns:a16="http://schemas.microsoft.com/office/drawing/2014/main" id="{E40B55B4-429C-DE63-FC7A-2E83AFA6E49A}"/>
                    </a:ext>
                  </a:extLst>
                </p14:cNvPr>
                <p14:cNvContentPartPr/>
                <p14:nvPr/>
              </p14:nvContentPartPr>
              <p14:xfrm>
                <a:off x="9045093" y="3649478"/>
                <a:ext cx="374040" cy="410400"/>
              </p14:xfrm>
            </p:contentPart>
          </mc:Choice>
          <mc:Fallback>
            <p:pic>
              <p:nvPicPr>
                <p:cNvPr id="73" name="잉크 72">
                  <a:extLst>
                    <a:ext uri="{FF2B5EF4-FFF2-40B4-BE49-F238E27FC236}">
                      <a16:creationId xmlns:a16="http://schemas.microsoft.com/office/drawing/2014/main" id="{E40B55B4-429C-DE63-FC7A-2E83AFA6E49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027093" y="3631478"/>
                  <a:ext cx="409680" cy="4460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C62CDC08-ED2B-3111-03C9-A1978B770A05}"/>
              </a:ext>
            </a:extLst>
          </p:cNvPr>
          <p:cNvSpPr/>
          <p:nvPr/>
        </p:nvSpPr>
        <p:spPr>
          <a:xfrm>
            <a:off x="10471912" y="4131492"/>
            <a:ext cx="275195" cy="3124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1472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BF828-BAC6-B97B-C317-148F3C135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512E18-ABCC-26B5-309D-7A8DB635E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시뮬레이션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A1C1F76-60CB-1E6F-CDBC-4D53D2497A3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ko-KR" altLang="en-US" dirty="0"/>
              <a:t>변경된 지형에 따른 거주지별 가능한 경로</a:t>
            </a:r>
            <a:endParaRPr lang="en-US" altLang="ko-KR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5F064F7-74E6-B1D4-01FD-1A7A0C063E5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618D929-9FBB-7DC9-BD4C-E638E747A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10/17/2026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D68DB86-87D5-1771-80FC-06E51A4A8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173587A2-430D-5184-A122-01F3B15F04F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768579C2-05D5-27E0-E04F-0AF331A40D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832" y="1611313"/>
            <a:ext cx="4320000" cy="4320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</p:pic>
      <p:sp>
        <p:nvSpPr>
          <p:cNvPr id="28" name="십자형 27">
            <a:extLst>
              <a:ext uri="{FF2B5EF4-FFF2-40B4-BE49-F238E27FC236}">
                <a16:creationId xmlns:a16="http://schemas.microsoft.com/office/drawing/2014/main" id="{CFDB956D-76FD-4C7C-F62E-8E03B01F0ABF}"/>
              </a:ext>
            </a:extLst>
          </p:cNvPr>
          <p:cNvSpPr/>
          <p:nvPr/>
        </p:nvSpPr>
        <p:spPr>
          <a:xfrm>
            <a:off x="6681715" y="5298210"/>
            <a:ext cx="923925" cy="590550"/>
          </a:xfrm>
          <a:prstGeom prst="plus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ysClr val="windowText" lastClr="000000"/>
                </a:solidFill>
              </a:rPr>
              <a:t>본거지</a:t>
            </a:r>
            <a:br>
              <a:rPr lang="en-US" altLang="ko-KR" sz="1400" dirty="0">
                <a:solidFill>
                  <a:sysClr val="windowText" lastClr="000000"/>
                </a:solidFill>
              </a:rPr>
            </a:br>
            <a:r>
              <a:rPr lang="en-US" altLang="ko-KR" sz="1400" dirty="0">
                <a:solidFill>
                  <a:sysClr val="windowText" lastClr="000000"/>
                </a:solidFill>
              </a:rPr>
              <a:t>(</a:t>
            </a:r>
            <a:r>
              <a:rPr lang="ko-KR" altLang="en-US" sz="1400" dirty="0">
                <a:solidFill>
                  <a:sysClr val="windowText" lastClr="000000"/>
                </a:solidFill>
              </a:rPr>
              <a:t>시작점</a:t>
            </a:r>
            <a:r>
              <a:rPr lang="en-US" altLang="ko-KR" sz="1400" dirty="0">
                <a:solidFill>
                  <a:sysClr val="windowText" lastClr="000000"/>
                </a:solidFill>
              </a:rPr>
              <a:t>)</a:t>
            </a:r>
            <a:endParaRPr lang="ko-KR" altLang="en-US" sz="1400" dirty="0">
              <a:solidFill>
                <a:sysClr val="windowText" lastClr="000000"/>
              </a:solidFill>
            </a:endParaRPr>
          </a:p>
        </p:txBody>
      </p:sp>
      <p:sp>
        <p:nvSpPr>
          <p:cNvPr id="30" name="사각형: 잘린 대각선 방향 모서리 29">
            <a:extLst>
              <a:ext uri="{FF2B5EF4-FFF2-40B4-BE49-F238E27FC236}">
                <a16:creationId xmlns:a16="http://schemas.microsoft.com/office/drawing/2014/main" id="{FF17C1E0-68E7-E396-D9E5-0010D584F771}"/>
              </a:ext>
            </a:extLst>
          </p:cNvPr>
          <p:cNvSpPr/>
          <p:nvPr/>
        </p:nvSpPr>
        <p:spPr>
          <a:xfrm>
            <a:off x="6638831" y="1611314"/>
            <a:ext cx="1781197" cy="1194948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모래언덕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AC1DC853-4661-926B-9E99-C35F9929C6C0}"/>
              </a:ext>
            </a:extLst>
          </p:cNvPr>
          <p:cNvSpPr/>
          <p:nvPr/>
        </p:nvSpPr>
        <p:spPr>
          <a:xfrm>
            <a:off x="8296203" y="2500276"/>
            <a:ext cx="1524390" cy="1010835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숲</a:t>
            </a:r>
            <a:r>
              <a:rPr lang="en-US" altLang="ko-KR" dirty="0">
                <a:solidFill>
                  <a:sysClr val="windowText" lastClr="000000"/>
                </a:solidFill>
              </a:rPr>
              <a:t>2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C81F87ED-5596-0E4B-31D5-3BC3E8E51F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4173" y="4561645"/>
            <a:ext cx="2434865" cy="136373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</p:pic>
      <p:sp>
        <p:nvSpPr>
          <p:cNvPr id="36" name="자유형: 도형 35">
            <a:extLst>
              <a:ext uri="{FF2B5EF4-FFF2-40B4-BE49-F238E27FC236}">
                <a16:creationId xmlns:a16="http://schemas.microsoft.com/office/drawing/2014/main" id="{4485304F-CE61-3E1C-C13A-11EA48782585}"/>
              </a:ext>
            </a:extLst>
          </p:cNvPr>
          <p:cNvSpPr/>
          <p:nvPr/>
        </p:nvSpPr>
        <p:spPr>
          <a:xfrm>
            <a:off x="9764454" y="1615636"/>
            <a:ext cx="1164454" cy="4320000"/>
          </a:xfrm>
          <a:custGeom>
            <a:avLst/>
            <a:gdLst>
              <a:gd name="csX0" fmla="*/ 1160649 w 1164454"/>
              <a:gd name="csY0" fmla="*/ 0 h 4424944"/>
              <a:gd name="csX1" fmla="*/ 1046349 w 1164454"/>
              <a:gd name="csY1" fmla="*/ 1457325 h 4424944"/>
              <a:gd name="csX2" fmla="*/ 379599 w 1164454"/>
              <a:gd name="csY2" fmla="*/ 2519363 h 4424944"/>
              <a:gd name="csX3" fmla="*/ 31936 w 1164454"/>
              <a:gd name="csY3" fmla="*/ 4257675 h 4424944"/>
              <a:gd name="csX4" fmla="*/ 36699 w 1164454"/>
              <a:gd name="csY4" fmla="*/ 4257675 h 44249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64454" h="4424944">
                <a:moveTo>
                  <a:pt x="1160649" y="0"/>
                </a:moveTo>
                <a:cubicBezTo>
                  <a:pt x="1168586" y="518715"/>
                  <a:pt x="1176524" y="1037431"/>
                  <a:pt x="1046349" y="1457325"/>
                </a:cubicBezTo>
                <a:cubicBezTo>
                  <a:pt x="916174" y="1877219"/>
                  <a:pt x="548668" y="2052638"/>
                  <a:pt x="379599" y="2519363"/>
                </a:cubicBezTo>
                <a:cubicBezTo>
                  <a:pt x="210530" y="2986088"/>
                  <a:pt x="89086" y="3967956"/>
                  <a:pt x="31936" y="4257675"/>
                </a:cubicBezTo>
                <a:cubicBezTo>
                  <a:pt x="-25214" y="4547394"/>
                  <a:pt x="5742" y="4402534"/>
                  <a:pt x="36699" y="4257675"/>
                </a:cubicBezTo>
              </a:path>
            </a:pathLst>
          </a:custGeom>
          <a:solidFill>
            <a:schemeClr val="bg2">
              <a:lumMod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70C0"/>
              </a:solidFill>
            </a:endParaRPr>
          </a:p>
        </p:txBody>
      </p:sp>
      <p:sp>
        <p:nvSpPr>
          <p:cNvPr id="38" name="자유형: 도형 37">
            <a:extLst>
              <a:ext uri="{FF2B5EF4-FFF2-40B4-BE49-F238E27FC236}">
                <a16:creationId xmlns:a16="http://schemas.microsoft.com/office/drawing/2014/main" id="{0A3A4437-EF2A-6A56-83B1-517F80A6C8DB}"/>
              </a:ext>
            </a:extLst>
          </p:cNvPr>
          <p:cNvSpPr/>
          <p:nvPr/>
        </p:nvSpPr>
        <p:spPr>
          <a:xfrm>
            <a:off x="9529690" y="1615637"/>
            <a:ext cx="1217417" cy="3790950"/>
          </a:xfrm>
          <a:custGeom>
            <a:avLst/>
            <a:gdLst>
              <a:gd name="csX0" fmla="*/ 1160649 w 1164454"/>
              <a:gd name="csY0" fmla="*/ 0 h 4424944"/>
              <a:gd name="csX1" fmla="*/ 1046349 w 1164454"/>
              <a:gd name="csY1" fmla="*/ 1457325 h 4424944"/>
              <a:gd name="csX2" fmla="*/ 379599 w 1164454"/>
              <a:gd name="csY2" fmla="*/ 2519363 h 4424944"/>
              <a:gd name="csX3" fmla="*/ 31936 w 1164454"/>
              <a:gd name="csY3" fmla="*/ 4257675 h 4424944"/>
              <a:gd name="csX4" fmla="*/ 36699 w 1164454"/>
              <a:gd name="csY4" fmla="*/ 4257675 h 44249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64454" h="4424944">
                <a:moveTo>
                  <a:pt x="1160649" y="0"/>
                </a:moveTo>
                <a:cubicBezTo>
                  <a:pt x="1168586" y="518715"/>
                  <a:pt x="1176524" y="1037431"/>
                  <a:pt x="1046349" y="1457325"/>
                </a:cubicBezTo>
                <a:cubicBezTo>
                  <a:pt x="916174" y="1877219"/>
                  <a:pt x="548668" y="2052638"/>
                  <a:pt x="379599" y="2519363"/>
                </a:cubicBezTo>
                <a:cubicBezTo>
                  <a:pt x="210530" y="2986088"/>
                  <a:pt x="89086" y="3967956"/>
                  <a:pt x="31936" y="4257675"/>
                </a:cubicBezTo>
                <a:cubicBezTo>
                  <a:pt x="-25214" y="4547394"/>
                  <a:pt x="5742" y="4402534"/>
                  <a:pt x="36699" y="4257675"/>
                </a:cubicBezTo>
              </a:path>
            </a:pathLst>
          </a:custGeom>
          <a:solidFill>
            <a:schemeClr val="bg2">
              <a:lumMod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70C0"/>
              </a:solidFill>
            </a:endParaRPr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E2DEFFCA-6878-2D4B-CC2D-F76367C06F86}"/>
              </a:ext>
            </a:extLst>
          </p:cNvPr>
          <p:cNvSpPr/>
          <p:nvPr/>
        </p:nvSpPr>
        <p:spPr>
          <a:xfrm>
            <a:off x="9441049" y="2406212"/>
            <a:ext cx="1192728" cy="800100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늪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6BCB25D3-7786-14D2-C0F9-80D8F74A03E6}"/>
              </a:ext>
            </a:extLst>
          </p:cNvPr>
          <p:cNvSpPr/>
          <p:nvPr/>
        </p:nvSpPr>
        <p:spPr>
          <a:xfrm>
            <a:off x="6644284" y="3542827"/>
            <a:ext cx="1361405" cy="1082709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숲</a:t>
            </a:r>
            <a:r>
              <a:rPr lang="en-US" altLang="ko-KR" dirty="0">
                <a:solidFill>
                  <a:sysClr val="windowText" lastClr="000000"/>
                </a:solidFill>
              </a:rPr>
              <a:t>1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5ED04BA-50F6-910C-89CE-C47153C71E8B}"/>
              </a:ext>
            </a:extLst>
          </p:cNvPr>
          <p:cNvSpPr txBox="1"/>
          <p:nvPr/>
        </p:nvSpPr>
        <p:spPr>
          <a:xfrm>
            <a:off x="9744911" y="3423801"/>
            <a:ext cx="1025912" cy="30777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>
                <a:solidFill>
                  <a:srgbClr val="0070C0"/>
                </a:solidFill>
              </a:rPr>
              <a:t>강</a:t>
            </a:r>
            <a:endParaRPr lang="ko-KR" altLang="en-US" sz="1400" b="1" dirty="0">
              <a:solidFill>
                <a:srgbClr val="0070C0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991705F-49E0-E59E-B922-2F82ACF490C0}"/>
              </a:ext>
            </a:extLst>
          </p:cNvPr>
          <p:cNvSpPr txBox="1"/>
          <p:nvPr/>
        </p:nvSpPr>
        <p:spPr>
          <a:xfrm>
            <a:off x="8244772" y="5024168"/>
            <a:ext cx="1025912" cy="33855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>
                <a:solidFill>
                  <a:sysClr val="windowText" lastClr="000000"/>
                </a:solidFill>
              </a:rPr>
              <a:t>산</a:t>
            </a:r>
            <a:endParaRPr lang="ko-KR" altLang="en-US" sz="1600" b="1" dirty="0">
              <a:solidFill>
                <a:sysClr val="windowText" lastClr="000000"/>
              </a:solidFill>
            </a:endParaRPr>
          </a:p>
        </p:txBody>
      </p:sp>
      <p:sp>
        <p:nvSpPr>
          <p:cNvPr id="48" name="이등변 삼각형 47">
            <a:extLst>
              <a:ext uri="{FF2B5EF4-FFF2-40B4-BE49-F238E27FC236}">
                <a16:creationId xmlns:a16="http://schemas.microsoft.com/office/drawing/2014/main" id="{3F13D3F0-FDA6-38EF-E76F-78B821D91C7F}"/>
              </a:ext>
            </a:extLst>
          </p:cNvPr>
          <p:cNvSpPr/>
          <p:nvPr/>
        </p:nvSpPr>
        <p:spPr>
          <a:xfrm>
            <a:off x="9384434" y="1761774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50" name="이등변 삼각형 49">
            <a:extLst>
              <a:ext uri="{FF2B5EF4-FFF2-40B4-BE49-F238E27FC236}">
                <a16:creationId xmlns:a16="http://schemas.microsoft.com/office/drawing/2014/main" id="{E239E3E1-BA2B-C1D2-C5AA-169EF8C96A5A}"/>
              </a:ext>
            </a:extLst>
          </p:cNvPr>
          <p:cNvSpPr/>
          <p:nvPr/>
        </p:nvSpPr>
        <p:spPr>
          <a:xfrm>
            <a:off x="7764988" y="5202960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52" name="이등변 삼각형 51">
            <a:extLst>
              <a:ext uri="{FF2B5EF4-FFF2-40B4-BE49-F238E27FC236}">
                <a16:creationId xmlns:a16="http://schemas.microsoft.com/office/drawing/2014/main" id="{44D250B9-FE7F-A9A4-FC1D-07CA45E24219}"/>
              </a:ext>
            </a:extLst>
          </p:cNvPr>
          <p:cNvSpPr/>
          <p:nvPr/>
        </p:nvSpPr>
        <p:spPr>
          <a:xfrm>
            <a:off x="9890665" y="5552549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54" name="이등변 삼각형 53">
            <a:extLst>
              <a:ext uri="{FF2B5EF4-FFF2-40B4-BE49-F238E27FC236}">
                <a16:creationId xmlns:a16="http://schemas.microsoft.com/office/drawing/2014/main" id="{EB425C8F-46C9-3F00-4E49-8B2C3CFF5D51}"/>
              </a:ext>
            </a:extLst>
          </p:cNvPr>
          <p:cNvSpPr/>
          <p:nvPr/>
        </p:nvSpPr>
        <p:spPr>
          <a:xfrm>
            <a:off x="7034474" y="3529230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56" name="이등변 삼각형 55">
            <a:extLst>
              <a:ext uri="{FF2B5EF4-FFF2-40B4-BE49-F238E27FC236}">
                <a16:creationId xmlns:a16="http://schemas.microsoft.com/office/drawing/2014/main" id="{5A41A2B9-ED3E-9FF6-3E1E-A9FF903D9AF9}"/>
              </a:ext>
            </a:extLst>
          </p:cNvPr>
          <p:cNvSpPr/>
          <p:nvPr/>
        </p:nvSpPr>
        <p:spPr>
          <a:xfrm>
            <a:off x="9499766" y="3928427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58" name="평행 사변형 57">
            <a:extLst>
              <a:ext uri="{FF2B5EF4-FFF2-40B4-BE49-F238E27FC236}">
                <a16:creationId xmlns:a16="http://schemas.microsoft.com/office/drawing/2014/main" id="{AFB2B6CB-9B56-BE99-A1E8-75F13EC339F8}"/>
              </a:ext>
            </a:extLst>
          </p:cNvPr>
          <p:cNvSpPr/>
          <p:nvPr/>
        </p:nvSpPr>
        <p:spPr>
          <a:xfrm>
            <a:off x="8688389" y="3511109"/>
            <a:ext cx="850656" cy="1240767"/>
          </a:xfrm>
          <a:prstGeom prst="parallelogram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돌밭</a:t>
            </a:r>
          </a:p>
        </p:txBody>
      </p:sp>
      <p:sp>
        <p:nvSpPr>
          <p:cNvPr id="60" name="십자형 59">
            <a:extLst>
              <a:ext uri="{FF2B5EF4-FFF2-40B4-BE49-F238E27FC236}">
                <a16:creationId xmlns:a16="http://schemas.microsoft.com/office/drawing/2014/main" id="{62EF6B88-CDAF-8C1F-7BE9-C9EEC598A9CA}"/>
              </a:ext>
            </a:extLst>
          </p:cNvPr>
          <p:cNvSpPr/>
          <p:nvPr/>
        </p:nvSpPr>
        <p:spPr>
          <a:xfrm>
            <a:off x="8038064" y="4194141"/>
            <a:ext cx="561073" cy="438586"/>
          </a:xfrm>
          <a:prstGeom prst="plus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ysClr val="windowText" lastClr="000000"/>
                </a:solidFill>
              </a:rPr>
              <a:t>중간기지</a:t>
            </a:r>
          </a:p>
        </p:txBody>
      </p:sp>
      <p:graphicFrame>
        <p:nvGraphicFramePr>
          <p:cNvPr id="62" name="내용 개체 틀 11">
            <a:extLst>
              <a:ext uri="{FF2B5EF4-FFF2-40B4-BE49-F238E27FC236}">
                <a16:creationId xmlns:a16="http://schemas.microsoft.com/office/drawing/2014/main" id="{E18F6184-BE7A-A777-802E-82A90A133A74}"/>
              </a:ext>
            </a:extLst>
          </p:cNvPr>
          <p:cNvGraphicFramePr>
            <a:graphicFrameLocks/>
          </p:cNvGraphicFramePr>
          <p:nvPr/>
        </p:nvGraphicFramePr>
        <p:xfrm>
          <a:off x="6650664" y="1615635"/>
          <a:ext cx="4308168" cy="430974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8028">
                  <a:extLst>
                    <a:ext uri="{9D8B030D-6E8A-4147-A177-3AD203B41FA5}">
                      <a16:colId xmlns:a16="http://schemas.microsoft.com/office/drawing/2014/main" val="1418070404"/>
                    </a:ext>
                  </a:extLst>
                </a:gridCol>
                <a:gridCol w="718028">
                  <a:extLst>
                    <a:ext uri="{9D8B030D-6E8A-4147-A177-3AD203B41FA5}">
                      <a16:colId xmlns:a16="http://schemas.microsoft.com/office/drawing/2014/main" val="4189832869"/>
                    </a:ext>
                  </a:extLst>
                </a:gridCol>
                <a:gridCol w="718028">
                  <a:extLst>
                    <a:ext uri="{9D8B030D-6E8A-4147-A177-3AD203B41FA5}">
                      <a16:colId xmlns:a16="http://schemas.microsoft.com/office/drawing/2014/main" val="957261908"/>
                    </a:ext>
                  </a:extLst>
                </a:gridCol>
                <a:gridCol w="718028">
                  <a:extLst>
                    <a:ext uri="{9D8B030D-6E8A-4147-A177-3AD203B41FA5}">
                      <a16:colId xmlns:a16="http://schemas.microsoft.com/office/drawing/2014/main" val="3261963003"/>
                    </a:ext>
                  </a:extLst>
                </a:gridCol>
                <a:gridCol w="718028">
                  <a:extLst>
                    <a:ext uri="{9D8B030D-6E8A-4147-A177-3AD203B41FA5}">
                      <a16:colId xmlns:a16="http://schemas.microsoft.com/office/drawing/2014/main" val="1747135887"/>
                    </a:ext>
                  </a:extLst>
                </a:gridCol>
                <a:gridCol w="718028">
                  <a:extLst>
                    <a:ext uri="{9D8B030D-6E8A-4147-A177-3AD203B41FA5}">
                      <a16:colId xmlns:a16="http://schemas.microsoft.com/office/drawing/2014/main" val="3197742941"/>
                    </a:ext>
                  </a:extLst>
                </a:gridCol>
              </a:tblGrid>
              <a:tr h="71829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494038"/>
                  </a:ext>
                </a:extLst>
              </a:tr>
              <a:tr h="71829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5206945"/>
                  </a:ext>
                </a:extLst>
              </a:tr>
              <a:tr h="71829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3630104"/>
                  </a:ext>
                </a:extLst>
              </a:tr>
              <a:tr h="71829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7582915"/>
                  </a:ext>
                </a:extLst>
              </a:tr>
              <a:tr h="71829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1941463"/>
                  </a:ext>
                </a:extLst>
              </a:tr>
              <a:tr h="71829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1201330"/>
                  </a:ext>
                </a:extLst>
              </a:tr>
            </a:tbl>
          </a:graphicData>
        </a:graphic>
      </p:graphicFrame>
      <p:sp>
        <p:nvSpPr>
          <p:cNvPr id="27" name="직사각형 26">
            <a:extLst>
              <a:ext uri="{FF2B5EF4-FFF2-40B4-BE49-F238E27FC236}">
                <a16:creationId xmlns:a16="http://schemas.microsoft.com/office/drawing/2014/main" id="{8E011D7D-2FB4-803C-02AC-6CBEA07AE4AC}"/>
              </a:ext>
            </a:extLst>
          </p:cNvPr>
          <p:cNvSpPr/>
          <p:nvPr/>
        </p:nvSpPr>
        <p:spPr>
          <a:xfrm>
            <a:off x="9378320" y="1764030"/>
            <a:ext cx="275195" cy="3124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C9E245E2-FA20-3C9F-EB2D-5D7D4DB2C4B2}"/>
              </a:ext>
            </a:extLst>
          </p:cNvPr>
          <p:cNvSpPr/>
          <p:nvPr/>
        </p:nvSpPr>
        <p:spPr>
          <a:xfrm>
            <a:off x="8496806" y="4328552"/>
            <a:ext cx="275195" cy="3124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7953F9F2-D764-51EF-A5B3-8D6752017659}"/>
              </a:ext>
            </a:extLst>
          </p:cNvPr>
          <p:cNvSpPr/>
          <p:nvPr/>
        </p:nvSpPr>
        <p:spPr>
          <a:xfrm>
            <a:off x="6911346" y="2644274"/>
            <a:ext cx="275195" cy="3124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더하기 기호 24">
            <a:extLst>
              <a:ext uri="{FF2B5EF4-FFF2-40B4-BE49-F238E27FC236}">
                <a16:creationId xmlns:a16="http://schemas.microsoft.com/office/drawing/2014/main" id="{B85E3235-17D4-E2FC-26DE-818BFC24FCDB}"/>
              </a:ext>
            </a:extLst>
          </p:cNvPr>
          <p:cNvSpPr/>
          <p:nvPr/>
        </p:nvSpPr>
        <p:spPr>
          <a:xfrm>
            <a:off x="8872715" y="2982994"/>
            <a:ext cx="749043" cy="519738"/>
          </a:xfrm>
          <a:prstGeom prst="mathPlus">
            <a:avLst>
              <a:gd name="adj1" fmla="val 51312"/>
            </a:avLst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15E01450-9459-F446-0279-754BA46D5440}"/>
              </a:ext>
            </a:extLst>
          </p:cNvPr>
          <p:cNvSpPr/>
          <p:nvPr/>
        </p:nvSpPr>
        <p:spPr>
          <a:xfrm>
            <a:off x="6638831" y="1611313"/>
            <a:ext cx="1781197" cy="1217450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04687B91-4059-B099-990A-3B522B604976}"/>
              </a:ext>
            </a:extLst>
          </p:cNvPr>
          <p:cNvSpPr/>
          <p:nvPr/>
        </p:nvSpPr>
        <p:spPr>
          <a:xfrm>
            <a:off x="8259109" y="2492031"/>
            <a:ext cx="1352945" cy="1011261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9B7A11DD-5BBD-243E-6246-93184AA9D0AC}"/>
              </a:ext>
            </a:extLst>
          </p:cNvPr>
          <p:cNvSpPr/>
          <p:nvPr/>
        </p:nvSpPr>
        <p:spPr>
          <a:xfrm>
            <a:off x="8858143" y="3525791"/>
            <a:ext cx="1114088" cy="1122725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1994F185-3E70-A42E-4C1A-857AB602BD9B}"/>
              </a:ext>
            </a:extLst>
          </p:cNvPr>
          <p:cNvSpPr/>
          <p:nvPr/>
        </p:nvSpPr>
        <p:spPr>
          <a:xfrm>
            <a:off x="7743389" y="3477835"/>
            <a:ext cx="1114088" cy="951156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3A050D86-3F81-79F8-7310-2D825B8191BC}"/>
              </a:ext>
            </a:extLst>
          </p:cNvPr>
          <p:cNvSpPr/>
          <p:nvPr/>
        </p:nvSpPr>
        <p:spPr>
          <a:xfrm>
            <a:off x="6657968" y="2806262"/>
            <a:ext cx="1081149" cy="1797073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A91EB343-3E9D-2120-FE9D-57FE7546EF27}"/>
              </a:ext>
            </a:extLst>
          </p:cNvPr>
          <p:cNvSpPr/>
          <p:nvPr/>
        </p:nvSpPr>
        <p:spPr>
          <a:xfrm>
            <a:off x="9554241" y="2260958"/>
            <a:ext cx="1011668" cy="1100807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18D81076-5DF0-C83C-4D9E-EE06D413BFEB}"/>
              </a:ext>
            </a:extLst>
          </p:cNvPr>
          <p:cNvSpPr/>
          <p:nvPr/>
        </p:nvSpPr>
        <p:spPr>
          <a:xfrm>
            <a:off x="7900606" y="4639133"/>
            <a:ext cx="1854023" cy="1249627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CE6A24A9-7FAF-3A41-2E24-A9069DC5ADBC}"/>
              </a:ext>
            </a:extLst>
          </p:cNvPr>
          <p:cNvSpPr/>
          <p:nvPr/>
        </p:nvSpPr>
        <p:spPr>
          <a:xfrm>
            <a:off x="7748923" y="2834613"/>
            <a:ext cx="503805" cy="643220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4">
            <p14:nvContentPartPr>
              <p14:cNvPr id="13" name="잉크 12">
                <a:extLst>
                  <a:ext uri="{FF2B5EF4-FFF2-40B4-BE49-F238E27FC236}">
                    <a16:creationId xmlns:a16="http://schemas.microsoft.com/office/drawing/2014/main" id="{53E55492-608E-13D1-B391-AC2E55815E4D}"/>
                  </a:ext>
                </a:extLst>
              </p14:cNvPr>
              <p14:cNvContentPartPr/>
              <p14:nvPr/>
            </p14:nvContentPartPr>
            <p14:xfrm>
              <a:off x="7280760" y="3852300"/>
              <a:ext cx="1235520" cy="1535400"/>
            </p14:xfrm>
          </p:contentPart>
        </mc:Choice>
        <mc:Fallback>
          <p:pic>
            <p:nvPicPr>
              <p:cNvPr id="13" name="잉크 12">
                <a:extLst>
                  <a:ext uri="{FF2B5EF4-FFF2-40B4-BE49-F238E27FC236}">
                    <a16:creationId xmlns:a16="http://schemas.microsoft.com/office/drawing/2014/main" id="{53E55492-608E-13D1-B391-AC2E55815E4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262760" y="3834300"/>
                <a:ext cx="1271160" cy="157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6">
            <p14:nvContentPartPr>
              <p14:cNvPr id="19" name="잉크 18">
                <a:extLst>
                  <a:ext uri="{FF2B5EF4-FFF2-40B4-BE49-F238E27FC236}">
                    <a16:creationId xmlns:a16="http://schemas.microsoft.com/office/drawing/2014/main" id="{8BE3BFB5-6538-A13D-B336-C4F27E31CB95}"/>
                  </a:ext>
                </a:extLst>
              </p14:cNvPr>
              <p14:cNvContentPartPr/>
              <p14:nvPr/>
            </p14:nvContentPartPr>
            <p14:xfrm>
              <a:off x="7284720" y="2956260"/>
              <a:ext cx="274680" cy="2423520"/>
            </p14:xfrm>
          </p:contentPart>
        </mc:Choice>
        <mc:Fallback>
          <p:pic>
            <p:nvPicPr>
              <p:cNvPr id="19" name="잉크 18">
                <a:extLst>
                  <a:ext uri="{FF2B5EF4-FFF2-40B4-BE49-F238E27FC236}">
                    <a16:creationId xmlns:a16="http://schemas.microsoft.com/office/drawing/2014/main" id="{8BE3BFB5-6538-A13D-B336-C4F27E31CB9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266720" y="2938620"/>
                <a:ext cx="310320" cy="245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8">
            <p14:nvContentPartPr>
              <p14:cNvPr id="21" name="잉크 20">
                <a:extLst>
                  <a:ext uri="{FF2B5EF4-FFF2-40B4-BE49-F238E27FC236}">
                    <a16:creationId xmlns:a16="http://schemas.microsoft.com/office/drawing/2014/main" id="{1E2360DA-1BFB-E40C-DB58-7DF7EEC7D769}"/>
                  </a:ext>
                </a:extLst>
              </p14:cNvPr>
              <p14:cNvContentPartPr/>
              <p14:nvPr/>
            </p14:nvContentPartPr>
            <p14:xfrm>
              <a:off x="7280760" y="3753300"/>
              <a:ext cx="2179800" cy="1641960"/>
            </p14:xfrm>
          </p:contentPart>
        </mc:Choice>
        <mc:Fallback>
          <p:pic>
            <p:nvPicPr>
              <p:cNvPr id="21" name="잉크 20">
                <a:extLst>
                  <a:ext uri="{FF2B5EF4-FFF2-40B4-BE49-F238E27FC236}">
                    <a16:creationId xmlns:a16="http://schemas.microsoft.com/office/drawing/2014/main" id="{1E2360DA-1BFB-E40C-DB58-7DF7EEC7D76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262760" y="3735300"/>
                <a:ext cx="2215440" cy="167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10">
            <p14:nvContentPartPr>
              <p14:cNvPr id="35" name="잉크 34">
                <a:extLst>
                  <a:ext uri="{FF2B5EF4-FFF2-40B4-BE49-F238E27FC236}">
                    <a16:creationId xmlns:a16="http://schemas.microsoft.com/office/drawing/2014/main" id="{55C2EE90-63EC-DCDC-4C7F-8B7E164A0285}"/>
                  </a:ext>
                </a:extLst>
              </p14:cNvPr>
              <p14:cNvContentPartPr/>
              <p14:nvPr/>
            </p14:nvContentPartPr>
            <p14:xfrm>
              <a:off x="7478760" y="2919900"/>
              <a:ext cx="145800" cy="82800"/>
            </p14:xfrm>
          </p:contentPart>
        </mc:Choice>
        <mc:Fallback>
          <p:pic>
            <p:nvPicPr>
              <p:cNvPr id="35" name="잉크 34">
                <a:extLst>
                  <a:ext uri="{FF2B5EF4-FFF2-40B4-BE49-F238E27FC236}">
                    <a16:creationId xmlns:a16="http://schemas.microsoft.com/office/drawing/2014/main" id="{55C2EE90-63EC-DCDC-4C7F-8B7E164A028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461120" y="2901900"/>
                <a:ext cx="181440" cy="11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12">
            <p14:nvContentPartPr>
              <p14:cNvPr id="76" name="잉크 75">
                <a:extLst>
                  <a:ext uri="{FF2B5EF4-FFF2-40B4-BE49-F238E27FC236}">
                    <a16:creationId xmlns:a16="http://schemas.microsoft.com/office/drawing/2014/main" id="{A53F0C32-3233-E1B6-19AC-706262F5576C}"/>
                  </a:ext>
                </a:extLst>
              </p14:cNvPr>
              <p14:cNvContentPartPr/>
              <p14:nvPr/>
            </p14:nvContentPartPr>
            <p14:xfrm>
              <a:off x="8506920" y="2011980"/>
              <a:ext cx="934560" cy="1836360"/>
            </p14:xfrm>
          </p:contentPart>
        </mc:Choice>
        <mc:Fallback>
          <p:pic>
            <p:nvPicPr>
              <p:cNvPr id="76" name="잉크 75">
                <a:extLst>
                  <a:ext uri="{FF2B5EF4-FFF2-40B4-BE49-F238E27FC236}">
                    <a16:creationId xmlns:a16="http://schemas.microsoft.com/office/drawing/2014/main" id="{A53F0C32-3233-E1B6-19AC-706262F5576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488920" y="1994340"/>
                <a:ext cx="970200" cy="18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14">
            <p14:nvContentPartPr>
              <p14:cNvPr id="78" name="잉크 77">
                <a:extLst>
                  <a:ext uri="{FF2B5EF4-FFF2-40B4-BE49-F238E27FC236}">
                    <a16:creationId xmlns:a16="http://schemas.microsoft.com/office/drawing/2014/main" id="{D10A1441-2E6E-6DCF-2B8D-903C95F9EBDC}"/>
                  </a:ext>
                </a:extLst>
              </p14:cNvPr>
              <p14:cNvContentPartPr/>
              <p14:nvPr/>
            </p14:nvContentPartPr>
            <p14:xfrm>
              <a:off x="9387120" y="2046900"/>
              <a:ext cx="126720" cy="1663920"/>
            </p14:xfrm>
          </p:contentPart>
        </mc:Choice>
        <mc:Fallback>
          <p:pic>
            <p:nvPicPr>
              <p:cNvPr id="78" name="잉크 77">
                <a:extLst>
                  <a:ext uri="{FF2B5EF4-FFF2-40B4-BE49-F238E27FC236}">
                    <a16:creationId xmlns:a16="http://schemas.microsoft.com/office/drawing/2014/main" id="{D10A1441-2E6E-6DCF-2B8D-903C95F9EBD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369120" y="2029260"/>
                <a:ext cx="162360" cy="169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16">
            <p14:nvContentPartPr>
              <p14:cNvPr id="79" name="잉크 78">
                <a:extLst>
                  <a:ext uri="{FF2B5EF4-FFF2-40B4-BE49-F238E27FC236}">
                    <a16:creationId xmlns:a16="http://schemas.microsoft.com/office/drawing/2014/main" id="{0BF8CB7D-A57A-C56C-9FF3-C385321F726F}"/>
                  </a:ext>
                </a:extLst>
              </p14:cNvPr>
              <p14:cNvContentPartPr/>
              <p14:nvPr/>
            </p14:nvContentPartPr>
            <p14:xfrm>
              <a:off x="9494400" y="2069220"/>
              <a:ext cx="298080" cy="1626480"/>
            </p14:xfrm>
          </p:contentPart>
        </mc:Choice>
        <mc:Fallback>
          <p:pic>
            <p:nvPicPr>
              <p:cNvPr id="79" name="잉크 78">
                <a:extLst>
                  <a:ext uri="{FF2B5EF4-FFF2-40B4-BE49-F238E27FC236}">
                    <a16:creationId xmlns:a16="http://schemas.microsoft.com/office/drawing/2014/main" id="{0BF8CB7D-A57A-C56C-9FF3-C385321F726F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476400" y="2051580"/>
                <a:ext cx="333720" cy="166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18">
            <p14:nvContentPartPr>
              <p14:cNvPr id="80" name="잉크 79">
                <a:extLst>
                  <a:ext uri="{FF2B5EF4-FFF2-40B4-BE49-F238E27FC236}">
                    <a16:creationId xmlns:a16="http://schemas.microsoft.com/office/drawing/2014/main" id="{6312D6D2-3737-9DCC-F503-E6C705B92597}"/>
                  </a:ext>
                </a:extLst>
              </p14:cNvPr>
              <p14:cNvContentPartPr/>
              <p14:nvPr/>
            </p14:nvContentPartPr>
            <p14:xfrm>
              <a:off x="7550760" y="1878060"/>
              <a:ext cx="1863720" cy="1021680"/>
            </p14:xfrm>
          </p:contentPart>
        </mc:Choice>
        <mc:Fallback>
          <p:pic>
            <p:nvPicPr>
              <p:cNvPr id="80" name="잉크 79">
                <a:extLst>
                  <a:ext uri="{FF2B5EF4-FFF2-40B4-BE49-F238E27FC236}">
                    <a16:creationId xmlns:a16="http://schemas.microsoft.com/office/drawing/2014/main" id="{6312D6D2-3737-9DCC-F503-E6C705B92597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532760" y="1860060"/>
                <a:ext cx="1899360" cy="105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20">
            <p14:nvContentPartPr>
              <p14:cNvPr id="83" name="잉크 82">
                <a:extLst>
                  <a:ext uri="{FF2B5EF4-FFF2-40B4-BE49-F238E27FC236}">
                    <a16:creationId xmlns:a16="http://schemas.microsoft.com/office/drawing/2014/main" id="{1F92D418-3025-BD36-F2E7-87114E7CC850}"/>
                  </a:ext>
                </a:extLst>
              </p14:cNvPr>
              <p14:cNvContentPartPr/>
              <p14:nvPr/>
            </p14:nvContentPartPr>
            <p14:xfrm>
              <a:off x="7577760" y="1957260"/>
              <a:ext cx="1910880" cy="996120"/>
            </p14:xfrm>
          </p:contentPart>
        </mc:Choice>
        <mc:Fallback>
          <p:pic>
            <p:nvPicPr>
              <p:cNvPr id="83" name="잉크 82">
                <a:extLst>
                  <a:ext uri="{FF2B5EF4-FFF2-40B4-BE49-F238E27FC236}">
                    <a16:creationId xmlns:a16="http://schemas.microsoft.com/office/drawing/2014/main" id="{1F92D418-3025-BD36-F2E7-87114E7CC850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560120" y="1939260"/>
                <a:ext cx="1946520" cy="1031760"/>
              </a:xfrm>
              <a:prstGeom prst="rect">
                <a:avLst/>
              </a:prstGeom>
            </p:spPr>
          </p:pic>
        </mc:Fallback>
      </mc:AlternateContent>
      <p:grpSp>
        <p:nvGrpSpPr>
          <p:cNvPr id="89" name="그룹 88">
            <a:extLst>
              <a:ext uri="{FF2B5EF4-FFF2-40B4-BE49-F238E27FC236}">
                <a16:creationId xmlns:a16="http://schemas.microsoft.com/office/drawing/2014/main" id="{DFB756A4-683A-855B-1B64-C1C4137AD86B}"/>
              </a:ext>
            </a:extLst>
          </p:cNvPr>
          <p:cNvGrpSpPr/>
          <p:nvPr/>
        </p:nvGrpSpPr>
        <p:grpSpPr>
          <a:xfrm>
            <a:off x="9352223" y="1815557"/>
            <a:ext cx="287280" cy="361440"/>
            <a:chOff x="9352223" y="1815557"/>
            <a:chExt cx="287280" cy="36144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2">
              <p14:nvContentPartPr>
                <p14:cNvPr id="84" name="잉크 83">
                  <a:extLst>
                    <a:ext uri="{FF2B5EF4-FFF2-40B4-BE49-F238E27FC236}">
                      <a16:creationId xmlns:a16="http://schemas.microsoft.com/office/drawing/2014/main" id="{CFA5B576-8F7D-F9E4-6C49-6C9457E3FEF6}"/>
                    </a:ext>
                  </a:extLst>
                </p14:cNvPr>
                <p14:cNvContentPartPr/>
                <p14:nvPr/>
              </p14:nvContentPartPr>
              <p14:xfrm>
                <a:off x="9374903" y="1815557"/>
                <a:ext cx="59040" cy="111240"/>
              </p14:xfrm>
            </p:contentPart>
          </mc:Choice>
          <mc:Fallback>
            <p:pic>
              <p:nvPicPr>
                <p:cNvPr id="84" name="잉크 83">
                  <a:extLst>
                    <a:ext uri="{FF2B5EF4-FFF2-40B4-BE49-F238E27FC236}">
                      <a16:creationId xmlns:a16="http://schemas.microsoft.com/office/drawing/2014/main" id="{CFA5B576-8F7D-F9E4-6C49-6C9457E3FEF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356903" y="1797557"/>
                  <a:ext cx="9468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4">
              <p14:nvContentPartPr>
                <p14:cNvPr id="85" name="잉크 84">
                  <a:extLst>
                    <a:ext uri="{FF2B5EF4-FFF2-40B4-BE49-F238E27FC236}">
                      <a16:creationId xmlns:a16="http://schemas.microsoft.com/office/drawing/2014/main" id="{098270BF-E14F-3B31-A647-761AECBADA38}"/>
                    </a:ext>
                  </a:extLst>
                </p14:cNvPr>
                <p14:cNvContentPartPr/>
                <p14:nvPr/>
              </p14:nvContentPartPr>
              <p14:xfrm>
                <a:off x="9408023" y="1958837"/>
                <a:ext cx="95400" cy="61920"/>
              </p14:xfrm>
            </p:contentPart>
          </mc:Choice>
          <mc:Fallback>
            <p:pic>
              <p:nvPicPr>
                <p:cNvPr id="85" name="잉크 84">
                  <a:extLst>
                    <a:ext uri="{FF2B5EF4-FFF2-40B4-BE49-F238E27FC236}">
                      <a16:creationId xmlns:a16="http://schemas.microsoft.com/office/drawing/2014/main" id="{098270BF-E14F-3B31-A647-761AECBADA3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390383" y="1940837"/>
                  <a:ext cx="13104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6">
              <p14:nvContentPartPr>
                <p14:cNvPr id="86" name="잉크 85">
                  <a:extLst>
                    <a:ext uri="{FF2B5EF4-FFF2-40B4-BE49-F238E27FC236}">
                      <a16:creationId xmlns:a16="http://schemas.microsoft.com/office/drawing/2014/main" id="{D79647A4-F08D-B6D2-D90B-9D43E1CF7B3C}"/>
                    </a:ext>
                  </a:extLst>
                </p14:cNvPr>
                <p14:cNvContentPartPr/>
                <p14:nvPr/>
              </p14:nvContentPartPr>
              <p14:xfrm>
                <a:off x="9472463" y="2030837"/>
                <a:ext cx="63720" cy="80280"/>
              </p14:xfrm>
            </p:contentPart>
          </mc:Choice>
          <mc:Fallback>
            <p:pic>
              <p:nvPicPr>
                <p:cNvPr id="86" name="잉크 85">
                  <a:extLst>
                    <a:ext uri="{FF2B5EF4-FFF2-40B4-BE49-F238E27FC236}">
                      <a16:creationId xmlns:a16="http://schemas.microsoft.com/office/drawing/2014/main" id="{D79647A4-F08D-B6D2-D90B-9D43E1CF7B3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454823" y="2013197"/>
                  <a:ext cx="9936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8">
              <p14:nvContentPartPr>
                <p14:cNvPr id="87" name="잉크 86">
                  <a:extLst>
                    <a:ext uri="{FF2B5EF4-FFF2-40B4-BE49-F238E27FC236}">
                      <a16:creationId xmlns:a16="http://schemas.microsoft.com/office/drawing/2014/main" id="{775C9117-6BFC-88A3-E6B7-764CF658A9BA}"/>
                    </a:ext>
                  </a:extLst>
                </p14:cNvPr>
                <p14:cNvContentPartPr/>
                <p14:nvPr/>
              </p14:nvContentPartPr>
              <p14:xfrm>
                <a:off x="9534743" y="2033717"/>
                <a:ext cx="104760" cy="143280"/>
              </p14:xfrm>
            </p:contentPart>
          </mc:Choice>
          <mc:Fallback>
            <p:pic>
              <p:nvPicPr>
                <p:cNvPr id="87" name="잉크 86">
                  <a:extLst>
                    <a:ext uri="{FF2B5EF4-FFF2-40B4-BE49-F238E27FC236}">
                      <a16:creationId xmlns:a16="http://schemas.microsoft.com/office/drawing/2014/main" id="{775C9117-6BFC-88A3-E6B7-764CF658A9B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517103" y="2015717"/>
                  <a:ext cx="14040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30">
              <p14:nvContentPartPr>
                <p14:cNvPr id="88" name="잉크 87">
                  <a:extLst>
                    <a:ext uri="{FF2B5EF4-FFF2-40B4-BE49-F238E27FC236}">
                      <a16:creationId xmlns:a16="http://schemas.microsoft.com/office/drawing/2014/main" id="{F48312CB-A6DF-859B-0352-E7FFA2DBAC44}"/>
                    </a:ext>
                  </a:extLst>
                </p14:cNvPr>
                <p14:cNvContentPartPr/>
                <p14:nvPr/>
              </p14:nvContentPartPr>
              <p14:xfrm>
                <a:off x="9352223" y="2020037"/>
                <a:ext cx="107640" cy="104400"/>
              </p14:xfrm>
            </p:contentPart>
          </mc:Choice>
          <mc:Fallback>
            <p:pic>
              <p:nvPicPr>
                <p:cNvPr id="88" name="잉크 87">
                  <a:extLst>
                    <a:ext uri="{FF2B5EF4-FFF2-40B4-BE49-F238E27FC236}">
                      <a16:creationId xmlns:a16="http://schemas.microsoft.com/office/drawing/2014/main" id="{F48312CB-A6DF-859B-0352-E7FFA2DBAC4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334223" y="2002397"/>
                  <a:ext cx="143280" cy="1400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7AF4C3CD-D9EB-2DD0-C494-2441CDC37151}"/>
              </a:ext>
            </a:extLst>
          </p:cNvPr>
          <p:cNvSpPr/>
          <p:nvPr/>
        </p:nvSpPr>
        <p:spPr>
          <a:xfrm>
            <a:off x="10471912" y="4131492"/>
            <a:ext cx="275195" cy="3124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32">
            <p14:nvContentPartPr>
              <p14:cNvPr id="95" name="잉크 94">
                <a:extLst>
                  <a:ext uri="{FF2B5EF4-FFF2-40B4-BE49-F238E27FC236}">
                    <a16:creationId xmlns:a16="http://schemas.microsoft.com/office/drawing/2014/main" id="{259D2E44-7456-264E-4275-2A23E5E0EB70}"/>
                  </a:ext>
                </a:extLst>
              </p14:cNvPr>
              <p14:cNvContentPartPr/>
              <p14:nvPr/>
            </p14:nvContentPartPr>
            <p14:xfrm>
              <a:off x="7204620" y="3576450"/>
              <a:ext cx="183600" cy="238320"/>
            </p14:xfrm>
          </p:contentPart>
        </mc:Choice>
        <mc:Fallback>
          <p:pic>
            <p:nvPicPr>
              <p:cNvPr id="95" name="잉크 94">
                <a:extLst>
                  <a:ext uri="{FF2B5EF4-FFF2-40B4-BE49-F238E27FC236}">
                    <a16:creationId xmlns:a16="http://schemas.microsoft.com/office/drawing/2014/main" id="{259D2E44-7456-264E-4275-2A23E5E0EB70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7186620" y="3558810"/>
                <a:ext cx="219240" cy="273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E90E33CC-82AA-FA79-B0B3-FB92635E913A}"/>
              </a:ext>
            </a:extLst>
          </p:cNvPr>
          <p:cNvGrpSpPr/>
          <p:nvPr/>
        </p:nvGrpSpPr>
        <p:grpSpPr>
          <a:xfrm>
            <a:off x="7945800" y="3748980"/>
            <a:ext cx="1598640" cy="736965"/>
            <a:chOff x="7945800" y="3748980"/>
            <a:chExt cx="1598640" cy="736965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34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CA425F68-0921-20BF-EDAA-5E1E51AE74AA}"/>
                    </a:ext>
                  </a:extLst>
                </p14:cNvPr>
                <p14:cNvContentPartPr/>
                <p14:nvPr/>
              </p14:nvContentPartPr>
              <p14:xfrm>
                <a:off x="8423760" y="3834660"/>
                <a:ext cx="157320" cy="117000"/>
              </p14:xfrm>
            </p:contentPart>
          </mc:Choice>
          <mc:Fallback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CA425F68-0921-20BF-EDAA-5E1E51AE74A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405760" y="3816660"/>
                  <a:ext cx="19296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36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43E64F9C-6AE4-1C9F-0E29-88FB74C5A27F}"/>
                    </a:ext>
                  </a:extLst>
                </p14:cNvPr>
                <p14:cNvContentPartPr/>
                <p14:nvPr/>
              </p14:nvContentPartPr>
              <p14:xfrm>
                <a:off x="9360840" y="3748980"/>
                <a:ext cx="183600" cy="108360"/>
              </p14:xfrm>
            </p:contentPart>
          </mc:Choice>
          <mc:Fallback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43E64F9C-6AE4-1C9F-0E29-88FB74C5A27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343200" y="3730980"/>
                  <a:ext cx="21924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38">
              <p14:nvContentPartPr>
                <p14:cNvPr id="98" name="잉크 97">
                  <a:extLst>
                    <a:ext uri="{FF2B5EF4-FFF2-40B4-BE49-F238E27FC236}">
                      <a16:creationId xmlns:a16="http://schemas.microsoft.com/office/drawing/2014/main" id="{F954820C-6A1B-40E0-69D4-896EAE7EAAC4}"/>
                    </a:ext>
                  </a:extLst>
                </p14:cNvPr>
                <p14:cNvContentPartPr/>
                <p14:nvPr/>
              </p14:nvContentPartPr>
              <p14:xfrm>
                <a:off x="8031840" y="4123785"/>
                <a:ext cx="95400" cy="156600"/>
              </p14:xfrm>
            </p:contentPart>
          </mc:Choice>
          <mc:Fallback>
            <p:pic>
              <p:nvPicPr>
                <p:cNvPr id="98" name="잉크 97">
                  <a:extLst>
                    <a:ext uri="{FF2B5EF4-FFF2-40B4-BE49-F238E27FC236}">
                      <a16:creationId xmlns:a16="http://schemas.microsoft.com/office/drawing/2014/main" id="{F954820C-6A1B-40E0-69D4-896EAE7EAAC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013840" y="4106145"/>
                  <a:ext cx="13104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40">
              <p14:nvContentPartPr>
                <p14:cNvPr id="99" name="잉크 98">
                  <a:extLst>
                    <a:ext uri="{FF2B5EF4-FFF2-40B4-BE49-F238E27FC236}">
                      <a16:creationId xmlns:a16="http://schemas.microsoft.com/office/drawing/2014/main" id="{4F24C5B3-1C97-1A08-4806-F3F53F4E710A}"/>
                    </a:ext>
                  </a:extLst>
                </p14:cNvPr>
                <p14:cNvContentPartPr/>
                <p14:nvPr/>
              </p14:nvContentPartPr>
              <p14:xfrm>
                <a:off x="7945800" y="4066545"/>
                <a:ext cx="248400" cy="277560"/>
              </p14:xfrm>
            </p:contentPart>
          </mc:Choice>
          <mc:Fallback>
            <p:pic>
              <p:nvPicPr>
                <p:cNvPr id="99" name="잉크 98">
                  <a:extLst>
                    <a:ext uri="{FF2B5EF4-FFF2-40B4-BE49-F238E27FC236}">
                      <a16:creationId xmlns:a16="http://schemas.microsoft.com/office/drawing/2014/main" id="{4F24C5B3-1C97-1A08-4806-F3F53F4E710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927800" y="4048545"/>
                  <a:ext cx="28404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42">
              <p14:nvContentPartPr>
                <p14:cNvPr id="101" name="잉크 100">
                  <a:extLst>
                    <a:ext uri="{FF2B5EF4-FFF2-40B4-BE49-F238E27FC236}">
                      <a16:creationId xmlns:a16="http://schemas.microsoft.com/office/drawing/2014/main" id="{7FAD7462-5F7E-9218-0C90-9C567FE9440C}"/>
                    </a:ext>
                  </a:extLst>
                </p14:cNvPr>
                <p14:cNvContentPartPr/>
                <p14:nvPr/>
              </p14:nvContentPartPr>
              <p14:xfrm>
                <a:off x="9079800" y="4207665"/>
                <a:ext cx="108000" cy="218520"/>
              </p14:xfrm>
            </p:contentPart>
          </mc:Choice>
          <mc:Fallback>
            <p:pic>
              <p:nvPicPr>
                <p:cNvPr id="101" name="잉크 100">
                  <a:extLst>
                    <a:ext uri="{FF2B5EF4-FFF2-40B4-BE49-F238E27FC236}">
                      <a16:creationId xmlns:a16="http://schemas.microsoft.com/office/drawing/2014/main" id="{7FAD7462-5F7E-9218-0C90-9C567FE9440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061800" y="4189665"/>
                  <a:ext cx="14364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44">
              <p14:nvContentPartPr>
                <p14:cNvPr id="102" name="잉크 101">
                  <a:extLst>
                    <a:ext uri="{FF2B5EF4-FFF2-40B4-BE49-F238E27FC236}">
                      <a16:creationId xmlns:a16="http://schemas.microsoft.com/office/drawing/2014/main" id="{D25B9EC2-39A3-1ED7-06D5-816395CE95C3}"/>
                    </a:ext>
                  </a:extLst>
                </p14:cNvPr>
                <p14:cNvContentPartPr/>
                <p14:nvPr/>
              </p14:nvContentPartPr>
              <p14:xfrm>
                <a:off x="8976840" y="4119825"/>
                <a:ext cx="275040" cy="366120"/>
              </p14:xfrm>
            </p:contentPart>
          </mc:Choice>
          <mc:Fallback>
            <p:pic>
              <p:nvPicPr>
                <p:cNvPr id="102" name="잉크 101">
                  <a:extLst>
                    <a:ext uri="{FF2B5EF4-FFF2-40B4-BE49-F238E27FC236}">
                      <a16:creationId xmlns:a16="http://schemas.microsoft.com/office/drawing/2014/main" id="{D25B9EC2-39A3-1ED7-06D5-816395CE95C3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958840" y="4102185"/>
                  <a:ext cx="310680" cy="40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792BCC0D-4909-BEB5-19BB-70129995B7B1}"/>
              </a:ext>
            </a:extLst>
          </p:cNvPr>
          <p:cNvGrpSpPr/>
          <p:nvPr/>
        </p:nvGrpSpPr>
        <p:grpSpPr>
          <a:xfrm>
            <a:off x="7745640" y="2060985"/>
            <a:ext cx="864360" cy="1185120"/>
            <a:chOff x="7745640" y="2060985"/>
            <a:chExt cx="864360" cy="118512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46">
              <p14:nvContentPartPr>
                <p14:cNvPr id="104" name="잉크 103">
                  <a:extLst>
                    <a:ext uri="{FF2B5EF4-FFF2-40B4-BE49-F238E27FC236}">
                      <a16:creationId xmlns:a16="http://schemas.microsoft.com/office/drawing/2014/main" id="{F8FBAFC2-E6C4-CEB5-20AF-D0CFC46C18D3}"/>
                    </a:ext>
                  </a:extLst>
                </p14:cNvPr>
                <p14:cNvContentPartPr/>
                <p14:nvPr/>
              </p14:nvContentPartPr>
              <p14:xfrm>
                <a:off x="7863720" y="2138025"/>
                <a:ext cx="1800" cy="137520"/>
              </p14:xfrm>
            </p:contentPart>
          </mc:Choice>
          <mc:Fallback>
            <p:pic>
              <p:nvPicPr>
                <p:cNvPr id="104" name="잉크 103">
                  <a:extLst>
                    <a:ext uri="{FF2B5EF4-FFF2-40B4-BE49-F238E27FC236}">
                      <a16:creationId xmlns:a16="http://schemas.microsoft.com/office/drawing/2014/main" id="{F8FBAFC2-E6C4-CEB5-20AF-D0CFC46C18D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845720" y="2120385"/>
                  <a:ext cx="3744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48">
              <p14:nvContentPartPr>
                <p14:cNvPr id="105" name="잉크 104">
                  <a:extLst>
                    <a:ext uri="{FF2B5EF4-FFF2-40B4-BE49-F238E27FC236}">
                      <a16:creationId xmlns:a16="http://schemas.microsoft.com/office/drawing/2014/main" id="{44CC4B22-E8E7-CC3D-C99E-13A5ABF342A6}"/>
                    </a:ext>
                  </a:extLst>
                </p14:cNvPr>
                <p14:cNvContentPartPr/>
                <p14:nvPr/>
              </p14:nvContentPartPr>
              <p14:xfrm>
                <a:off x="8121840" y="2737065"/>
                <a:ext cx="145080" cy="134640"/>
              </p14:xfrm>
            </p:contentPart>
          </mc:Choice>
          <mc:Fallback>
            <p:pic>
              <p:nvPicPr>
                <p:cNvPr id="105" name="잉크 104">
                  <a:extLst>
                    <a:ext uri="{FF2B5EF4-FFF2-40B4-BE49-F238E27FC236}">
                      <a16:creationId xmlns:a16="http://schemas.microsoft.com/office/drawing/2014/main" id="{44CC4B22-E8E7-CC3D-C99E-13A5ABF342A6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104200" y="2719065"/>
                  <a:ext cx="18072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50">
              <p14:nvContentPartPr>
                <p14:cNvPr id="106" name="잉크 105">
                  <a:extLst>
                    <a:ext uri="{FF2B5EF4-FFF2-40B4-BE49-F238E27FC236}">
                      <a16:creationId xmlns:a16="http://schemas.microsoft.com/office/drawing/2014/main" id="{4020B60B-D3CC-255D-ADCC-DC53394F4206}"/>
                    </a:ext>
                  </a:extLst>
                </p14:cNvPr>
                <p14:cNvContentPartPr/>
                <p14:nvPr/>
              </p14:nvContentPartPr>
              <p14:xfrm>
                <a:off x="7745640" y="2060985"/>
                <a:ext cx="189360" cy="294840"/>
              </p14:xfrm>
            </p:contentPart>
          </mc:Choice>
          <mc:Fallback>
            <p:pic>
              <p:nvPicPr>
                <p:cNvPr id="106" name="잉크 105">
                  <a:extLst>
                    <a:ext uri="{FF2B5EF4-FFF2-40B4-BE49-F238E27FC236}">
                      <a16:creationId xmlns:a16="http://schemas.microsoft.com/office/drawing/2014/main" id="{4020B60B-D3CC-255D-ADCC-DC53394F4206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728000" y="2043345"/>
                  <a:ext cx="22500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52">
              <p14:nvContentPartPr>
                <p14:cNvPr id="107" name="잉크 106">
                  <a:extLst>
                    <a:ext uri="{FF2B5EF4-FFF2-40B4-BE49-F238E27FC236}">
                      <a16:creationId xmlns:a16="http://schemas.microsoft.com/office/drawing/2014/main" id="{E7F2B7D0-CB0F-9703-FF37-08204E9C5380}"/>
                    </a:ext>
                  </a:extLst>
                </p14:cNvPr>
                <p14:cNvContentPartPr/>
                <p14:nvPr/>
              </p14:nvContentPartPr>
              <p14:xfrm>
                <a:off x="8048040" y="2602065"/>
                <a:ext cx="325800" cy="341640"/>
              </p14:xfrm>
            </p:contentPart>
          </mc:Choice>
          <mc:Fallback>
            <p:pic>
              <p:nvPicPr>
                <p:cNvPr id="107" name="잉크 106">
                  <a:extLst>
                    <a:ext uri="{FF2B5EF4-FFF2-40B4-BE49-F238E27FC236}">
                      <a16:creationId xmlns:a16="http://schemas.microsoft.com/office/drawing/2014/main" id="{E7F2B7D0-CB0F-9703-FF37-08204E9C538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030400" y="2584425"/>
                  <a:ext cx="361440" cy="37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54">
              <p14:nvContentPartPr>
                <p14:cNvPr id="109" name="잉크 108">
                  <a:extLst>
                    <a:ext uri="{FF2B5EF4-FFF2-40B4-BE49-F238E27FC236}">
                      <a16:creationId xmlns:a16="http://schemas.microsoft.com/office/drawing/2014/main" id="{C71BD834-28D7-D594-5734-AF2BBDFD7F62}"/>
                    </a:ext>
                  </a:extLst>
                </p14:cNvPr>
                <p14:cNvContentPartPr/>
                <p14:nvPr/>
              </p14:nvContentPartPr>
              <p14:xfrm>
                <a:off x="8519280" y="3062145"/>
                <a:ext cx="22320" cy="138240"/>
              </p14:xfrm>
            </p:contentPart>
          </mc:Choice>
          <mc:Fallback>
            <p:pic>
              <p:nvPicPr>
                <p:cNvPr id="109" name="잉크 108">
                  <a:extLst>
                    <a:ext uri="{FF2B5EF4-FFF2-40B4-BE49-F238E27FC236}">
                      <a16:creationId xmlns:a16="http://schemas.microsoft.com/office/drawing/2014/main" id="{C71BD834-28D7-D594-5734-AF2BBDFD7F6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501640" y="3044145"/>
                  <a:ext cx="5796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56">
              <p14:nvContentPartPr>
                <p14:cNvPr id="110" name="잉크 109">
                  <a:extLst>
                    <a:ext uri="{FF2B5EF4-FFF2-40B4-BE49-F238E27FC236}">
                      <a16:creationId xmlns:a16="http://schemas.microsoft.com/office/drawing/2014/main" id="{00A19649-A7CD-0246-BF7A-2BB3B2661224}"/>
                    </a:ext>
                  </a:extLst>
                </p14:cNvPr>
                <p14:cNvContentPartPr/>
                <p14:nvPr/>
              </p14:nvContentPartPr>
              <p14:xfrm>
                <a:off x="8422080" y="2978265"/>
                <a:ext cx="187920" cy="267840"/>
              </p14:xfrm>
            </p:contentPart>
          </mc:Choice>
          <mc:Fallback>
            <p:pic>
              <p:nvPicPr>
                <p:cNvPr id="110" name="잉크 109">
                  <a:extLst>
                    <a:ext uri="{FF2B5EF4-FFF2-40B4-BE49-F238E27FC236}">
                      <a16:creationId xmlns:a16="http://schemas.microsoft.com/office/drawing/2014/main" id="{00A19649-A7CD-0246-BF7A-2BB3B2661224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404080" y="2960625"/>
                  <a:ext cx="223560" cy="30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" name="그룹 115">
            <a:extLst>
              <a:ext uri="{FF2B5EF4-FFF2-40B4-BE49-F238E27FC236}">
                <a16:creationId xmlns:a16="http://schemas.microsoft.com/office/drawing/2014/main" id="{D13263CB-0267-19A8-B9A4-A842817E3958}"/>
              </a:ext>
            </a:extLst>
          </p:cNvPr>
          <p:cNvGrpSpPr/>
          <p:nvPr/>
        </p:nvGrpSpPr>
        <p:grpSpPr>
          <a:xfrm>
            <a:off x="9150720" y="2833185"/>
            <a:ext cx="207360" cy="261360"/>
            <a:chOff x="9150720" y="2833185"/>
            <a:chExt cx="207360" cy="26136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58">
              <p14:nvContentPartPr>
                <p14:cNvPr id="114" name="잉크 113">
                  <a:extLst>
                    <a:ext uri="{FF2B5EF4-FFF2-40B4-BE49-F238E27FC236}">
                      <a16:creationId xmlns:a16="http://schemas.microsoft.com/office/drawing/2014/main" id="{6E3C30E5-D5E4-5241-3E39-E200005D0383}"/>
                    </a:ext>
                  </a:extLst>
                </p14:cNvPr>
                <p14:cNvContentPartPr/>
                <p14:nvPr/>
              </p14:nvContentPartPr>
              <p14:xfrm>
                <a:off x="9246120" y="2878905"/>
                <a:ext cx="36360" cy="169920"/>
              </p14:xfrm>
            </p:contentPart>
          </mc:Choice>
          <mc:Fallback>
            <p:pic>
              <p:nvPicPr>
                <p:cNvPr id="114" name="잉크 113">
                  <a:extLst>
                    <a:ext uri="{FF2B5EF4-FFF2-40B4-BE49-F238E27FC236}">
                      <a16:creationId xmlns:a16="http://schemas.microsoft.com/office/drawing/2014/main" id="{6E3C30E5-D5E4-5241-3E39-E200005D038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228480" y="2860905"/>
                  <a:ext cx="7200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60">
              <p14:nvContentPartPr>
                <p14:cNvPr id="115" name="잉크 114">
                  <a:extLst>
                    <a:ext uri="{FF2B5EF4-FFF2-40B4-BE49-F238E27FC236}">
                      <a16:creationId xmlns:a16="http://schemas.microsoft.com/office/drawing/2014/main" id="{71559251-69AA-D1D0-8E74-5451E937D90A}"/>
                    </a:ext>
                  </a:extLst>
                </p14:cNvPr>
                <p14:cNvContentPartPr/>
                <p14:nvPr/>
              </p14:nvContentPartPr>
              <p14:xfrm>
                <a:off x="9150720" y="2833185"/>
                <a:ext cx="207360" cy="261360"/>
              </p14:xfrm>
            </p:contentPart>
          </mc:Choice>
          <mc:Fallback>
            <p:pic>
              <p:nvPicPr>
                <p:cNvPr id="115" name="잉크 114">
                  <a:extLst>
                    <a:ext uri="{FF2B5EF4-FFF2-40B4-BE49-F238E27FC236}">
                      <a16:creationId xmlns:a16="http://schemas.microsoft.com/office/drawing/2014/main" id="{71559251-69AA-D1D0-8E74-5451E937D90A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133080" y="2815185"/>
                  <a:ext cx="243000" cy="297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그룹 118">
            <a:extLst>
              <a:ext uri="{FF2B5EF4-FFF2-40B4-BE49-F238E27FC236}">
                <a16:creationId xmlns:a16="http://schemas.microsoft.com/office/drawing/2014/main" id="{85243AB4-9331-4B37-B73E-6DBBED8B8971}"/>
              </a:ext>
            </a:extLst>
          </p:cNvPr>
          <p:cNvGrpSpPr/>
          <p:nvPr/>
        </p:nvGrpSpPr>
        <p:grpSpPr>
          <a:xfrm>
            <a:off x="9776760" y="2585145"/>
            <a:ext cx="301320" cy="336960"/>
            <a:chOff x="9776760" y="2585145"/>
            <a:chExt cx="301320" cy="33696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62">
              <p14:nvContentPartPr>
                <p14:cNvPr id="117" name="잉크 116">
                  <a:extLst>
                    <a:ext uri="{FF2B5EF4-FFF2-40B4-BE49-F238E27FC236}">
                      <a16:creationId xmlns:a16="http://schemas.microsoft.com/office/drawing/2014/main" id="{4CCFD624-F47D-54FD-DEB1-23ADBA483526}"/>
                    </a:ext>
                  </a:extLst>
                </p14:cNvPr>
                <p14:cNvContentPartPr/>
                <p14:nvPr/>
              </p14:nvContentPartPr>
              <p14:xfrm>
                <a:off x="9853440" y="2670465"/>
                <a:ext cx="177840" cy="164520"/>
              </p14:xfrm>
            </p:contentPart>
          </mc:Choice>
          <mc:Fallback>
            <p:pic>
              <p:nvPicPr>
                <p:cNvPr id="117" name="잉크 116">
                  <a:extLst>
                    <a:ext uri="{FF2B5EF4-FFF2-40B4-BE49-F238E27FC236}">
                      <a16:creationId xmlns:a16="http://schemas.microsoft.com/office/drawing/2014/main" id="{4CCFD624-F47D-54FD-DEB1-23ADBA483526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835800" y="2652465"/>
                  <a:ext cx="21348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64">
              <p14:nvContentPartPr>
                <p14:cNvPr id="118" name="잉크 117">
                  <a:extLst>
                    <a:ext uri="{FF2B5EF4-FFF2-40B4-BE49-F238E27FC236}">
                      <a16:creationId xmlns:a16="http://schemas.microsoft.com/office/drawing/2014/main" id="{6AAB5049-8BC7-79AD-03A7-63A5A1FDE051}"/>
                    </a:ext>
                  </a:extLst>
                </p14:cNvPr>
                <p14:cNvContentPartPr/>
                <p14:nvPr/>
              </p14:nvContentPartPr>
              <p14:xfrm>
                <a:off x="9776760" y="2585145"/>
                <a:ext cx="301320" cy="336960"/>
              </p14:xfrm>
            </p:contentPart>
          </mc:Choice>
          <mc:Fallback>
            <p:pic>
              <p:nvPicPr>
                <p:cNvPr id="118" name="잉크 117">
                  <a:extLst>
                    <a:ext uri="{FF2B5EF4-FFF2-40B4-BE49-F238E27FC236}">
                      <a16:creationId xmlns:a16="http://schemas.microsoft.com/office/drawing/2014/main" id="{6AAB5049-8BC7-79AD-03A7-63A5A1FDE051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758760" y="2567505"/>
                  <a:ext cx="336960" cy="372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1237773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7775F-00F7-F3CD-B7F7-FDB769AF4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8B466D-AEEC-023F-B411-74A775B01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시뮬레이션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3772EB-F84C-63DB-1ECB-86348E0F992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ko-KR" altLang="en-US" dirty="0"/>
              <a:t>변경된 지형에 따른 거주지별 가능한 경로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*</a:t>
            </a:r>
            <a:r>
              <a:rPr lang="ko-KR" altLang="en-US" dirty="0"/>
              <a:t>굳이 긴 경로로 이동할</a:t>
            </a:r>
            <a:br>
              <a:rPr lang="en-US" altLang="ko-KR" dirty="0"/>
            </a:br>
            <a:r>
              <a:rPr lang="ko-KR" altLang="en-US" dirty="0"/>
              <a:t>기획이 필요</a:t>
            </a:r>
            <a:endParaRPr lang="en-US" altLang="ko-KR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252832D-4127-34F4-EE7F-DEBC1F95B22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E745CAA-71D9-D60E-E20C-80E1F5B2A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10/17/2026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65D5A2D-228A-CD69-21C1-0A3461DC8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F89B5479-F388-1092-BAF6-71554060041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3FDFB0E2-4F9A-04F4-2BFD-2A4F582297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832" y="1611313"/>
            <a:ext cx="4320000" cy="4320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</p:pic>
      <p:sp>
        <p:nvSpPr>
          <p:cNvPr id="28" name="십자형 27">
            <a:extLst>
              <a:ext uri="{FF2B5EF4-FFF2-40B4-BE49-F238E27FC236}">
                <a16:creationId xmlns:a16="http://schemas.microsoft.com/office/drawing/2014/main" id="{024090CC-0963-6BD7-C630-BB7AA9A91CAC}"/>
              </a:ext>
            </a:extLst>
          </p:cNvPr>
          <p:cNvSpPr/>
          <p:nvPr/>
        </p:nvSpPr>
        <p:spPr>
          <a:xfrm>
            <a:off x="6681715" y="5298210"/>
            <a:ext cx="923925" cy="590550"/>
          </a:xfrm>
          <a:prstGeom prst="plus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ysClr val="windowText" lastClr="000000"/>
                </a:solidFill>
              </a:rPr>
              <a:t>본거지</a:t>
            </a:r>
            <a:br>
              <a:rPr lang="en-US" altLang="ko-KR" sz="1400" dirty="0">
                <a:solidFill>
                  <a:sysClr val="windowText" lastClr="000000"/>
                </a:solidFill>
              </a:rPr>
            </a:br>
            <a:r>
              <a:rPr lang="en-US" altLang="ko-KR" sz="1400" dirty="0">
                <a:solidFill>
                  <a:sysClr val="windowText" lastClr="000000"/>
                </a:solidFill>
              </a:rPr>
              <a:t>(</a:t>
            </a:r>
            <a:r>
              <a:rPr lang="ko-KR" altLang="en-US" sz="1400" dirty="0">
                <a:solidFill>
                  <a:sysClr val="windowText" lastClr="000000"/>
                </a:solidFill>
              </a:rPr>
              <a:t>시작점</a:t>
            </a:r>
            <a:r>
              <a:rPr lang="en-US" altLang="ko-KR" sz="1400" dirty="0">
                <a:solidFill>
                  <a:sysClr val="windowText" lastClr="000000"/>
                </a:solidFill>
              </a:rPr>
              <a:t>)</a:t>
            </a:r>
            <a:endParaRPr lang="ko-KR" altLang="en-US" sz="1400" dirty="0">
              <a:solidFill>
                <a:sysClr val="windowText" lastClr="000000"/>
              </a:solidFill>
            </a:endParaRPr>
          </a:p>
        </p:txBody>
      </p:sp>
      <p:sp>
        <p:nvSpPr>
          <p:cNvPr id="30" name="사각형: 잘린 대각선 방향 모서리 29">
            <a:extLst>
              <a:ext uri="{FF2B5EF4-FFF2-40B4-BE49-F238E27FC236}">
                <a16:creationId xmlns:a16="http://schemas.microsoft.com/office/drawing/2014/main" id="{66CC7F82-4406-64C6-CEDE-9A1F276DB6BB}"/>
              </a:ext>
            </a:extLst>
          </p:cNvPr>
          <p:cNvSpPr/>
          <p:nvPr/>
        </p:nvSpPr>
        <p:spPr>
          <a:xfrm>
            <a:off x="6638831" y="1611314"/>
            <a:ext cx="1781197" cy="1194948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모래언덕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E43DD708-5C15-B6EA-3684-802312B648B6}"/>
              </a:ext>
            </a:extLst>
          </p:cNvPr>
          <p:cNvSpPr/>
          <p:nvPr/>
        </p:nvSpPr>
        <p:spPr>
          <a:xfrm>
            <a:off x="8296203" y="2500276"/>
            <a:ext cx="1524390" cy="1010835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숲</a:t>
            </a:r>
            <a:r>
              <a:rPr lang="en-US" altLang="ko-KR" dirty="0">
                <a:solidFill>
                  <a:sysClr val="windowText" lastClr="000000"/>
                </a:solidFill>
              </a:rPr>
              <a:t>2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08E8533C-0475-62C0-5DF2-AC2D677B5B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4173" y="4561645"/>
            <a:ext cx="2434865" cy="136373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</p:pic>
      <p:sp>
        <p:nvSpPr>
          <p:cNvPr id="36" name="자유형: 도형 35">
            <a:extLst>
              <a:ext uri="{FF2B5EF4-FFF2-40B4-BE49-F238E27FC236}">
                <a16:creationId xmlns:a16="http://schemas.microsoft.com/office/drawing/2014/main" id="{0B348AF6-1A3D-0BD1-3475-51000A718AB8}"/>
              </a:ext>
            </a:extLst>
          </p:cNvPr>
          <p:cNvSpPr/>
          <p:nvPr/>
        </p:nvSpPr>
        <p:spPr>
          <a:xfrm>
            <a:off x="9764454" y="1615636"/>
            <a:ext cx="1164454" cy="4320000"/>
          </a:xfrm>
          <a:custGeom>
            <a:avLst/>
            <a:gdLst>
              <a:gd name="csX0" fmla="*/ 1160649 w 1164454"/>
              <a:gd name="csY0" fmla="*/ 0 h 4424944"/>
              <a:gd name="csX1" fmla="*/ 1046349 w 1164454"/>
              <a:gd name="csY1" fmla="*/ 1457325 h 4424944"/>
              <a:gd name="csX2" fmla="*/ 379599 w 1164454"/>
              <a:gd name="csY2" fmla="*/ 2519363 h 4424944"/>
              <a:gd name="csX3" fmla="*/ 31936 w 1164454"/>
              <a:gd name="csY3" fmla="*/ 4257675 h 4424944"/>
              <a:gd name="csX4" fmla="*/ 36699 w 1164454"/>
              <a:gd name="csY4" fmla="*/ 4257675 h 44249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64454" h="4424944">
                <a:moveTo>
                  <a:pt x="1160649" y="0"/>
                </a:moveTo>
                <a:cubicBezTo>
                  <a:pt x="1168586" y="518715"/>
                  <a:pt x="1176524" y="1037431"/>
                  <a:pt x="1046349" y="1457325"/>
                </a:cubicBezTo>
                <a:cubicBezTo>
                  <a:pt x="916174" y="1877219"/>
                  <a:pt x="548668" y="2052638"/>
                  <a:pt x="379599" y="2519363"/>
                </a:cubicBezTo>
                <a:cubicBezTo>
                  <a:pt x="210530" y="2986088"/>
                  <a:pt x="89086" y="3967956"/>
                  <a:pt x="31936" y="4257675"/>
                </a:cubicBezTo>
                <a:cubicBezTo>
                  <a:pt x="-25214" y="4547394"/>
                  <a:pt x="5742" y="4402534"/>
                  <a:pt x="36699" y="4257675"/>
                </a:cubicBezTo>
              </a:path>
            </a:pathLst>
          </a:custGeom>
          <a:solidFill>
            <a:schemeClr val="bg2">
              <a:lumMod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70C0"/>
              </a:solidFill>
            </a:endParaRPr>
          </a:p>
        </p:txBody>
      </p:sp>
      <p:sp>
        <p:nvSpPr>
          <p:cNvPr id="38" name="자유형: 도형 37">
            <a:extLst>
              <a:ext uri="{FF2B5EF4-FFF2-40B4-BE49-F238E27FC236}">
                <a16:creationId xmlns:a16="http://schemas.microsoft.com/office/drawing/2014/main" id="{FB92673C-E9E3-D339-3F8F-6F916C0C9296}"/>
              </a:ext>
            </a:extLst>
          </p:cNvPr>
          <p:cNvSpPr/>
          <p:nvPr/>
        </p:nvSpPr>
        <p:spPr>
          <a:xfrm>
            <a:off x="9529690" y="1615637"/>
            <a:ext cx="1217417" cy="3790950"/>
          </a:xfrm>
          <a:custGeom>
            <a:avLst/>
            <a:gdLst>
              <a:gd name="csX0" fmla="*/ 1160649 w 1164454"/>
              <a:gd name="csY0" fmla="*/ 0 h 4424944"/>
              <a:gd name="csX1" fmla="*/ 1046349 w 1164454"/>
              <a:gd name="csY1" fmla="*/ 1457325 h 4424944"/>
              <a:gd name="csX2" fmla="*/ 379599 w 1164454"/>
              <a:gd name="csY2" fmla="*/ 2519363 h 4424944"/>
              <a:gd name="csX3" fmla="*/ 31936 w 1164454"/>
              <a:gd name="csY3" fmla="*/ 4257675 h 4424944"/>
              <a:gd name="csX4" fmla="*/ 36699 w 1164454"/>
              <a:gd name="csY4" fmla="*/ 4257675 h 44249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64454" h="4424944">
                <a:moveTo>
                  <a:pt x="1160649" y="0"/>
                </a:moveTo>
                <a:cubicBezTo>
                  <a:pt x="1168586" y="518715"/>
                  <a:pt x="1176524" y="1037431"/>
                  <a:pt x="1046349" y="1457325"/>
                </a:cubicBezTo>
                <a:cubicBezTo>
                  <a:pt x="916174" y="1877219"/>
                  <a:pt x="548668" y="2052638"/>
                  <a:pt x="379599" y="2519363"/>
                </a:cubicBezTo>
                <a:cubicBezTo>
                  <a:pt x="210530" y="2986088"/>
                  <a:pt x="89086" y="3967956"/>
                  <a:pt x="31936" y="4257675"/>
                </a:cubicBezTo>
                <a:cubicBezTo>
                  <a:pt x="-25214" y="4547394"/>
                  <a:pt x="5742" y="4402534"/>
                  <a:pt x="36699" y="4257675"/>
                </a:cubicBezTo>
              </a:path>
            </a:pathLst>
          </a:custGeom>
          <a:solidFill>
            <a:schemeClr val="bg2">
              <a:lumMod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70C0"/>
              </a:solidFill>
            </a:endParaRPr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3F5D6FB0-60D8-B640-3E8D-25769BEDBA61}"/>
              </a:ext>
            </a:extLst>
          </p:cNvPr>
          <p:cNvSpPr/>
          <p:nvPr/>
        </p:nvSpPr>
        <p:spPr>
          <a:xfrm>
            <a:off x="9441049" y="2406212"/>
            <a:ext cx="1192728" cy="800100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늪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04F5245C-A140-D2E7-341E-528A0ED7FAE3}"/>
              </a:ext>
            </a:extLst>
          </p:cNvPr>
          <p:cNvSpPr/>
          <p:nvPr/>
        </p:nvSpPr>
        <p:spPr>
          <a:xfrm>
            <a:off x="6644284" y="3542827"/>
            <a:ext cx="1361405" cy="1082709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숲</a:t>
            </a:r>
            <a:r>
              <a:rPr lang="en-US" altLang="ko-KR" dirty="0">
                <a:solidFill>
                  <a:sysClr val="windowText" lastClr="000000"/>
                </a:solidFill>
              </a:rPr>
              <a:t>1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5699E28-3494-0641-9AB6-069DC1B67CBB}"/>
              </a:ext>
            </a:extLst>
          </p:cNvPr>
          <p:cNvSpPr txBox="1"/>
          <p:nvPr/>
        </p:nvSpPr>
        <p:spPr>
          <a:xfrm>
            <a:off x="9744911" y="3423801"/>
            <a:ext cx="1025912" cy="30777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>
                <a:solidFill>
                  <a:srgbClr val="0070C0"/>
                </a:solidFill>
              </a:rPr>
              <a:t>강</a:t>
            </a:r>
            <a:endParaRPr lang="ko-KR" altLang="en-US" sz="1400" b="1" dirty="0">
              <a:solidFill>
                <a:srgbClr val="0070C0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1564E55-18D6-E16B-84FB-C16C50CB610A}"/>
              </a:ext>
            </a:extLst>
          </p:cNvPr>
          <p:cNvSpPr txBox="1"/>
          <p:nvPr/>
        </p:nvSpPr>
        <p:spPr>
          <a:xfrm>
            <a:off x="8244772" y="5024168"/>
            <a:ext cx="1025912" cy="33855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>
                <a:solidFill>
                  <a:sysClr val="windowText" lastClr="000000"/>
                </a:solidFill>
              </a:rPr>
              <a:t>산</a:t>
            </a:r>
            <a:endParaRPr lang="ko-KR" altLang="en-US" sz="1600" b="1" dirty="0">
              <a:solidFill>
                <a:sysClr val="windowText" lastClr="000000"/>
              </a:solidFill>
            </a:endParaRPr>
          </a:p>
        </p:txBody>
      </p:sp>
      <p:sp>
        <p:nvSpPr>
          <p:cNvPr id="48" name="이등변 삼각형 47">
            <a:extLst>
              <a:ext uri="{FF2B5EF4-FFF2-40B4-BE49-F238E27FC236}">
                <a16:creationId xmlns:a16="http://schemas.microsoft.com/office/drawing/2014/main" id="{24F20F3D-AD48-145D-379C-A7403BB27925}"/>
              </a:ext>
            </a:extLst>
          </p:cNvPr>
          <p:cNvSpPr/>
          <p:nvPr/>
        </p:nvSpPr>
        <p:spPr>
          <a:xfrm>
            <a:off x="9384434" y="1761774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50" name="이등변 삼각형 49">
            <a:extLst>
              <a:ext uri="{FF2B5EF4-FFF2-40B4-BE49-F238E27FC236}">
                <a16:creationId xmlns:a16="http://schemas.microsoft.com/office/drawing/2014/main" id="{30B5B713-82D4-8995-AF29-786CE8AB3F2C}"/>
              </a:ext>
            </a:extLst>
          </p:cNvPr>
          <p:cNvSpPr/>
          <p:nvPr/>
        </p:nvSpPr>
        <p:spPr>
          <a:xfrm>
            <a:off x="7764988" y="5202960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52" name="이등변 삼각형 51">
            <a:extLst>
              <a:ext uri="{FF2B5EF4-FFF2-40B4-BE49-F238E27FC236}">
                <a16:creationId xmlns:a16="http://schemas.microsoft.com/office/drawing/2014/main" id="{41898A77-FFCB-B569-0FAB-C098A37AE8E0}"/>
              </a:ext>
            </a:extLst>
          </p:cNvPr>
          <p:cNvSpPr/>
          <p:nvPr/>
        </p:nvSpPr>
        <p:spPr>
          <a:xfrm>
            <a:off x="9890665" y="5552549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54" name="이등변 삼각형 53">
            <a:extLst>
              <a:ext uri="{FF2B5EF4-FFF2-40B4-BE49-F238E27FC236}">
                <a16:creationId xmlns:a16="http://schemas.microsoft.com/office/drawing/2014/main" id="{94A08D67-2B8A-D00E-3848-247FEDB22A51}"/>
              </a:ext>
            </a:extLst>
          </p:cNvPr>
          <p:cNvSpPr/>
          <p:nvPr/>
        </p:nvSpPr>
        <p:spPr>
          <a:xfrm>
            <a:off x="7034474" y="3529230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56" name="이등변 삼각형 55">
            <a:extLst>
              <a:ext uri="{FF2B5EF4-FFF2-40B4-BE49-F238E27FC236}">
                <a16:creationId xmlns:a16="http://schemas.microsoft.com/office/drawing/2014/main" id="{EFAFABD3-0D71-53D9-A3D8-0650B5116B3E}"/>
              </a:ext>
            </a:extLst>
          </p:cNvPr>
          <p:cNvSpPr/>
          <p:nvPr/>
        </p:nvSpPr>
        <p:spPr>
          <a:xfrm>
            <a:off x="9499766" y="3928427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58" name="평행 사변형 57">
            <a:extLst>
              <a:ext uri="{FF2B5EF4-FFF2-40B4-BE49-F238E27FC236}">
                <a16:creationId xmlns:a16="http://schemas.microsoft.com/office/drawing/2014/main" id="{A6E32697-5603-702C-C142-BFEB1A8A00BA}"/>
              </a:ext>
            </a:extLst>
          </p:cNvPr>
          <p:cNvSpPr/>
          <p:nvPr/>
        </p:nvSpPr>
        <p:spPr>
          <a:xfrm>
            <a:off x="8688389" y="3511109"/>
            <a:ext cx="850656" cy="1240767"/>
          </a:xfrm>
          <a:prstGeom prst="parallelogram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돌밭</a:t>
            </a:r>
          </a:p>
        </p:txBody>
      </p:sp>
      <p:sp>
        <p:nvSpPr>
          <p:cNvPr id="60" name="십자형 59">
            <a:extLst>
              <a:ext uri="{FF2B5EF4-FFF2-40B4-BE49-F238E27FC236}">
                <a16:creationId xmlns:a16="http://schemas.microsoft.com/office/drawing/2014/main" id="{1DC422DB-EE8E-26E4-BF61-118EDD7A9EA0}"/>
              </a:ext>
            </a:extLst>
          </p:cNvPr>
          <p:cNvSpPr/>
          <p:nvPr/>
        </p:nvSpPr>
        <p:spPr>
          <a:xfrm>
            <a:off x="8038064" y="4194141"/>
            <a:ext cx="561073" cy="438586"/>
          </a:xfrm>
          <a:prstGeom prst="plus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ysClr val="windowText" lastClr="000000"/>
                </a:solidFill>
              </a:rPr>
              <a:t>중간기지</a:t>
            </a:r>
          </a:p>
        </p:txBody>
      </p:sp>
      <p:graphicFrame>
        <p:nvGraphicFramePr>
          <p:cNvPr id="62" name="내용 개체 틀 11">
            <a:extLst>
              <a:ext uri="{FF2B5EF4-FFF2-40B4-BE49-F238E27FC236}">
                <a16:creationId xmlns:a16="http://schemas.microsoft.com/office/drawing/2014/main" id="{1AF3B6D8-2F60-57BD-734D-4E9C92AE3C7C}"/>
              </a:ext>
            </a:extLst>
          </p:cNvPr>
          <p:cNvGraphicFramePr>
            <a:graphicFrameLocks/>
          </p:cNvGraphicFramePr>
          <p:nvPr/>
        </p:nvGraphicFramePr>
        <p:xfrm>
          <a:off x="6650664" y="1615635"/>
          <a:ext cx="4308168" cy="430974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8028">
                  <a:extLst>
                    <a:ext uri="{9D8B030D-6E8A-4147-A177-3AD203B41FA5}">
                      <a16:colId xmlns:a16="http://schemas.microsoft.com/office/drawing/2014/main" val="1418070404"/>
                    </a:ext>
                  </a:extLst>
                </a:gridCol>
                <a:gridCol w="718028">
                  <a:extLst>
                    <a:ext uri="{9D8B030D-6E8A-4147-A177-3AD203B41FA5}">
                      <a16:colId xmlns:a16="http://schemas.microsoft.com/office/drawing/2014/main" val="4189832869"/>
                    </a:ext>
                  </a:extLst>
                </a:gridCol>
                <a:gridCol w="718028">
                  <a:extLst>
                    <a:ext uri="{9D8B030D-6E8A-4147-A177-3AD203B41FA5}">
                      <a16:colId xmlns:a16="http://schemas.microsoft.com/office/drawing/2014/main" val="957261908"/>
                    </a:ext>
                  </a:extLst>
                </a:gridCol>
                <a:gridCol w="718028">
                  <a:extLst>
                    <a:ext uri="{9D8B030D-6E8A-4147-A177-3AD203B41FA5}">
                      <a16:colId xmlns:a16="http://schemas.microsoft.com/office/drawing/2014/main" val="3261963003"/>
                    </a:ext>
                  </a:extLst>
                </a:gridCol>
                <a:gridCol w="718028">
                  <a:extLst>
                    <a:ext uri="{9D8B030D-6E8A-4147-A177-3AD203B41FA5}">
                      <a16:colId xmlns:a16="http://schemas.microsoft.com/office/drawing/2014/main" val="1747135887"/>
                    </a:ext>
                  </a:extLst>
                </a:gridCol>
                <a:gridCol w="718028">
                  <a:extLst>
                    <a:ext uri="{9D8B030D-6E8A-4147-A177-3AD203B41FA5}">
                      <a16:colId xmlns:a16="http://schemas.microsoft.com/office/drawing/2014/main" val="3197742941"/>
                    </a:ext>
                  </a:extLst>
                </a:gridCol>
              </a:tblGrid>
              <a:tr h="71829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494038"/>
                  </a:ext>
                </a:extLst>
              </a:tr>
              <a:tr h="71829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5206945"/>
                  </a:ext>
                </a:extLst>
              </a:tr>
              <a:tr h="71829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3630104"/>
                  </a:ext>
                </a:extLst>
              </a:tr>
              <a:tr h="71829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7582915"/>
                  </a:ext>
                </a:extLst>
              </a:tr>
              <a:tr h="71829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1941463"/>
                  </a:ext>
                </a:extLst>
              </a:tr>
              <a:tr h="71829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1201330"/>
                  </a:ext>
                </a:extLst>
              </a:tr>
            </a:tbl>
          </a:graphicData>
        </a:graphic>
      </p:graphicFrame>
      <p:sp>
        <p:nvSpPr>
          <p:cNvPr id="27" name="직사각형 26">
            <a:extLst>
              <a:ext uri="{FF2B5EF4-FFF2-40B4-BE49-F238E27FC236}">
                <a16:creationId xmlns:a16="http://schemas.microsoft.com/office/drawing/2014/main" id="{D9A0852B-3280-63CC-4428-42F5421AF33E}"/>
              </a:ext>
            </a:extLst>
          </p:cNvPr>
          <p:cNvSpPr/>
          <p:nvPr/>
        </p:nvSpPr>
        <p:spPr>
          <a:xfrm>
            <a:off x="9378320" y="1764030"/>
            <a:ext cx="275195" cy="3124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FE8F239E-47AF-B2C0-AB35-FD341945D7C3}"/>
              </a:ext>
            </a:extLst>
          </p:cNvPr>
          <p:cNvSpPr/>
          <p:nvPr/>
        </p:nvSpPr>
        <p:spPr>
          <a:xfrm>
            <a:off x="8496806" y="4328552"/>
            <a:ext cx="275195" cy="3124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A1D7F5F8-AADC-851C-CE0B-35478D6D08BD}"/>
              </a:ext>
            </a:extLst>
          </p:cNvPr>
          <p:cNvSpPr/>
          <p:nvPr/>
        </p:nvSpPr>
        <p:spPr>
          <a:xfrm>
            <a:off x="6911346" y="2644274"/>
            <a:ext cx="275195" cy="3124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더하기 기호 24">
            <a:extLst>
              <a:ext uri="{FF2B5EF4-FFF2-40B4-BE49-F238E27FC236}">
                <a16:creationId xmlns:a16="http://schemas.microsoft.com/office/drawing/2014/main" id="{9DE2B0AC-4C1D-C0F2-8D9A-D47024677A42}"/>
              </a:ext>
            </a:extLst>
          </p:cNvPr>
          <p:cNvSpPr/>
          <p:nvPr/>
        </p:nvSpPr>
        <p:spPr>
          <a:xfrm>
            <a:off x="8872715" y="2982994"/>
            <a:ext cx="749043" cy="519738"/>
          </a:xfrm>
          <a:prstGeom prst="mathPlus">
            <a:avLst>
              <a:gd name="adj1" fmla="val 51312"/>
            </a:avLst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EA002A17-11A6-645F-629B-CF4B6BFCF578}"/>
              </a:ext>
            </a:extLst>
          </p:cNvPr>
          <p:cNvSpPr/>
          <p:nvPr/>
        </p:nvSpPr>
        <p:spPr>
          <a:xfrm>
            <a:off x="6638831" y="1611313"/>
            <a:ext cx="1781197" cy="1217450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1486F25E-6479-B486-FAFC-1C436FD7B38B}"/>
              </a:ext>
            </a:extLst>
          </p:cNvPr>
          <p:cNvSpPr/>
          <p:nvPr/>
        </p:nvSpPr>
        <p:spPr>
          <a:xfrm>
            <a:off x="8259109" y="2492031"/>
            <a:ext cx="1352945" cy="1325064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5C6DEB6A-4571-F36E-F79F-DF3CA9A37A7B}"/>
              </a:ext>
            </a:extLst>
          </p:cNvPr>
          <p:cNvSpPr/>
          <p:nvPr/>
        </p:nvSpPr>
        <p:spPr>
          <a:xfrm>
            <a:off x="8858143" y="3864232"/>
            <a:ext cx="1114088" cy="784284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662CFAFE-9CBC-6802-7590-5E6BD9A3763F}"/>
              </a:ext>
            </a:extLst>
          </p:cNvPr>
          <p:cNvSpPr/>
          <p:nvPr/>
        </p:nvSpPr>
        <p:spPr>
          <a:xfrm>
            <a:off x="7743389" y="3692143"/>
            <a:ext cx="1114088" cy="736847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C8FAC7DD-70B5-AEE8-8FF3-A699EB4804BB}"/>
              </a:ext>
            </a:extLst>
          </p:cNvPr>
          <p:cNvSpPr/>
          <p:nvPr/>
        </p:nvSpPr>
        <p:spPr>
          <a:xfrm>
            <a:off x="6657968" y="2806262"/>
            <a:ext cx="1081149" cy="1797073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FD06B2B7-4B0E-5E79-084D-0DD11AC76EB9}"/>
              </a:ext>
            </a:extLst>
          </p:cNvPr>
          <p:cNvSpPr/>
          <p:nvPr/>
        </p:nvSpPr>
        <p:spPr>
          <a:xfrm>
            <a:off x="9554241" y="2260958"/>
            <a:ext cx="1011668" cy="1100807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4E258C03-2FF3-0E26-F85F-9ADBFCF927DC}"/>
              </a:ext>
            </a:extLst>
          </p:cNvPr>
          <p:cNvSpPr/>
          <p:nvPr/>
        </p:nvSpPr>
        <p:spPr>
          <a:xfrm>
            <a:off x="7900606" y="4639133"/>
            <a:ext cx="1854023" cy="1249627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C23C5E07-ED04-FB6F-1EE3-0FBE94CD63DC}"/>
              </a:ext>
            </a:extLst>
          </p:cNvPr>
          <p:cNvSpPr/>
          <p:nvPr/>
        </p:nvSpPr>
        <p:spPr>
          <a:xfrm>
            <a:off x="7748923" y="2834613"/>
            <a:ext cx="503805" cy="857528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98B6B235-6815-90C1-F945-CC99124EF5A9}"/>
              </a:ext>
            </a:extLst>
          </p:cNvPr>
          <p:cNvSpPr/>
          <p:nvPr/>
        </p:nvSpPr>
        <p:spPr>
          <a:xfrm>
            <a:off x="10471912" y="4131492"/>
            <a:ext cx="275195" cy="3124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4">
            <p14:nvContentPartPr>
              <p14:cNvPr id="63" name="잉크 62">
                <a:extLst>
                  <a:ext uri="{FF2B5EF4-FFF2-40B4-BE49-F238E27FC236}">
                    <a16:creationId xmlns:a16="http://schemas.microsoft.com/office/drawing/2014/main" id="{E4A683A1-E0D1-02C4-2DAB-0540B14E8F9E}"/>
                  </a:ext>
                </a:extLst>
              </p14:cNvPr>
              <p14:cNvContentPartPr/>
              <p14:nvPr/>
            </p14:nvContentPartPr>
            <p14:xfrm>
              <a:off x="7364640" y="4339290"/>
              <a:ext cx="1494000" cy="1002240"/>
            </p14:xfrm>
          </p:contentPart>
        </mc:Choice>
        <mc:Fallback>
          <p:pic>
            <p:nvPicPr>
              <p:cNvPr id="63" name="잉크 62">
                <a:extLst>
                  <a:ext uri="{FF2B5EF4-FFF2-40B4-BE49-F238E27FC236}">
                    <a16:creationId xmlns:a16="http://schemas.microsoft.com/office/drawing/2014/main" id="{E4A683A1-E0D1-02C4-2DAB-0540B14E8F9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346640" y="4321650"/>
                <a:ext cx="1529640" cy="103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6">
            <p14:nvContentPartPr>
              <p14:cNvPr id="65" name="잉크 64">
                <a:extLst>
                  <a:ext uri="{FF2B5EF4-FFF2-40B4-BE49-F238E27FC236}">
                    <a16:creationId xmlns:a16="http://schemas.microsoft.com/office/drawing/2014/main" id="{833814E5-D59C-9E7B-2329-C013D756FE0A}"/>
                  </a:ext>
                </a:extLst>
              </p14:cNvPr>
              <p14:cNvContentPartPr/>
              <p14:nvPr/>
            </p14:nvContentPartPr>
            <p14:xfrm>
              <a:off x="8857920" y="4339290"/>
              <a:ext cx="1681200" cy="720"/>
            </p14:xfrm>
          </p:contentPart>
        </mc:Choice>
        <mc:Fallback>
          <p:pic>
            <p:nvPicPr>
              <p:cNvPr id="65" name="잉크 64">
                <a:extLst>
                  <a:ext uri="{FF2B5EF4-FFF2-40B4-BE49-F238E27FC236}">
                    <a16:creationId xmlns:a16="http://schemas.microsoft.com/office/drawing/2014/main" id="{833814E5-D59C-9E7B-2329-C013D756FE0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840280" y="4303290"/>
                <a:ext cx="171684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8">
            <p14:nvContentPartPr>
              <p14:cNvPr id="70" name="잉크 69">
                <a:extLst>
                  <a:ext uri="{FF2B5EF4-FFF2-40B4-BE49-F238E27FC236}">
                    <a16:creationId xmlns:a16="http://schemas.microsoft.com/office/drawing/2014/main" id="{549A8048-C049-7915-2121-FA7A7C4F5075}"/>
                  </a:ext>
                </a:extLst>
              </p14:cNvPr>
              <p14:cNvContentPartPr/>
              <p14:nvPr/>
            </p14:nvContentPartPr>
            <p14:xfrm>
              <a:off x="8522760" y="3592290"/>
              <a:ext cx="2021400" cy="975960"/>
            </p14:xfrm>
          </p:contentPart>
        </mc:Choice>
        <mc:Fallback>
          <p:pic>
            <p:nvPicPr>
              <p:cNvPr id="70" name="잉크 69">
                <a:extLst>
                  <a:ext uri="{FF2B5EF4-FFF2-40B4-BE49-F238E27FC236}">
                    <a16:creationId xmlns:a16="http://schemas.microsoft.com/office/drawing/2014/main" id="{549A8048-C049-7915-2121-FA7A7C4F507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505120" y="3574650"/>
                <a:ext cx="2057040" cy="101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10">
            <p14:nvContentPartPr>
              <p14:cNvPr id="71" name="잉크 70">
                <a:extLst>
                  <a:ext uri="{FF2B5EF4-FFF2-40B4-BE49-F238E27FC236}">
                    <a16:creationId xmlns:a16="http://schemas.microsoft.com/office/drawing/2014/main" id="{7AC11321-1161-444A-DB5D-974A55C5ADF5}"/>
                  </a:ext>
                </a:extLst>
              </p14:cNvPr>
              <p14:cNvContentPartPr/>
              <p14:nvPr/>
            </p14:nvContentPartPr>
            <p14:xfrm>
              <a:off x="10375868" y="4181153"/>
              <a:ext cx="176040" cy="267840"/>
            </p14:xfrm>
          </p:contentPart>
        </mc:Choice>
        <mc:Fallback>
          <p:pic>
            <p:nvPicPr>
              <p:cNvPr id="71" name="잉크 70">
                <a:extLst>
                  <a:ext uri="{FF2B5EF4-FFF2-40B4-BE49-F238E27FC236}">
                    <a16:creationId xmlns:a16="http://schemas.microsoft.com/office/drawing/2014/main" id="{7AC11321-1161-444A-DB5D-974A55C5ADF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0357868" y="4163513"/>
                <a:ext cx="211680" cy="30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12">
            <p14:nvContentPartPr>
              <p14:cNvPr id="72" name="잉크 71">
                <a:extLst>
                  <a:ext uri="{FF2B5EF4-FFF2-40B4-BE49-F238E27FC236}">
                    <a16:creationId xmlns:a16="http://schemas.microsoft.com/office/drawing/2014/main" id="{50AE7200-CC4F-2A05-4612-48025A7A2E63}"/>
                  </a:ext>
                </a:extLst>
              </p14:cNvPr>
              <p14:cNvContentPartPr/>
              <p14:nvPr/>
            </p14:nvContentPartPr>
            <p14:xfrm>
              <a:off x="8470630" y="4498915"/>
              <a:ext cx="139320" cy="135720"/>
            </p14:xfrm>
          </p:contentPart>
        </mc:Choice>
        <mc:Fallback>
          <p:pic>
            <p:nvPicPr>
              <p:cNvPr id="72" name="잉크 71">
                <a:extLst>
                  <a:ext uri="{FF2B5EF4-FFF2-40B4-BE49-F238E27FC236}">
                    <a16:creationId xmlns:a16="http://schemas.microsoft.com/office/drawing/2014/main" id="{50AE7200-CC4F-2A05-4612-48025A7A2E63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452990" y="4480915"/>
                <a:ext cx="174960" cy="17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14">
            <p14:nvContentPartPr>
              <p14:cNvPr id="73" name="잉크 72">
                <a:extLst>
                  <a:ext uri="{FF2B5EF4-FFF2-40B4-BE49-F238E27FC236}">
                    <a16:creationId xmlns:a16="http://schemas.microsoft.com/office/drawing/2014/main" id="{24725DF0-0B35-914F-C3F1-1F10DA2187CD}"/>
                  </a:ext>
                </a:extLst>
              </p14:cNvPr>
              <p14:cNvContentPartPr/>
              <p14:nvPr/>
            </p14:nvContentPartPr>
            <p14:xfrm>
              <a:off x="7958220" y="4423530"/>
              <a:ext cx="284760" cy="312840"/>
            </p14:xfrm>
          </p:contentPart>
        </mc:Choice>
        <mc:Fallback>
          <p:pic>
            <p:nvPicPr>
              <p:cNvPr id="73" name="잉크 72">
                <a:extLst>
                  <a:ext uri="{FF2B5EF4-FFF2-40B4-BE49-F238E27FC236}">
                    <a16:creationId xmlns:a16="http://schemas.microsoft.com/office/drawing/2014/main" id="{24725DF0-0B35-914F-C3F1-1F10DA2187CD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940220" y="4405530"/>
                <a:ext cx="320400" cy="34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16">
            <p14:nvContentPartPr>
              <p14:cNvPr id="74" name="잉크 73">
                <a:extLst>
                  <a:ext uri="{FF2B5EF4-FFF2-40B4-BE49-F238E27FC236}">
                    <a16:creationId xmlns:a16="http://schemas.microsoft.com/office/drawing/2014/main" id="{5930FFF0-2E15-CF78-78C6-4D69CF46F0E8}"/>
                  </a:ext>
                </a:extLst>
              </p14:cNvPr>
              <p14:cNvContentPartPr/>
              <p14:nvPr/>
            </p14:nvContentPartPr>
            <p14:xfrm>
              <a:off x="9124790" y="3264860"/>
              <a:ext cx="278280" cy="258120"/>
            </p14:xfrm>
          </p:contentPart>
        </mc:Choice>
        <mc:Fallback>
          <p:pic>
            <p:nvPicPr>
              <p:cNvPr id="74" name="잉크 73">
                <a:extLst>
                  <a:ext uri="{FF2B5EF4-FFF2-40B4-BE49-F238E27FC236}">
                    <a16:creationId xmlns:a16="http://schemas.microsoft.com/office/drawing/2014/main" id="{5930FFF0-2E15-CF78-78C6-4D69CF46F0E8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106790" y="3247220"/>
                <a:ext cx="313920" cy="293760"/>
              </a:xfrm>
              <a:prstGeom prst="rect">
                <a:avLst/>
              </a:prstGeom>
            </p:spPr>
          </p:pic>
        </mc:Fallback>
      </mc:AlternateContent>
      <p:grpSp>
        <p:nvGrpSpPr>
          <p:cNvPr id="82" name="그룹 81">
            <a:extLst>
              <a:ext uri="{FF2B5EF4-FFF2-40B4-BE49-F238E27FC236}">
                <a16:creationId xmlns:a16="http://schemas.microsoft.com/office/drawing/2014/main" id="{DA6D2C58-322B-B3C8-E313-140F9D5F554E}"/>
              </a:ext>
            </a:extLst>
          </p:cNvPr>
          <p:cNvGrpSpPr/>
          <p:nvPr/>
        </p:nvGrpSpPr>
        <p:grpSpPr>
          <a:xfrm>
            <a:off x="9178430" y="4359500"/>
            <a:ext cx="352080" cy="422640"/>
            <a:chOff x="9178430" y="4359500"/>
            <a:chExt cx="352080" cy="42264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8">
              <p14:nvContentPartPr>
                <p14:cNvPr id="75" name="잉크 74">
                  <a:extLst>
                    <a:ext uri="{FF2B5EF4-FFF2-40B4-BE49-F238E27FC236}">
                      <a16:creationId xmlns:a16="http://schemas.microsoft.com/office/drawing/2014/main" id="{5A0DEF65-EB8F-1D98-A32C-097FECE921D6}"/>
                    </a:ext>
                  </a:extLst>
                </p14:cNvPr>
                <p14:cNvContentPartPr/>
                <p14:nvPr/>
              </p14:nvContentPartPr>
              <p14:xfrm>
                <a:off x="9272390" y="4463540"/>
                <a:ext cx="210960" cy="213840"/>
              </p14:xfrm>
            </p:contentPart>
          </mc:Choice>
          <mc:Fallback>
            <p:pic>
              <p:nvPicPr>
                <p:cNvPr id="75" name="잉크 74">
                  <a:extLst>
                    <a:ext uri="{FF2B5EF4-FFF2-40B4-BE49-F238E27FC236}">
                      <a16:creationId xmlns:a16="http://schemas.microsoft.com/office/drawing/2014/main" id="{5A0DEF65-EB8F-1D98-A32C-097FECE921D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254390" y="4445900"/>
                  <a:ext cx="24660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0">
              <p14:nvContentPartPr>
                <p14:cNvPr id="81" name="잉크 80">
                  <a:extLst>
                    <a:ext uri="{FF2B5EF4-FFF2-40B4-BE49-F238E27FC236}">
                      <a16:creationId xmlns:a16="http://schemas.microsoft.com/office/drawing/2014/main" id="{40A34374-7E17-41E1-F3E4-6B5B6467A624}"/>
                    </a:ext>
                  </a:extLst>
                </p14:cNvPr>
                <p14:cNvContentPartPr/>
                <p14:nvPr/>
              </p14:nvContentPartPr>
              <p14:xfrm>
                <a:off x="9178430" y="4359500"/>
                <a:ext cx="352080" cy="422640"/>
              </p14:xfrm>
            </p:contentPart>
          </mc:Choice>
          <mc:Fallback>
            <p:pic>
              <p:nvPicPr>
                <p:cNvPr id="81" name="잉크 80">
                  <a:extLst>
                    <a:ext uri="{FF2B5EF4-FFF2-40B4-BE49-F238E27FC236}">
                      <a16:creationId xmlns:a16="http://schemas.microsoft.com/office/drawing/2014/main" id="{40A34374-7E17-41E1-F3E4-6B5B6467A62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160790" y="4341500"/>
                  <a:ext cx="387720" cy="458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8603249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DC33D-928B-12AB-DE7C-06D61EAC8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C3C5CED5-F635-43CE-C362-4F0468055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최종 맵 디자인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080C3F9-6BA3-E408-FB1B-640C854AD2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0FA04E6-1B1F-F97F-83E4-325982352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pPr/>
              <a:t>10/17/2026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537DC54-AA01-0002-4846-B0B5E25A3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pPr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35021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5F7DE-105D-C134-B099-9C49A6645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0DE5F7-D635-CE3D-D7D8-A8BC2247E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최종 지형 디자인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0867E6-D883-F428-639C-ABCA85FBEB0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38BBBCC-3F84-6C7F-9129-E68AC635726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5971DC3-A541-E137-7B3A-716E8D680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10/17/2026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EDD42B-CEA9-431A-4626-A16762459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EDC79DAB-91E5-834B-00C0-48235954F99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8248C044-776C-B7AC-A876-A0B279EA28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832" y="1611313"/>
            <a:ext cx="4320000" cy="4320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</p:pic>
      <p:sp>
        <p:nvSpPr>
          <p:cNvPr id="28" name="십자형 27">
            <a:extLst>
              <a:ext uri="{FF2B5EF4-FFF2-40B4-BE49-F238E27FC236}">
                <a16:creationId xmlns:a16="http://schemas.microsoft.com/office/drawing/2014/main" id="{3D6560A2-236A-C4E0-A4D8-BFD77802BD0B}"/>
              </a:ext>
            </a:extLst>
          </p:cNvPr>
          <p:cNvSpPr/>
          <p:nvPr/>
        </p:nvSpPr>
        <p:spPr>
          <a:xfrm>
            <a:off x="6681715" y="5298210"/>
            <a:ext cx="923925" cy="590550"/>
          </a:xfrm>
          <a:prstGeom prst="plus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ysClr val="windowText" lastClr="000000"/>
                </a:solidFill>
              </a:rPr>
              <a:t>본거지</a:t>
            </a:r>
            <a:br>
              <a:rPr lang="en-US" altLang="ko-KR" sz="1400" dirty="0">
                <a:solidFill>
                  <a:sysClr val="windowText" lastClr="000000"/>
                </a:solidFill>
              </a:rPr>
            </a:br>
            <a:r>
              <a:rPr lang="en-US" altLang="ko-KR" sz="1400" dirty="0">
                <a:solidFill>
                  <a:sysClr val="windowText" lastClr="000000"/>
                </a:solidFill>
              </a:rPr>
              <a:t>(</a:t>
            </a:r>
            <a:r>
              <a:rPr lang="ko-KR" altLang="en-US" sz="1400" dirty="0">
                <a:solidFill>
                  <a:sysClr val="windowText" lastClr="000000"/>
                </a:solidFill>
              </a:rPr>
              <a:t>시작점</a:t>
            </a:r>
            <a:r>
              <a:rPr lang="en-US" altLang="ko-KR" sz="1400" dirty="0">
                <a:solidFill>
                  <a:sysClr val="windowText" lastClr="000000"/>
                </a:solidFill>
              </a:rPr>
              <a:t>)</a:t>
            </a:r>
            <a:endParaRPr lang="ko-KR" altLang="en-US" sz="1400" dirty="0">
              <a:solidFill>
                <a:sysClr val="windowText" lastClr="000000"/>
              </a:solidFill>
            </a:endParaRPr>
          </a:p>
        </p:txBody>
      </p:sp>
      <p:sp>
        <p:nvSpPr>
          <p:cNvPr id="30" name="사각형: 잘린 대각선 방향 모서리 29">
            <a:extLst>
              <a:ext uri="{FF2B5EF4-FFF2-40B4-BE49-F238E27FC236}">
                <a16:creationId xmlns:a16="http://schemas.microsoft.com/office/drawing/2014/main" id="{5F6811DE-686D-71D6-3A08-D227927D9EEC}"/>
              </a:ext>
            </a:extLst>
          </p:cNvPr>
          <p:cNvSpPr/>
          <p:nvPr/>
        </p:nvSpPr>
        <p:spPr>
          <a:xfrm>
            <a:off x="6638831" y="1611314"/>
            <a:ext cx="1781197" cy="1194948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모래언덕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827C969E-D589-F48F-2EA0-4F3F4EB2B96F}"/>
              </a:ext>
            </a:extLst>
          </p:cNvPr>
          <p:cNvSpPr/>
          <p:nvPr/>
        </p:nvSpPr>
        <p:spPr>
          <a:xfrm>
            <a:off x="8296203" y="2500276"/>
            <a:ext cx="1524390" cy="1010835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숲</a:t>
            </a:r>
            <a:r>
              <a:rPr lang="en-US" altLang="ko-KR" dirty="0">
                <a:solidFill>
                  <a:sysClr val="windowText" lastClr="000000"/>
                </a:solidFill>
              </a:rPr>
              <a:t>2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A83DF6A7-FCFE-0DE1-5715-23049A472D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4173" y="4561645"/>
            <a:ext cx="2434865" cy="136373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</p:pic>
      <p:sp>
        <p:nvSpPr>
          <p:cNvPr id="36" name="자유형: 도형 35">
            <a:extLst>
              <a:ext uri="{FF2B5EF4-FFF2-40B4-BE49-F238E27FC236}">
                <a16:creationId xmlns:a16="http://schemas.microsoft.com/office/drawing/2014/main" id="{21C7E480-64FF-F986-10D0-A00D29725C1A}"/>
              </a:ext>
            </a:extLst>
          </p:cNvPr>
          <p:cNvSpPr/>
          <p:nvPr/>
        </p:nvSpPr>
        <p:spPr>
          <a:xfrm>
            <a:off x="9764454" y="1615636"/>
            <a:ext cx="1164454" cy="4320000"/>
          </a:xfrm>
          <a:custGeom>
            <a:avLst/>
            <a:gdLst>
              <a:gd name="csX0" fmla="*/ 1160649 w 1164454"/>
              <a:gd name="csY0" fmla="*/ 0 h 4424944"/>
              <a:gd name="csX1" fmla="*/ 1046349 w 1164454"/>
              <a:gd name="csY1" fmla="*/ 1457325 h 4424944"/>
              <a:gd name="csX2" fmla="*/ 379599 w 1164454"/>
              <a:gd name="csY2" fmla="*/ 2519363 h 4424944"/>
              <a:gd name="csX3" fmla="*/ 31936 w 1164454"/>
              <a:gd name="csY3" fmla="*/ 4257675 h 4424944"/>
              <a:gd name="csX4" fmla="*/ 36699 w 1164454"/>
              <a:gd name="csY4" fmla="*/ 4257675 h 44249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64454" h="4424944">
                <a:moveTo>
                  <a:pt x="1160649" y="0"/>
                </a:moveTo>
                <a:cubicBezTo>
                  <a:pt x="1168586" y="518715"/>
                  <a:pt x="1176524" y="1037431"/>
                  <a:pt x="1046349" y="1457325"/>
                </a:cubicBezTo>
                <a:cubicBezTo>
                  <a:pt x="916174" y="1877219"/>
                  <a:pt x="548668" y="2052638"/>
                  <a:pt x="379599" y="2519363"/>
                </a:cubicBezTo>
                <a:cubicBezTo>
                  <a:pt x="210530" y="2986088"/>
                  <a:pt x="89086" y="3967956"/>
                  <a:pt x="31936" y="4257675"/>
                </a:cubicBezTo>
                <a:cubicBezTo>
                  <a:pt x="-25214" y="4547394"/>
                  <a:pt x="5742" y="4402534"/>
                  <a:pt x="36699" y="4257675"/>
                </a:cubicBezTo>
              </a:path>
            </a:pathLst>
          </a:custGeom>
          <a:solidFill>
            <a:schemeClr val="bg2">
              <a:lumMod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70C0"/>
              </a:solidFill>
            </a:endParaRPr>
          </a:p>
        </p:txBody>
      </p:sp>
      <p:sp>
        <p:nvSpPr>
          <p:cNvPr id="38" name="자유형: 도형 37">
            <a:extLst>
              <a:ext uri="{FF2B5EF4-FFF2-40B4-BE49-F238E27FC236}">
                <a16:creationId xmlns:a16="http://schemas.microsoft.com/office/drawing/2014/main" id="{3AA7D34E-9B6E-EFA5-29C9-D3A77B38A5EE}"/>
              </a:ext>
            </a:extLst>
          </p:cNvPr>
          <p:cNvSpPr/>
          <p:nvPr/>
        </p:nvSpPr>
        <p:spPr>
          <a:xfrm>
            <a:off x="9529690" y="1615637"/>
            <a:ext cx="1217417" cy="3790950"/>
          </a:xfrm>
          <a:custGeom>
            <a:avLst/>
            <a:gdLst>
              <a:gd name="csX0" fmla="*/ 1160649 w 1164454"/>
              <a:gd name="csY0" fmla="*/ 0 h 4424944"/>
              <a:gd name="csX1" fmla="*/ 1046349 w 1164454"/>
              <a:gd name="csY1" fmla="*/ 1457325 h 4424944"/>
              <a:gd name="csX2" fmla="*/ 379599 w 1164454"/>
              <a:gd name="csY2" fmla="*/ 2519363 h 4424944"/>
              <a:gd name="csX3" fmla="*/ 31936 w 1164454"/>
              <a:gd name="csY3" fmla="*/ 4257675 h 4424944"/>
              <a:gd name="csX4" fmla="*/ 36699 w 1164454"/>
              <a:gd name="csY4" fmla="*/ 4257675 h 44249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64454" h="4424944">
                <a:moveTo>
                  <a:pt x="1160649" y="0"/>
                </a:moveTo>
                <a:cubicBezTo>
                  <a:pt x="1168586" y="518715"/>
                  <a:pt x="1176524" y="1037431"/>
                  <a:pt x="1046349" y="1457325"/>
                </a:cubicBezTo>
                <a:cubicBezTo>
                  <a:pt x="916174" y="1877219"/>
                  <a:pt x="548668" y="2052638"/>
                  <a:pt x="379599" y="2519363"/>
                </a:cubicBezTo>
                <a:cubicBezTo>
                  <a:pt x="210530" y="2986088"/>
                  <a:pt x="89086" y="3967956"/>
                  <a:pt x="31936" y="4257675"/>
                </a:cubicBezTo>
                <a:cubicBezTo>
                  <a:pt x="-25214" y="4547394"/>
                  <a:pt x="5742" y="4402534"/>
                  <a:pt x="36699" y="4257675"/>
                </a:cubicBezTo>
              </a:path>
            </a:pathLst>
          </a:custGeom>
          <a:solidFill>
            <a:schemeClr val="bg2">
              <a:lumMod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70C0"/>
              </a:solidFill>
            </a:endParaRPr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4F8EA58B-3672-1499-8F5A-9A1839625A6D}"/>
              </a:ext>
            </a:extLst>
          </p:cNvPr>
          <p:cNvSpPr/>
          <p:nvPr/>
        </p:nvSpPr>
        <p:spPr>
          <a:xfrm>
            <a:off x="9441049" y="2406212"/>
            <a:ext cx="1192728" cy="800100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늪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A603AA77-1E15-3014-1B42-C4D6051991D9}"/>
              </a:ext>
            </a:extLst>
          </p:cNvPr>
          <p:cNvSpPr/>
          <p:nvPr/>
        </p:nvSpPr>
        <p:spPr>
          <a:xfrm>
            <a:off x="6644284" y="3542827"/>
            <a:ext cx="1361405" cy="1082709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숲</a:t>
            </a:r>
            <a:r>
              <a:rPr lang="en-US" altLang="ko-KR" dirty="0">
                <a:solidFill>
                  <a:sysClr val="windowText" lastClr="000000"/>
                </a:solidFill>
              </a:rPr>
              <a:t>1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FE5E483-D7FB-E2B4-1297-63B11DB37AD7}"/>
              </a:ext>
            </a:extLst>
          </p:cNvPr>
          <p:cNvSpPr txBox="1"/>
          <p:nvPr/>
        </p:nvSpPr>
        <p:spPr>
          <a:xfrm>
            <a:off x="9744911" y="3423801"/>
            <a:ext cx="1025912" cy="30777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>
                <a:solidFill>
                  <a:srgbClr val="0070C0"/>
                </a:solidFill>
              </a:rPr>
              <a:t>강</a:t>
            </a:r>
            <a:endParaRPr lang="ko-KR" altLang="en-US" sz="1400" b="1" dirty="0">
              <a:solidFill>
                <a:srgbClr val="0070C0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61D218A-6D39-088E-677F-448A20E5816C}"/>
              </a:ext>
            </a:extLst>
          </p:cNvPr>
          <p:cNvSpPr txBox="1"/>
          <p:nvPr/>
        </p:nvSpPr>
        <p:spPr>
          <a:xfrm>
            <a:off x="8244772" y="5024168"/>
            <a:ext cx="1025912" cy="33855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>
                <a:solidFill>
                  <a:sysClr val="windowText" lastClr="000000"/>
                </a:solidFill>
              </a:rPr>
              <a:t>산</a:t>
            </a:r>
            <a:endParaRPr lang="ko-KR" altLang="en-US" sz="1600" b="1" dirty="0">
              <a:solidFill>
                <a:sysClr val="windowText" lastClr="000000"/>
              </a:solidFill>
            </a:endParaRPr>
          </a:p>
        </p:txBody>
      </p:sp>
      <p:sp>
        <p:nvSpPr>
          <p:cNvPr id="48" name="이등변 삼각형 47">
            <a:extLst>
              <a:ext uri="{FF2B5EF4-FFF2-40B4-BE49-F238E27FC236}">
                <a16:creationId xmlns:a16="http://schemas.microsoft.com/office/drawing/2014/main" id="{F16A7E35-AFA5-81EA-98BA-579A94AA7E4E}"/>
              </a:ext>
            </a:extLst>
          </p:cNvPr>
          <p:cNvSpPr/>
          <p:nvPr/>
        </p:nvSpPr>
        <p:spPr>
          <a:xfrm>
            <a:off x="9384434" y="1761774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50" name="이등변 삼각형 49">
            <a:extLst>
              <a:ext uri="{FF2B5EF4-FFF2-40B4-BE49-F238E27FC236}">
                <a16:creationId xmlns:a16="http://schemas.microsoft.com/office/drawing/2014/main" id="{9559504A-D701-6FEA-A637-4F5590A8DEEE}"/>
              </a:ext>
            </a:extLst>
          </p:cNvPr>
          <p:cNvSpPr/>
          <p:nvPr/>
        </p:nvSpPr>
        <p:spPr>
          <a:xfrm>
            <a:off x="7764988" y="5202960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52" name="이등변 삼각형 51">
            <a:extLst>
              <a:ext uri="{FF2B5EF4-FFF2-40B4-BE49-F238E27FC236}">
                <a16:creationId xmlns:a16="http://schemas.microsoft.com/office/drawing/2014/main" id="{3D7A6AA9-91A9-F0FB-BF86-3A12C1BDB865}"/>
              </a:ext>
            </a:extLst>
          </p:cNvPr>
          <p:cNvSpPr/>
          <p:nvPr/>
        </p:nvSpPr>
        <p:spPr>
          <a:xfrm>
            <a:off x="9890665" y="5552549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54" name="이등변 삼각형 53">
            <a:extLst>
              <a:ext uri="{FF2B5EF4-FFF2-40B4-BE49-F238E27FC236}">
                <a16:creationId xmlns:a16="http://schemas.microsoft.com/office/drawing/2014/main" id="{2DB1819A-F2C7-067C-8C55-232AA1E03A56}"/>
              </a:ext>
            </a:extLst>
          </p:cNvPr>
          <p:cNvSpPr/>
          <p:nvPr/>
        </p:nvSpPr>
        <p:spPr>
          <a:xfrm>
            <a:off x="7034474" y="3529230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56" name="이등변 삼각형 55">
            <a:extLst>
              <a:ext uri="{FF2B5EF4-FFF2-40B4-BE49-F238E27FC236}">
                <a16:creationId xmlns:a16="http://schemas.microsoft.com/office/drawing/2014/main" id="{95885B95-70DF-48DE-E8E6-F6FB98BBC74A}"/>
              </a:ext>
            </a:extLst>
          </p:cNvPr>
          <p:cNvSpPr/>
          <p:nvPr/>
        </p:nvSpPr>
        <p:spPr>
          <a:xfrm>
            <a:off x="9499766" y="3928427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58" name="평행 사변형 57">
            <a:extLst>
              <a:ext uri="{FF2B5EF4-FFF2-40B4-BE49-F238E27FC236}">
                <a16:creationId xmlns:a16="http://schemas.microsoft.com/office/drawing/2014/main" id="{C963575A-BD8A-B5E0-113A-D7CD267E1ECE}"/>
              </a:ext>
            </a:extLst>
          </p:cNvPr>
          <p:cNvSpPr/>
          <p:nvPr/>
        </p:nvSpPr>
        <p:spPr>
          <a:xfrm>
            <a:off x="8688389" y="3511109"/>
            <a:ext cx="850656" cy="1240767"/>
          </a:xfrm>
          <a:prstGeom prst="parallelogram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돌밭</a:t>
            </a:r>
          </a:p>
        </p:txBody>
      </p:sp>
      <p:sp>
        <p:nvSpPr>
          <p:cNvPr id="60" name="십자형 59">
            <a:extLst>
              <a:ext uri="{FF2B5EF4-FFF2-40B4-BE49-F238E27FC236}">
                <a16:creationId xmlns:a16="http://schemas.microsoft.com/office/drawing/2014/main" id="{95EFDBB0-AD28-BE4B-4EC5-FE738692EEC9}"/>
              </a:ext>
            </a:extLst>
          </p:cNvPr>
          <p:cNvSpPr/>
          <p:nvPr/>
        </p:nvSpPr>
        <p:spPr>
          <a:xfrm>
            <a:off x="8038064" y="4194141"/>
            <a:ext cx="561073" cy="438586"/>
          </a:xfrm>
          <a:prstGeom prst="plus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ysClr val="windowText" lastClr="000000"/>
                </a:solidFill>
              </a:rPr>
              <a:t>중간기지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AF9E7112-65D7-4E3B-17BE-E2CA3AB99CDE}"/>
              </a:ext>
            </a:extLst>
          </p:cNvPr>
          <p:cNvSpPr/>
          <p:nvPr/>
        </p:nvSpPr>
        <p:spPr>
          <a:xfrm>
            <a:off x="9378320" y="1764030"/>
            <a:ext cx="275195" cy="3124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82ED29E-4E55-024B-9909-3FD3C76F2FFE}"/>
              </a:ext>
            </a:extLst>
          </p:cNvPr>
          <p:cNvSpPr/>
          <p:nvPr/>
        </p:nvSpPr>
        <p:spPr>
          <a:xfrm>
            <a:off x="8496806" y="4328552"/>
            <a:ext cx="275195" cy="3124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64EF0A09-A44B-6A4D-FC49-537B353A8E82}"/>
              </a:ext>
            </a:extLst>
          </p:cNvPr>
          <p:cNvSpPr/>
          <p:nvPr/>
        </p:nvSpPr>
        <p:spPr>
          <a:xfrm>
            <a:off x="6911346" y="2644274"/>
            <a:ext cx="275195" cy="3124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더하기 기호 24">
            <a:extLst>
              <a:ext uri="{FF2B5EF4-FFF2-40B4-BE49-F238E27FC236}">
                <a16:creationId xmlns:a16="http://schemas.microsoft.com/office/drawing/2014/main" id="{28209B4A-5405-D5FC-7F21-AA0AB878163B}"/>
              </a:ext>
            </a:extLst>
          </p:cNvPr>
          <p:cNvSpPr/>
          <p:nvPr/>
        </p:nvSpPr>
        <p:spPr>
          <a:xfrm>
            <a:off x="8872715" y="2982994"/>
            <a:ext cx="749043" cy="519738"/>
          </a:xfrm>
          <a:prstGeom prst="mathPlus">
            <a:avLst>
              <a:gd name="adj1" fmla="val 51312"/>
            </a:avLst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197C318C-D4AD-7783-D92C-D754C0F0A279}"/>
              </a:ext>
            </a:extLst>
          </p:cNvPr>
          <p:cNvSpPr/>
          <p:nvPr/>
        </p:nvSpPr>
        <p:spPr>
          <a:xfrm>
            <a:off x="6638831" y="1611313"/>
            <a:ext cx="1781197" cy="1217450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D4F42401-A91C-89D8-1780-A7F92DFDCC14}"/>
              </a:ext>
            </a:extLst>
          </p:cNvPr>
          <p:cNvSpPr/>
          <p:nvPr/>
        </p:nvSpPr>
        <p:spPr>
          <a:xfrm>
            <a:off x="8259109" y="2492031"/>
            <a:ext cx="1352945" cy="1325064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DB017722-C29B-B2C5-3BA5-2BE8711B7B80}"/>
              </a:ext>
            </a:extLst>
          </p:cNvPr>
          <p:cNvSpPr/>
          <p:nvPr/>
        </p:nvSpPr>
        <p:spPr>
          <a:xfrm>
            <a:off x="8858143" y="3864232"/>
            <a:ext cx="1114088" cy="784284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D50AA8B2-1CCC-3ECA-D459-7B5EF9644B75}"/>
              </a:ext>
            </a:extLst>
          </p:cNvPr>
          <p:cNvSpPr/>
          <p:nvPr/>
        </p:nvSpPr>
        <p:spPr>
          <a:xfrm>
            <a:off x="7743389" y="3692143"/>
            <a:ext cx="1114088" cy="736847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ADDC8E56-6CE4-74CF-ACEE-08280A48E8EC}"/>
              </a:ext>
            </a:extLst>
          </p:cNvPr>
          <p:cNvSpPr/>
          <p:nvPr/>
        </p:nvSpPr>
        <p:spPr>
          <a:xfrm>
            <a:off x="6657968" y="2806262"/>
            <a:ext cx="1081149" cy="1797073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F2FAB214-4A27-2570-3187-AF2E20426BBC}"/>
              </a:ext>
            </a:extLst>
          </p:cNvPr>
          <p:cNvSpPr/>
          <p:nvPr/>
        </p:nvSpPr>
        <p:spPr>
          <a:xfrm>
            <a:off x="9554241" y="2260958"/>
            <a:ext cx="1011668" cy="1100807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32204136-4286-4EB2-A660-7F3045CC57C7}"/>
              </a:ext>
            </a:extLst>
          </p:cNvPr>
          <p:cNvSpPr/>
          <p:nvPr/>
        </p:nvSpPr>
        <p:spPr>
          <a:xfrm>
            <a:off x="7900606" y="4639133"/>
            <a:ext cx="1854023" cy="1249627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7CD3B3AA-EF2E-81DF-0F38-855B574A32B6}"/>
              </a:ext>
            </a:extLst>
          </p:cNvPr>
          <p:cNvSpPr/>
          <p:nvPr/>
        </p:nvSpPr>
        <p:spPr>
          <a:xfrm>
            <a:off x="7748923" y="2834613"/>
            <a:ext cx="503805" cy="857528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F3C58437-6E3E-405E-A9CA-1E9661987EDC}"/>
              </a:ext>
            </a:extLst>
          </p:cNvPr>
          <p:cNvSpPr/>
          <p:nvPr/>
        </p:nvSpPr>
        <p:spPr>
          <a:xfrm>
            <a:off x="10471912" y="4131492"/>
            <a:ext cx="275195" cy="3124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자유형: 도형 12">
            <a:extLst>
              <a:ext uri="{FF2B5EF4-FFF2-40B4-BE49-F238E27FC236}">
                <a16:creationId xmlns:a16="http://schemas.microsoft.com/office/drawing/2014/main" id="{8455BCE2-B720-9415-D910-6109881284D3}"/>
              </a:ext>
            </a:extLst>
          </p:cNvPr>
          <p:cNvSpPr/>
          <p:nvPr/>
        </p:nvSpPr>
        <p:spPr>
          <a:xfrm>
            <a:off x="6636589" y="1604513"/>
            <a:ext cx="1782792" cy="1213449"/>
          </a:xfrm>
          <a:custGeom>
            <a:avLst/>
            <a:gdLst>
              <a:gd name="csX0" fmla="*/ 5751 w 1782792"/>
              <a:gd name="csY0" fmla="*/ 5751 h 1213449"/>
              <a:gd name="csX1" fmla="*/ 0 w 1782792"/>
              <a:gd name="csY1" fmla="*/ 1213449 h 1213449"/>
              <a:gd name="csX2" fmla="*/ 1616015 w 1782792"/>
              <a:gd name="csY2" fmla="*/ 1201947 h 1213449"/>
              <a:gd name="csX3" fmla="*/ 1782792 w 1782792"/>
              <a:gd name="csY3" fmla="*/ 856891 h 1213449"/>
              <a:gd name="csX4" fmla="*/ 1765539 w 1782792"/>
              <a:gd name="csY4" fmla="*/ 0 h 1213449"/>
              <a:gd name="csX5" fmla="*/ 5751 w 1782792"/>
              <a:gd name="csY5" fmla="*/ 5751 h 12134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782792" h="1213449">
                <a:moveTo>
                  <a:pt x="5751" y="5751"/>
                </a:moveTo>
                <a:lnTo>
                  <a:pt x="0" y="1213449"/>
                </a:lnTo>
                <a:lnTo>
                  <a:pt x="1616015" y="1201947"/>
                </a:lnTo>
                <a:lnTo>
                  <a:pt x="1782792" y="856891"/>
                </a:lnTo>
                <a:lnTo>
                  <a:pt x="1765539" y="0"/>
                </a:lnTo>
                <a:lnTo>
                  <a:pt x="5751" y="5751"/>
                </a:lnTo>
                <a:close/>
              </a:path>
            </a:pathLst>
          </a:cu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모래</a:t>
            </a:r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BC8D1302-9B5F-9858-637D-095316114644}"/>
              </a:ext>
            </a:extLst>
          </p:cNvPr>
          <p:cNvSpPr/>
          <p:nvPr/>
        </p:nvSpPr>
        <p:spPr>
          <a:xfrm>
            <a:off x="6630838" y="2806460"/>
            <a:ext cx="1092679" cy="1851804"/>
          </a:xfrm>
          <a:custGeom>
            <a:avLst/>
            <a:gdLst>
              <a:gd name="csX0" fmla="*/ 0 w 1092679"/>
              <a:gd name="csY0" fmla="*/ 17253 h 1851804"/>
              <a:gd name="csX1" fmla="*/ 11502 w 1092679"/>
              <a:gd name="csY1" fmla="*/ 1851804 h 1851804"/>
              <a:gd name="csX2" fmla="*/ 1058173 w 1092679"/>
              <a:gd name="csY2" fmla="*/ 1759789 h 1851804"/>
              <a:gd name="csX3" fmla="*/ 1092679 w 1092679"/>
              <a:gd name="csY3" fmla="*/ 1547004 h 1851804"/>
              <a:gd name="csX4" fmla="*/ 1017917 w 1092679"/>
              <a:gd name="csY4" fmla="*/ 0 h 1851804"/>
              <a:gd name="csX5" fmla="*/ 0 w 1092679"/>
              <a:gd name="csY5" fmla="*/ 17253 h 18518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092679" h="1851804">
                <a:moveTo>
                  <a:pt x="0" y="17253"/>
                </a:moveTo>
                <a:lnTo>
                  <a:pt x="11502" y="1851804"/>
                </a:lnTo>
                <a:lnTo>
                  <a:pt x="1058173" y="1759789"/>
                </a:lnTo>
                <a:lnTo>
                  <a:pt x="1092679" y="1547004"/>
                </a:lnTo>
                <a:lnTo>
                  <a:pt x="1017917" y="0"/>
                </a:lnTo>
                <a:lnTo>
                  <a:pt x="0" y="17253"/>
                </a:lnTo>
                <a:close/>
              </a:path>
            </a:pathLst>
          </a:cu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숲</a:t>
            </a:r>
          </a:p>
        </p:txBody>
      </p:sp>
      <p:sp>
        <p:nvSpPr>
          <p:cNvPr id="19" name="자유형: 도형 18">
            <a:extLst>
              <a:ext uri="{FF2B5EF4-FFF2-40B4-BE49-F238E27FC236}">
                <a16:creationId xmlns:a16="http://schemas.microsoft.com/office/drawing/2014/main" id="{3317B6B5-23C0-6012-A60B-E4268A010DA6}"/>
              </a:ext>
            </a:extLst>
          </p:cNvPr>
          <p:cNvSpPr/>
          <p:nvPr/>
        </p:nvSpPr>
        <p:spPr>
          <a:xfrm>
            <a:off x="7660257" y="2794958"/>
            <a:ext cx="1224951" cy="1616016"/>
          </a:xfrm>
          <a:custGeom>
            <a:avLst/>
            <a:gdLst>
              <a:gd name="csX0" fmla="*/ 0 w 1224951"/>
              <a:gd name="csY0" fmla="*/ 5751 h 1616016"/>
              <a:gd name="csX1" fmla="*/ 638354 w 1224951"/>
              <a:gd name="csY1" fmla="*/ 0 h 1616016"/>
              <a:gd name="csX2" fmla="*/ 644105 w 1224951"/>
              <a:gd name="csY2" fmla="*/ 925902 h 1616016"/>
              <a:gd name="csX3" fmla="*/ 1224951 w 1224951"/>
              <a:gd name="csY3" fmla="*/ 1265208 h 1616016"/>
              <a:gd name="csX4" fmla="*/ 1201947 w 1224951"/>
              <a:gd name="csY4" fmla="*/ 1598763 h 1616016"/>
              <a:gd name="csX5" fmla="*/ 51758 w 1224951"/>
              <a:gd name="csY5" fmla="*/ 1616016 h 1616016"/>
              <a:gd name="csX6" fmla="*/ 0 w 1224951"/>
              <a:gd name="csY6" fmla="*/ 5751 h 16160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224951" h="1616016">
                <a:moveTo>
                  <a:pt x="0" y="5751"/>
                </a:moveTo>
                <a:lnTo>
                  <a:pt x="638354" y="0"/>
                </a:lnTo>
                <a:lnTo>
                  <a:pt x="644105" y="925902"/>
                </a:lnTo>
                <a:lnTo>
                  <a:pt x="1224951" y="1265208"/>
                </a:lnTo>
                <a:lnTo>
                  <a:pt x="1201947" y="1598763"/>
                </a:lnTo>
                <a:lnTo>
                  <a:pt x="51758" y="1616016"/>
                </a:lnTo>
                <a:lnTo>
                  <a:pt x="0" y="5751"/>
                </a:lnTo>
                <a:close/>
              </a:path>
            </a:pathLst>
          </a:cu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언덕</a:t>
            </a:r>
          </a:p>
        </p:txBody>
      </p:sp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780703FB-C8A9-E73D-3878-ED03AC7FCCD0}"/>
              </a:ext>
            </a:extLst>
          </p:cNvPr>
          <p:cNvSpPr/>
          <p:nvPr/>
        </p:nvSpPr>
        <p:spPr>
          <a:xfrm>
            <a:off x="8281358" y="2490158"/>
            <a:ext cx="1242204" cy="1535502"/>
          </a:xfrm>
          <a:custGeom>
            <a:avLst/>
            <a:gdLst>
              <a:gd name="csX0" fmla="*/ 97767 w 1242204"/>
              <a:gd name="csY0" fmla="*/ 46008 h 1535502"/>
              <a:gd name="csX1" fmla="*/ 0 w 1242204"/>
              <a:gd name="csY1" fmla="*/ 299050 h 1535502"/>
              <a:gd name="csX2" fmla="*/ 23004 w 1242204"/>
              <a:gd name="csY2" fmla="*/ 1213450 h 1535502"/>
              <a:gd name="csX3" fmla="*/ 575095 w 1242204"/>
              <a:gd name="csY3" fmla="*/ 1535502 h 1535502"/>
              <a:gd name="csX4" fmla="*/ 626853 w 1242204"/>
              <a:gd name="csY4" fmla="*/ 1345721 h 1535502"/>
              <a:gd name="csX5" fmla="*/ 1242204 w 1242204"/>
              <a:gd name="csY5" fmla="*/ 1357223 h 1535502"/>
              <a:gd name="csX6" fmla="*/ 1230702 w 1242204"/>
              <a:gd name="csY6" fmla="*/ 0 h 1535502"/>
              <a:gd name="csX7" fmla="*/ 97767 w 1242204"/>
              <a:gd name="csY7" fmla="*/ 46008 h 15355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42204" h="1535502">
                <a:moveTo>
                  <a:pt x="97767" y="46008"/>
                </a:moveTo>
                <a:lnTo>
                  <a:pt x="0" y="299050"/>
                </a:lnTo>
                <a:lnTo>
                  <a:pt x="23004" y="1213450"/>
                </a:lnTo>
                <a:lnTo>
                  <a:pt x="575095" y="1535502"/>
                </a:lnTo>
                <a:lnTo>
                  <a:pt x="626853" y="1345721"/>
                </a:lnTo>
                <a:lnTo>
                  <a:pt x="1242204" y="1357223"/>
                </a:lnTo>
                <a:lnTo>
                  <a:pt x="1230702" y="0"/>
                </a:lnTo>
                <a:lnTo>
                  <a:pt x="97767" y="46008"/>
                </a:lnTo>
                <a:close/>
              </a:path>
            </a:pathLst>
          </a:cu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숲</a:t>
            </a:r>
          </a:p>
        </p:txBody>
      </p:sp>
      <p:sp>
        <p:nvSpPr>
          <p:cNvPr id="22" name="자유형: 도형 21">
            <a:extLst>
              <a:ext uri="{FF2B5EF4-FFF2-40B4-BE49-F238E27FC236}">
                <a16:creationId xmlns:a16="http://schemas.microsoft.com/office/drawing/2014/main" id="{E6B902F1-9800-6E5D-A231-5F8EEEAD8E8F}"/>
              </a:ext>
            </a:extLst>
          </p:cNvPr>
          <p:cNvSpPr/>
          <p:nvPr/>
        </p:nvSpPr>
        <p:spPr>
          <a:xfrm>
            <a:off x="8821947" y="3720860"/>
            <a:ext cx="1109932" cy="914400"/>
          </a:xfrm>
          <a:custGeom>
            <a:avLst/>
            <a:gdLst>
              <a:gd name="csX0" fmla="*/ 103517 w 1109932"/>
              <a:gd name="csY0" fmla="*/ 103517 h 914400"/>
              <a:gd name="csX1" fmla="*/ 0 w 1109932"/>
              <a:gd name="csY1" fmla="*/ 879895 h 914400"/>
              <a:gd name="csX2" fmla="*/ 897147 w 1109932"/>
              <a:gd name="csY2" fmla="*/ 914400 h 914400"/>
              <a:gd name="csX3" fmla="*/ 994913 w 1109932"/>
              <a:gd name="csY3" fmla="*/ 333555 h 914400"/>
              <a:gd name="csX4" fmla="*/ 1109932 w 1109932"/>
              <a:gd name="csY4" fmla="*/ 0 h 914400"/>
              <a:gd name="csX5" fmla="*/ 724619 w 1109932"/>
              <a:gd name="csY5" fmla="*/ 0 h 914400"/>
              <a:gd name="csX6" fmla="*/ 701615 w 1109932"/>
              <a:gd name="csY6" fmla="*/ 138023 h 914400"/>
              <a:gd name="csX7" fmla="*/ 103517 w 1109932"/>
              <a:gd name="csY7" fmla="*/ 103517 h 914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109932" h="914400">
                <a:moveTo>
                  <a:pt x="103517" y="103517"/>
                </a:moveTo>
                <a:lnTo>
                  <a:pt x="0" y="879895"/>
                </a:lnTo>
                <a:lnTo>
                  <a:pt x="897147" y="914400"/>
                </a:lnTo>
                <a:lnTo>
                  <a:pt x="994913" y="333555"/>
                </a:lnTo>
                <a:lnTo>
                  <a:pt x="1109932" y="0"/>
                </a:lnTo>
                <a:lnTo>
                  <a:pt x="724619" y="0"/>
                </a:lnTo>
                <a:lnTo>
                  <a:pt x="701615" y="138023"/>
                </a:lnTo>
                <a:lnTo>
                  <a:pt x="103517" y="103517"/>
                </a:lnTo>
                <a:close/>
              </a:path>
            </a:pathLst>
          </a:cu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늪</a:t>
            </a:r>
          </a:p>
        </p:txBody>
      </p:sp>
      <p:sp>
        <p:nvSpPr>
          <p:cNvPr id="23" name="자유형: 도형 22">
            <a:extLst>
              <a:ext uri="{FF2B5EF4-FFF2-40B4-BE49-F238E27FC236}">
                <a16:creationId xmlns:a16="http://schemas.microsoft.com/office/drawing/2014/main" id="{A578870D-B999-5EDC-71D9-623E5A95D83A}"/>
              </a:ext>
            </a:extLst>
          </p:cNvPr>
          <p:cNvSpPr/>
          <p:nvPr/>
        </p:nvSpPr>
        <p:spPr>
          <a:xfrm>
            <a:off x="9512060" y="2237117"/>
            <a:ext cx="1230702" cy="1420483"/>
          </a:xfrm>
          <a:custGeom>
            <a:avLst/>
            <a:gdLst>
              <a:gd name="csX0" fmla="*/ 0 w 1230702"/>
              <a:gd name="csY0" fmla="*/ 241540 h 1420483"/>
              <a:gd name="csX1" fmla="*/ 17253 w 1230702"/>
              <a:gd name="csY1" fmla="*/ 1420483 h 1420483"/>
              <a:gd name="csX2" fmla="*/ 540589 w 1230702"/>
              <a:gd name="csY2" fmla="*/ 1420483 h 1420483"/>
              <a:gd name="csX3" fmla="*/ 684363 w 1230702"/>
              <a:gd name="csY3" fmla="*/ 1127185 h 1420483"/>
              <a:gd name="csX4" fmla="*/ 1127185 w 1230702"/>
              <a:gd name="csY4" fmla="*/ 655608 h 1420483"/>
              <a:gd name="csX5" fmla="*/ 1230702 w 1230702"/>
              <a:gd name="csY5" fmla="*/ 0 h 1420483"/>
              <a:gd name="csX6" fmla="*/ 40257 w 1230702"/>
              <a:gd name="csY6" fmla="*/ 103517 h 1420483"/>
              <a:gd name="csX7" fmla="*/ 0 w 1230702"/>
              <a:gd name="csY7" fmla="*/ 241540 h 14204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30702" h="1420483">
                <a:moveTo>
                  <a:pt x="0" y="241540"/>
                </a:moveTo>
                <a:lnTo>
                  <a:pt x="17253" y="1420483"/>
                </a:lnTo>
                <a:lnTo>
                  <a:pt x="540589" y="1420483"/>
                </a:lnTo>
                <a:lnTo>
                  <a:pt x="684363" y="1127185"/>
                </a:lnTo>
                <a:lnTo>
                  <a:pt x="1127185" y="655608"/>
                </a:lnTo>
                <a:lnTo>
                  <a:pt x="1230702" y="0"/>
                </a:lnTo>
                <a:lnTo>
                  <a:pt x="40257" y="103517"/>
                </a:lnTo>
                <a:lnTo>
                  <a:pt x="0" y="241540"/>
                </a:lnTo>
                <a:close/>
              </a:path>
            </a:pathLst>
          </a:cu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돌밭</a:t>
            </a:r>
          </a:p>
        </p:txBody>
      </p:sp>
      <p:sp>
        <p:nvSpPr>
          <p:cNvPr id="24" name="자유형: 도형 23">
            <a:extLst>
              <a:ext uri="{FF2B5EF4-FFF2-40B4-BE49-F238E27FC236}">
                <a16:creationId xmlns:a16="http://schemas.microsoft.com/office/drawing/2014/main" id="{5D8E478B-81BC-BB41-5A59-88547C0E3FDC}"/>
              </a:ext>
            </a:extLst>
          </p:cNvPr>
          <p:cNvSpPr/>
          <p:nvPr/>
        </p:nvSpPr>
        <p:spPr>
          <a:xfrm>
            <a:off x="7901796" y="4612257"/>
            <a:ext cx="1857555" cy="1311215"/>
          </a:xfrm>
          <a:custGeom>
            <a:avLst/>
            <a:gdLst>
              <a:gd name="csX0" fmla="*/ 1759789 w 1857555"/>
              <a:gd name="csY0" fmla="*/ 63260 h 1311215"/>
              <a:gd name="csX1" fmla="*/ 1639019 w 1857555"/>
              <a:gd name="csY1" fmla="*/ 856890 h 1311215"/>
              <a:gd name="csX2" fmla="*/ 1857555 w 1857555"/>
              <a:gd name="csY2" fmla="*/ 1270958 h 1311215"/>
              <a:gd name="csX3" fmla="*/ 189781 w 1857555"/>
              <a:gd name="csY3" fmla="*/ 1311215 h 1311215"/>
              <a:gd name="csX4" fmla="*/ 0 w 1857555"/>
              <a:gd name="csY4" fmla="*/ 523335 h 1311215"/>
              <a:gd name="csX5" fmla="*/ 230038 w 1857555"/>
              <a:gd name="csY5" fmla="*/ 0 h 1311215"/>
              <a:gd name="csX6" fmla="*/ 1138687 w 1857555"/>
              <a:gd name="csY6" fmla="*/ 86264 h 1311215"/>
              <a:gd name="csX7" fmla="*/ 1547004 w 1857555"/>
              <a:gd name="csY7" fmla="*/ 5751 h 1311215"/>
              <a:gd name="csX8" fmla="*/ 1759789 w 1857555"/>
              <a:gd name="csY8" fmla="*/ 63260 h 13112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857555" h="1311215">
                <a:moveTo>
                  <a:pt x="1759789" y="63260"/>
                </a:moveTo>
                <a:lnTo>
                  <a:pt x="1639019" y="856890"/>
                </a:lnTo>
                <a:lnTo>
                  <a:pt x="1857555" y="1270958"/>
                </a:lnTo>
                <a:lnTo>
                  <a:pt x="189781" y="1311215"/>
                </a:lnTo>
                <a:lnTo>
                  <a:pt x="0" y="523335"/>
                </a:lnTo>
                <a:lnTo>
                  <a:pt x="230038" y="0"/>
                </a:lnTo>
                <a:lnTo>
                  <a:pt x="1138687" y="86264"/>
                </a:lnTo>
                <a:lnTo>
                  <a:pt x="1547004" y="5751"/>
                </a:lnTo>
                <a:lnTo>
                  <a:pt x="1759789" y="63260"/>
                </a:lnTo>
                <a:close/>
              </a:path>
            </a:pathLst>
          </a:cu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산</a:t>
            </a:r>
          </a:p>
        </p:txBody>
      </p:sp>
    </p:spTree>
    <p:extLst>
      <p:ext uri="{BB962C8B-B14F-4D97-AF65-F5344CB8AC3E}">
        <p14:creationId xmlns:p14="http://schemas.microsoft.com/office/powerpoint/2010/main" val="14386207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C2E9E-4F80-003B-F677-AF61457DD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644251-DF60-9F93-99D9-123250BA9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최종 주거지 위치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9770912-E965-E920-E9CA-73224C9ED55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ADAD707-591C-2DAC-37C2-7AB1EE6B45B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15E21A0-6375-BC26-D9AA-A3A170F06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10/17/2026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313E52-ACB4-C77C-F7B7-037F66943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BB05DF15-7ED5-5CEE-3954-16CD16B9198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A4BA16A4-E0E0-43FC-FA85-540B049EBD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832" y="1611313"/>
            <a:ext cx="4320000" cy="4320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</p:pic>
      <p:sp>
        <p:nvSpPr>
          <p:cNvPr id="28" name="십자형 27">
            <a:extLst>
              <a:ext uri="{FF2B5EF4-FFF2-40B4-BE49-F238E27FC236}">
                <a16:creationId xmlns:a16="http://schemas.microsoft.com/office/drawing/2014/main" id="{E34A260C-6A3D-01F7-20FB-76440EB7C8D3}"/>
              </a:ext>
            </a:extLst>
          </p:cNvPr>
          <p:cNvSpPr/>
          <p:nvPr/>
        </p:nvSpPr>
        <p:spPr>
          <a:xfrm>
            <a:off x="6681715" y="5298210"/>
            <a:ext cx="923925" cy="590550"/>
          </a:xfrm>
          <a:prstGeom prst="plus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ysClr val="windowText" lastClr="000000"/>
                </a:solidFill>
              </a:rPr>
              <a:t>본거지</a:t>
            </a:r>
            <a:br>
              <a:rPr lang="en-US" altLang="ko-KR" sz="1400" dirty="0">
                <a:solidFill>
                  <a:sysClr val="windowText" lastClr="000000"/>
                </a:solidFill>
              </a:rPr>
            </a:br>
            <a:r>
              <a:rPr lang="en-US" altLang="ko-KR" sz="1400" dirty="0">
                <a:solidFill>
                  <a:sysClr val="windowText" lastClr="000000"/>
                </a:solidFill>
              </a:rPr>
              <a:t>(</a:t>
            </a:r>
            <a:r>
              <a:rPr lang="ko-KR" altLang="en-US" sz="1400" dirty="0">
                <a:solidFill>
                  <a:sysClr val="windowText" lastClr="000000"/>
                </a:solidFill>
              </a:rPr>
              <a:t>시작점</a:t>
            </a:r>
            <a:r>
              <a:rPr lang="en-US" altLang="ko-KR" sz="1400" dirty="0">
                <a:solidFill>
                  <a:sysClr val="windowText" lastClr="000000"/>
                </a:solidFill>
              </a:rPr>
              <a:t>)</a:t>
            </a:r>
            <a:endParaRPr lang="ko-KR" altLang="en-US" sz="1400" dirty="0">
              <a:solidFill>
                <a:sysClr val="windowText" lastClr="000000"/>
              </a:solidFill>
            </a:endParaRPr>
          </a:p>
        </p:txBody>
      </p:sp>
      <p:sp>
        <p:nvSpPr>
          <p:cNvPr id="30" name="사각형: 잘린 대각선 방향 모서리 29">
            <a:extLst>
              <a:ext uri="{FF2B5EF4-FFF2-40B4-BE49-F238E27FC236}">
                <a16:creationId xmlns:a16="http://schemas.microsoft.com/office/drawing/2014/main" id="{1380C298-4A88-4ED0-66AD-9B5E5CEB34E8}"/>
              </a:ext>
            </a:extLst>
          </p:cNvPr>
          <p:cNvSpPr/>
          <p:nvPr/>
        </p:nvSpPr>
        <p:spPr>
          <a:xfrm>
            <a:off x="6638831" y="1611314"/>
            <a:ext cx="1781197" cy="1194948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모래언덕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C515D1D5-53FE-8A51-068B-F734B6EC5BA2}"/>
              </a:ext>
            </a:extLst>
          </p:cNvPr>
          <p:cNvSpPr/>
          <p:nvPr/>
        </p:nvSpPr>
        <p:spPr>
          <a:xfrm>
            <a:off x="8296203" y="2500276"/>
            <a:ext cx="1524390" cy="1010835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숲</a:t>
            </a:r>
            <a:r>
              <a:rPr lang="en-US" altLang="ko-KR" dirty="0">
                <a:solidFill>
                  <a:sysClr val="windowText" lastClr="000000"/>
                </a:solidFill>
              </a:rPr>
              <a:t>2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E86BFC6B-6219-262E-1313-8FB43D7660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4173" y="4561645"/>
            <a:ext cx="2434865" cy="136373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</p:pic>
      <p:sp>
        <p:nvSpPr>
          <p:cNvPr id="36" name="자유형: 도형 35">
            <a:extLst>
              <a:ext uri="{FF2B5EF4-FFF2-40B4-BE49-F238E27FC236}">
                <a16:creationId xmlns:a16="http://schemas.microsoft.com/office/drawing/2014/main" id="{08167C07-FA4F-75EB-7207-A23584CB5429}"/>
              </a:ext>
            </a:extLst>
          </p:cNvPr>
          <p:cNvSpPr/>
          <p:nvPr/>
        </p:nvSpPr>
        <p:spPr>
          <a:xfrm>
            <a:off x="9764454" y="1615636"/>
            <a:ext cx="1164454" cy="4320000"/>
          </a:xfrm>
          <a:custGeom>
            <a:avLst/>
            <a:gdLst>
              <a:gd name="csX0" fmla="*/ 1160649 w 1164454"/>
              <a:gd name="csY0" fmla="*/ 0 h 4424944"/>
              <a:gd name="csX1" fmla="*/ 1046349 w 1164454"/>
              <a:gd name="csY1" fmla="*/ 1457325 h 4424944"/>
              <a:gd name="csX2" fmla="*/ 379599 w 1164454"/>
              <a:gd name="csY2" fmla="*/ 2519363 h 4424944"/>
              <a:gd name="csX3" fmla="*/ 31936 w 1164454"/>
              <a:gd name="csY3" fmla="*/ 4257675 h 4424944"/>
              <a:gd name="csX4" fmla="*/ 36699 w 1164454"/>
              <a:gd name="csY4" fmla="*/ 4257675 h 44249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64454" h="4424944">
                <a:moveTo>
                  <a:pt x="1160649" y="0"/>
                </a:moveTo>
                <a:cubicBezTo>
                  <a:pt x="1168586" y="518715"/>
                  <a:pt x="1176524" y="1037431"/>
                  <a:pt x="1046349" y="1457325"/>
                </a:cubicBezTo>
                <a:cubicBezTo>
                  <a:pt x="916174" y="1877219"/>
                  <a:pt x="548668" y="2052638"/>
                  <a:pt x="379599" y="2519363"/>
                </a:cubicBezTo>
                <a:cubicBezTo>
                  <a:pt x="210530" y="2986088"/>
                  <a:pt x="89086" y="3967956"/>
                  <a:pt x="31936" y="4257675"/>
                </a:cubicBezTo>
                <a:cubicBezTo>
                  <a:pt x="-25214" y="4547394"/>
                  <a:pt x="5742" y="4402534"/>
                  <a:pt x="36699" y="4257675"/>
                </a:cubicBezTo>
              </a:path>
            </a:pathLst>
          </a:custGeom>
          <a:solidFill>
            <a:schemeClr val="bg2">
              <a:lumMod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70C0"/>
              </a:solidFill>
            </a:endParaRPr>
          </a:p>
        </p:txBody>
      </p:sp>
      <p:sp>
        <p:nvSpPr>
          <p:cNvPr id="38" name="자유형: 도형 37">
            <a:extLst>
              <a:ext uri="{FF2B5EF4-FFF2-40B4-BE49-F238E27FC236}">
                <a16:creationId xmlns:a16="http://schemas.microsoft.com/office/drawing/2014/main" id="{6AA257FE-9E75-0E94-D212-9707DD8361EC}"/>
              </a:ext>
            </a:extLst>
          </p:cNvPr>
          <p:cNvSpPr/>
          <p:nvPr/>
        </p:nvSpPr>
        <p:spPr>
          <a:xfrm>
            <a:off x="9529690" y="1615637"/>
            <a:ext cx="1217417" cy="3790950"/>
          </a:xfrm>
          <a:custGeom>
            <a:avLst/>
            <a:gdLst>
              <a:gd name="csX0" fmla="*/ 1160649 w 1164454"/>
              <a:gd name="csY0" fmla="*/ 0 h 4424944"/>
              <a:gd name="csX1" fmla="*/ 1046349 w 1164454"/>
              <a:gd name="csY1" fmla="*/ 1457325 h 4424944"/>
              <a:gd name="csX2" fmla="*/ 379599 w 1164454"/>
              <a:gd name="csY2" fmla="*/ 2519363 h 4424944"/>
              <a:gd name="csX3" fmla="*/ 31936 w 1164454"/>
              <a:gd name="csY3" fmla="*/ 4257675 h 4424944"/>
              <a:gd name="csX4" fmla="*/ 36699 w 1164454"/>
              <a:gd name="csY4" fmla="*/ 4257675 h 44249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64454" h="4424944">
                <a:moveTo>
                  <a:pt x="1160649" y="0"/>
                </a:moveTo>
                <a:cubicBezTo>
                  <a:pt x="1168586" y="518715"/>
                  <a:pt x="1176524" y="1037431"/>
                  <a:pt x="1046349" y="1457325"/>
                </a:cubicBezTo>
                <a:cubicBezTo>
                  <a:pt x="916174" y="1877219"/>
                  <a:pt x="548668" y="2052638"/>
                  <a:pt x="379599" y="2519363"/>
                </a:cubicBezTo>
                <a:cubicBezTo>
                  <a:pt x="210530" y="2986088"/>
                  <a:pt x="89086" y="3967956"/>
                  <a:pt x="31936" y="4257675"/>
                </a:cubicBezTo>
                <a:cubicBezTo>
                  <a:pt x="-25214" y="4547394"/>
                  <a:pt x="5742" y="4402534"/>
                  <a:pt x="36699" y="4257675"/>
                </a:cubicBezTo>
              </a:path>
            </a:pathLst>
          </a:custGeom>
          <a:solidFill>
            <a:schemeClr val="bg2">
              <a:lumMod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70C0"/>
              </a:solidFill>
            </a:endParaRPr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7F92096A-CA8F-8A6C-BE8A-ADAA18F65350}"/>
              </a:ext>
            </a:extLst>
          </p:cNvPr>
          <p:cNvSpPr/>
          <p:nvPr/>
        </p:nvSpPr>
        <p:spPr>
          <a:xfrm>
            <a:off x="9441049" y="2406212"/>
            <a:ext cx="1192728" cy="800100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늪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8AE58849-A220-C21F-8EE0-0B3D513483E9}"/>
              </a:ext>
            </a:extLst>
          </p:cNvPr>
          <p:cNvSpPr/>
          <p:nvPr/>
        </p:nvSpPr>
        <p:spPr>
          <a:xfrm>
            <a:off x="6644284" y="3542827"/>
            <a:ext cx="1361405" cy="1082709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숲</a:t>
            </a:r>
            <a:r>
              <a:rPr lang="en-US" altLang="ko-KR" dirty="0">
                <a:solidFill>
                  <a:sysClr val="windowText" lastClr="000000"/>
                </a:solidFill>
              </a:rPr>
              <a:t>1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CF061E9-EACC-7DFE-6F9C-A581F53D9492}"/>
              </a:ext>
            </a:extLst>
          </p:cNvPr>
          <p:cNvSpPr txBox="1"/>
          <p:nvPr/>
        </p:nvSpPr>
        <p:spPr>
          <a:xfrm>
            <a:off x="9744911" y="3423801"/>
            <a:ext cx="1025912" cy="30777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>
                <a:solidFill>
                  <a:srgbClr val="0070C0"/>
                </a:solidFill>
              </a:rPr>
              <a:t>강</a:t>
            </a:r>
            <a:endParaRPr lang="ko-KR" altLang="en-US" sz="1400" b="1" dirty="0">
              <a:solidFill>
                <a:srgbClr val="0070C0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44CEA4C-BAE2-CE22-EB66-DC8C6ACE20F1}"/>
              </a:ext>
            </a:extLst>
          </p:cNvPr>
          <p:cNvSpPr txBox="1"/>
          <p:nvPr/>
        </p:nvSpPr>
        <p:spPr>
          <a:xfrm>
            <a:off x="8244772" y="5024168"/>
            <a:ext cx="1025912" cy="33855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>
                <a:solidFill>
                  <a:sysClr val="windowText" lastClr="000000"/>
                </a:solidFill>
              </a:rPr>
              <a:t>산</a:t>
            </a:r>
            <a:endParaRPr lang="ko-KR" altLang="en-US" sz="1600" b="1" dirty="0">
              <a:solidFill>
                <a:sysClr val="windowText" lastClr="000000"/>
              </a:solidFill>
            </a:endParaRPr>
          </a:p>
        </p:txBody>
      </p:sp>
      <p:sp>
        <p:nvSpPr>
          <p:cNvPr id="48" name="이등변 삼각형 47">
            <a:extLst>
              <a:ext uri="{FF2B5EF4-FFF2-40B4-BE49-F238E27FC236}">
                <a16:creationId xmlns:a16="http://schemas.microsoft.com/office/drawing/2014/main" id="{C457AAD9-6AA2-54CD-F0B1-1CE57B5F910F}"/>
              </a:ext>
            </a:extLst>
          </p:cNvPr>
          <p:cNvSpPr/>
          <p:nvPr/>
        </p:nvSpPr>
        <p:spPr>
          <a:xfrm>
            <a:off x="9384434" y="1761774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50" name="이등변 삼각형 49">
            <a:extLst>
              <a:ext uri="{FF2B5EF4-FFF2-40B4-BE49-F238E27FC236}">
                <a16:creationId xmlns:a16="http://schemas.microsoft.com/office/drawing/2014/main" id="{E93A679B-81AC-C8DB-E8C5-EEAD22C1B6B1}"/>
              </a:ext>
            </a:extLst>
          </p:cNvPr>
          <p:cNvSpPr/>
          <p:nvPr/>
        </p:nvSpPr>
        <p:spPr>
          <a:xfrm>
            <a:off x="7764988" y="5202960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52" name="이등변 삼각형 51">
            <a:extLst>
              <a:ext uri="{FF2B5EF4-FFF2-40B4-BE49-F238E27FC236}">
                <a16:creationId xmlns:a16="http://schemas.microsoft.com/office/drawing/2014/main" id="{F3F6FB95-6914-0E57-7134-4FC8907B09FD}"/>
              </a:ext>
            </a:extLst>
          </p:cNvPr>
          <p:cNvSpPr/>
          <p:nvPr/>
        </p:nvSpPr>
        <p:spPr>
          <a:xfrm>
            <a:off x="9890665" y="5552549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54" name="이등변 삼각형 53">
            <a:extLst>
              <a:ext uri="{FF2B5EF4-FFF2-40B4-BE49-F238E27FC236}">
                <a16:creationId xmlns:a16="http://schemas.microsoft.com/office/drawing/2014/main" id="{8DA49EB3-21F9-9E58-C766-0B6FFF3956D0}"/>
              </a:ext>
            </a:extLst>
          </p:cNvPr>
          <p:cNvSpPr/>
          <p:nvPr/>
        </p:nvSpPr>
        <p:spPr>
          <a:xfrm>
            <a:off x="7034474" y="3529230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56" name="이등변 삼각형 55">
            <a:extLst>
              <a:ext uri="{FF2B5EF4-FFF2-40B4-BE49-F238E27FC236}">
                <a16:creationId xmlns:a16="http://schemas.microsoft.com/office/drawing/2014/main" id="{148E4E71-93BA-22DF-0D90-E01A0546A3E3}"/>
              </a:ext>
            </a:extLst>
          </p:cNvPr>
          <p:cNvSpPr/>
          <p:nvPr/>
        </p:nvSpPr>
        <p:spPr>
          <a:xfrm>
            <a:off x="9499766" y="3928427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58" name="평행 사변형 57">
            <a:extLst>
              <a:ext uri="{FF2B5EF4-FFF2-40B4-BE49-F238E27FC236}">
                <a16:creationId xmlns:a16="http://schemas.microsoft.com/office/drawing/2014/main" id="{E715F9CD-FC73-E107-86A1-CD1D1C89BA1B}"/>
              </a:ext>
            </a:extLst>
          </p:cNvPr>
          <p:cNvSpPr/>
          <p:nvPr/>
        </p:nvSpPr>
        <p:spPr>
          <a:xfrm>
            <a:off x="8688389" y="3511109"/>
            <a:ext cx="850656" cy="1240767"/>
          </a:xfrm>
          <a:prstGeom prst="parallelogram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돌밭</a:t>
            </a:r>
          </a:p>
        </p:txBody>
      </p:sp>
      <p:sp>
        <p:nvSpPr>
          <p:cNvPr id="60" name="십자형 59">
            <a:extLst>
              <a:ext uri="{FF2B5EF4-FFF2-40B4-BE49-F238E27FC236}">
                <a16:creationId xmlns:a16="http://schemas.microsoft.com/office/drawing/2014/main" id="{A113CF76-6981-EF11-2F22-E6DA78F130C4}"/>
              </a:ext>
            </a:extLst>
          </p:cNvPr>
          <p:cNvSpPr/>
          <p:nvPr/>
        </p:nvSpPr>
        <p:spPr>
          <a:xfrm>
            <a:off x="8038064" y="4194141"/>
            <a:ext cx="561073" cy="438586"/>
          </a:xfrm>
          <a:prstGeom prst="plus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ysClr val="windowText" lastClr="000000"/>
                </a:solidFill>
              </a:rPr>
              <a:t>중간기지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20218BD-C2D3-BC8F-6ADB-ADEE53AD29EB}"/>
              </a:ext>
            </a:extLst>
          </p:cNvPr>
          <p:cNvSpPr/>
          <p:nvPr/>
        </p:nvSpPr>
        <p:spPr>
          <a:xfrm>
            <a:off x="8496806" y="4328552"/>
            <a:ext cx="275195" cy="3124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71958774-5030-15C0-4990-B37CD4BD2065}"/>
              </a:ext>
            </a:extLst>
          </p:cNvPr>
          <p:cNvSpPr/>
          <p:nvPr/>
        </p:nvSpPr>
        <p:spPr>
          <a:xfrm>
            <a:off x="6911346" y="2644274"/>
            <a:ext cx="275195" cy="3124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더하기 기호 24">
            <a:extLst>
              <a:ext uri="{FF2B5EF4-FFF2-40B4-BE49-F238E27FC236}">
                <a16:creationId xmlns:a16="http://schemas.microsoft.com/office/drawing/2014/main" id="{47A3034B-2CC5-CB4B-247E-583D9E3ADBB2}"/>
              </a:ext>
            </a:extLst>
          </p:cNvPr>
          <p:cNvSpPr/>
          <p:nvPr/>
        </p:nvSpPr>
        <p:spPr>
          <a:xfrm>
            <a:off x="8872715" y="2982994"/>
            <a:ext cx="749043" cy="519738"/>
          </a:xfrm>
          <a:prstGeom prst="mathPlus">
            <a:avLst>
              <a:gd name="adj1" fmla="val 51312"/>
            </a:avLst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6E937DFB-5A02-E92B-2545-614F092D38BB}"/>
              </a:ext>
            </a:extLst>
          </p:cNvPr>
          <p:cNvSpPr/>
          <p:nvPr/>
        </p:nvSpPr>
        <p:spPr>
          <a:xfrm>
            <a:off x="6638831" y="1611313"/>
            <a:ext cx="1781197" cy="1217450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29F9F663-3DC6-2440-23B0-B3DBC62AC539}"/>
              </a:ext>
            </a:extLst>
          </p:cNvPr>
          <p:cNvSpPr/>
          <p:nvPr/>
        </p:nvSpPr>
        <p:spPr>
          <a:xfrm>
            <a:off x="8259109" y="2492031"/>
            <a:ext cx="1352945" cy="1325064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0E92706F-D8A8-2F23-F8D8-8762B1CF19B5}"/>
              </a:ext>
            </a:extLst>
          </p:cNvPr>
          <p:cNvSpPr/>
          <p:nvPr/>
        </p:nvSpPr>
        <p:spPr>
          <a:xfrm>
            <a:off x="8858143" y="3864232"/>
            <a:ext cx="1114088" cy="784284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69608551-C8EE-B849-A33A-6306DD65C071}"/>
              </a:ext>
            </a:extLst>
          </p:cNvPr>
          <p:cNvSpPr/>
          <p:nvPr/>
        </p:nvSpPr>
        <p:spPr>
          <a:xfrm>
            <a:off x="7743389" y="3692143"/>
            <a:ext cx="1114088" cy="736847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1406C903-B3DF-EFFF-4CAE-29621DCC438F}"/>
              </a:ext>
            </a:extLst>
          </p:cNvPr>
          <p:cNvSpPr/>
          <p:nvPr/>
        </p:nvSpPr>
        <p:spPr>
          <a:xfrm>
            <a:off x="6657968" y="2806262"/>
            <a:ext cx="1081149" cy="1797073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E4EA2B0D-7209-B4AE-7547-FB39588F4683}"/>
              </a:ext>
            </a:extLst>
          </p:cNvPr>
          <p:cNvSpPr/>
          <p:nvPr/>
        </p:nvSpPr>
        <p:spPr>
          <a:xfrm>
            <a:off x="9554241" y="2260958"/>
            <a:ext cx="1011668" cy="1100807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AE6DB335-2419-93C6-B23A-9A869DEEA3DA}"/>
              </a:ext>
            </a:extLst>
          </p:cNvPr>
          <p:cNvSpPr/>
          <p:nvPr/>
        </p:nvSpPr>
        <p:spPr>
          <a:xfrm>
            <a:off x="7900606" y="4639133"/>
            <a:ext cx="1854023" cy="1249627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C3A1DBBD-B553-0570-5FB2-2BF631BA94D6}"/>
              </a:ext>
            </a:extLst>
          </p:cNvPr>
          <p:cNvSpPr/>
          <p:nvPr/>
        </p:nvSpPr>
        <p:spPr>
          <a:xfrm>
            <a:off x="7748923" y="2834613"/>
            <a:ext cx="503805" cy="857528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자유형: 도형 12">
            <a:extLst>
              <a:ext uri="{FF2B5EF4-FFF2-40B4-BE49-F238E27FC236}">
                <a16:creationId xmlns:a16="http://schemas.microsoft.com/office/drawing/2014/main" id="{25D07D3C-38D1-5082-7BC1-06D3D3BD8650}"/>
              </a:ext>
            </a:extLst>
          </p:cNvPr>
          <p:cNvSpPr/>
          <p:nvPr/>
        </p:nvSpPr>
        <p:spPr>
          <a:xfrm>
            <a:off x="6636589" y="1604513"/>
            <a:ext cx="1782792" cy="1213449"/>
          </a:xfrm>
          <a:custGeom>
            <a:avLst/>
            <a:gdLst>
              <a:gd name="csX0" fmla="*/ 5751 w 1782792"/>
              <a:gd name="csY0" fmla="*/ 5751 h 1213449"/>
              <a:gd name="csX1" fmla="*/ 0 w 1782792"/>
              <a:gd name="csY1" fmla="*/ 1213449 h 1213449"/>
              <a:gd name="csX2" fmla="*/ 1616015 w 1782792"/>
              <a:gd name="csY2" fmla="*/ 1201947 h 1213449"/>
              <a:gd name="csX3" fmla="*/ 1782792 w 1782792"/>
              <a:gd name="csY3" fmla="*/ 856891 h 1213449"/>
              <a:gd name="csX4" fmla="*/ 1765539 w 1782792"/>
              <a:gd name="csY4" fmla="*/ 0 h 1213449"/>
              <a:gd name="csX5" fmla="*/ 5751 w 1782792"/>
              <a:gd name="csY5" fmla="*/ 5751 h 12134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782792" h="1213449">
                <a:moveTo>
                  <a:pt x="5751" y="5751"/>
                </a:moveTo>
                <a:lnTo>
                  <a:pt x="0" y="1213449"/>
                </a:lnTo>
                <a:lnTo>
                  <a:pt x="1616015" y="1201947"/>
                </a:lnTo>
                <a:lnTo>
                  <a:pt x="1782792" y="856891"/>
                </a:lnTo>
                <a:lnTo>
                  <a:pt x="1765539" y="0"/>
                </a:lnTo>
                <a:lnTo>
                  <a:pt x="5751" y="5751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모래</a:t>
            </a:r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6482DCAF-4B65-B1DE-4F1A-1A6E07F68A99}"/>
              </a:ext>
            </a:extLst>
          </p:cNvPr>
          <p:cNvSpPr/>
          <p:nvPr/>
        </p:nvSpPr>
        <p:spPr>
          <a:xfrm>
            <a:off x="6630838" y="2806460"/>
            <a:ext cx="1092679" cy="1851804"/>
          </a:xfrm>
          <a:custGeom>
            <a:avLst/>
            <a:gdLst>
              <a:gd name="csX0" fmla="*/ 0 w 1092679"/>
              <a:gd name="csY0" fmla="*/ 17253 h 1851804"/>
              <a:gd name="csX1" fmla="*/ 11502 w 1092679"/>
              <a:gd name="csY1" fmla="*/ 1851804 h 1851804"/>
              <a:gd name="csX2" fmla="*/ 1058173 w 1092679"/>
              <a:gd name="csY2" fmla="*/ 1759789 h 1851804"/>
              <a:gd name="csX3" fmla="*/ 1092679 w 1092679"/>
              <a:gd name="csY3" fmla="*/ 1547004 h 1851804"/>
              <a:gd name="csX4" fmla="*/ 1017917 w 1092679"/>
              <a:gd name="csY4" fmla="*/ 0 h 1851804"/>
              <a:gd name="csX5" fmla="*/ 0 w 1092679"/>
              <a:gd name="csY5" fmla="*/ 17253 h 18518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092679" h="1851804">
                <a:moveTo>
                  <a:pt x="0" y="17253"/>
                </a:moveTo>
                <a:lnTo>
                  <a:pt x="11502" y="1851804"/>
                </a:lnTo>
                <a:lnTo>
                  <a:pt x="1058173" y="1759789"/>
                </a:lnTo>
                <a:lnTo>
                  <a:pt x="1092679" y="1547004"/>
                </a:lnTo>
                <a:lnTo>
                  <a:pt x="1017917" y="0"/>
                </a:lnTo>
                <a:lnTo>
                  <a:pt x="0" y="17253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숲</a:t>
            </a:r>
          </a:p>
        </p:txBody>
      </p:sp>
      <p:sp>
        <p:nvSpPr>
          <p:cNvPr id="19" name="자유형: 도형 18">
            <a:extLst>
              <a:ext uri="{FF2B5EF4-FFF2-40B4-BE49-F238E27FC236}">
                <a16:creationId xmlns:a16="http://schemas.microsoft.com/office/drawing/2014/main" id="{65CF86E2-4822-B457-F01E-69D6D25AFE3A}"/>
              </a:ext>
            </a:extLst>
          </p:cNvPr>
          <p:cNvSpPr/>
          <p:nvPr/>
        </p:nvSpPr>
        <p:spPr>
          <a:xfrm>
            <a:off x="7660257" y="2794958"/>
            <a:ext cx="1224951" cy="1616016"/>
          </a:xfrm>
          <a:custGeom>
            <a:avLst/>
            <a:gdLst>
              <a:gd name="csX0" fmla="*/ 0 w 1224951"/>
              <a:gd name="csY0" fmla="*/ 5751 h 1616016"/>
              <a:gd name="csX1" fmla="*/ 638354 w 1224951"/>
              <a:gd name="csY1" fmla="*/ 0 h 1616016"/>
              <a:gd name="csX2" fmla="*/ 644105 w 1224951"/>
              <a:gd name="csY2" fmla="*/ 925902 h 1616016"/>
              <a:gd name="csX3" fmla="*/ 1224951 w 1224951"/>
              <a:gd name="csY3" fmla="*/ 1265208 h 1616016"/>
              <a:gd name="csX4" fmla="*/ 1201947 w 1224951"/>
              <a:gd name="csY4" fmla="*/ 1598763 h 1616016"/>
              <a:gd name="csX5" fmla="*/ 51758 w 1224951"/>
              <a:gd name="csY5" fmla="*/ 1616016 h 1616016"/>
              <a:gd name="csX6" fmla="*/ 0 w 1224951"/>
              <a:gd name="csY6" fmla="*/ 5751 h 16160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224951" h="1616016">
                <a:moveTo>
                  <a:pt x="0" y="5751"/>
                </a:moveTo>
                <a:lnTo>
                  <a:pt x="638354" y="0"/>
                </a:lnTo>
                <a:lnTo>
                  <a:pt x="644105" y="925902"/>
                </a:lnTo>
                <a:lnTo>
                  <a:pt x="1224951" y="1265208"/>
                </a:lnTo>
                <a:lnTo>
                  <a:pt x="1201947" y="1598763"/>
                </a:lnTo>
                <a:lnTo>
                  <a:pt x="51758" y="1616016"/>
                </a:lnTo>
                <a:lnTo>
                  <a:pt x="0" y="5751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언덕</a:t>
            </a:r>
          </a:p>
        </p:txBody>
      </p:sp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1B55FDA6-A5B2-889F-4EF9-E6DB65105980}"/>
              </a:ext>
            </a:extLst>
          </p:cNvPr>
          <p:cNvSpPr/>
          <p:nvPr/>
        </p:nvSpPr>
        <p:spPr>
          <a:xfrm>
            <a:off x="8281358" y="2490158"/>
            <a:ext cx="1242204" cy="1535502"/>
          </a:xfrm>
          <a:custGeom>
            <a:avLst/>
            <a:gdLst>
              <a:gd name="csX0" fmla="*/ 97767 w 1242204"/>
              <a:gd name="csY0" fmla="*/ 46008 h 1535502"/>
              <a:gd name="csX1" fmla="*/ 0 w 1242204"/>
              <a:gd name="csY1" fmla="*/ 299050 h 1535502"/>
              <a:gd name="csX2" fmla="*/ 23004 w 1242204"/>
              <a:gd name="csY2" fmla="*/ 1213450 h 1535502"/>
              <a:gd name="csX3" fmla="*/ 575095 w 1242204"/>
              <a:gd name="csY3" fmla="*/ 1535502 h 1535502"/>
              <a:gd name="csX4" fmla="*/ 626853 w 1242204"/>
              <a:gd name="csY4" fmla="*/ 1345721 h 1535502"/>
              <a:gd name="csX5" fmla="*/ 1242204 w 1242204"/>
              <a:gd name="csY5" fmla="*/ 1357223 h 1535502"/>
              <a:gd name="csX6" fmla="*/ 1230702 w 1242204"/>
              <a:gd name="csY6" fmla="*/ 0 h 1535502"/>
              <a:gd name="csX7" fmla="*/ 97767 w 1242204"/>
              <a:gd name="csY7" fmla="*/ 46008 h 15355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42204" h="1535502">
                <a:moveTo>
                  <a:pt x="97767" y="46008"/>
                </a:moveTo>
                <a:lnTo>
                  <a:pt x="0" y="299050"/>
                </a:lnTo>
                <a:lnTo>
                  <a:pt x="23004" y="1213450"/>
                </a:lnTo>
                <a:lnTo>
                  <a:pt x="575095" y="1535502"/>
                </a:lnTo>
                <a:lnTo>
                  <a:pt x="626853" y="1345721"/>
                </a:lnTo>
                <a:lnTo>
                  <a:pt x="1242204" y="1357223"/>
                </a:lnTo>
                <a:lnTo>
                  <a:pt x="1230702" y="0"/>
                </a:lnTo>
                <a:lnTo>
                  <a:pt x="97767" y="46008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숲</a:t>
            </a:r>
          </a:p>
        </p:txBody>
      </p:sp>
      <p:sp>
        <p:nvSpPr>
          <p:cNvPr id="22" name="자유형: 도형 21">
            <a:extLst>
              <a:ext uri="{FF2B5EF4-FFF2-40B4-BE49-F238E27FC236}">
                <a16:creationId xmlns:a16="http://schemas.microsoft.com/office/drawing/2014/main" id="{C3A01983-2DE7-CB66-D903-080781BFAC4F}"/>
              </a:ext>
            </a:extLst>
          </p:cNvPr>
          <p:cNvSpPr/>
          <p:nvPr/>
        </p:nvSpPr>
        <p:spPr>
          <a:xfrm>
            <a:off x="8821947" y="3720860"/>
            <a:ext cx="1109932" cy="914400"/>
          </a:xfrm>
          <a:custGeom>
            <a:avLst/>
            <a:gdLst>
              <a:gd name="csX0" fmla="*/ 103517 w 1109932"/>
              <a:gd name="csY0" fmla="*/ 103517 h 914400"/>
              <a:gd name="csX1" fmla="*/ 0 w 1109932"/>
              <a:gd name="csY1" fmla="*/ 879895 h 914400"/>
              <a:gd name="csX2" fmla="*/ 897147 w 1109932"/>
              <a:gd name="csY2" fmla="*/ 914400 h 914400"/>
              <a:gd name="csX3" fmla="*/ 994913 w 1109932"/>
              <a:gd name="csY3" fmla="*/ 333555 h 914400"/>
              <a:gd name="csX4" fmla="*/ 1109932 w 1109932"/>
              <a:gd name="csY4" fmla="*/ 0 h 914400"/>
              <a:gd name="csX5" fmla="*/ 724619 w 1109932"/>
              <a:gd name="csY5" fmla="*/ 0 h 914400"/>
              <a:gd name="csX6" fmla="*/ 701615 w 1109932"/>
              <a:gd name="csY6" fmla="*/ 138023 h 914400"/>
              <a:gd name="csX7" fmla="*/ 103517 w 1109932"/>
              <a:gd name="csY7" fmla="*/ 103517 h 914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109932" h="914400">
                <a:moveTo>
                  <a:pt x="103517" y="103517"/>
                </a:moveTo>
                <a:lnTo>
                  <a:pt x="0" y="879895"/>
                </a:lnTo>
                <a:lnTo>
                  <a:pt x="897147" y="914400"/>
                </a:lnTo>
                <a:lnTo>
                  <a:pt x="994913" y="333555"/>
                </a:lnTo>
                <a:lnTo>
                  <a:pt x="1109932" y="0"/>
                </a:lnTo>
                <a:lnTo>
                  <a:pt x="724619" y="0"/>
                </a:lnTo>
                <a:lnTo>
                  <a:pt x="701615" y="138023"/>
                </a:lnTo>
                <a:lnTo>
                  <a:pt x="103517" y="103517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늪</a:t>
            </a:r>
          </a:p>
        </p:txBody>
      </p:sp>
      <p:sp>
        <p:nvSpPr>
          <p:cNvPr id="23" name="자유형: 도형 22">
            <a:extLst>
              <a:ext uri="{FF2B5EF4-FFF2-40B4-BE49-F238E27FC236}">
                <a16:creationId xmlns:a16="http://schemas.microsoft.com/office/drawing/2014/main" id="{C440A24C-FA7E-92F4-8FF3-4F868F62D3FC}"/>
              </a:ext>
            </a:extLst>
          </p:cNvPr>
          <p:cNvSpPr/>
          <p:nvPr/>
        </p:nvSpPr>
        <p:spPr>
          <a:xfrm>
            <a:off x="9512060" y="2237117"/>
            <a:ext cx="1230702" cy="1420483"/>
          </a:xfrm>
          <a:custGeom>
            <a:avLst/>
            <a:gdLst>
              <a:gd name="csX0" fmla="*/ 0 w 1230702"/>
              <a:gd name="csY0" fmla="*/ 241540 h 1420483"/>
              <a:gd name="csX1" fmla="*/ 17253 w 1230702"/>
              <a:gd name="csY1" fmla="*/ 1420483 h 1420483"/>
              <a:gd name="csX2" fmla="*/ 540589 w 1230702"/>
              <a:gd name="csY2" fmla="*/ 1420483 h 1420483"/>
              <a:gd name="csX3" fmla="*/ 684363 w 1230702"/>
              <a:gd name="csY3" fmla="*/ 1127185 h 1420483"/>
              <a:gd name="csX4" fmla="*/ 1127185 w 1230702"/>
              <a:gd name="csY4" fmla="*/ 655608 h 1420483"/>
              <a:gd name="csX5" fmla="*/ 1230702 w 1230702"/>
              <a:gd name="csY5" fmla="*/ 0 h 1420483"/>
              <a:gd name="csX6" fmla="*/ 40257 w 1230702"/>
              <a:gd name="csY6" fmla="*/ 103517 h 1420483"/>
              <a:gd name="csX7" fmla="*/ 0 w 1230702"/>
              <a:gd name="csY7" fmla="*/ 241540 h 14204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30702" h="1420483">
                <a:moveTo>
                  <a:pt x="0" y="241540"/>
                </a:moveTo>
                <a:lnTo>
                  <a:pt x="17253" y="1420483"/>
                </a:lnTo>
                <a:lnTo>
                  <a:pt x="540589" y="1420483"/>
                </a:lnTo>
                <a:lnTo>
                  <a:pt x="684363" y="1127185"/>
                </a:lnTo>
                <a:lnTo>
                  <a:pt x="1127185" y="655608"/>
                </a:lnTo>
                <a:lnTo>
                  <a:pt x="1230702" y="0"/>
                </a:lnTo>
                <a:lnTo>
                  <a:pt x="40257" y="103517"/>
                </a:lnTo>
                <a:lnTo>
                  <a:pt x="0" y="241540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돌밭</a:t>
            </a:r>
          </a:p>
        </p:txBody>
      </p:sp>
      <p:sp>
        <p:nvSpPr>
          <p:cNvPr id="24" name="자유형: 도형 23">
            <a:extLst>
              <a:ext uri="{FF2B5EF4-FFF2-40B4-BE49-F238E27FC236}">
                <a16:creationId xmlns:a16="http://schemas.microsoft.com/office/drawing/2014/main" id="{E493EC1D-44AE-B343-1373-BB18275442DE}"/>
              </a:ext>
            </a:extLst>
          </p:cNvPr>
          <p:cNvSpPr/>
          <p:nvPr/>
        </p:nvSpPr>
        <p:spPr>
          <a:xfrm>
            <a:off x="7901796" y="4612257"/>
            <a:ext cx="1857555" cy="1311215"/>
          </a:xfrm>
          <a:custGeom>
            <a:avLst/>
            <a:gdLst>
              <a:gd name="csX0" fmla="*/ 1759789 w 1857555"/>
              <a:gd name="csY0" fmla="*/ 63260 h 1311215"/>
              <a:gd name="csX1" fmla="*/ 1639019 w 1857555"/>
              <a:gd name="csY1" fmla="*/ 856890 h 1311215"/>
              <a:gd name="csX2" fmla="*/ 1857555 w 1857555"/>
              <a:gd name="csY2" fmla="*/ 1270958 h 1311215"/>
              <a:gd name="csX3" fmla="*/ 189781 w 1857555"/>
              <a:gd name="csY3" fmla="*/ 1311215 h 1311215"/>
              <a:gd name="csX4" fmla="*/ 0 w 1857555"/>
              <a:gd name="csY4" fmla="*/ 523335 h 1311215"/>
              <a:gd name="csX5" fmla="*/ 230038 w 1857555"/>
              <a:gd name="csY5" fmla="*/ 0 h 1311215"/>
              <a:gd name="csX6" fmla="*/ 1138687 w 1857555"/>
              <a:gd name="csY6" fmla="*/ 86264 h 1311215"/>
              <a:gd name="csX7" fmla="*/ 1547004 w 1857555"/>
              <a:gd name="csY7" fmla="*/ 5751 h 1311215"/>
              <a:gd name="csX8" fmla="*/ 1759789 w 1857555"/>
              <a:gd name="csY8" fmla="*/ 63260 h 13112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857555" h="1311215">
                <a:moveTo>
                  <a:pt x="1759789" y="63260"/>
                </a:moveTo>
                <a:lnTo>
                  <a:pt x="1639019" y="856890"/>
                </a:lnTo>
                <a:lnTo>
                  <a:pt x="1857555" y="1270958"/>
                </a:lnTo>
                <a:lnTo>
                  <a:pt x="189781" y="1311215"/>
                </a:lnTo>
                <a:lnTo>
                  <a:pt x="0" y="523335"/>
                </a:lnTo>
                <a:lnTo>
                  <a:pt x="230038" y="0"/>
                </a:lnTo>
                <a:lnTo>
                  <a:pt x="1138687" y="86264"/>
                </a:lnTo>
                <a:lnTo>
                  <a:pt x="1547004" y="5751"/>
                </a:lnTo>
                <a:lnTo>
                  <a:pt x="1759789" y="63260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산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AE424EF0-A103-3C8D-D803-C837EE50E79A}"/>
              </a:ext>
            </a:extLst>
          </p:cNvPr>
          <p:cNvSpPr/>
          <p:nvPr/>
        </p:nvSpPr>
        <p:spPr>
          <a:xfrm>
            <a:off x="9378320" y="1764030"/>
            <a:ext cx="275195" cy="31242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2F56B921-C5D5-5A2C-EAFE-3757AD41EF37}"/>
              </a:ext>
            </a:extLst>
          </p:cNvPr>
          <p:cNvSpPr/>
          <p:nvPr/>
        </p:nvSpPr>
        <p:spPr>
          <a:xfrm>
            <a:off x="8496806" y="4328552"/>
            <a:ext cx="275195" cy="31242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1059C47F-7984-5FD1-0904-0717AF51CA12}"/>
              </a:ext>
            </a:extLst>
          </p:cNvPr>
          <p:cNvSpPr/>
          <p:nvPr/>
        </p:nvSpPr>
        <p:spPr>
          <a:xfrm>
            <a:off x="6911346" y="2644274"/>
            <a:ext cx="275195" cy="31242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05D1E5AE-BA6F-36E7-A77C-21128309AFA2}"/>
              </a:ext>
            </a:extLst>
          </p:cNvPr>
          <p:cNvSpPr/>
          <p:nvPr/>
        </p:nvSpPr>
        <p:spPr>
          <a:xfrm>
            <a:off x="10471912" y="4131492"/>
            <a:ext cx="275195" cy="31242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7377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A4A6B-34D2-ABBC-9F10-7822710B7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601DE0-CD27-2461-3C36-4DD24EAFE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최종 주거지 위치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3A41135-03E0-14B3-7FAE-39ECCAF9A10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8BB0516-F484-00E5-2C93-C9959D045A0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3055B4C-45DB-CED9-B47A-BA73169FB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10/17/2026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9DD192-68CA-7E75-6008-995BA77A1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D35E5E9A-2AE3-9BD6-C695-BE314DC0EC4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D665E1F9-DBE7-63CA-5F61-7E3A2E8B77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832" y="1611313"/>
            <a:ext cx="4320000" cy="4320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</p:pic>
      <p:sp>
        <p:nvSpPr>
          <p:cNvPr id="28" name="십자형 27">
            <a:extLst>
              <a:ext uri="{FF2B5EF4-FFF2-40B4-BE49-F238E27FC236}">
                <a16:creationId xmlns:a16="http://schemas.microsoft.com/office/drawing/2014/main" id="{9AB26F41-C7D2-2B4C-A402-C804092DFBE2}"/>
              </a:ext>
            </a:extLst>
          </p:cNvPr>
          <p:cNvSpPr/>
          <p:nvPr/>
        </p:nvSpPr>
        <p:spPr>
          <a:xfrm>
            <a:off x="6681715" y="5298210"/>
            <a:ext cx="923925" cy="590550"/>
          </a:xfrm>
          <a:prstGeom prst="plus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ysClr val="windowText" lastClr="000000"/>
                </a:solidFill>
              </a:rPr>
              <a:t>본거지</a:t>
            </a:r>
            <a:br>
              <a:rPr lang="en-US" altLang="ko-KR" sz="1400" dirty="0">
                <a:solidFill>
                  <a:sysClr val="windowText" lastClr="000000"/>
                </a:solidFill>
              </a:rPr>
            </a:br>
            <a:r>
              <a:rPr lang="en-US" altLang="ko-KR" sz="1400" dirty="0">
                <a:solidFill>
                  <a:sysClr val="windowText" lastClr="000000"/>
                </a:solidFill>
              </a:rPr>
              <a:t>(</a:t>
            </a:r>
            <a:r>
              <a:rPr lang="ko-KR" altLang="en-US" sz="1400" dirty="0">
                <a:solidFill>
                  <a:sysClr val="windowText" lastClr="000000"/>
                </a:solidFill>
              </a:rPr>
              <a:t>시작점</a:t>
            </a:r>
            <a:r>
              <a:rPr lang="en-US" altLang="ko-KR" sz="1400" dirty="0">
                <a:solidFill>
                  <a:sysClr val="windowText" lastClr="000000"/>
                </a:solidFill>
              </a:rPr>
              <a:t>)</a:t>
            </a:r>
            <a:endParaRPr lang="ko-KR" altLang="en-US" sz="1400" dirty="0">
              <a:solidFill>
                <a:sysClr val="windowText" lastClr="000000"/>
              </a:solidFill>
            </a:endParaRPr>
          </a:p>
        </p:txBody>
      </p:sp>
      <p:sp>
        <p:nvSpPr>
          <p:cNvPr id="30" name="사각형: 잘린 대각선 방향 모서리 29">
            <a:extLst>
              <a:ext uri="{FF2B5EF4-FFF2-40B4-BE49-F238E27FC236}">
                <a16:creationId xmlns:a16="http://schemas.microsoft.com/office/drawing/2014/main" id="{3195B18E-84BA-AC55-41C2-749AAC9EB185}"/>
              </a:ext>
            </a:extLst>
          </p:cNvPr>
          <p:cNvSpPr/>
          <p:nvPr/>
        </p:nvSpPr>
        <p:spPr>
          <a:xfrm>
            <a:off x="6638831" y="1611314"/>
            <a:ext cx="1781197" cy="1194948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모래언덕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8694097D-7958-0372-7803-B7613980892D}"/>
              </a:ext>
            </a:extLst>
          </p:cNvPr>
          <p:cNvSpPr/>
          <p:nvPr/>
        </p:nvSpPr>
        <p:spPr>
          <a:xfrm>
            <a:off x="8296203" y="2500276"/>
            <a:ext cx="1524390" cy="1010835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숲</a:t>
            </a:r>
            <a:r>
              <a:rPr lang="en-US" altLang="ko-KR" dirty="0">
                <a:solidFill>
                  <a:sysClr val="windowText" lastClr="000000"/>
                </a:solidFill>
              </a:rPr>
              <a:t>2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B1321656-1664-3957-5AA0-DA2DE967FE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4173" y="4561645"/>
            <a:ext cx="2434865" cy="136373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</p:pic>
      <p:sp>
        <p:nvSpPr>
          <p:cNvPr id="36" name="자유형: 도형 35">
            <a:extLst>
              <a:ext uri="{FF2B5EF4-FFF2-40B4-BE49-F238E27FC236}">
                <a16:creationId xmlns:a16="http://schemas.microsoft.com/office/drawing/2014/main" id="{7C014D9C-3017-B3A9-A3EB-48B3DD8920F9}"/>
              </a:ext>
            </a:extLst>
          </p:cNvPr>
          <p:cNvSpPr/>
          <p:nvPr/>
        </p:nvSpPr>
        <p:spPr>
          <a:xfrm>
            <a:off x="9764454" y="1615636"/>
            <a:ext cx="1164454" cy="4320000"/>
          </a:xfrm>
          <a:custGeom>
            <a:avLst/>
            <a:gdLst>
              <a:gd name="csX0" fmla="*/ 1160649 w 1164454"/>
              <a:gd name="csY0" fmla="*/ 0 h 4424944"/>
              <a:gd name="csX1" fmla="*/ 1046349 w 1164454"/>
              <a:gd name="csY1" fmla="*/ 1457325 h 4424944"/>
              <a:gd name="csX2" fmla="*/ 379599 w 1164454"/>
              <a:gd name="csY2" fmla="*/ 2519363 h 4424944"/>
              <a:gd name="csX3" fmla="*/ 31936 w 1164454"/>
              <a:gd name="csY3" fmla="*/ 4257675 h 4424944"/>
              <a:gd name="csX4" fmla="*/ 36699 w 1164454"/>
              <a:gd name="csY4" fmla="*/ 4257675 h 44249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64454" h="4424944">
                <a:moveTo>
                  <a:pt x="1160649" y="0"/>
                </a:moveTo>
                <a:cubicBezTo>
                  <a:pt x="1168586" y="518715"/>
                  <a:pt x="1176524" y="1037431"/>
                  <a:pt x="1046349" y="1457325"/>
                </a:cubicBezTo>
                <a:cubicBezTo>
                  <a:pt x="916174" y="1877219"/>
                  <a:pt x="548668" y="2052638"/>
                  <a:pt x="379599" y="2519363"/>
                </a:cubicBezTo>
                <a:cubicBezTo>
                  <a:pt x="210530" y="2986088"/>
                  <a:pt x="89086" y="3967956"/>
                  <a:pt x="31936" y="4257675"/>
                </a:cubicBezTo>
                <a:cubicBezTo>
                  <a:pt x="-25214" y="4547394"/>
                  <a:pt x="5742" y="4402534"/>
                  <a:pt x="36699" y="4257675"/>
                </a:cubicBezTo>
              </a:path>
            </a:pathLst>
          </a:custGeom>
          <a:solidFill>
            <a:schemeClr val="bg2">
              <a:lumMod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70C0"/>
              </a:solidFill>
            </a:endParaRPr>
          </a:p>
        </p:txBody>
      </p:sp>
      <p:sp>
        <p:nvSpPr>
          <p:cNvPr id="38" name="자유형: 도형 37">
            <a:extLst>
              <a:ext uri="{FF2B5EF4-FFF2-40B4-BE49-F238E27FC236}">
                <a16:creationId xmlns:a16="http://schemas.microsoft.com/office/drawing/2014/main" id="{60DE7F35-61BB-1349-8CCF-5813FDDA2500}"/>
              </a:ext>
            </a:extLst>
          </p:cNvPr>
          <p:cNvSpPr/>
          <p:nvPr/>
        </p:nvSpPr>
        <p:spPr>
          <a:xfrm>
            <a:off x="9529690" y="1615637"/>
            <a:ext cx="1217417" cy="3790950"/>
          </a:xfrm>
          <a:custGeom>
            <a:avLst/>
            <a:gdLst>
              <a:gd name="csX0" fmla="*/ 1160649 w 1164454"/>
              <a:gd name="csY0" fmla="*/ 0 h 4424944"/>
              <a:gd name="csX1" fmla="*/ 1046349 w 1164454"/>
              <a:gd name="csY1" fmla="*/ 1457325 h 4424944"/>
              <a:gd name="csX2" fmla="*/ 379599 w 1164454"/>
              <a:gd name="csY2" fmla="*/ 2519363 h 4424944"/>
              <a:gd name="csX3" fmla="*/ 31936 w 1164454"/>
              <a:gd name="csY3" fmla="*/ 4257675 h 4424944"/>
              <a:gd name="csX4" fmla="*/ 36699 w 1164454"/>
              <a:gd name="csY4" fmla="*/ 4257675 h 44249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64454" h="4424944">
                <a:moveTo>
                  <a:pt x="1160649" y="0"/>
                </a:moveTo>
                <a:cubicBezTo>
                  <a:pt x="1168586" y="518715"/>
                  <a:pt x="1176524" y="1037431"/>
                  <a:pt x="1046349" y="1457325"/>
                </a:cubicBezTo>
                <a:cubicBezTo>
                  <a:pt x="916174" y="1877219"/>
                  <a:pt x="548668" y="2052638"/>
                  <a:pt x="379599" y="2519363"/>
                </a:cubicBezTo>
                <a:cubicBezTo>
                  <a:pt x="210530" y="2986088"/>
                  <a:pt x="89086" y="3967956"/>
                  <a:pt x="31936" y="4257675"/>
                </a:cubicBezTo>
                <a:cubicBezTo>
                  <a:pt x="-25214" y="4547394"/>
                  <a:pt x="5742" y="4402534"/>
                  <a:pt x="36699" y="4257675"/>
                </a:cubicBezTo>
              </a:path>
            </a:pathLst>
          </a:custGeom>
          <a:solidFill>
            <a:schemeClr val="bg2">
              <a:lumMod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70C0"/>
              </a:solidFill>
            </a:endParaRPr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27CE66ED-7028-73DF-C88B-F06F19D26D82}"/>
              </a:ext>
            </a:extLst>
          </p:cNvPr>
          <p:cNvSpPr/>
          <p:nvPr/>
        </p:nvSpPr>
        <p:spPr>
          <a:xfrm>
            <a:off x="9441049" y="2406212"/>
            <a:ext cx="1192728" cy="800100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늪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61E134CD-383B-5FD9-2E13-EF27427203B2}"/>
              </a:ext>
            </a:extLst>
          </p:cNvPr>
          <p:cNvSpPr/>
          <p:nvPr/>
        </p:nvSpPr>
        <p:spPr>
          <a:xfrm>
            <a:off x="6644284" y="3542827"/>
            <a:ext cx="1361405" cy="1082709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숲</a:t>
            </a:r>
            <a:r>
              <a:rPr lang="en-US" altLang="ko-KR" dirty="0">
                <a:solidFill>
                  <a:sysClr val="windowText" lastClr="000000"/>
                </a:solidFill>
              </a:rPr>
              <a:t>1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3D739A1-0B14-9EDD-AC17-523482E728C1}"/>
              </a:ext>
            </a:extLst>
          </p:cNvPr>
          <p:cNvSpPr txBox="1"/>
          <p:nvPr/>
        </p:nvSpPr>
        <p:spPr>
          <a:xfrm>
            <a:off x="9744911" y="3423801"/>
            <a:ext cx="1025912" cy="30777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>
                <a:solidFill>
                  <a:srgbClr val="0070C0"/>
                </a:solidFill>
              </a:rPr>
              <a:t>강</a:t>
            </a:r>
            <a:endParaRPr lang="ko-KR" altLang="en-US" sz="1400" b="1" dirty="0">
              <a:solidFill>
                <a:srgbClr val="0070C0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75C677F-6E0F-D6AE-54F7-1E4832A86A69}"/>
              </a:ext>
            </a:extLst>
          </p:cNvPr>
          <p:cNvSpPr txBox="1"/>
          <p:nvPr/>
        </p:nvSpPr>
        <p:spPr>
          <a:xfrm>
            <a:off x="8244772" y="5024168"/>
            <a:ext cx="1025912" cy="33855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>
                <a:solidFill>
                  <a:sysClr val="windowText" lastClr="000000"/>
                </a:solidFill>
              </a:rPr>
              <a:t>산</a:t>
            </a:r>
            <a:endParaRPr lang="ko-KR" altLang="en-US" sz="1600" b="1" dirty="0">
              <a:solidFill>
                <a:sysClr val="windowText" lastClr="000000"/>
              </a:solidFill>
            </a:endParaRPr>
          </a:p>
        </p:txBody>
      </p:sp>
      <p:sp>
        <p:nvSpPr>
          <p:cNvPr id="48" name="이등변 삼각형 47">
            <a:extLst>
              <a:ext uri="{FF2B5EF4-FFF2-40B4-BE49-F238E27FC236}">
                <a16:creationId xmlns:a16="http://schemas.microsoft.com/office/drawing/2014/main" id="{92D01593-7138-F56B-60AF-FF9BC28D21FE}"/>
              </a:ext>
            </a:extLst>
          </p:cNvPr>
          <p:cNvSpPr/>
          <p:nvPr/>
        </p:nvSpPr>
        <p:spPr>
          <a:xfrm>
            <a:off x="9384434" y="1761774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50" name="이등변 삼각형 49">
            <a:extLst>
              <a:ext uri="{FF2B5EF4-FFF2-40B4-BE49-F238E27FC236}">
                <a16:creationId xmlns:a16="http://schemas.microsoft.com/office/drawing/2014/main" id="{C0DD8430-56A7-A979-64E0-6111ABA7C485}"/>
              </a:ext>
            </a:extLst>
          </p:cNvPr>
          <p:cNvSpPr/>
          <p:nvPr/>
        </p:nvSpPr>
        <p:spPr>
          <a:xfrm>
            <a:off x="7764988" y="5202960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52" name="이등변 삼각형 51">
            <a:extLst>
              <a:ext uri="{FF2B5EF4-FFF2-40B4-BE49-F238E27FC236}">
                <a16:creationId xmlns:a16="http://schemas.microsoft.com/office/drawing/2014/main" id="{5A89A4EA-6AFE-600F-92AC-5F253798200D}"/>
              </a:ext>
            </a:extLst>
          </p:cNvPr>
          <p:cNvSpPr/>
          <p:nvPr/>
        </p:nvSpPr>
        <p:spPr>
          <a:xfrm>
            <a:off x="9890665" y="5552549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54" name="이등변 삼각형 53">
            <a:extLst>
              <a:ext uri="{FF2B5EF4-FFF2-40B4-BE49-F238E27FC236}">
                <a16:creationId xmlns:a16="http://schemas.microsoft.com/office/drawing/2014/main" id="{7874A09C-4E87-4423-5EEE-85825635E20C}"/>
              </a:ext>
            </a:extLst>
          </p:cNvPr>
          <p:cNvSpPr/>
          <p:nvPr/>
        </p:nvSpPr>
        <p:spPr>
          <a:xfrm>
            <a:off x="7034474" y="3529230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56" name="이등변 삼각형 55">
            <a:extLst>
              <a:ext uri="{FF2B5EF4-FFF2-40B4-BE49-F238E27FC236}">
                <a16:creationId xmlns:a16="http://schemas.microsoft.com/office/drawing/2014/main" id="{C2A195C1-DC4E-3F0C-054F-F0D62B2F7EED}"/>
              </a:ext>
            </a:extLst>
          </p:cNvPr>
          <p:cNvSpPr/>
          <p:nvPr/>
        </p:nvSpPr>
        <p:spPr>
          <a:xfrm>
            <a:off x="9499766" y="3928427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58" name="평행 사변형 57">
            <a:extLst>
              <a:ext uri="{FF2B5EF4-FFF2-40B4-BE49-F238E27FC236}">
                <a16:creationId xmlns:a16="http://schemas.microsoft.com/office/drawing/2014/main" id="{5C67822E-FE17-8BC9-1950-CB5C9676A7C0}"/>
              </a:ext>
            </a:extLst>
          </p:cNvPr>
          <p:cNvSpPr/>
          <p:nvPr/>
        </p:nvSpPr>
        <p:spPr>
          <a:xfrm>
            <a:off x="8688389" y="3511109"/>
            <a:ext cx="850656" cy="1240767"/>
          </a:xfrm>
          <a:prstGeom prst="parallelogram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돌밭</a:t>
            </a:r>
          </a:p>
        </p:txBody>
      </p:sp>
      <p:sp>
        <p:nvSpPr>
          <p:cNvPr id="60" name="십자형 59">
            <a:extLst>
              <a:ext uri="{FF2B5EF4-FFF2-40B4-BE49-F238E27FC236}">
                <a16:creationId xmlns:a16="http://schemas.microsoft.com/office/drawing/2014/main" id="{1387E86B-1416-A7B6-632D-5BA3F0525394}"/>
              </a:ext>
            </a:extLst>
          </p:cNvPr>
          <p:cNvSpPr/>
          <p:nvPr/>
        </p:nvSpPr>
        <p:spPr>
          <a:xfrm>
            <a:off x="8038064" y="4194141"/>
            <a:ext cx="561073" cy="438586"/>
          </a:xfrm>
          <a:prstGeom prst="plus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ysClr val="windowText" lastClr="000000"/>
                </a:solidFill>
              </a:rPr>
              <a:t>중간기지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CCBC2BA4-A31C-C278-DDCC-8D32393769F5}"/>
              </a:ext>
            </a:extLst>
          </p:cNvPr>
          <p:cNvSpPr/>
          <p:nvPr/>
        </p:nvSpPr>
        <p:spPr>
          <a:xfrm>
            <a:off x="8496806" y="4328552"/>
            <a:ext cx="275195" cy="3124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83108864-F600-70F9-C41C-F844E3DFD9B7}"/>
              </a:ext>
            </a:extLst>
          </p:cNvPr>
          <p:cNvSpPr/>
          <p:nvPr/>
        </p:nvSpPr>
        <p:spPr>
          <a:xfrm>
            <a:off x="6911346" y="2644274"/>
            <a:ext cx="275195" cy="3124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더하기 기호 24">
            <a:extLst>
              <a:ext uri="{FF2B5EF4-FFF2-40B4-BE49-F238E27FC236}">
                <a16:creationId xmlns:a16="http://schemas.microsoft.com/office/drawing/2014/main" id="{F97B80FF-D941-CA8D-ED5B-CFD68E9BBC80}"/>
              </a:ext>
            </a:extLst>
          </p:cNvPr>
          <p:cNvSpPr/>
          <p:nvPr/>
        </p:nvSpPr>
        <p:spPr>
          <a:xfrm>
            <a:off x="8872715" y="2982994"/>
            <a:ext cx="749043" cy="519738"/>
          </a:xfrm>
          <a:prstGeom prst="mathPlus">
            <a:avLst>
              <a:gd name="adj1" fmla="val 51312"/>
            </a:avLst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EEF84B2B-88BF-3D40-9667-3FC584D79A46}"/>
              </a:ext>
            </a:extLst>
          </p:cNvPr>
          <p:cNvSpPr/>
          <p:nvPr/>
        </p:nvSpPr>
        <p:spPr>
          <a:xfrm>
            <a:off x="6638831" y="1611313"/>
            <a:ext cx="1781197" cy="1217450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B793F52F-CA7A-526A-E5E4-DCB09414C5D4}"/>
              </a:ext>
            </a:extLst>
          </p:cNvPr>
          <p:cNvSpPr/>
          <p:nvPr/>
        </p:nvSpPr>
        <p:spPr>
          <a:xfrm>
            <a:off x="8259109" y="2492031"/>
            <a:ext cx="1352945" cy="1325064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3AD264C1-2695-E4A6-6FA1-9BEF265F6128}"/>
              </a:ext>
            </a:extLst>
          </p:cNvPr>
          <p:cNvSpPr/>
          <p:nvPr/>
        </p:nvSpPr>
        <p:spPr>
          <a:xfrm>
            <a:off x="8858143" y="3864232"/>
            <a:ext cx="1114088" cy="784284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FF63BC73-C907-48D2-317A-BAAE3DC19226}"/>
              </a:ext>
            </a:extLst>
          </p:cNvPr>
          <p:cNvSpPr/>
          <p:nvPr/>
        </p:nvSpPr>
        <p:spPr>
          <a:xfrm>
            <a:off x="7743389" y="3692143"/>
            <a:ext cx="1114088" cy="736847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588F2806-2932-CC57-D4A7-FD31DD723F66}"/>
              </a:ext>
            </a:extLst>
          </p:cNvPr>
          <p:cNvSpPr/>
          <p:nvPr/>
        </p:nvSpPr>
        <p:spPr>
          <a:xfrm>
            <a:off x="6657968" y="2806262"/>
            <a:ext cx="1081149" cy="1797073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CA5F1CBC-B3CA-BC87-3387-0822EAAA9AD9}"/>
              </a:ext>
            </a:extLst>
          </p:cNvPr>
          <p:cNvSpPr/>
          <p:nvPr/>
        </p:nvSpPr>
        <p:spPr>
          <a:xfrm>
            <a:off x="9554241" y="2260958"/>
            <a:ext cx="1011668" cy="1100807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6377FD88-082A-C53E-94CC-3F7210479384}"/>
              </a:ext>
            </a:extLst>
          </p:cNvPr>
          <p:cNvSpPr/>
          <p:nvPr/>
        </p:nvSpPr>
        <p:spPr>
          <a:xfrm>
            <a:off x="7900606" y="4639133"/>
            <a:ext cx="1854023" cy="1249627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740441A1-AE1C-C1C8-1384-0A0F5626F539}"/>
              </a:ext>
            </a:extLst>
          </p:cNvPr>
          <p:cNvSpPr/>
          <p:nvPr/>
        </p:nvSpPr>
        <p:spPr>
          <a:xfrm>
            <a:off x="7748923" y="2834613"/>
            <a:ext cx="503805" cy="857528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자유형: 도형 12">
            <a:extLst>
              <a:ext uri="{FF2B5EF4-FFF2-40B4-BE49-F238E27FC236}">
                <a16:creationId xmlns:a16="http://schemas.microsoft.com/office/drawing/2014/main" id="{777B9DF5-F019-BF55-18DA-515EB90CD6E0}"/>
              </a:ext>
            </a:extLst>
          </p:cNvPr>
          <p:cNvSpPr/>
          <p:nvPr/>
        </p:nvSpPr>
        <p:spPr>
          <a:xfrm>
            <a:off x="6636589" y="1604513"/>
            <a:ext cx="1782792" cy="1213449"/>
          </a:xfrm>
          <a:custGeom>
            <a:avLst/>
            <a:gdLst>
              <a:gd name="csX0" fmla="*/ 5751 w 1782792"/>
              <a:gd name="csY0" fmla="*/ 5751 h 1213449"/>
              <a:gd name="csX1" fmla="*/ 0 w 1782792"/>
              <a:gd name="csY1" fmla="*/ 1213449 h 1213449"/>
              <a:gd name="csX2" fmla="*/ 1616015 w 1782792"/>
              <a:gd name="csY2" fmla="*/ 1201947 h 1213449"/>
              <a:gd name="csX3" fmla="*/ 1782792 w 1782792"/>
              <a:gd name="csY3" fmla="*/ 856891 h 1213449"/>
              <a:gd name="csX4" fmla="*/ 1765539 w 1782792"/>
              <a:gd name="csY4" fmla="*/ 0 h 1213449"/>
              <a:gd name="csX5" fmla="*/ 5751 w 1782792"/>
              <a:gd name="csY5" fmla="*/ 5751 h 12134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782792" h="1213449">
                <a:moveTo>
                  <a:pt x="5751" y="5751"/>
                </a:moveTo>
                <a:lnTo>
                  <a:pt x="0" y="1213449"/>
                </a:lnTo>
                <a:lnTo>
                  <a:pt x="1616015" y="1201947"/>
                </a:lnTo>
                <a:lnTo>
                  <a:pt x="1782792" y="856891"/>
                </a:lnTo>
                <a:lnTo>
                  <a:pt x="1765539" y="0"/>
                </a:lnTo>
                <a:lnTo>
                  <a:pt x="5751" y="5751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모래</a:t>
            </a:r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134A2E45-F4E0-8864-C2FD-16D517E21346}"/>
              </a:ext>
            </a:extLst>
          </p:cNvPr>
          <p:cNvSpPr/>
          <p:nvPr/>
        </p:nvSpPr>
        <p:spPr>
          <a:xfrm>
            <a:off x="6630838" y="2806460"/>
            <a:ext cx="1092679" cy="1851804"/>
          </a:xfrm>
          <a:custGeom>
            <a:avLst/>
            <a:gdLst>
              <a:gd name="csX0" fmla="*/ 0 w 1092679"/>
              <a:gd name="csY0" fmla="*/ 17253 h 1851804"/>
              <a:gd name="csX1" fmla="*/ 11502 w 1092679"/>
              <a:gd name="csY1" fmla="*/ 1851804 h 1851804"/>
              <a:gd name="csX2" fmla="*/ 1058173 w 1092679"/>
              <a:gd name="csY2" fmla="*/ 1759789 h 1851804"/>
              <a:gd name="csX3" fmla="*/ 1092679 w 1092679"/>
              <a:gd name="csY3" fmla="*/ 1547004 h 1851804"/>
              <a:gd name="csX4" fmla="*/ 1017917 w 1092679"/>
              <a:gd name="csY4" fmla="*/ 0 h 1851804"/>
              <a:gd name="csX5" fmla="*/ 0 w 1092679"/>
              <a:gd name="csY5" fmla="*/ 17253 h 18518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092679" h="1851804">
                <a:moveTo>
                  <a:pt x="0" y="17253"/>
                </a:moveTo>
                <a:lnTo>
                  <a:pt x="11502" y="1851804"/>
                </a:lnTo>
                <a:lnTo>
                  <a:pt x="1058173" y="1759789"/>
                </a:lnTo>
                <a:lnTo>
                  <a:pt x="1092679" y="1547004"/>
                </a:lnTo>
                <a:lnTo>
                  <a:pt x="1017917" y="0"/>
                </a:lnTo>
                <a:lnTo>
                  <a:pt x="0" y="17253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숲</a:t>
            </a:r>
          </a:p>
        </p:txBody>
      </p:sp>
      <p:sp>
        <p:nvSpPr>
          <p:cNvPr id="19" name="자유형: 도형 18">
            <a:extLst>
              <a:ext uri="{FF2B5EF4-FFF2-40B4-BE49-F238E27FC236}">
                <a16:creationId xmlns:a16="http://schemas.microsoft.com/office/drawing/2014/main" id="{B4E0CFAA-6EF3-DC04-E2CB-08EAE6EB061B}"/>
              </a:ext>
            </a:extLst>
          </p:cNvPr>
          <p:cNvSpPr/>
          <p:nvPr/>
        </p:nvSpPr>
        <p:spPr>
          <a:xfrm>
            <a:off x="7660257" y="2794958"/>
            <a:ext cx="1224951" cy="1616016"/>
          </a:xfrm>
          <a:custGeom>
            <a:avLst/>
            <a:gdLst>
              <a:gd name="csX0" fmla="*/ 0 w 1224951"/>
              <a:gd name="csY0" fmla="*/ 5751 h 1616016"/>
              <a:gd name="csX1" fmla="*/ 638354 w 1224951"/>
              <a:gd name="csY1" fmla="*/ 0 h 1616016"/>
              <a:gd name="csX2" fmla="*/ 644105 w 1224951"/>
              <a:gd name="csY2" fmla="*/ 925902 h 1616016"/>
              <a:gd name="csX3" fmla="*/ 1224951 w 1224951"/>
              <a:gd name="csY3" fmla="*/ 1265208 h 1616016"/>
              <a:gd name="csX4" fmla="*/ 1201947 w 1224951"/>
              <a:gd name="csY4" fmla="*/ 1598763 h 1616016"/>
              <a:gd name="csX5" fmla="*/ 51758 w 1224951"/>
              <a:gd name="csY5" fmla="*/ 1616016 h 1616016"/>
              <a:gd name="csX6" fmla="*/ 0 w 1224951"/>
              <a:gd name="csY6" fmla="*/ 5751 h 16160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224951" h="1616016">
                <a:moveTo>
                  <a:pt x="0" y="5751"/>
                </a:moveTo>
                <a:lnTo>
                  <a:pt x="638354" y="0"/>
                </a:lnTo>
                <a:lnTo>
                  <a:pt x="644105" y="925902"/>
                </a:lnTo>
                <a:lnTo>
                  <a:pt x="1224951" y="1265208"/>
                </a:lnTo>
                <a:lnTo>
                  <a:pt x="1201947" y="1598763"/>
                </a:lnTo>
                <a:lnTo>
                  <a:pt x="51758" y="1616016"/>
                </a:lnTo>
                <a:lnTo>
                  <a:pt x="0" y="5751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언덕</a:t>
            </a:r>
          </a:p>
        </p:txBody>
      </p:sp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D2043032-BEE2-64BA-13F3-94673647E55C}"/>
              </a:ext>
            </a:extLst>
          </p:cNvPr>
          <p:cNvSpPr/>
          <p:nvPr/>
        </p:nvSpPr>
        <p:spPr>
          <a:xfrm>
            <a:off x="8281358" y="2490158"/>
            <a:ext cx="1242204" cy="1535502"/>
          </a:xfrm>
          <a:custGeom>
            <a:avLst/>
            <a:gdLst>
              <a:gd name="csX0" fmla="*/ 97767 w 1242204"/>
              <a:gd name="csY0" fmla="*/ 46008 h 1535502"/>
              <a:gd name="csX1" fmla="*/ 0 w 1242204"/>
              <a:gd name="csY1" fmla="*/ 299050 h 1535502"/>
              <a:gd name="csX2" fmla="*/ 23004 w 1242204"/>
              <a:gd name="csY2" fmla="*/ 1213450 h 1535502"/>
              <a:gd name="csX3" fmla="*/ 575095 w 1242204"/>
              <a:gd name="csY3" fmla="*/ 1535502 h 1535502"/>
              <a:gd name="csX4" fmla="*/ 626853 w 1242204"/>
              <a:gd name="csY4" fmla="*/ 1345721 h 1535502"/>
              <a:gd name="csX5" fmla="*/ 1242204 w 1242204"/>
              <a:gd name="csY5" fmla="*/ 1357223 h 1535502"/>
              <a:gd name="csX6" fmla="*/ 1230702 w 1242204"/>
              <a:gd name="csY6" fmla="*/ 0 h 1535502"/>
              <a:gd name="csX7" fmla="*/ 97767 w 1242204"/>
              <a:gd name="csY7" fmla="*/ 46008 h 15355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42204" h="1535502">
                <a:moveTo>
                  <a:pt x="97767" y="46008"/>
                </a:moveTo>
                <a:lnTo>
                  <a:pt x="0" y="299050"/>
                </a:lnTo>
                <a:lnTo>
                  <a:pt x="23004" y="1213450"/>
                </a:lnTo>
                <a:lnTo>
                  <a:pt x="575095" y="1535502"/>
                </a:lnTo>
                <a:lnTo>
                  <a:pt x="626853" y="1345721"/>
                </a:lnTo>
                <a:lnTo>
                  <a:pt x="1242204" y="1357223"/>
                </a:lnTo>
                <a:lnTo>
                  <a:pt x="1230702" y="0"/>
                </a:lnTo>
                <a:lnTo>
                  <a:pt x="97767" y="46008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숲</a:t>
            </a:r>
          </a:p>
        </p:txBody>
      </p:sp>
      <p:sp>
        <p:nvSpPr>
          <p:cNvPr id="22" name="자유형: 도형 21">
            <a:extLst>
              <a:ext uri="{FF2B5EF4-FFF2-40B4-BE49-F238E27FC236}">
                <a16:creationId xmlns:a16="http://schemas.microsoft.com/office/drawing/2014/main" id="{4053E90F-CF65-A37B-3EF1-86E875D88098}"/>
              </a:ext>
            </a:extLst>
          </p:cNvPr>
          <p:cNvSpPr/>
          <p:nvPr/>
        </p:nvSpPr>
        <p:spPr>
          <a:xfrm>
            <a:off x="8821947" y="3720860"/>
            <a:ext cx="1109932" cy="914400"/>
          </a:xfrm>
          <a:custGeom>
            <a:avLst/>
            <a:gdLst>
              <a:gd name="csX0" fmla="*/ 103517 w 1109932"/>
              <a:gd name="csY0" fmla="*/ 103517 h 914400"/>
              <a:gd name="csX1" fmla="*/ 0 w 1109932"/>
              <a:gd name="csY1" fmla="*/ 879895 h 914400"/>
              <a:gd name="csX2" fmla="*/ 897147 w 1109932"/>
              <a:gd name="csY2" fmla="*/ 914400 h 914400"/>
              <a:gd name="csX3" fmla="*/ 994913 w 1109932"/>
              <a:gd name="csY3" fmla="*/ 333555 h 914400"/>
              <a:gd name="csX4" fmla="*/ 1109932 w 1109932"/>
              <a:gd name="csY4" fmla="*/ 0 h 914400"/>
              <a:gd name="csX5" fmla="*/ 724619 w 1109932"/>
              <a:gd name="csY5" fmla="*/ 0 h 914400"/>
              <a:gd name="csX6" fmla="*/ 701615 w 1109932"/>
              <a:gd name="csY6" fmla="*/ 138023 h 914400"/>
              <a:gd name="csX7" fmla="*/ 103517 w 1109932"/>
              <a:gd name="csY7" fmla="*/ 103517 h 914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109932" h="914400">
                <a:moveTo>
                  <a:pt x="103517" y="103517"/>
                </a:moveTo>
                <a:lnTo>
                  <a:pt x="0" y="879895"/>
                </a:lnTo>
                <a:lnTo>
                  <a:pt x="897147" y="914400"/>
                </a:lnTo>
                <a:lnTo>
                  <a:pt x="994913" y="333555"/>
                </a:lnTo>
                <a:lnTo>
                  <a:pt x="1109932" y="0"/>
                </a:lnTo>
                <a:lnTo>
                  <a:pt x="724619" y="0"/>
                </a:lnTo>
                <a:lnTo>
                  <a:pt x="701615" y="138023"/>
                </a:lnTo>
                <a:lnTo>
                  <a:pt x="103517" y="103517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늪</a:t>
            </a:r>
          </a:p>
        </p:txBody>
      </p:sp>
      <p:sp>
        <p:nvSpPr>
          <p:cNvPr id="23" name="자유형: 도형 22">
            <a:extLst>
              <a:ext uri="{FF2B5EF4-FFF2-40B4-BE49-F238E27FC236}">
                <a16:creationId xmlns:a16="http://schemas.microsoft.com/office/drawing/2014/main" id="{6A675FD3-4877-9D46-7039-11164FE82A3F}"/>
              </a:ext>
            </a:extLst>
          </p:cNvPr>
          <p:cNvSpPr/>
          <p:nvPr/>
        </p:nvSpPr>
        <p:spPr>
          <a:xfrm>
            <a:off x="9512060" y="2237117"/>
            <a:ext cx="1230702" cy="1420483"/>
          </a:xfrm>
          <a:custGeom>
            <a:avLst/>
            <a:gdLst>
              <a:gd name="csX0" fmla="*/ 0 w 1230702"/>
              <a:gd name="csY0" fmla="*/ 241540 h 1420483"/>
              <a:gd name="csX1" fmla="*/ 17253 w 1230702"/>
              <a:gd name="csY1" fmla="*/ 1420483 h 1420483"/>
              <a:gd name="csX2" fmla="*/ 540589 w 1230702"/>
              <a:gd name="csY2" fmla="*/ 1420483 h 1420483"/>
              <a:gd name="csX3" fmla="*/ 684363 w 1230702"/>
              <a:gd name="csY3" fmla="*/ 1127185 h 1420483"/>
              <a:gd name="csX4" fmla="*/ 1127185 w 1230702"/>
              <a:gd name="csY4" fmla="*/ 655608 h 1420483"/>
              <a:gd name="csX5" fmla="*/ 1230702 w 1230702"/>
              <a:gd name="csY5" fmla="*/ 0 h 1420483"/>
              <a:gd name="csX6" fmla="*/ 40257 w 1230702"/>
              <a:gd name="csY6" fmla="*/ 103517 h 1420483"/>
              <a:gd name="csX7" fmla="*/ 0 w 1230702"/>
              <a:gd name="csY7" fmla="*/ 241540 h 14204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30702" h="1420483">
                <a:moveTo>
                  <a:pt x="0" y="241540"/>
                </a:moveTo>
                <a:lnTo>
                  <a:pt x="17253" y="1420483"/>
                </a:lnTo>
                <a:lnTo>
                  <a:pt x="540589" y="1420483"/>
                </a:lnTo>
                <a:lnTo>
                  <a:pt x="684363" y="1127185"/>
                </a:lnTo>
                <a:lnTo>
                  <a:pt x="1127185" y="655608"/>
                </a:lnTo>
                <a:lnTo>
                  <a:pt x="1230702" y="0"/>
                </a:lnTo>
                <a:lnTo>
                  <a:pt x="40257" y="103517"/>
                </a:lnTo>
                <a:lnTo>
                  <a:pt x="0" y="241540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돌밭</a:t>
            </a:r>
          </a:p>
        </p:txBody>
      </p:sp>
      <p:sp>
        <p:nvSpPr>
          <p:cNvPr id="24" name="자유형: 도형 23">
            <a:extLst>
              <a:ext uri="{FF2B5EF4-FFF2-40B4-BE49-F238E27FC236}">
                <a16:creationId xmlns:a16="http://schemas.microsoft.com/office/drawing/2014/main" id="{EAB07B4D-4149-013D-F941-9836A3CA46F2}"/>
              </a:ext>
            </a:extLst>
          </p:cNvPr>
          <p:cNvSpPr/>
          <p:nvPr/>
        </p:nvSpPr>
        <p:spPr>
          <a:xfrm>
            <a:off x="7901796" y="4612257"/>
            <a:ext cx="1857555" cy="1311215"/>
          </a:xfrm>
          <a:custGeom>
            <a:avLst/>
            <a:gdLst>
              <a:gd name="csX0" fmla="*/ 1759789 w 1857555"/>
              <a:gd name="csY0" fmla="*/ 63260 h 1311215"/>
              <a:gd name="csX1" fmla="*/ 1639019 w 1857555"/>
              <a:gd name="csY1" fmla="*/ 856890 h 1311215"/>
              <a:gd name="csX2" fmla="*/ 1857555 w 1857555"/>
              <a:gd name="csY2" fmla="*/ 1270958 h 1311215"/>
              <a:gd name="csX3" fmla="*/ 189781 w 1857555"/>
              <a:gd name="csY3" fmla="*/ 1311215 h 1311215"/>
              <a:gd name="csX4" fmla="*/ 0 w 1857555"/>
              <a:gd name="csY4" fmla="*/ 523335 h 1311215"/>
              <a:gd name="csX5" fmla="*/ 230038 w 1857555"/>
              <a:gd name="csY5" fmla="*/ 0 h 1311215"/>
              <a:gd name="csX6" fmla="*/ 1138687 w 1857555"/>
              <a:gd name="csY6" fmla="*/ 86264 h 1311215"/>
              <a:gd name="csX7" fmla="*/ 1547004 w 1857555"/>
              <a:gd name="csY7" fmla="*/ 5751 h 1311215"/>
              <a:gd name="csX8" fmla="*/ 1759789 w 1857555"/>
              <a:gd name="csY8" fmla="*/ 63260 h 13112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857555" h="1311215">
                <a:moveTo>
                  <a:pt x="1759789" y="63260"/>
                </a:moveTo>
                <a:lnTo>
                  <a:pt x="1639019" y="856890"/>
                </a:lnTo>
                <a:lnTo>
                  <a:pt x="1857555" y="1270958"/>
                </a:lnTo>
                <a:lnTo>
                  <a:pt x="189781" y="1311215"/>
                </a:lnTo>
                <a:lnTo>
                  <a:pt x="0" y="523335"/>
                </a:lnTo>
                <a:lnTo>
                  <a:pt x="230038" y="0"/>
                </a:lnTo>
                <a:lnTo>
                  <a:pt x="1138687" y="86264"/>
                </a:lnTo>
                <a:lnTo>
                  <a:pt x="1547004" y="5751"/>
                </a:lnTo>
                <a:lnTo>
                  <a:pt x="1759789" y="63260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산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111C6175-B5B2-2662-1B86-BC19D9DF47A1}"/>
              </a:ext>
            </a:extLst>
          </p:cNvPr>
          <p:cNvSpPr/>
          <p:nvPr/>
        </p:nvSpPr>
        <p:spPr>
          <a:xfrm>
            <a:off x="9378320" y="1764030"/>
            <a:ext cx="275195" cy="3124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168ED8EB-E029-F7BE-EEEA-B09CB7D3D0F9}"/>
              </a:ext>
            </a:extLst>
          </p:cNvPr>
          <p:cNvSpPr/>
          <p:nvPr/>
        </p:nvSpPr>
        <p:spPr>
          <a:xfrm>
            <a:off x="8496806" y="4328552"/>
            <a:ext cx="275195" cy="3124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0BBBA1F5-04C5-F7B1-0229-BE946AE8A55A}"/>
              </a:ext>
            </a:extLst>
          </p:cNvPr>
          <p:cNvSpPr/>
          <p:nvPr/>
        </p:nvSpPr>
        <p:spPr>
          <a:xfrm>
            <a:off x="6911346" y="2644274"/>
            <a:ext cx="275195" cy="3124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51C0E5E3-5B04-AF82-69FE-E1F22A23D8B5}"/>
              </a:ext>
            </a:extLst>
          </p:cNvPr>
          <p:cNvSpPr/>
          <p:nvPr/>
        </p:nvSpPr>
        <p:spPr>
          <a:xfrm>
            <a:off x="10471912" y="4131492"/>
            <a:ext cx="275195" cy="3124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27861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329CD-F612-C613-1C87-3C35E0D30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7C599C-3B66-FF78-EBA2-08D45B271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최종 기지 위치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F06E03A-1255-DD57-68DD-7405BEA26D3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DEA6B36-245A-2938-AC7E-B2D617BE7CA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BD8CF08-ED51-8215-AEBB-5EA3E75A8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10/17/2026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7D29AE9-7873-5B72-EF1B-A4A3247CB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27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1FE01CBB-BB18-45BB-8665-52ED6D446E6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F9C8352C-F792-F7C5-C00C-D950FF91DB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832" y="1611313"/>
            <a:ext cx="4320000" cy="4320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</p:pic>
      <p:sp>
        <p:nvSpPr>
          <p:cNvPr id="30" name="사각형: 잘린 대각선 방향 모서리 29">
            <a:extLst>
              <a:ext uri="{FF2B5EF4-FFF2-40B4-BE49-F238E27FC236}">
                <a16:creationId xmlns:a16="http://schemas.microsoft.com/office/drawing/2014/main" id="{67491824-83B1-6E5F-C6D8-463D4A636DBC}"/>
              </a:ext>
            </a:extLst>
          </p:cNvPr>
          <p:cNvSpPr/>
          <p:nvPr/>
        </p:nvSpPr>
        <p:spPr>
          <a:xfrm>
            <a:off x="6638831" y="1611314"/>
            <a:ext cx="1781197" cy="1194948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모래언덕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6736124C-4AA4-1E4E-1101-28898D433933}"/>
              </a:ext>
            </a:extLst>
          </p:cNvPr>
          <p:cNvSpPr/>
          <p:nvPr/>
        </p:nvSpPr>
        <p:spPr>
          <a:xfrm>
            <a:off x="8296203" y="2500276"/>
            <a:ext cx="1524390" cy="1010835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숲</a:t>
            </a:r>
            <a:r>
              <a:rPr lang="en-US" altLang="ko-KR" dirty="0">
                <a:solidFill>
                  <a:sysClr val="windowText" lastClr="000000"/>
                </a:solidFill>
              </a:rPr>
              <a:t>2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BC928FEA-BFAE-B1BF-E5DB-654EEB66B0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4173" y="4561645"/>
            <a:ext cx="2434865" cy="136373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</p:pic>
      <p:sp>
        <p:nvSpPr>
          <p:cNvPr id="36" name="자유형: 도형 35">
            <a:extLst>
              <a:ext uri="{FF2B5EF4-FFF2-40B4-BE49-F238E27FC236}">
                <a16:creationId xmlns:a16="http://schemas.microsoft.com/office/drawing/2014/main" id="{4C9C35FB-575F-5F56-7F24-8FCCB0DB2290}"/>
              </a:ext>
            </a:extLst>
          </p:cNvPr>
          <p:cNvSpPr/>
          <p:nvPr/>
        </p:nvSpPr>
        <p:spPr>
          <a:xfrm>
            <a:off x="9764454" y="1615636"/>
            <a:ext cx="1164454" cy="4320000"/>
          </a:xfrm>
          <a:custGeom>
            <a:avLst/>
            <a:gdLst>
              <a:gd name="csX0" fmla="*/ 1160649 w 1164454"/>
              <a:gd name="csY0" fmla="*/ 0 h 4424944"/>
              <a:gd name="csX1" fmla="*/ 1046349 w 1164454"/>
              <a:gd name="csY1" fmla="*/ 1457325 h 4424944"/>
              <a:gd name="csX2" fmla="*/ 379599 w 1164454"/>
              <a:gd name="csY2" fmla="*/ 2519363 h 4424944"/>
              <a:gd name="csX3" fmla="*/ 31936 w 1164454"/>
              <a:gd name="csY3" fmla="*/ 4257675 h 4424944"/>
              <a:gd name="csX4" fmla="*/ 36699 w 1164454"/>
              <a:gd name="csY4" fmla="*/ 4257675 h 44249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64454" h="4424944">
                <a:moveTo>
                  <a:pt x="1160649" y="0"/>
                </a:moveTo>
                <a:cubicBezTo>
                  <a:pt x="1168586" y="518715"/>
                  <a:pt x="1176524" y="1037431"/>
                  <a:pt x="1046349" y="1457325"/>
                </a:cubicBezTo>
                <a:cubicBezTo>
                  <a:pt x="916174" y="1877219"/>
                  <a:pt x="548668" y="2052638"/>
                  <a:pt x="379599" y="2519363"/>
                </a:cubicBezTo>
                <a:cubicBezTo>
                  <a:pt x="210530" y="2986088"/>
                  <a:pt x="89086" y="3967956"/>
                  <a:pt x="31936" y="4257675"/>
                </a:cubicBezTo>
                <a:cubicBezTo>
                  <a:pt x="-25214" y="4547394"/>
                  <a:pt x="5742" y="4402534"/>
                  <a:pt x="36699" y="4257675"/>
                </a:cubicBezTo>
              </a:path>
            </a:pathLst>
          </a:custGeom>
          <a:solidFill>
            <a:schemeClr val="bg2">
              <a:lumMod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70C0"/>
              </a:solidFill>
            </a:endParaRPr>
          </a:p>
        </p:txBody>
      </p:sp>
      <p:sp>
        <p:nvSpPr>
          <p:cNvPr id="38" name="자유형: 도형 37">
            <a:extLst>
              <a:ext uri="{FF2B5EF4-FFF2-40B4-BE49-F238E27FC236}">
                <a16:creationId xmlns:a16="http://schemas.microsoft.com/office/drawing/2014/main" id="{9CF96A5B-8947-89AA-132E-1E73C0F00AF2}"/>
              </a:ext>
            </a:extLst>
          </p:cNvPr>
          <p:cNvSpPr/>
          <p:nvPr/>
        </p:nvSpPr>
        <p:spPr>
          <a:xfrm>
            <a:off x="9529690" y="1615637"/>
            <a:ext cx="1217417" cy="3790950"/>
          </a:xfrm>
          <a:custGeom>
            <a:avLst/>
            <a:gdLst>
              <a:gd name="csX0" fmla="*/ 1160649 w 1164454"/>
              <a:gd name="csY0" fmla="*/ 0 h 4424944"/>
              <a:gd name="csX1" fmla="*/ 1046349 w 1164454"/>
              <a:gd name="csY1" fmla="*/ 1457325 h 4424944"/>
              <a:gd name="csX2" fmla="*/ 379599 w 1164454"/>
              <a:gd name="csY2" fmla="*/ 2519363 h 4424944"/>
              <a:gd name="csX3" fmla="*/ 31936 w 1164454"/>
              <a:gd name="csY3" fmla="*/ 4257675 h 4424944"/>
              <a:gd name="csX4" fmla="*/ 36699 w 1164454"/>
              <a:gd name="csY4" fmla="*/ 4257675 h 44249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64454" h="4424944">
                <a:moveTo>
                  <a:pt x="1160649" y="0"/>
                </a:moveTo>
                <a:cubicBezTo>
                  <a:pt x="1168586" y="518715"/>
                  <a:pt x="1176524" y="1037431"/>
                  <a:pt x="1046349" y="1457325"/>
                </a:cubicBezTo>
                <a:cubicBezTo>
                  <a:pt x="916174" y="1877219"/>
                  <a:pt x="548668" y="2052638"/>
                  <a:pt x="379599" y="2519363"/>
                </a:cubicBezTo>
                <a:cubicBezTo>
                  <a:pt x="210530" y="2986088"/>
                  <a:pt x="89086" y="3967956"/>
                  <a:pt x="31936" y="4257675"/>
                </a:cubicBezTo>
                <a:cubicBezTo>
                  <a:pt x="-25214" y="4547394"/>
                  <a:pt x="5742" y="4402534"/>
                  <a:pt x="36699" y="4257675"/>
                </a:cubicBezTo>
              </a:path>
            </a:pathLst>
          </a:custGeom>
          <a:solidFill>
            <a:schemeClr val="bg2">
              <a:lumMod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70C0"/>
              </a:solidFill>
            </a:endParaRPr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6C31197A-E727-1D2D-5BCA-1A3BA277885B}"/>
              </a:ext>
            </a:extLst>
          </p:cNvPr>
          <p:cNvSpPr/>
          <p:nvPr/>
        </p:nvSpPr>
        <p:spPr>
          <a:xfrm>
            <a:off x="9441049" y="2406212"/>
            <a:ext cx="1192728" cy="800100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늪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50105B42-8262-ECCE-EDBF-C546AD76FD53}"/>
              </a:ext>
            </a:extLst>
          </p:cNvPr>
          <p:cNvSpPr/>
          <p:nvPr/>
        </p:nvSpPr>
        <p:spPr>
          <a:xfrm>
            <a:off x="6644284" y="3542827"/>
            <a:ext cx="1361405" cy="1082709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숲</a:t>
            </a:r>
            <a:r>
              <a:rPr lang="en-US" altLang="ko-KR" dirty="0">
                <a:solidFill>
                  <a:sysClr val="windowText" lastClr="000000"/>
                </a:solidFill>
              </a:rPr>
              <a:t>1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07C2439-B38B-ECF6-80BA-5A7870F47C56}"/>
              </a:ext>
            </a:extLst>
          </p:cNvPr>
          <p:cNvSpPr txBox="1"/>
          <p:nvPr/>
        </p:nvSpPr>
        <p:spPr>
          <a:xfrm>
            <a:off x="9744911" y="3423801"/>
            <a:ext cx="1025912" cy="30777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>
                <a:solidFill>
                  <a:srgbClr val="0070C0"/>
                </a:solidFill>
              </a:rPr>
              <a:t>강</a:t>
            </a:r>
            <a:endParaRPr lang="ko-KR" altLang="en-US" sz="1400" b="1" dirty="0">
              <a:solidFill>
                <a:srgbClr val="0070C0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ED2B344-74AC-503A-FE50-7383DB3828F8}"/>
              </a:ext>
            </a:extLst>
          </p:cNvPr>
          <p:cNvSpPr txBox="1"/>
          <p:nvPr/>
        </p:nvSpPr>
        <p:spPr>
          <a:xfrm>
            <a:off x="8244772" y="5024168"/>
            <a:ext cx="1025912" cy="33855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>
                <a:solidFill>
                  <a:sysClr val="windowText" lastClr="000000"/>
                </a:solidFill>
              </a:rPr>
              <a:t>산</a:t>
            </a:r>
            <a:endParaRPr lang="ko-KR" altLang="en-US" sz="1600" b="1" dirty="0">
              <a:solidFill>
                <a:sysClr val="windowText" lastClr="000000"/>
              </a:solidFill>
            </a:endParaRPr>
          </a:p>
        </p:txBody>
      </p:sp>
      <p:sp>
        <p:nvSpPr>
          <p:cNvPr id="48" name="이등변 삼각형 47">
            <a:extLst>
              <a:ext uri="{FF2B5EF4-FFF2-40B4-BE49-F238E27FC236}">
                <a16:creationId xmlns:a16="http://schemas.microsoft.com/office/drawing/2014/main" id="{A3740D1C-1A75-EAED-E4E2-16639117084C}"/>
              </a:ext>
            </a:extLst>
          </p:cNvPr>
          <p:cNvSpPr/>
          <p:nvPr/>
        </p:nvSpPr>
        <p:spPr>
          <a:xfrm>
            <a:off x="9384434" y="1761774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50" name="이등변 삼각형 49">
            <a:extLst>
              <a:ext uri="{FF2B5EF4-FFF2-40B4-BE49-F238E27FC236}">
                <a16:creationId xmlns:a16="http://schemas.microsoft.com/office/drawing/2014/main" id="{65AF5960-F998-624D-FCAB-D216976D45DF}"/>
              </a:ext>
            </a:extLst>
          </p:cNvPr>
          <p:cNvSpPr/>
          <p:nvPr/>
        </p:nvSpPr>
        <p:spPr>
          <a:xfrm>
            <a:off x="7764988" y="5202960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52" name="이등변 삼각형 51">
            <a:extLst>
              <a:ext uri="{FF2B5EF4-FFF2-40B4-BE49-F238E27FC236}">
                <a16:creationId xmlns:a16="http://schemas.microsoft.com/office/drawing/2014/main" id="{148EE703-312F-98E2-A409-366DACB88D37}"/>
              </a:ext>
            </a:extLst>
          </p:cNvPr>
          <p:cNvSpPr/>
          <p:nvPr/>
        </p:nvSpPr>
        <p:spPr>
          <a:xfrm>
            <a:off x="9890665" y="5552549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54" name="이등변 삼각형 53">
            <a:extLst>
              <a:ext uri="{FF2B5EF4-FFF2-40B4-BE49-F238E27FC236}">
                <a16:creationId xmlns:a16="http://schemas.microsoft.com/office/drawing/2014/main" id="{299FBCAE-A73A-89E3-32C4-F69A0F77921B}"/>
              </a:ext>
            </a:extLst>
          </p:cNvPr>
          <p:cNvSpPr/>
          <p:nvPr/>
        </p:nvSpPr>
        <p:spPr>
          <a:xfrm>
            <a:off x="7034474" y="3529230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56" name="이등변 삼각형 55">
            <a:extLst>
              <a:ext uri="{FF2B5EF4-FFF2-40B4-BE49-F238E27FC236}">
                <a16:creationId xmlns:a16="http://schemas.microsoft.com/office/drawing/2014/main" id="{2EAEB91C-CC15-7BA6-C6B6-DD5ADE3BC8B8}"/>
              </a:ext>
            </a:extLst>
          </p:cNvPr>
          <p:cNvSpPr/>
          <p:nvPr/>
        </p:nvSpPr>
        <p:spPr>
          <a:xfrm>
            <a:off x="9499766" y="3928427"/>
            <a:ext cx="290512" cy="1905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58" name="평행 사변형 57">
            <a:extLst>
              <a:ext uri="{FF2B5EF4-FFF2-40B4-BE49-F238E27FC236}">
                <a16:creationId xmlns:a16="http://schemas.microsoft.com/office/drawing/2014/main" id="{F8758294-3364-1424-E9F0-9D2F11108230}"/>
              </a:ext>
            </a:extLst>
          </p:cNvPr>
          <p:cNvSpPr/>
          <p:nvPr/>
        </p:nvSpPr>
        <p:spPr>
          <a:xfrm>
            <a:off x="8688389" y="3511109"/>
            <a:ext cx="850656" cy="1240767"/>
          </a:xfrm>
          <a:prstGeom prst="parallelogram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돌밭</a:t>
            </a:r>
          </a:p>
        </p:txBody>
      </p:sp>
      <p:sp>
        <p:nvSpPr>
          <p:cNvPr id="60" name="십자형 59">
            <a:extLst>
              <a:ext uri="{FF2B5EF4-FFF2-40B4-BE49-F238E27FC236}">
                <a16:creationId xmlns:a16="http://schemas.microsoft.com/office/drawing/2014/main" id="{60768555-9195-613E-2BD7-72ECFE7F5F1A}"/>
              </a:ext>
            </a:extLst>
          </p:cNvPr>
          <p:cNvSpPr/>
          <p:nvPr/>
        </p:nvSpPr>
        <p:spPr>
          <a:xfrm>
            <a:off x="8038064" y="4194141"/>
            <a:ext cx="561073" cy="438586"/>
          </a:xfrm>
          <a:prstGeom prst="plus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ysClr val="windowText" lastClr="000000"/>
                </a:solidFill>
              </a:rPr>
              <a:t>중간기지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620EBC74-3BE1-2F4C-2EA7-64F4AFE928F0}"/>
              </a:ext>
            </a:extLst>
          </p:cNvPr>
          <p:cNvSpPr/>
          <p:nvPr/>
        </p:nvSpPr>
        <p:spPr>
          <a:xfrm>
            <a:off x="8496806" y="4328552"/>
            <a:ext cx="275195" cy="3124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CFF440A9-BA8A-409D-4D59-549E015F61B1}"/>
              </a:ext>
            </a:extLst>
          </p:cNvPr>
          <p:cNvSpPr/>
          <p:nvPr/>
        </p:nvSpPr>
        <p:spPr>
          <a:xfrm>
            <a:off x="6911346" y="2644274"/>
            <a:ext cx="275195" cy="3124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더하기 기호 24">
            <a:extLst>
              <a:ext uri="{FF2B5EF4-FFF2-40B4-BE49-F238E27FC236}">
                <a16:creationId xmlns:a16="http://schemas.microsoft.com/office/drawing/2014/main" id="{95A2AAD2-6732-1BCE-5908-CB94C3886A5F}"/>
              </a:ext>
            </a:extLst>
          </p:cNvPr>
          <p:cNvSpPr/>
          <p:nvPr/>
        </p:nvSpPr>
        <p:spPr>
          <a:xfrm>
            <a:off x="8872715" y="2982994"/>
            <a:ext cx="749043" cy="519738"/>
          </a:xfrm>
          <a:prstGeom prst="mathPlus">
            <a:avLst>
              <a:gd name="adj1" fmla="val 51312"/>
            </a:avLst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B4040663-FDD0-6648-A79F-F6B28027C685}"/>
              </a:ext>
            </a:extLst>
          </p:cNvPr>
          <p:cNvSpPr/>
          <p:nvPr/>
        </p:nvSpPr>
        <p:spPr>
          <a:xfrm>
            <a:off x="6638831" y="1611313"/>
            <a:ext cx="1781197" cy="1217450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EDAB841D-D85A-DA84-2BD2-315037EC7971}"/>
              </a:ext>
            </a:extLst>
          </p:cNvPr>
          <p:cNvSpPr/>
          <p:nvPr/>
        </p:nvSpPr>
        <p:spPr>
          <a:xfrm>
            <a:off x="8259109" y="2492031"/>
            <a:ext cx="1352945" cy="1325064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8C81C837-49AA-0ABE-BFC8-3E700E8890EE}"/>
              </a:ext>
            </a:extLst>
          </p:cNvPr>
          <p:cNvSpPr/>
          <p:nvPr/>
        </p:nvSpPr>
        <p:spPr>
          <a:xfrm>
            <a:off x="8858143" y="3864232"/>
            <a:ext cx="1114088" cy="784284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E7D6DB4E-5DD3-018C-3706-D2D2887CAF26}"/>
              </a:ext>
            </a:extLst>
          </p:cNvPr>
          <p:cNvSpPr/>
          <p:nvPr/>
        </p:nvSpPr>
        <p:spPr>
          <a:xfrm>
            <a:off x="7743389" y="3692143"/>
            <a:ext cx="1114088" cy="736847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A5676ED4-64C2-78BF-B0C0-39796C075707}"/>
              </a:ext>
            </a:extLst>
          </p:cNvPr>
          <p:cNvSpPr/>
          <p:nvPr/>
        </p:nvSpPr>
        <p:spPr>
          <a:xfrm>
            <a:off x="6657968" y="2806262"/>
            <a:ext cx="1081149" cy="1797073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EAE49A0C-4D71-5339-0133-6AE1071BCA48}"/>
              </a:ext>
            </a:extLst>
          </p:cNvPr>
          <p:cNvSpPr/>
          <p:nvPr/>
        </p:nvSpPr>
        <p:spPr>
          <a:xfrm>
            <a:off x="9554241" y="2260958"/>
            <a:ext cx="1011668" cy="1100807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76756736-24D0-983E-2CF3-37E0DECCCF17}"/>
              </a:ext>
            </a:extLst>
          </p:cNvPr>
          <p:cNvSpPr/>
          <p:nvPr/>
        </p:nvSpPr>
        <p:spPr>
          <a:xfrm>
            <a:off x="7900606" y="4639133"/>
            <a:ext cx="1854023" cy="1249627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A0F21A04-6521-22CA-B140-3A9F2911EF61}"/>
              </a:ext>
            </a:extLst>
          </p:cNvPr>
          <p:cNvSpPr/>
          <p:nvPr/>
        </p:nvSpPr>
        <p:spPr>
          <a:xfrm>
            <a:off x="7748923" y="2834613"/>
            <a:ext cx="503805" cy="857528"/>
          </a:xfrm>
          <a:prstGeom prst="round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자유형: 도형 12">
            <a:extLst>
              <a:ext uri="{FF2B5EF4-FFF2-40B4-BE49-F238E27FC236}">
                <a16:creationId xmlns:a16="http://schemas.microsoft.com/office/drawing/2014/main" id="{1E6E4C47-3125-B6FD-88A9-822D02462363}"/>
              </a:ext>
            </a:extLst>
          </p:cNvPr>
          <p:cNvSpPr/>
          <p:nvPr/>
        </p:nvSpPr>
        <p:spPr>
          <a:xfrm>
            <a:off x="6636589" y="1604513"/>
            <a:ext cx="1782792" cy="1213449"/>
          </a:xfrm>
          <a:custGeom>
            <a:avLst/>
            <a:gdLst>
              <a:gd name="csX0" fmla="*/ 5751 w 1782792"/>
              <a:gd name="csY0" fmla="*/ 5751 h 1213449"/>
              <a:gd name="csX1" fmla="*/ 0 w 1782792"/>
              <a:gd name="csY1" fmla="*/ 1213449 h 1213449"/>
              <a:gd name="csX2" fmla="*/ 1616015 w 1782792"/>
              <a:gd name="csY2" fmla="*/ 1201947 h 1213449"/>
              <a:gd name="csX3" fmla="*/ 1782792 w 1782792"/>
              <a:gd name="csY3" fmla="*/ 856891 h 1213449"/>
              <a:gd name="csX4" fmla="*/ 1765539 w 1782792"/>
              <a:gd name="csY4" fmla="*/ 0 h 1213449"/>
              <a:gd name="csX5" fmla="*/ 5751 w 1782792"/>
              <a:gd name="csY5" fmla="*/ 5751 h 12134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782792" h="1213449">
                <a:moveTo>
                  <a:pt x="5751" y="5751"/>
                </a:moveTo>
                <a:lnTo>
                  <a:pt x="0" y="1213449"/>
                </a:lnTo>
                <a:lnTo>
                  <a:pt x="1616015" y="1201947"/>
                </a:lnTo>
                <a:lnTo>
                  <a:pt x="1782792" y="856891"/>
                </a:lnTo>
                <a:lnTo>
                  <a:pt x="1765539" y="0"/>
                </a:lnTo>
                <a:lnTo>
                  <a:pt x="5751" y="5751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모래</a:t>
            </a:r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864CE5B1-3577-3061-E44E-F0ECE4F890DF}"/>
              </a:ext>
            </a:extLst>
          </p:cNvPr>
          <p:cNvSpPr/>
          <p:nvPr/>
        </p:nvSpPr>
        <p:spPr>
          <a:xfrm>
            <a:off x="6630838" y="2806460"/>
            <a:ext cx="1092679" cy="1851804"/>
          </a:xfrm>
          <a:custGeom>
            <a:avLst/>
            <a:gdLst>
              <a:gd name="csX0" fmla="*/ 0 w 1092679"/>
              <a:gd name="csY0" fmla="*/ 17253 h 1851804"/>
              <a:gd name="csX1" fmla="*/ 11502 w 1092679"/>
              <a:gd name="csY1" fmla="*/ 1851804 h 1851804"/>
              <a:gd name="csX2" fmla="*/ 1058173 w 1092679"/>
              <a:gd name="csY2" fmla="*/ 1759789 h 1851804"/>
              <a:gd name="csX3" fmla="*/ 1092679 w 1092679"/>
              <a:gd name="csY3" fmla="*/ 1547004 h 1851804"/>
              <a:gd name="csX4" fmla="*/ 1017917 w 1092679"/>
              <a:gd name="csY4" fmla="*/ 0 h 1851804"/>
              <a:gd name="csX5" fmla="*/ 0 w 1092679"/>
              <a:gd name="csY5" fmla="*/ 17253 h 18518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092679" h="1851804">
                <a:moveTo>
                  <a:pt x="0" y="17253"/>
                </a:moveTo>
                <a:lnTo>
                  <a:pt x="11502" y="1851804"/>
                </a:lnTo>
                <a:lnTo>
                  <a:pt x="1058173" y="1759789"/>
                </a:lnTo>
                <a:lnTo>
                  <a:pt x="1092679" y="1547004"/>
                </a:lnTo>
                <a:lnTo>
                  <a:pt x="1017917" y="0"/>
                </a:lnTo>
                <a:lnTo>
                  <a:pt x="0" y="17253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숲</a:t>
            </a:r>
          </a:p>
        </p:txBody>
      </p:sp>
      <p:sp>
        <p:nvSpPr>
          <p:cNvPr id="19" name="자유형: 도형 18">
            <a:extLst>
              <a:ext uri="{FF2B5EF4-FFF2-40B4-BE49-F238E27FC236}">
                <a16:creationId xmlns:a16="http://schemas.microsoft.com/office/drawing/2014/main" id="{EC3B4044-0D53-5FE9-8000-A72F0C67A2E1}"/>
              </a:ext>
            </a:extLst>
          </p:cNvPr>
          <p:cNvSpPr/>
          <p:nvPr/>
        </p:nvSpPr>
        <p:spPr>
          <a:xfrm>
            <a:off x="7660257" y="2794958"/>
            <a:ext cx="1224951" cy="1616016"/>
          </a:xfrm>
          <a:custGeom>
            <a:avLst/>
            <a:gdLst>
              <a:gd name="csX0" fmla="*/ 0 w 1224951"/>
              <a:gd name="csY0" fmla="*/ 5751 h 1616016"/>
              <a:gd name="csX1" fmla="*/ 638354 w 1224951"/>
              <a:gd name="csY1" fmla="*/ 0 h 1616016"/>
              <a:gd name="csX2" fmla="*/ 644105 w 1224951"/>
              <a:gd name="csY2" fmla="*/ 925902 h 1616016"/>
              <a:gd name="csX3" fmla="*/ 1224951 w 1224951"/>
              <a:gd name="csY3" fmla="*/ 1265208 h 1616016"/>
              <a:gd name="csX4" fmla="*/ 1201947 w 1224951"/>
              <a:gd name="csY4" fmla="*/ 1598763 h 1616016"/>
              <a:gd name="csX5" fmla="*/ 51758 w 1224951"/>
              <a:gd name="csY5" fmla="*/ 1616016 h 1616016"/>
              <a:gd name="csX6" fmla="*/ 0 w 1224951"/>
              <a:gd name="csY6" fmla="*/ 5751 h 16160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224951" h="1616016">
                <a:moveTo>
                  <a:pt x="0" y="5751"/>
                </a:moveTo>
                <a:lnTo>
                  <a:pt x="638354" y="0"/>
                </a:lnTo>
                <a:lnTo>
                  <a:pt x="644105" y="925902"/>
                </a:lnTo>
                <a:lnTo>
                  <a:pt x="1224951" y="1265208"/>
                </a:lnTo>
                <a:lnTo>
                  <a:pt x="1201947" y="1598763"/>
                </a:lnTo>
                <a:lnTo>
                  <a:pt x="51758" y="1616016"/>
                </a:lnTo>
                <a:lnTo>
                  <a:pt x="0" y="5751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언덕</a:t>
            </a:r>
          </a:p>
        </p:txBody>
      </p:sp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3B6319A5-DB5F-04FB-181B-1A8398B37E42}"/>
              </a:ext>
            </a:extLst>
          </p:cNvPr>
          <p:cNvSpPr/>
          <p:nvPr/>
        </p:nvSpPr>
        <p:spPr>
          <a:xfrm>
            <a:off x="8281358" y="2490158"/>
            <a:ext cx="1242204" cy="1535502"/>
          </a:xfrm>
          <a:custGeom>
            <a:avLst/>
            <a:gdLst>
              <a:gd name="csX0" fmla="*/ 97767 w 1242204"/>
              <a:gd name="csY0" fmla="*/ 46008 h 1535502"/>
              <a:gd name="csX1" fmla="*/ 0 w 1242204"/>
              <a:gd name="csY1" fmla="*/ 299050 h 1535502"/>
              <a:gd name="csX2" fmla="*/ 23004 w 1242204"/>
              <a:gd name="csY2" fmla="*/ 1213450 h 1535502"/>
              <a:gd name="csX3" fmla="*/ 575095 w 1242204"/>
              <a:gd name="csY3" fmla="*/ 1535502 h 1535502"/>
              <a:gd name="csX4" fmla="*/ 626853 w 1242204"/>
              <a:gd name="csY4" fmla="*/ 1345721 h 1535502"/>
              <a:gd name="csX5" fmla="*/ 1242204 w 1242204"/>
              <a:gd name="csY5" fmla="*/ 1357223 h 1535502"/>
              <a:gd name="csX6" fmla="*/ 1230702 w 1242204"/>
              <a:gd name="csY6" fmla="*/ 0 h 1535502"/>
              <a:gd name="csX7" fmla="*/ 97767 w 1242204"/>
              <a:gd name="csY7" fmla="*/ 46008 h 15355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42204" h="1535502">
                <a:moveTo>
                  <a:pt x="97767" y="46008"/>
                </a:moveTo>
                <a:lnTo>
                  <a:pt x="0" y="299050"/>
                </a:lnTo>
                <a:lnTo>
                  <a:pt x="23004" y="1213450"/>
                </a:lnTo>
                <a:lnTo>
                  <a:pt x="575095" y="1535502"/>
                </a:lnTo>
                <a:lnTo>
                  <a:pt x="626853" y="1345721"/>
                </a:lnTo>
                <a:lnTo>
                  <a:pt x="1242204" y="1357223"/>
                </a:lnTo>
                <a:lnTo>
                  <a:pt x="1230702" y="0"/>
                </a:lnTo>
                <a:lnTo>
                  <a:pt x="97767" y="46008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숲</a:t>
            </a:r>
          </a:p>
        </p:txBody>
      </p:sp>
      <p:sp>
        <p:nvSpPr>
          <p:cNvPr id="22" name="자유형: 도형 21">
            <a:extLst>
              <a:ext uri="{FF2B5EF4-FFF2-40B4-BE49-F238E27FC236}">
                <a16:creationId xmlns:a16="http://schemas.microsoft.com/office/drawing/2014/main" id="{1602F919-800A-9BEB-56A8-F0A62C0C466C}"/>
              </a:ext>
            </a:extLst>
          </p:cNvPr>
          <p:cNvSpPr/>
          <p:nvPr/>
        </p:nvSpPr>
        <p:spPr>
          <a:xfrm>
            <a:off x="8821947" y="3720860"/>
            <a:ext cx="1109932" cy="914400"/>
          </a:xfrm>
          <a:custGeom>
            <a:avLst/>
            <a:gdLst>
              <a:gd name="csX0" fmla="*/ 103517 w 1109932"/>
              <a:gd name="csY0" fmla="*/ 103517 h 914400"/>
              <a:gd name="csX1" fmla="*/ 0 w 1109932"/>
              <a:gd name="csY1" fmla="*/ 879895 h 914400"/>
              <a:gd name="csX2" fmla="*/ 897147 w 1109932"/>
              <a:gd name="csY2" fmla="*/ 914400 h 914400"/>
              <a:gd name="csX3" fmla="*/ 994913 w 1109932"/>
              <a:gd name="csY3" fmla="*/ 333555 h 914400"/>
              <a:gd name="csX4" fmla="*/ 1109932 w 1109932"/>
              <a:gd name="csY4" fmla="*/ 0 h 914400"/>
              <a:gd name="csX5" fmla="*/ 724619 w 1109932"/>
              <a:gd name="csY5" fmla="*/ 0 h 914400"/>
              <a:gd name="csX6" fmla="*/ 701615 w 1109932"/>
              <a:gd name="csY6" fmla="*/ 138023 h 914400"/>
              <a:gd name="csX7" fmla="*/ 103517 w 1109932"/>
              <a:gd name="csY7" fmla="*/ 103517 h 914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109932" h="914400">
                <a:moveTo>
                  <a:pt x="103517" y="103517"/>
                </a:moveTo>
                <a:lnTo>
                  <a:pt x="0" y="879895"/>
                </a:lnTo>
                <a:lnTo>
                  <a:pt x="897147" y="914400"/>
                </a:lnTo>
                <a:lnTo>
                  <a:pt x="994913" y="333555"/>
                </a:lnTo>
                <a:lnTo>
                  <a:pt x="1109932" y="0"/>
                </a:lnTo>
                <a:lnTo>
                  <a:pt x="724619" y="0"/>
                </a:lnTo>
                <a:lnTo>
                  <a:pt x="701615" y="138023"/>
                </a:lnTo>
                <a:lnTo>
                  <a:pt x="103517" y="103517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늪</a:t>
            </a:r>
          </a:p>
        </p:txBody>
      </p:sp>
      <p:sp>
        <p:nvSpPr>
          <p:cNvPr id="23" name="자유형: 도형 22">
            <a:extLst>
              <a:ext uri="{FF2B5EF4-FFF2-40B4-BE49-F238E27FC236}">
                <a16:creationId xmlns:a16="http://schemas.microsoft.com/office/drawing/2014/main" id="{237B9060-C4C0-39EE-C7FF-52668CB150FD}"/>
              </a:ext>
            </a:extLst>
          </p:cNvPr>
          <p:cNvSpPr/>
          <p:nvPr/>
        </p:nvSpPr>
        <p:spPr>
          <a:xfrm>
            <a:off x="9512060" y="2237117"/>
            <a:ext cx="1230702" cy="1420483"/>
          </a:xfrm>
          <a:custGeom>
            <a:avLst/>
            <a:gdLst>
              <a:gd name="csX0" fmla="*/ 0 w 1230702"/>
              <a:gd name="csY0" fmla="*/ 241540 h 1420483"/>
              <a:gd name="csX1" fmla="*/ 17253 w 1230702"/>
              <a:gd name="csY1" fmla="*/ 1420483 h 1420483"/>
              <a:gd name="csX2" fmla="*/ 540589 w 1230702"/>
              <a:gd name="csY2" fmla="*/ 1420483 h 1420483"/>
              <a:gd name="csX3" fmla="*/ 684363 w 1230702"/>
              <a:gd name="csY3" fmla="*/ 1127185 h 1420483"/>
              <a:gd name="csX4" fmla="*/ 1127185 w 1230702"/>
              <a:gd name="csY4" fmla="*/ 655608 h 1420483"/>
              <a:gd name="csX5" fmla="*/ 1230702 w 1230702"/>
              <a:gd name="csY5" fmla="*/ 0 h 1420483"/>
              <a:gd name="csX6" fmla="*/ 40257 w 1230702"/>
              <a:gd name="csY6" fmla="*/ 103517 h 1420483"/>
              <a:gd name="csX7" fmla="*/ 0 w 1230702"/>
              <a:gd name="csY7" fmla="*/ 241540 h 14204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30702" h="1420483">
                <a:moveTo>
                  <a:pt x="0" y="241540"/>
                </a:moveTo>
                <a:lnTo>
                  <a:pt x="17253" y="1420483"/>
                </a:lnTo>
                <a:lnTo>
                  <a:pt x="540589" y="1420483"/>
                </a:lnTo>
                <a:lnTo>
                  <a:pt x="684363" y="1127185"/>
                </a:lnTo>
                <a:lnTo>
                  <a:pt x="1127185" y="655608"/>
                </a:lnTo>
                <a:lnTo>
                  <a:pt x="1230702" y="0"/>
                </a:lnTo>
                <a:lnTo>
                  <a:pt x="40257" y="103517"/>
                </a:lnTo>
                <a:lnTo>
                  <a:pt x="0" y="241540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돌밭</a:t>
            </a:r>
          </a:p>
        </p:txBody>
      </p:sp>
      <p:sp>
        <p:nvSpPr>
          <p:cNvPr id="24" name="자유형: 도형 23">
            <a:extLst>
              <a:ext uri="{FF2B5EF4-FFF2-40B4-BE49-F238E27FC236}">
                <a16:creationId xmlns:a16="http://schemas.microsoft.com/office/drawing/2014/main" id="{4D02F5BA-515A-F285-DC94-849E51F6964B}"/>
              </a:ext>
            </a:extLst>
          </p:cNvPr>
          <p:cNvSpPr/>
          <p:nvPr/>
        </p:nvSpPr>
        <p:spPr>
          <a:xfrm>
            <a:off x="7901796" y="4612257"/>
            <a:ext cx="1857555" cy="1311215"/>
          </a:xfrm>
          <a:custGeom>
            <a:avLst/>
            <a:gdLst>
              <a:gd name="csX0" fmla="*/ 1759789 w 1857555"/>
              <a:gd name="csY0" fmla="*/ 63260 h 1311215"/>
              <a:gd name="csX1" fmla="*/ 1639019 w 1857555"/>
              <a:gd name="csY1" fmla="*/ 856890 h 1311215"/>
              <a:gd name="csX2" fmla="*/ 1857555 w 1857555"/>
              <a:gd name="csY2" fmla="*/ 1270958 h 1311215"/>
              <a:gd name="csX3" fmla="*/ 189781 w 1857555"/>
              <a:gd name="csY3" fmla="*/ 1311215 h 1311215"/>
              <a:gd name="csX4" fmla="*/ 0 w 1857555"/>
              <a:gd name="csY4" fmla="*/ 523335 h 1311215"/>
              <a:gd name="csX5" fmla="*/ 230038 w 1857555"/>
              <a:gd name="csY5" fmla="*/ 0 h 1311215"/>
              <a:gd name="csX6" fmla="*/ 1138687 w 1857555"/>
              <a:gd name="csY6" fmla="*/ 86264 h 1311215"/>
              <a:gd name="csX7" fmla="*/ 1547004 w 1857555"/>
              <a:gd name="csY7" fmla="*/ 5751 h 1311215"/>
              <a:gd name="csX8" fmla="*/ 1759789 w 1857555"/>
              <a:gd name="csY8" fmla="*/ 63260 h 13112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857555" h="1311215">
                <a:moveTo>
                  <a:pt x="1759789" y="63260"/>
                </a:moveTo>
                <a:lnTo>
                  <a:pt x="1639019" y="856890"/>
                </a:lnTo>
                <a:lnTo>
                  <a:pt x="1857555" y="1270958"/>
                </a:lnTo>
                <a:lnTo>
                  <a:pt x="189781" y="1311215"/>
                </a:lnTo>
                <a:lnTo>
                  <a:pt x="0" y="523335"/>
                </a:lnTo>
                <a:lnTo>
                  <a:pt x="230038" y="0"/>
                </a:lnTo>
                <a:lnTo>
                  <a:pt x="1138687" y="86264"/>
                </a:lnTo>
                <a:lnTo>
                  <a:pt x="1547004" y="5751"/>
                </a:lnTo>
                <a:lnTo>
                  <a:pt x="1759789" y="63260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산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08B2672E-745D-4C27-102D-6BD8E38E7E6E}"/>
              </a:ext>
            </a:extLst>
          </p:cNvPr>
          <p:cNvSpPr/>
          <p:nvPr/>
        </p:nvSpPr>
        <p:spPr>
          <a:xfrm>
            <a:off x="9378320" y="1764030"/>
            <a:ext cx="275195" cy="3124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7BFF9DC0-0357-1984-AD15-145B397F72B0}"/>
              </a:ext>
            </a:extLst>
          </p:cNvPr>
          <p:cNvSpPr/>
          <p:nvPr/>
        </p:nvSpPr>
        <p:spPr>
          <a:xfrm>
            <a:off x="8496806" y="4328552"/>
            <a:ext cx="275195" cy="3124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2740D0D5-B9D2-1F8A-078C-C6221693AF4F}"/>
              </a:ext>
            </a:extLst>
          </p:cNvPr>
          <p:cNvSpPr/>
          <p:nvPr/>
        </p:nvSpPr>
        <p:spPr>
          <a:xfrm>
            <a:off x="6911346" y="2644274"/>
            <a:ext cx="275195" cy="3124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33A553E4-220E-385E-E394-D5A5A0002193}"/>
              </a:ext>
            </a:extLst>
          </p:cNvPr>
          <p:cNvSpPr/>
          <p:nvPr/>
        </p:nvSpPr>
        <p:spPr>
          <a:xfrm>
            <a:off x="10471912" y="4131492"/>
            <a:ext cx="275195" cy="3124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더하기 기호 10">
            <a:extLst>
              <a:ext uri="{FF2B5EF4-FFF2-40B4-BE49-F238E27FC236}">
                <a16:creationId xmlns:a16="http://schemas.microsoft.com/office/drawing/2014/main" id="{929C10F9-680B-E084-0E65-08534291BB72}"/>
              </a:ext>
            </a:extLst>
          </p:cNvPr>
          <p:cNvSpPr/>
          <p:nvPr/>
        </p:nvSpPr>
        <p:spPr>
          <a:xfrm>
            <a:off x="9025115" y="3135394"/>
            <a:ext cx="749043" cy="519738"/>
          </a:xfrm>
          <a:prstGeom prst="mathPlus">
            <a:avLst>
              <a:gd name="adj1" fmla="val 51312"/>
            </a:avLst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십자형 27">
            <a:extLst>
              <a:ext uri="{FF2B5EF4-FFF2-40B4-BE49-F238E27FC236}">
                <a16:creationId xmlns:a16="http://schemas.microsoft.com/office/drawing/2014/main" id="{A68F2974-5A50-04DF-0FD4-352611266DA4}"/>
              </a:ext>
            </a:extLst>
          </p:cNvPr>
          <p:cNvSpPr/>
          <p:nvPr/>
        </p:nvSpPr>
        <p:spPr>
          <a:xfrm>
            <a:off x="6681715" y="5298210"/>
            <a:ext cx="923925" cy="590550"/>
          </a:xfrm>
          <a:prstGeom prst="plus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6187731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_수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기본_수정" id="{CBA6B7FE-B6CA-4F39-BB51-F79B6C8A8A52}" vid="{D2CEE810-8952-4285-9131-74857803864A}"/>
    </a:ext>
  </a:extLst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기본_수정</Template>
  <TotalTime>191</TotalTime>
  <Words>457</Words>
  <Application>Microsoft Office PowerPoint</Application>
  <PresentationFormat>와이드스크린</PresentationFormat>
  <Paragraphs>248</Paragraphs>
  <Slides>27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3</vt:i4>
      </vt:variant>
      <vt:variant>
        <vt:lpstr>슬라이드 제목</vt:lpstr>
      </vt:variant>
      <vt:variant>
        <vt:i4>27</vt:i4>
      </vt:variant>
    </vt:vector>
  </HeadingPairs>
  <TitlesOfParts>
    <vt:vector size="32" baseType="lpstr">
      <vt:lpstr>맑은 고딕</vt:lpstr>
      <vt:lpstr>Arial</vt:lpstr>
      <vt:lpstr>기본_수정</vt:lpstr>
      <vt:lpstr>디자인 사용자 지정</vt:lpstr>
      <vt:lpstr>1_디자인 사용자 지정</vt:lpstr>
      <vt:lpstr>맵 수정을 위한 롯데월드 야외 맵 반영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배달 목적지 수정</vt:lpstr>
      <vt:lpstr>분석</vt:lpstr>
      <vt:lpstr>비교 적용</vt:lpstr>
      <vt:lpstr>비교 반영</vt:lpstr>
      <vt:lpstr>반영</vt:lpstr>
      <vt:lpstr>중간 기지 위치 조정</vt:lpstr>
      <vt:lpstr>분석</vt:lpstr>
      <vt:lpstr>비교 반영</vt:lpstr>
      <vt:lpstr>지형 수정</vt:lpstr>
      <vt:lpstr>적용 수정</vt:lpstr>
      <vt:lpstr>지형에 따른 경로 모의</vt:lpstr>
      <vt:lpstr>시뮬레이션</vt:lpstr>
      <vt:lpstr>시뮬레이션</vt:lpstr>
      <vt:lpstr>시뮬레이션</vt:lpstr>
      <vt:lpstr>최종 맵 디자인</vt:lpstr>
      <vt:lpstr>최종 지형 디자인</vt:lpstr>
      <vt:lpstr>최종 주거지 위치</vt:lpstr>
      <vt:lpstr>최종 주거지 위치</vt:lpstr>
      <vt:lpstr>최종 기지 위치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권현아(2023184004)</dc:creator>
  <cp:lastModifiedBy>권현아(2023184004)</cp:lastModifiedBy>
  <cp:revision>17</cp:revision>
  <dcterms:created xsi:type="dcterms:W3CDTF">2026-10-17T00:26:25Z</dcterms:created>
  <dcterms:modified xsi:type="dcterms:W3CDTF">2026-10-17T03:38:05Z</dcterms:modified>
</cp:coreProperties>
</file>